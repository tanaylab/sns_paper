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2059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128919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4458665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2670" y="39747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2670" y="1961196"/>
              <a:ext cx="44653" cy="105092"/>
            </a:xfrm>
            <a:custGeom>
              <a:avLst/>
              <a:pathLst>
                <a:path w="44653" h="105092">
                  <a:moveTo>
                    <a:pt x="0" y="0"/>
                  </a:moveTo>
                  <a:lnTo>
                    <a:pt x="256" y="22482"/>
                  </a:lnTo>
                  <a:lnTo>
                    <a:pt x="1538" y="23873"/>
                  </a:lnTo>
                  <a:lnTo>
                    <a:pt x="2820" y="24488"/>
                  </a:lnTo>
                  <a:lnTo>
                    <a:pt x="4101" y="36167"/>
                  </a:lnTo>
                  <a:lnTo>
                    <a:pt x="5383" y="37396"/>
                  </a:lnTo>
                  <a:lnTo>
                    <a:pt x="6665" y="55222"/>
                  </a:lnTo>
                  <a:lnTo>
                    <a:pt x="7947" y="60754"/>
                  </a:lnTo>
                  <a:lnTo>
                    <a:pt x="9229" y="71818"/>
                  </a:lnTo>
                  <a:lnTo>
                    <a:pt x="10511" y="76735"/>
                  </a:lnTo>
                  <a:lnTo>
                    <a:pt x="11792" y="83496"/>
                  </a:lnTo>
                  <a:lnTo>
                    <a:pt x="13074" y="89029"/>
                  </a:lnTo>
                  <a:lnTo>
                    <a:pt x="14356" y="96799"/>
                  </a:lnTo>
                  <a:lnTo>
                    <a:pt x="15638" y="96799"/>
                  </a:lnTo>
                  <a:lnTo>
                    <a:pt x="16920" y="98657"/>
                  </a:lnTo>
                  <a:lnTo>
                    <a:pt x="18202" y="103823"/>
                  </a:lnTo>
                  <a:lnTo>
                    <a:pt x="19484" y="103508"/>
                  </a:lnTo>
                  <a:lnTo>
                    <a:pt x="20765" y="70647"/>
                  </a:lnTo>
                  <a:lnTo>
                    <a:pt x="22047" y="62906"/>
                  </a:lnTo>
                  <a:lnTo>
                    <a:pt x="23329" y="53444"/>
                  </a:lnTo>
                  <a:lnTo>
                    <a:pt x="24611" y="50863"/>
                  </a:lnTo>
                  <a:lnTo>
                    <a:pt x="25893" y="36240"/>
                  </a:lnTo>
                  <a:lnTo>
                    <a:pt x="27175" y="36240"/>
                  </a:lnTo>
                  <a:lnTo>
                    <a:pt x="28456" y="36240"/>
                  </a:lnTo>
                  <a:lnTo>
                    <a:pt x="29738" y="48283"/>
                  </a:lnTo>
                  <a:lnTo>
                    <a:pt x="31020" y="76008"/>
                  </a:lnTo>
                  <a:lnTo>
                    <a:pt x="32302" y="79886"/>
                  </a:lnTo>
                  <a:lnTo>
                    <a:pt x="33584" y="81239"/>
                  </a:lnTo>
                  <a:lnTo>
                    <a:pt x="34866" y="81239"/>
                  </a:lnTo>
                  <a:lnTo>
                    <a:pt x="36148" y="69947"/>
                  </a:lnTo>
                  <a:lnTo>
                    <a:pt x="37429" y="67124"/>
                  </a:lnTo>
                  <a:lnTo>
                    <a:pt x="38711" y="67830"/>
                  </a:lnTo>
                  <a:lnTo>
                    <a:pt x="39993" y="81239"/>
                  </a:lnTo>
                  <a:lnTo>
                    <a:pt x="41275" y="87591"/>
                  </a:lnTo>
                  <a:lnTo>
                    <a:pt x="42557" y="95354"/>
                  </a:lnTo>
                  <a:lnTo>
                    <a:pt x="43839" y="97472"/>
                  </a:lnTo>
                  <a:lnTo>
                    <a:pt x="44653" y="10509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4725" y="1983674"/>
              <a:ext cx="42500" cy="82614"/>
            </a:xfrm>
            <a:custGeom>
              <a:avLst/>
              <a:pathLst>
                <a:path w="42500" h="82614">
                  <a:moveTo>
                    <a:pt x="0" y="82614"/>
                  </a:moveTo>
                  <a:lnTo>
                    <a:pt x="757" y="77817"/>
                  </a:lnTo>
                  <a:lnTo>
                    <a:pt x="2038" y="72876"/>
                  </a:lnTo>
                  <a:lnTo>
                    <a:pt x="3320" y="72171"/>
                  </a:lnTo>
                  <a:lnTo>
                    <a:pt x="4602" y="58761"/>
                  </a:lnTo>
                  <a:lnTo>
                    <a:pt x="5884" y="58761"/>
                  </a:lnTo>
                  <a:lnTo>
                    <a:pt x="7166" y="58761"/>
                  </a:lnTo>
                  <a:lnTo>
                    <a:pt x="8448" y="58761"/>
                  </a:lnTo>
                  <a:lnTo>
                    <a:pt x="9730" y="58761"/>
                  </a:lnTo>
                  <a:lnTo>
                    <a:pt x="11011" y="58761"/>
                  </a:lnTo>
                  <a:lnTo>
                    <a:pt x="12293" y="38294"/>
                  </a:lnTo>
                  <a:lnTo>
                    <a:pt x="13575" y="30531"/>
                  </a:lnTo>
                  <a:lnTo>
                    <a:pt x="14857" y="30531"/>
                  </a:lnTo>
                  <a:lnTo>
                    <a:pt x="16139" y="28877"/>
                  </a:lnTo>
                  <a:lnTo>
                    <a:pt x="17421" y="24137"/>
                  </a:lnTo>
                  <a:lnTo>
                    <a:pt x="18702" y="22331"/>
                  </a:lnTo>
                  <a:lnTo>
                    <a:pt x="19984" y="7741"/>
                  </a:lnTo>
                  <a:lnTo>
                    <a:pt x="21266" y="13762"/>
                  </a:lnTo>
                  <a:lnTo>
                    <a:pt x="22548" y="0"/>
                  </a:lnTo>
                  <a:lnTo>
                    <a:pt x="23830" y="14472"/>
                  </a:lnTo>
                  <a:lnTo>
                    <a:pt x="25112" y="9441"/>
                  </a:lnTo>
                  <a:lnTo>
                    <a:pt x="26393" y="14612"/>
                  </a:lnTo>
                  <a:lnTo>
                    <a:pt x="27675" y="16416"/>
                  </a:lnTo>
                  <a:lnTo>
                    <a:pt x="28957" y="16416"/>
                  </a:lnTo>
                  <a:lnTo>
                    <a:pt x="30239" y="16416"/>
                  </a:lnTo>
                  <a:lnTo>
                    <a:pt x="31521" y="28414"/>
                  </a:lnTo>
                  <a:lnTo>
                    <a:pt x="32803" y="30531"/>
                  </a:lnTo>
                  <a:lnTo>
                    <a:pt x="34085" y="49549"/>
                  </a:lnTo>
                  <a:lnTo>
                    <a:pt x="35366" y="49549"/>
                  </a:lnTo>
                  <a:lnTo>
                    <a:pt x="36648" y="50569"/>
                  </a:lnTo>
                  <a:lnTo>
                    <a:pt x="37930" y="50569"/>
                  </a:lnTo>
                  <a:lnTo>
                    <a:pt x="39212" y="50569"/>
                  </a:lnTo>
                  <a:lnTo>
                    <a:pt x="40494" y="50569"/>
                  </a:lnTo>
                  <a:lnTo>
                    <a:pt x="41776" y="70853"/>
                  </a:lnTo>
                  <a:lnTo>
                    <a:pt x="42500" y="8261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49825" y="2031844"/>
              <a:ext cx="46155" cy="34444"/>
            </a:xfrm>
            <a:custGeom>
              <a:avLst/>
              <a:pathLst>
                <a:path w="46155" h="34444">
                  <a:moveTo>
                    <a:pt x="0" y="34444"/>
                  </a:moveTo>
                  <a:lnTo>
                    <a:pt x="3" y="34406"/>
                  </a:lnTo>
                  <a:lnTo>
                    <a:pt x="1285" y="34406"/>
                  </a:lnTo>
                  <a:lnTo>
                    <a:pt x="2566" y="34406"/>
                  </a:lnTo>
                  <a:lnTo>
                    <a:pt x="3848" y="34406"/>
                  </a:lnTo>
                  <a:lnTo>
                    <a:pt x="5130" y="34406"/>
                  </a:lnTo>
                  <a:lnTo>
                    <a:pt x="6412" y="28385"/>
                  </a:lnTo>
                  <a:lnTo>
                    <a:pt x="7694" y="12902"/>
                  </a:lnTo>
                  <a:lnTo>
                    <a:pt x="8976" y="0"/>
                  </a:lnTo>
                  <a:lnTo>
                    <a:pt x="10257" y="0"/>
                  </a:lnTo>
                  <a:lnTo>
                    <a:pt x="11539" y="0"/>
                  </a:lnTo>
                  <a:lnTo>
                    <a:pt x="12821" y="0"/>
                  </a:lnTo>
                  <a:lnTo>
                    <a:pt x="14103" y="0"/>
                  </a:lnTo>
                  <a:lnTo>
                    <a:pt x="15385" y="0"/>
                  </a:lnTo>
                  <a:lnTo>
                    <a:pt x="16667" y="0"/>
                  </a:lnTo>
                  <a:lnTo>
                    <a:pt x="17949" y="0"/>
                  </a:lnTo>
                  <a:lnTo>
                    <a:pt x="19230" y="0"/>
                  </a:lnTo>
                  <a:lnTo>
                    <a:pt x="20512" y="0"/>
                  </a:lnTo>
                  <a:lnTo>
                    <a:pt x="21794" y="0"/>
                  </a:lnTo>
                  <a:lnTo>
                    <a:pt x="23076" y="0"/>
                  </a:lnTo>
                  <a:lnTo>
                    <a:pt x="24358" y="0"/>
                  </a:lnTo>
                  <a:lnTo>
                    <a:pt x="25640" y="6021"/>
                  </a:lnTo>
                  <a:lnTo>
                    <a:pt x="26921" y="21504"/>
                  </a:lnTo>
                  <a:lnTo>
                    <a:pt x="28203" y="34406"/>
                  </a:lnTo>
                  <a:lnTo>
                    <a:pt x="29485" y="34406"/>
                  </a:lnTo>
                  <a:lnTo>
                    <a:pt x="30767" y="34406"/>
                  </a:lnTo>
                  <a:lnTo>
                    <a:pt x="32049" y="34406"/>
                  </a:lnTo>
                  <a:lnTo>
                    <a:pt x="33331" y="34406"/>
                  </a:lnTo>
                  <a:lnTo>
                    <a:pt x="34613" y="34406"/>
                  </a:lnTo>
                  <a:lnTo>
                    <a:pt x="35894" y="34406"/>
                  </a:lnTo>
                  <a:lnTo>
                    <a:pt x="37176" y="34406"/>
                  </a:lnTo>
                  <a:lnTo>
                    <a:pt x="38458" y="34406"/>
                  </a:lnTo>
                  <a:lnTo>
                    <a:pt x="39740" y="34406"/>
                  </a:lnTo>
                  <a:lnTo>
                    <a:pt x="41022" y="34406"/>
                  </a:lnTo>
                  <a:lnTo>
                    <a:pt x="42304" y="34406"/>
                  </a:lnTo>
                  <a:lnTo>
                    <a:pt x="43585" y="34406"/>
                  </a:lnTo>
                  <a:lnTo>
                    <a:pt x="44867" y="34406"/>
                  </a:lnTo>
                  <a:lnTo>
                    <a:pt x="46149" y="34406"/>
                  </a:lnTo>
                  <a:lnTo>
                    <a:pt x="46155" y="3444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6351" y="2065726"/>
              <a:ext cx="279" cy="562"/>
            </a:xfrm>
            <a:custGeom>
              <a:avLst/>
              <a:pathLst>
                <a:path w="279" h="562">
                  <a:moveTo>
                    <a:pt x="0" y="562"/>
                  </a:moveTo>
                  <a:lnTo>
                    <a:pt x="133" y="0"/>
                  </a:lnTo>
                  <a:lnTo>
                    <a:pt x="279" y="56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8197" y="2057649"/>
              <a:ext cx="11109" cy="8639"/>
            </a:xfrm>
            <a:custGeom>
              <a:avLst/>
              <a:pathLst>
                <a:path w="11109" h="8639">
                  <a:moveTo>
                    <a:pt x="0" y="8639"/>
                  </a:moveTo>
                  <a:lnTo>
                    <a:pt x="850" y="0"/>
                  </a:lnTo>
                  <a:lnTo>
                    <a:pt x="2132" y="8601"/>
                  </a:lnTo>
                  <a:lnTo>
                    <a:pt x="3414" y="8601"/>
                  </a:lnTo>
                  <a:lnTo>
                    <a:pt x="4696" y="8601"/>
                  </a:lnTo>
                  <a:lnTo>
                    <a:pt x="5978" y="8601"/>
                  </a:lnTo>
                  <a:lnTo>
                    <a:pt x="7259" y="8601"/>
                  </a:lnTo>
                  <a:lnTo>
                    <a:pt x="8541" y="8601"/>
                  </a:lnTo>
                  <a:lnTo>
                    <a:pt x="9823" y="8601"/>
                  </a:lnTo>
                  <a:lnTo>
                    <a:pt x="11105" y="8601"/>
                  </a:lnTo>
                  <a:lnTo>
                    <a:pt x="11109" y="86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36002" y="2028321"/>
              <a:ext cx="29103" cy="37967"/>
            </a:xfrm>
            <a:custGeom>
              <a:avLst/>
              <a:pathLst>
                <a:path w="29103" h="37967">
                  <a:moveTo>
                    <a:pt x="0" y="37967"/>
                  </a:moveTo>
                  <a:lnTo>
                    <a:pt x="992" y="24314"/>
                  </a:lnTo>
                  <a:lnTo>
                    <a:pt x="2274" y="23580"/>
                  </a:lnTo>
                  <a:lnTo>
                    <a:pt x="3556" y="23580"/>
                  </a:lnTo>
                  <a:lnTo>
                    <a:pt x="4837" y="23580"/>
                  </a:lnTo>
                  <a:lnTo>
                    <a:pt x="6119" y="23580"/>
                  </a:lnTo>
                  <a:lnTo>
                    <a:pt x="7401" y="28230"/>
                  </a:lnTo>
                  <a:lnTo>
                    <a:pt x="8683" y="18349"/>
                  </a:lnTo>
                  <a:lnTo>
                    <a:pt x="9965" y="14115"/>
                  </a:lnTo>
                  <a:lnTo>
                    <a:pt x="11247" y="7057"/>
                  </a:lnTo>
                  <a:lnTo>
                    <a:pt x="12528" y="14314"/>
                  </a:lnTo>
                  <a:lnTo>
                    <a:pt x="13810" y="14314"/>
                  </a:lnTo>
                  <a:lnTo>
                    <a:pt x="15092" y="0"/>
                  </a:lnTo>
                  <a:lnTo>
                    <a:pt x="16374" y="0"/>
                  </a:lnTo>
                  <a:lnTo>
                    <a:pt x="17656" y="0"/>
                  </a:lnTo>
                  <a:lnTo>
                    <a:pt x="18938" y="10586"/>
                  </a:lnTo>
                  <a:lnTo>
                    <a:pt x="20220" y="27524"/>
                  </a:lnTo>
                  <a:lnTo>
                    <a:pt x="21501" y="28230"/>
                  </a:lnTo>
                  <a:lnTo>
                    <a:pt x="22783" y="28230"/>
                  </a:lnTo>
                  <a:lnTo>
                    <a:pt x="24065" y="28230"/>
                  </a:lnTo>
                  <a:lnTo>
                    <a:pt x="25347" y="28230"/>
                  </a:lnTo>
                  <a:lnTo>
                    <a:pt x="26629" y="23580"/>
                  </a:lnTo>
                  <a:lnTo>
                    <a:pt x="27911" y="33867"/>
                  </a:lnTo>
                  <a:lnTo>
                    <a:pt x="29103" y="3796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87365" y="1963030"/>
              <a:ext cx="199591" cy="103258"/>
            </a:xfrm>
            <a:custGeom>
              <a:avLst/>
              <a:pathLst>
                <a:path w="199591" h="103258">
                  <a:moveTo>
                    <a:pt x="0" y="103258"/>
                  </a:moveTo>
                  <a:lnTo>
                    <a:pt x="902" y="93520"/>
                  </a:lnTo>
                  <a:lnTo>
                    <a:pt x="2184" y="93520"/>
                  </a:lnTo>
                  <a:lnTo>
                    <a:pt x="3466" y="93520"/>
                  </a:lnTo>
                  <a:lnTo>
                    <a:pt x="4748" y="93520"/>
                  </a:lnTo>
                  <a:lnTo>
                    <a:pt x="6029" y="93520"/>
                  </a:lnTo>
                  <a:lnTo>
                    <a:pt x="7311" y="87874"/>
                  </a:lnTo>
                  <a:lnTo>
                    <a:pt x="8593" y="70231"/>
                  </a:lnTo>
                  <a:lnTo>
                    <a:pt x="9875" y="63787"/>
                  </a:lnTo>
                  <a:lnTo>
                    <a:pt x="11157" y="59478"/>
                  </a:lnTo>
                  <a:lnTo>
                    <a:pt x="12439" y="61682"/>
                  </a:lnTo>
                  <a:lnTo>
                    <a:pt x="13720" y="51610"/>
                  </a:lnTo>
                  <a:lnTo>
                    <a:pt x="15002" y="68813"/>
                  </a:lnTo>
                  <a:lnTo>
                    <a:pt x="16284" y="68813"/>
                  </a:lnTo>
                  <a:lnTo>
                    <a:pt x="17566" y="51610"/>
                  </a:lnTo>
                  <a:lnTo>
                    <a:pt x="18848" y="23224"/>
                  </a:lnTo>
                  <a:lnTo>
                    <a:pt x="20130" y="17203"/>
                  </a:lnTo>
                  <a:lnTo>
                    <a:pt x="21411" y="17203"/>
                  </a:lnTo>
                  <a:lnTo>
                    <a:pt x="22693" y="17203"/>
                  </a:lnTo>
                  <a:lnTo>
                    <a:pt x="23975" y="17203"/>
                  </a:lnTo>
                  <a:lnTo>
                    <a:pt x="25257" y="17203"/>
                  </a:lnTo>
                  <a:lnTo>
                    <a:pt x="26539" y="24084"/>
                  </a:lnTo>
                  <a:lnTo>
                    <a:pt x="27821" y="45589"/>
                  </a:lnTo>
                  <a:lnTo>
                    <a:pt x="29103" y="42148"/>
                  </a:lnTo>
                  <a:lnTo>
                    <a:pt x="30384" y="34406"/>
                  </a:lnTo>
                  <a:lnTo>
                    <a:pt x="31666" y="34406"/>
                  </a:lnTo>
                  <a:lnTo>
                    <a:pt x="32948" y="34406"/>
                  </a:lnTo>
                  <a:lnTo>
                    <a:pt x="34230" y="34406"/>
                  </a:lnTo>
                  <a:lnTo>
                    <a:pt x="35512" y="34406"/>
                  </a:lnTo>
                  <a:lnTo>
                    <a:pt x="36794" y="51610"/>
                  </a:lnTo>
                  <a:lnTo>
                    <a:pt x="38075" y="79996"/>
                  </a:lnTo>
                  <a:lnTo>
                    <a:pt x="39357" y="86017"/>
                  </a:lnTo>
                  <a:lnTo>
                    <a:pt x="40639" y="86017"/>
                  </a:lnTo>
                  <a:lnTo>
                    <a:pt x="41921" y="86017"/>
                  </a:lnTo>
                  <a:lnTo>
                    <a:pt x="43203" y="79135"/>
                  </a:lnTo>
                  <a:lnTo>
                    <a:pt x="44485" y="68813"/>
                  </a:lnTo>
                  <a:lnTo>
                    <a:pt x="45767" y="56771"/>
                  </a:lnTo>
                  <a:lnTo>
                    <a:pt x="47048" y="51610"/>
                  </a:lnTo>
                  <a:lnTo>
                    <a:pt x="48330" y="51610"/>
                  </a:lnTo>
                  <a:lnTo>
                    <a:pt x="49612" y="51610"/>
                  </a:lnTo>
                  <a:lnTo>
                    <a:pt x="50894" y="51610"/>
                  </a:lnTo>
                  <a:lnTo>
                    <a:pt x="52176" y="51610"/>
                  </a:lnTo>
                  <a:lnTo>
                    <a:pt x="53458" y="51610"/>
                  </a:lnTo>
                  <a:lnTo>
                    <a:pt x="54739" y="51610"/>
                  </a:lnTo>
                  <a:lnTo>
                    <a:pt x="56021" y="51610"/>
                  </a:lnTo>
                  <a:lnTo>
                    <a:pt x="57303" y="51610"/>
                  </a:lnTo>
                  <a:lnTo>
                    <a:pt x="58585" y="51610"/>
                  </a:lnTo>
                  <a:lnTo>
                    <a:pt x="59867" y="51610"/>
                  </a:lnTo>
                  <a:lnTo>
                    <a:pt x="61149" y="51610"/>
                  </a:lnTo>
                  <a:lnTo>
                    <a:pt x="62430" y="58491"/>
                  </a:lnTo>
                  <a:lnTo>
                    <a:pt x="63712" y="68813"/>
                  </a:lnTo>
                  <a:lnTo>
                    <a:pt x="64994" y="80856"/>
                  </a:lnTo>
                  <a:lnTo>
                    <a:pt x="66276" y="86017"/>
                  </a:lnTo>
                  <a:lnTo>
                    <a:pt x="67558" y="95479"/>
                  </a:lnTo>
                  <a:lnTo>
                    <a:pt x="68840" y="103220"/>
                  </a:lnTo>
                  <a:lnTo>
                    <a:pt x="70122" y="103220"/>
                  </a:lnTo>
                  <a:lnTo>
                    <a:pt x="71403" y="103220"/>
                  </a:lnTo>
                  <a:lnTo>
                    <a:pt x="72685" y="103220"/>
                  </a:lnTo>
                  <a:lnTo>
                    <a:pt x="73967" y="103220"/>
                  </a:lnTo>
                  <a:lnTo>
                    <a:pt x="75249" y="91178"/>
                  </a:lnTo>
                  <a:lnTo>
                    <a:pt x="76531" y="86017"/>
                  </a:lnTo>
                  <a:lnTo>
                    <a:pt x="77813" y="86017"/>
                  </a:lnTo>
                  <a:lnTo>
                    <a:pt x="79094" y="86017"/>
                  </a:lnTo>
                  <a:lnTo>
                    <a:pt x="80376" y="86017"/>
                  </a:lnTo>
                  <a:lnTo>
                    <a:pt x="81658" y="81716"/>
                  </a:lnTo>
                  <a:lnTo>
                    <a:pt x="82940" y="61932"/>
                  </a:lnTo>
                  <a:lnTo>
                    <a:pt x="84222" y="51610"/>
                  </a:lnTo>
                  <a:lnTo>
                    <a:pt x="85504" y="47309"/>
                  </a:lnTo>
                  <a:lnTo>
                    <a:pt x="86786" y="57836"/>
                  </a:lnTo>
                  <a:lnTo>
                    <a:pt x="88067" y="59478"/>
                  </a:lnTo>
                  <a:lnTo>
                    <a:pt x="89349" y="65290"/>
                  </a:lnTo>
                  <a:lnTo>
                    <a:pt x="90631" y="65290"/>
                  </a:lnTo>
                  <a:lnTo>
                    <a:pt x="91913" y="49764"/>
                  </a:lnTo>
                  <a:lnTo>
                    <a:pt x="93195" y="37060"/>
                  </a:lnTo>
                  <a:lnTo>
                    <a:pt x="94477" y="46941"/>
                  </a:lnTo>
                  <a:lnTo>
                    <a:pt x="95758" y="44118"/>
                  </a:lnTo>
                  <a:lnTo>
                    <a:pt x="97040" y="37060"/>
                  </a:lnTo>
                  <a:lnTo>
                    <a:pt x="98322" y="37060"/>
                  </a:lnTo>
                  <a:lnTo>
                    <a:pt x="99604" y="37060"/>
                  </a:lnTo>
                  <a:lnTo>
                    <a:pt x="100886" y="40589"/>
                  </a:lnTo>
                  <a:lnTo>
                    <a:pt x="102168" y="56821"/>
                  </a:lnTo>
                  <a:lnTo>
                    <a:pt x="103450" y="65290"/>
                  </a:lnTo>
                  <a:lnTo>
                    <a:pt x="104731" y="68819"/>
                  </a:lnTo>
                  <a:lnTo>
                    <a:pt x="106013" y="74174"/>
                  </a:lnTo>
                  <a:lnTo>
                    <a:pt x="107295" y="72696"/>
                  </a:lnTo>
                  <a:lnTo>
                    <a:pt x="108577" y="41288"/>
                  </a:lnTo>
                  <a:lnTo>
                    <a:pt x="109859" y="28385"/>
                  </a:lnTo>
                  <a:lnTo>
                    <a:pt x="111141" y="36127"/>
                  </a:lnTo>
                  <a:lnTo>
                    <a:pt x="112422" y="51610"/>
                  </a:lnTo>
                  <a:lnTo>
                    <a:pt x="113704" y="51610"/>
                  </a:lnTo>
                  <a:lnTo>
                    <a:pt x="114986" y="60212"/>
                  </a:lnTo>
                  <a:lnTo>
                    <a:pt x="116268" y="68813"/>
                  </a:lnTo>
                  <a:lnTo>
                    <a:pt x="117550" y="68813"/>
                  </a:lnTo>
                  <a:lnTo>
                    <a:pt x="118832" y="68813"/>
                  </a:lnTo>
                  <a:lnTo>
                    <a:pt x="120113" y="68813"/>
                  </a:lnTo>
                  <a:lnTo>
                    <a:pt x="121395" y="68813"/>
                  </a:lnTo>
                  <a:lnTo>
                    <a:pt x="122677" y="68813"/>
                  </a:lnTo>
                  <a:lnTo>
                    <a:pt x="123959" y="68813"/>
                  </a:lnTo>
                  <a:lnTo>
                    <a:pt x="125241" y="68813"/>
                  </a:lnTo>
                  <a:lnTo>
                    <a:pt x="126523" y="68813"/>
                  </a:lnTo>
                  <a:lnTo>
                    <a:pt x="127805" y="79135"/>
                  </a:lnTo>
                  <a:lnTo>
                    <a:pt x="129086" y="92038"/>
                  </a:lnTo>
                  <a:lnTo>
                    <a:pt x="130368" y="103220"/>
                  </a:lnTo>
                  <a:lnTo>
                    <a:pt x="131650" y="103220"/>
                  </a:lnTo>
                  <a:lnTo>
                    <a:pt x="132932" y="103220"/>
                  </a:lnTo>
                  <a:lnTo>
                    <a:pt x="134214" y="103220"/>
                  </a:lnTo>
                  <a:lnTo>
                    <a:pt x="135496" y="103220"/>
                  </a:lnTo>
                  <a:lnTo>
                    <a:pt x="136777" y="103220"/>
                  </a:lnTo>
                  <a:lnTo>
                    <a:pt x="138059" y="103220"/>
                  </a:lnTo>
                  <a:lnTo>
                    <a:pt x="139341" y="103220"/>
                  </a:lnTo>
                  <a:lnTo>
                    <a:pt x="140623" y="103220"/>
                  </a:lnTo>
                  <a:lnTo>
                    <a:pt x="141905" y="103220"/>
                  </a:lnTo>
                  <a:lnTo>
                    <a:pt x="143187" y="98919"/>
                  </a:lnTo>
                  <a:lnTo>
                    <a:pt x="144469" y="86017"/>
                  </a:lnTo>
                  <a:lnTo>
                    <a:pt x="145750" y="86017"/>
                  </a:lnTo>
                  <a:lnTo>
                    <a:pt x="147032" y="86017"/>
                  </a:lnTo>
                  <a:lnTo>
                    <a:pt x="148314" y="86017"/>
                  </a:lnTo>
                  <a:lnTo>
                    <a:pt x="149596" y="86017"/>
                  </a:lnTo>
                  <a:lnTo>
                    <a:pt x="150878" y="86017"/>
                  </a:lnTo>
                  <a:lnTo>
                    <a:pt x="152160" y="86017"/>
                  </a:lnTo>
                  <a:lnTo>
                    <a:pt x="153441" y="81716"/>
                  </a:lnTo>
                  <a:lnTo>
                    <a:pt x="154723" y="47309"/>
                  </a:lnTo>
                  <a:lnTo>
                    <a:pt x="156005" y="14622"/>
                  </a:lnTo>
                  <a:lnTo>
                    <a:pt x="157287" y="0"/>
                  </a:lnTo>
                  <a:lnTo>
                    <a:pt x="158569" y="30085"/>
                  </a:lnTo>
                  <a:lnTo>
                    <a:pt x="159851" y="30003"/>
                  </a:lnTo>
                  <a:lnTo>
                    <a:pt x="161132" y="46626"/>
                  </a:lnTo>
                  <a:lnTo>
                    <a:pt x="162414" y="46626"/>
                  </a:lnTo>
                  <a:lnTo>
                    <a:pt x="163696" y="52194"/>
                  </a:lnTo>
                  <a:lnTo>
                    <a:pt x="164978" y="51641"/>
                  </a:lnTo>
                  <a:lnTo>
                    <a:pt x="166260" y="48877"/>
                  </a:lnTo>
                  <a:lnTo>
                    <a:pt x="167542" y="40584"/>
                  </a:lnTo>
                  <a:lnTo>
                    <a:pt x="168824" y="40584"/>
                  </a:lnTo>
                  <a:lnTo>
                    <a:pt x="170105" y="40584"/>
                  </a:lnTo>
                  <a:lnTo>
                    <a:pt x="171387" y="40584"/>
                  </a:lnTo>
                  <a:lnTo>
                    <a:pt x="172669" y="43348"/>
                  </a:lnTo>
                  <a:lnTo>
                    <a:pt x="173951" y="65463"/>
                  </a:lnTo>
                  <a:lnTo>
                    <a:pt x="175233" y="86471"/>
                  </a:lnTo>
                  <a:lnTo>
                    <a:pt x="176515" y="95870"/>
                  </a:lnTo>
                  <a:lnTo>
                    <a:pt x="177796" y="95599"/>
                  </a:lnTo>
                  <a:lnTo>
                    <a:pt x="179078" y="89653"/>
                  </a:lnTo>
                  <a:lnTo>
                    <a:pt x="180360" y="79405"/>
                  </a:lnTo>
                  <a:lnTo>
                    <a:pt x="181642" y="81618"/>
                  </a:lnTo>
                  <a:lnTo>
                    <a:pt x="182924" y="85157"/>
                  </a:lnTo>
                  <a:lnTo>
                    <a:pt x="184206" y="86017"/>
                  </a:lnTo>
                  <a:lnTo>
                    <a:pt x="185488" y="90318"/>
                  </a:lnTo>
                  <a:lnTo>
                    <a:pt x="186769" y="103220"/>
                  </a:lnTo>
                  <a:lnTo>
                    <a:pt x="188051" y="103220"/>
                  </a:lnTo>
                  <a:lnTo>
                    <a:pt x="189333" y="103220"/>
                  </a:lnTo>
                  <a:lnTo>
                    <a:pt x="190615" y="103220"/>
                  </a:lnTo>
                  <a:lnTo>
                    <a:pt x="191897" y="103220"/>
                  </a:lnTo>
                  <a:lnTo>
                    <a:pt x="193179" y="103220"/>
                  </a:lnTo>
                  <a:lnTo>
                    <a:pt x="194460" y="103220"/>
                  </a:lnTo>
                  <a:lnTo>
                    <a:pt x="195742" y="103220"/>
                  </a:lnTo>
                  <a:lnTo>
                    <a:pt x="197024" y="103220"/>
                  </a:lnTo>
                  <a:lnTo>
                    <a:pt x="198306" y="103220"/>
                  </a:lnTo>
                  <a:lnTo>
                    <a:pt x="199588" y="103220"/>
                  </a:lnTo>
                  <a:lnTo>
                    <a:pt x="199591" y="10325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113061" y="2055319"/>
              <a:ext cx="5535" cy="10969"/>
            </a:xfrm>
            <a:custGeom>
              <a:avLst/>
              <a:pathLst>
                <a:path w="5535" h="10969">
                  <a:moveTo>
                    <a:pt x="0" y="10969"/>
                  </a:moveTo>
                  <a:lnTo>
                    <a:pt x="811" y="3914"/>
                  </a:lnTo>
                  <a:lnTo>
                    <a:pt x="2093" y="2676"/>
                  </a:lnTo>
                  <a:lnTo>
                    <a:pt x="3374" y="0"/>
                  </a:lnTo>
                  <a:lnTo>
                    <a:pt x="4656" y="3511"/>
                  </a:lnTo>
                  <a:lnTo>
                    <a:pt x="5535" y="1096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135708" y="1938961"/>
              <a:ext cx="39416" cy="127327"/>
            </a:xfrm>
            <a:custGeom>
              <a:avLst/>
              <a:pathLst>
                <a:path w="39416" h="127327">
                  <a:moveTo>
                    <a:pt x="0" y="127327"/>
                  </a:moveTo>
                  <a:lnTo>
                    <a:pt x="1237" y="103906"/>
                  </a:lnTo>
                  <a:lnTo>
                    <a:pt x="2518" y="93066"/>
                  </a:lnTo>
                  <a:lnTo>
                    <a:pt x="3800" y="75331"/>
                  </a:lnTo>
                  <a:lnTo>
                    <a:pt x="5082" y="49283"/>
                  </a:lnTo>
                  <a:lnTo>
                    <a:pt x="6364" y="37644"/>
                  </a:lnTo>
                  <a:lnTo>
                    <a:pt x="7646" y="30994"/>
                  </a:lnTo>
                  <a:lnTo>
                    <a:pt x="8928" y="24897"/>
                  </a:lnTo>
                  <a:lnTo>
                    <a:pt x="10209" y="11026"/>
                  </a:lnTo>
                  <a:lnTo>
                    <a:pt x="11491" y="10336"/>
                  </a:lnTo>
                  <a:lnTo>
                    <a:pt x="12773" y="19123"/>
                  </a:lnTo>
                  <a:lnTo>
                    <a:pt x="14055" y="23774"/>
                  </a:lnTo>
                  <a:lnTo>
                    <a:pt x="15337" y="36631"/>
                  </a:lnTo>
                  <a:lnTo>
                    <a:pt x="16619" y="35657"/>
                  </a:lnTo>
                  <a:lnTo>
                    <a:pt x="17900" y="24453"/>
                  </a:lnTo>
                  <a:lnTo>
                    <a:pt x="19182" y="0"/>
                  </a:lnTo>
                  <a:lnTo>
                    <a:pt x="20464" y="9839"/>
                  </a:lnTo>
                  <a:lnTo>
                    <a:pt x="21746" y="14119"/>
                  </a:lnTo>
                  <a:lnTo>
                    <a:pt x="23028" y="28790"/>
                  </a:lnTo>
                  <a:lnTo>
                    <a:pt x="24310" y="39067"/>
                  </a:lnTo>
                  <a:lnTo>
                    <a:pt x="25592" y="59965"/>
                  </a:lnTo>
                  <a:lnTo>
                    <a:pt x="26873" y="65466"/>
                  </a:lnTo>
                  <a:lnTo>
                    <a:pt x="28155" y="70509"/>
                  </a:lnTo>
                  <a:lnTo>
                    <a:pt x="29437" y="82429"/>
                  </a:lnTo>
                  <a:lnTo>
                    <a:pt x="30719" y="88268"/>
                  </a:lnTo>
                  <a:lnTo>
                    <a:pt x="32001" y="75458"/>
                  </a:lnTo>
                  <a:lnTo>
                    <a:pt x="33283" y="75458"/>
                  </a:lnTo>
                  <a:lnTo>
                    <a:pt x="34564" y="77009"/>
                  </a:lnTo>
                  <a:lnTo>
                    <a:pt x="35846" y="75711"/>
                  </a:lnTo>
                  <a:lnTo>
                    <a:pt x="37128" y="88426"/>
                  </a:lnTo>
                  <a:lnTo>
                    <a:pt x="38410" y="110800"/>
                  </a:lnTo>
                  <a:lnTo>
                    <a:pt x="39416" y="1273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185544" y="1954428"/>
              <a:ext cx="38534" cy="111860"/>
            </a:xfrm>
            <a:custGeom>
              <a:avLst/>
              <a:pathLst>
                <a:path w="38534" h="111860">
                  <a:moveTo>
                    <a:pt x="0" y="111860"/>
                  </a:moveTo>
                  <a:lnTo>
                    <a:pt x="111" y="110999"/>
                  </a:lnTo>
                  <a:lnTo>
                    <a:pt x="1393" y="110549"/>
                  </a:lnTo>
                  <a:lnTo>
                    <a:pt x="2675" y="98870"/>
                  </a:lnTo>
                  <a:lnTo>
                    <a:pt x="3956" y="92108"/>
                  </a:lnTo>
                  <a:lnTo>
                    <a:pt x="5238" y="81659"/>
                  </a:lnTo>
                  <a:lnTo>
                    <a:pt x="6520" y="79815"/>
                  </a:lnTo>
                  <a:lnTo>
                    <a:pt x="7802" y="79815"/>
                  </a:lnTo>
                  <a:lnTo>
                    <a:pt x="9084" y="76127"/>
                  </a:lnTo>
                  <a:lnTo>
                    <a:pt x="10366" y="67521"/>
                  </a:lnTo>
                  <a:lnTo>
                    <a:pt x="11648" y="58301"/>
                  </a:lnTo>
                  <a:lnTo>
                    <a:pt x="12929" y="54022"/>
                  </a:lnTo>
                  <a:lnTo>
                    <a:pt x="14211" y="50156"/>
                  </a:lnTo>
                  <a:lnTo>
                    <a:pt x="15493" y="15907"/>
                  </a:lnTo>
                  <a:lnTo>
                    <a:pt x="16775" y="9294"/>
                  </a:lnTo>
                  <a:lnTo>
                    <a:pt x="18057" y="12968"/>
                  </a:lnTo>
                  <a:lnTo>
                    <a:pt x="19339" y="21856"/>
                  </a:lnTo>
                  <a:lnTo>
                    <a:pt x="20620" y="0"/>
                  </a:lnTo>
                  <a:lnTo>
                    <a:pt x="21902" y="16343"/>
                  </a:lnTo>
                  <a:lnTo>
                    <a:pt x="23184" y="25805"/>
                  </a:lnTo>
                  <a:lnTo>
                    <a:pt x="24466" y="40428"/>
                  </a:lnTo>
                  <a:lnTo>
                    <a:pt x="25748" y="43008"/>
                  </a:lnTo>
                  <a:lnTo>
                    <a:pt x="27030" y="43008"/>
                  </a:lnTo>
                  <a:lnTo>
                    <a:pt x="28311" y="48169"/>
                  </a:lnTo>
                  <a:lnTo>
                    <a:pt x="29593" y="57631"/>
                  </a:lnTo>
                  <a:lnTo>
                    <a:pt x="30875" y="55911"/>
                  </a:lnTo>
                  <a:lnTo>
                    <a:pt x="32157" y="60212"/>
                  </a:lnTo>
                  <a:lnTo>
                    <a:pt x="33439" y="60212"/>
                  </a:lnTo>
                  <a:lnTo>
                    <a:pt x="34721" y="69674"/>
                  </a:lnTo>
                  <a:lnTo>
                    <a:pt x="36003" y="77415"/>
                  </a:lnTo>
                  <a:lnTo>
                    <a:pt x="37284" y="100075"/>
                  </a:lnTo>
                  <a:lnTo>
                    <a:pt x="38534" y="11186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42529" y="2056310"/>
              <a:ext cx="11026" cy="9978"/>
            </a:xfrm>
            <a:custGeom>
              <a:avLst/>
              <a:pathLst>
                <a:path w="11026" h="9978">
                  <a:moveTo>
                    <a:pt x="0" y="9978"/>
                  </a:moveTo>
                  <a:lnTo>
                    <a:pt x="809" y="5992"/>
                  </a:lnTo>
                  <a:lnTo>
                    <a:pt x="2091" y="5992"/>
                  </a:lnTo>
                  <a:lnTo>
                    <a:pt x="3373" y="5992"/>
                  </a:lnTo>
                  <a:lnTo>
                    <a:pt x="4655" y="5992"/>
                  </a:lnTo>
                  <a:lnTo>
                    <a:pt x="5937" y="490"/>
                  </a:lnTo>
                  <a:lnTo>
                    <a:pt x="7219" y="8415"/>
                  </a:lnTo>
                  <a:lnTo>
                    <a:pt x="8500" y="1685"/>
                  </a:lnTo>
                  <a:lnTo>
                    <a:pt x="9782" y="0"/>
                  </a:lnTo>
                  <a:lnTo>
                    <a:pt x="11026" y="997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255010" y="2051901"/>
              <a:ext cx="4947" cy="14387"/>
            </a:xfrm>
            <a:custGeom>
              <a:avLst/>
              <a:pathLst>
                <a:path w="4947" h="14387">
                  <a:moveTo>
                    <a:pt x="0" y="14387"/>
                  </a:moveTo>
                  <a:lnTo>
                    <a:pt x="1147" y="11757"/>
                  </a:lnTo>
                  <a:lnTo>
                    <a:pt x="2429" y="0"/>
                  </a:lnTo>
                  <a:lnTo>
                    <a:pt x="3710" y="5878"/>
                  </a:lnTo>
                  <a:lnTo>
                    <a:pt x="4947" y="1438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65180" y="1928452"/>
              <a:ext cx="119610" cy="137837"/>
            </a:xfrm>
            <a:custGeom>
              <a:avLst/>
              <a:pathLst>
                <a:path w="119610" h="137837">
                  <a:moveTo>
                    <a:pt x="0" y="137837"/>
                  </a:moveTo>
                  <a:lnTo>
                    <a:pt x="1231" y="130309"/>
                  </a:lnTo>
                  <a:lnTo>
                    <a:pt x="2513" y="103392"/>
                  </a:lnTo>
                  <a:lnTo>
                    <a:pt x="3795" y="103392"/>
                  </a:lnTo>
                  <a:lnTo>
                    <a:pt x="5076" y="103392"/>
                  </a:lnTo>
                  <a:lnTo>
                    <a:pt x="6358" y="103392"/>
                  </a:lnTo>
                  <a:lnTo>
                    <a:pt x="7640" y="103392"/>
                  </a:lnTo>
                  <a:lnTo>
                    <a:pt x="8922" y="103392"/>
                  </a:lnTo>
                  <a:lnTo>
                    <a:pt x="10204" y="106833"/>
                  </a:lnTo>
                  <a:lnTo>
                    <a:pt x="11486" y="120595"/>
                  </a:lnTo>
                  <a:lnTo>
                    <a:pt x="12767" y="120595"/>
                  </a:lnTo>
                  <a:lnTo>
                    <a:pt x="14049" y="120595"/>
                  </a:lnTo>
                  <a:lnTo>
                    <a:pt x="15331" y="112854"/>
                  </a:lnTo>
                  <a:lnTo>
                    <a:pt x="16613" y="103392"/>
                  </a:lnTo>
                  <a:lnTo>
                    <a:pt x="17895" y="103392"/>
                  </a:lnTo>
                  <a:lnTo>
                    <a:pt x="19177" y="91350"/>
                  </a:lnTo>
                  <a:lnTo>
                    <a:pt x="20459" y="93930"/>
                  </a:lnTo>
                  <a:lnTo>
                    <a:pt x="21740" y="103392"/>
                  </a:lnTo>
                  <a:lnTo>
                    <a:pt x="23022" y="103392"/>
                  </a:lnTo>
                  <a:lnTo>
                    <a:pt x="24304" y="103392"/>
                  </a:lnTo>
                  <a:lnTo>
                    <a:pt x="25586" y="103392"/>
                  </a:lnTo>
                  <a:lnTo>
                    <a:pt x="26868" y="103392"/>
                  </a:lnTo>
                  <a:lnTo>
                    <a:pt x="28150" y="103392"/>
                  </a:lnTo>
                  <a:lnTo>
                    <a:pt x="29431" y="103392"/>
                  </a:lnTo>
                  <a:lnTo>
                    <a:pt x="30713" y="103392"/>
                  </a:lnTo>
                  <a:lnTo>
                    <a:pt x="31995" y="103392"/>
                  </a:lnTo>
                  <a:lnTo>
                    <a:pt x="33277" y="103392"/>
                  </a:lnTo>
                  <a:lnTo>
                    <a:pt x="34559" y="111134"/>
                  </a:lnTo>
                  <a:lnTo>
                    <a:pt x="35841" y="120595"/>
                  </a:lnTo>
                  <a:lnTo>
                    <a:pt x="37123" y="120595"/>
                  </a:lnTo>
                  <a:lnTo>
                    <a:pt x="38404" y="132638"/>
                  </a:lnTo>
                  <a:lnTo>
                    <a:pt x="39686" y="137799"/>
                  </a:lnTo>
                  <a:lnTo>
                    <a:pt x="40968" y="137799"/>
                  </a:lnTo>
                  <a:lnTo>
                    <a:pt x="42250" y="137799"/>
                  </a:lnTo>
                  <a:lnTo>
                    <a:pt x="43532" y="137799"/>
                  </a:lnTo>
                  <a:lnTo>
                    <a:pt x="44814" y="137799"/>
                  </a:lnTo>
                  <a:lnTo>
                    <a:pt x="46095" y="137799"/>
                  </a:lnTo>
                  <a:lnTo>
                    <a:pt x="47377" y="137799"/>
                  </a:lnTo>
                  <a:lnTo>
                    <a:pt x="48659" y="137799"/>
                  </a:lnTo>
                  <a:lnTo>
                    <a:pt x="49941" y="137799"/>
                  </a:lnTo>
                  <a:lnTo>
                    <a:pt x="51223" y="137799"/>
                  </a:lnTo>
                  <a:lnTo>
                    <a:pt x="52505" y="137799"/>
                  </a:lnTo>
                  <a:lnTo>
                    <a:pt x="53786" y="137799"/>
                  </a:lnTo>
                  <a:lnTo>
                    <a:pt x="55068" y="137799"/>
                  </a:lnTo>
                  <a:lnTo>
                    <a:pt x="56350" y="137799"/>
                  </a:lnTo>
                  <a:lnTo>
                    <a:pt x="57632" y="137799"/>
                  </a:lnTo>
                  <a:lnTo>
                    <a:pt x="58914" y="133498"/>
                  </a:lnTo>
                  <a:lnTo>
                    <a:pt x="60196" y="108553"/>
                  </a:lnTo>
                  <a:lnTo>
                    <a:pt x="61478" y="103392"/>
                  </a:lnTo>
                  <a:lnTo>
                    <a:pt x="62759" y="103392"/>
                  </a:lnTo>
                  <a:lnTo>
                    <a:pt x="64041" y="103392"/>
                  </a:lnTo>
                  <a:lnTo>
                    <a:pt x="65323" y="103392"/>
                  </a:lnTo>
                  <a:lnTo>
                    <a:pt x="66605" y="103392"/>
                  </a:lnTo>
                  <a:lnTo>
                    <a:pt x="67887" y="111023"/>
                  </a:lnTo>
                  <a:lnTo>
                    <a:pt x="69169" y="113984"/>
                  </a:lnTo>
                  <a:lnTo>
                    <a:pt x="70450" y="92106"/>
                  </a:lnTo>
                  <a:lnTo>
                    <a:pt x="71732" y="88669"/>
                  </a:lnTo>
                  <a:lnTo>
                    <a:pt x="73014" y="81205"/>
                  </a:lnTo>
                  <a:lnTo>
                    <a:pt x="74296" y="81205"/>
                  </a:lnTo>
                  <a:lnTo>
                    <a:pt x="75578" y="84732"/>
                  </a:lnTo>
                  <a:lnTo>
                    <a:pt x="76860" y="75163"/>
                  </a:lnTo>
                  <a:lnTo>
                    <a:pt x="78142" y="77374"/>
                  </a:lnTo>
                  <a:lnTo>
                    <a:pt x="79423" y="82903"/>
                  </a:lnTo>
                  <a:lnTo>
                    <a:pt x="80705" y="85667"/>
                  </a:lnTo>
                  <a:lnTo>
                    <a:pt x="81987" y="75163"/>
                  </a:lnTo>
                  <a:lnTo>
                    <a:pt x="83269" y="75163"/>
                  </a:lnTo>
                  <a:lnTo>
                    <a:pt x="84551" y="75163"/>
                  </a:lnTo>
                  <a:lnTo>
                    <a:pt x="85833" y="75163"/>
                  </a:lnTo>
                  <a:lnTo>
                    <a:pt x="87114" y="81961"/>
                  </a:lnTo>
                  <a:lnTo>
                    <a:pt x="88396" y="79190"/>
                  </a:lnTo>
                  <a:lnTo>
                    <a:pt x="89678" y="86394"/>
                  </a:lnTo>
                  <a:lnTo>
                    <a:pt x="90960" y="83715"/>
                  </a:lnTo>
                  <a:lnTo>
                    <a:pt x="92242" y="92385"/>
                  </a:lnTo>
                  <a:lnTo>
                    <a:pt x="93524" y="88817"/>
                  </a:lnTo>
                  <a:lnTo>
                    <a:pt x="94805" y="76967"/>
                  </a:lnTo>
                  <a:lnTo>
                    <a:pt x="96087" y="58785"/>
                  </a:lnTo>
                  <a:lnTo>
                    <a:pt x="97369" y="46293"/>
                  </a:lnTo>
                  <a:lnTo>
                    <a:pt x="98651" y="38945"/>
                  </a:lnTo>
                  <a:lnTo>
                    <a:pt x="99933" y="29999"/>
                  </a:lnTo>
                  <a:lnTo>
                    <a:pt x="101215" y="15884"/>
                  </a:lnTo>
                  <a:lnTo>
                    <a:pt x="102497" y="11650"/>
                  </a:lnTo>
                  <a:lnTo>
                    <a:pt x="103778" y="1063"/>
                  </a:lnTo>
                  <a:lnTo>
                    <a:pt x="105060" y="1063"/>
                  </a:lnTo>
                  <a:lnTo>
                    <a:pt x="106342" y="1063"/>
                  </a:lnTo>
                  <a:lnTo>
                    <a:pt x="107624" y="0"/>
                  </a:lnTo>
                  <a:lnTo>
                    <a:pt x="108906" y="13226"/>
                  </a:lnTo>
                  <a:lnTo>
                    <a:pt x="110188" y="27038"/>
                  </a:lnTo>
                  <a:lnTo>
                    <a:pt x="111469" y="50766"/>
                  </a:lnTo>
                  <a:lnTo>
                    <a:pt x="112751" y="45554"/>
                  </a:lnTo>
                  <a:lnTo>
                    <a:pt x="114033" y="70322"/>
                  </a:lnTo>
                  <a:lnTo>
                    <a:pt x="115315" y="90274"/>
                  </a:lnTo>
                  <a:lnTo>
                    <a:pt x="116597" y="100250"/>
                  </a:lnTo>
                  <a:lnTo>
                    <a:pt x="117879" y="116627"/>
                  </a:lnTo>
                  <a:lnTo>
                    <a:pt x="119161" y="130177"/>
                  </a:lnTo>
                  <a:lnTo>
                    <a:pt x="119610" y="1378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0261" y="1802479"/>
              <a:ext cx="234151" cy="263809"/>
            </a:xfrm>
            <a:custGeom>
              <a:avLst/>
              <a:pathLst>
                <a:path w="234151" h="263809">
                  <a:moveTo>
                    <a:pt x="0" y="263809"/>
                  </a:moveTo>
                  <a:lnTo>
                    <a:pt x="1253" y="250156"/>
                  </a:lnTo>
                  <a:lnTo>
                    <a:pt x="2535" y="229364"/>
                  </a:lnTo>
                  <a:lnTo>
                    <a:pt x="3817" y="229364"/>
                  </a:lnTo>
                  <a:lnTo>
                    <a:pt x="5099" y="229364"/>
                  </a:lnTo>
                  <a:lnTo>
                    <a:pt x="6380" y="229364"/>
                  </a:lnTo>
                  <a:lnTo>
                    <a:pt x="7662" y="225063"/>
                  </a:lnTo>
                  <a:lnTo>
                    <a:pt x="8944" y="205279"/>
                  </a:lnTo>
                  <a:lnTo>
                    <a:pt x="10226" y="202699"/>
                  </a:lnTo>
                  <a:lnTo>
                    <a:pt x="11508" y="194957"/>
                  </a:lnTo>
                  <a:lnTo>
                    <a:pt x="12790" y="194957"/>
                  </a:lnTo>
                  <a:lnTo>
                    <a:pt x="14071" y="194957"/>
                  </a:lnTo>
                  <a:lnTo>
                    <a:pt x="15353" y="194957"/>
                  </a:lnTo>
                  <a:lnTo>
                    <a:pt x="16635" y="194957"/>
                  </a:lnTo>
                  <a:lnTo>
                    <a:pt x="17917" y="189796"/>
                  </a:lnTo>
                  <a:lnTo>
                    <a:pt x="19199" y="177754"/>
                  </a:lnTo>
                  <a:lnTo>
                    <a:pt x="20481" y="194097"/>
                  </a:lnTo>
                  <a:lnTo>
                    <a:pt x="21763" y="194957"/>
                  </a:lnTo>
                  <a:lnTo>
                    <a:pt x="23044" y="192377"/>
                  </a:lnTo>
                  <a:lnTo>
                    <a:pt x="24326" y="169152"/>
                  </a:lnTo>
                  <a:lnTo>
                    <a:pt x="25608" y="160550"/>
                  </a:lnTo>
                  <a:lnTo>
                    <a:pt x="26890" y="157109"/>
                  </a:lnTo>
                  <a:lnTo>
                    <a:pt x="28172" y="173453"/>
                  </a:lnTo>
                  <a:lnTo>
                    <a:pt x="29454" y="187216"/>
                  </a:lnTo>
                  <a:lnTo>
                    <a:pt x="30735" y="216707"/>
                  </a:lnTo>
                  <a:lnTo>
                    <a:pt x="32017" y="220028"/>
                  </a:lnTo>
                  <a:lnTo>
                    <a:pt x="33299" y="220028"/>
                  </a:lnTo>
                  <a:lnTo>
                    <a:pt x="34581" y="222312"/>
                  </a:lnTo>
                  <a:lnTo>
                    <a:pt x="35863" y="227472"/>
                  </a:lnTo>
                  <a:lnTo>
                    <a:pt x="37145" y="224550"/>
                  </a:lnTo>
                  <a:lnTo>
                    <a:pt x="38426" y="220834"/>
                  </a:lnTo>
                  <a:lnTo>
                    <a:pt x="39708" y="218357"/>
                  </a:lnTo>
                  <a:lnTo>
                    <a:pt x="40990" y="218357"/>
                  </a:lnTo>
                  <a:lnTo>
                    <a:pt x="42272" y="216397"/>
                  </a:lnTo>
                  <a:lnTo>
                    <a:pt x="43554" y="225617"/>
                  </a:lnTo>
                  <a:lnTo>
                    <a:pt x="44836" y="231764"/>
                  </a:lnTo>
                  <a:lnTo>
                    <a:pt x="46118" y="232993"/>
                  </a:lnTo>
                  <a:lnTo>
                    <a:pt x="47399" y="231764"/>
                  </a:lnTo>
                  <a:lnTo>
                    <a:pt x="48681" y="231764"/>
                  </a:lnTo>
                  <a:lnTo>
                    <a:pt x="49963" y="230743"/>
                  </a:lnTo>
                  <a:lnTo>
                    <a:pt x="51245" y="230743"/>
                  </a:lnTo>
                  <a:lnTo>
                    <a:pt x="52527" y="227472"/>
                  </a:lnTo>
                  <a:lnTo>
                    <a:pt x="53809" y="211020"/>
                  </a:lnTo>
                  <a:lnTo>
                    <a:pt x="55090" y="201513"/>
                  </a:lnTo>
                  <a:lnTo>
                    <a:pt x="56372" y="202393"/>
                  </a:lnTo>
                  <a:lnTo>
                    <a:pt x="57654" y="217089"/>
                  </a:lnTo>
                  <a:lnTo>
                    <a:pt x="58936" y="209741"/>
                  </a:lnTo>
                  <a:lnTo>
                    <a:pt x="60218" y="205332"/>
                  </a:lnTo>
                  <a:lnTo>
                    <a:pt x="61500" y="199424"/>
                  </a:lnTo>
                  <a:lnTo>
                    <a:pt x="62782" y="205332"/>
                  </a:lnTo>
                  <a:lnTo>
                    <a:pt x="64063" y="207932"/>
                  </a:lnTo>
                  <a:lnTo>
                    <a:pt x="65345" y="196905"/>
                  </a:lnTo>
                  <a:lnTo>
                    <a:pt x="66627" y="173615"/>
                  </a:lnTo>
                  <a:lnTo>
                    <a:pt x="67909" y="161617"/>
                  </a:lnTo>
                  <a:lnTo>
                    <a:pt x="69191" y="155265"/>
                  </a:lnTo>
                  <a:lnTo>
                    <a:pt x="70473" y="155265"/>
                  </a:lnTo>
                  <a:lnTo>
                    <a:pt x="71754" y="155265"/>
                  </a:lnTo>
                  <a:lnTo>
                    <a:pt x="73036" y="159500"/>
                  </a:lnTo>
                  <a:lnTo>
                    <a:pt x="74318" y="197032"/>
                  </a:lnTo>
                  <a:lnTo>
                    <a:pt x="75600" y="205971"/>
                  </a:lnTo>
                  <a:lnTo>
                    <a:pt x="76882" y="207177"/>
                  </a:lnTo>
                  <a:lnTo>
                    <a:pt x="78164" y="215782"/>
                  </a:lnTo>
                  <a:lnTo>
                    <a:pt x="79446" y="219470"/>
                  </a:lnTo>
                  <a:lnTo>
                    <a:pt x="80727" y="225170"/>
                  </a:lnTo>
                  <a:lnTo>
                    <a:pt x="82009" y="230743"/>
                  </a:lnTo>
                  <a:lnTo>
                    <a:pt x="83291" y="204668"/>
                  </a:lnTo>
                  <a:lnTo>
                    <a:pt x="84573" y="209609"/>
                  </a:lnTo>
                  <a:lnTo>
                    <a:pt x="85855" y="235722"/>
                  </a:lnTo>
                  <a:lnTo>
                    <a:pt x="87137" y="247719"/>
                  </a:lnTo>
                  <a:lnTo>
                    <a:pt x="88418" y="252660"/>
                  </a:lnTo>
                  <a:lnTo>
                    <a:pt x="89700" y="239956"/>
                  </a:lnTo>
                  <a:lnTo>
                    <a:pt x="90982" y="239956"/>
                  </a:lnTo>
                  <a:lnTo>
                    <a:pt x="92264" y="252840"/>
                  </a:lnTo>
                  <a:lnTo>
                    <a:pt x="93546" y="240790"/>
                  </a:lnTo>
                  <a:lnTo>
                    <a:pt x="94828" y="243130"/>
                  </a:lnTo>
                  <a:lnTo>
                    <a:pt x="96109" y="231982"/>
                  </a:lnTo>
                  <a:lnTo>
                    <a:pt x="97391" y="230743"/>
                  </a:lnTo>
                  <a:lnTo>
                    <a:pt x="98673" y="231764"/>
                  </a:lnTo>
                  <a:lnTo>
                    <a:pt x="99955" y="231764"/>
                  </a:lnTo>
                  <a:lnTo>
                    <a:pt x="101237" y="231764"/>
                  </a:lnTo>
                  <a:lnTo>
                    <a:pt x="102519" y="228076"/>
                  </a:lnTo>
                  <a:lnTo>
                    <a:pt x="103801" y="238525"/>
                  </a:lnTo>
                  <a:lnTo>
                    <a:pt x="105082" y="244057"/>
                  </a:lnTo>
                  <a:lnTo>
                    <a:pt x="106364" y="244057"/>
                  </a:lnTo>
                  <a:lnTo>
                    <a:pt x="107646" y="241599"/>
                  </a:lnTo>
                  <a:lnTo>
                    <a:pt x="108928" y="244057"/>
                  </a:lnTo>
                  <a:lnTo>
                    <a:pt x="110210" y="244057"/>
                  </a:lnTo>
                  <a:lnTo>
                    <a:pt x="111492" y="243130"/>
                  </a:lnTo>
                  <a:lnTo>
                    <a:pt x="112773" y="252205"/>
                  </a:lnTo>
                  <a:lnTo>
                    <a:pt x="114055" y="238603"/>
                  </a:lnTo>
                  <a:lnTo>
                    <a:pt x="115337" y="247951"/>
                  </a:lnTo>
                  <a:lnTo>
                    <a:pt x="116619" y="248107"/>
                  </a:lnTo>
                  <a:lnTo>
                    <a:pt x="117901" y="229364"/>
                  </a:lnTo>
                  <a:lnTo>
                    <a:pt x="119183" y="213021"/>
                  </a:lnTo>
                  <a:lnTo>
                    <a:pt x="120465" y="194957"/>
                  </a:lnTo>
                  <a:lnTo>
                    <a:pt x="121746" y="188076"/>
                  </a:lnTo>
                  <a:lnTo>
                    <a:pt x="123028" y="177754"/>
                  </a:lnTo>
                  <a:lnTo>
                    <a:pt x="124310" y="173453"/>
                  </a:lnTo>
                  <a:lnTo>
                    <a:pt x="125592" y="139906"/>
                  </a:lnTo>
                  <a:lnTo>
                    <a:pt x="126874" y="163402"/>
                  </a:lnTo>
                  <a:lnTo>
                    <a:pt x="128156" y="175939"/>
                  </a:lnTo>
                  <a:lnTo>
                    <a:pt x="129437" y="164917"/>
                  </a:lnTo>
                  <a:lnTo>
                    <a:pt x="130719" y="178641"/>
                  </a:lnTo>
                  <a:lnTo>
                    <a:pt x="132001" y="182590"/>
                  </a:lnTo>
                  <a:lnTo>
                    <a:pt x="133283" y="201135"/>
                  </a:lnTo>
                  <a:lnTo>
                    <a:pt x="134565" y="211940"/>
                  </a:lnTo>
                  <a:lnTo>
                    <a:pt x="135847" y="201603"/>
                  </a:lnTo>
                  <a:lnTo>
                    <a:pt x="137128" y="201603"/>
                  </a:lnTo>
                  <a:lnTo>
                    <a:pt x="138410" y="193333"/>
                  </a:lnTo>
                  <a:lnTo>
                    <a:pt x="139692" y="186098"/>
                  </a:lnTo>
                  <a:lnTo>
                    <a:pt x="140974" y="194884"/>
                  </a:lnTo>
                  <a:lnTo>
                    <a:pt x="142256" y="194884"/>
                  </a:lnTo>
                  <a:lnTo>
                    <a:pt x="143538" y="171109"/>
                  </a:lnTo>
                  <a:lnTo>
                    <a:pt x="144820" y="182997"/>
                  </a:lnTo>
                  <a:lnTo>
                    <a:pt x="146101" y="181446"/>
                  </a:lnTo>
                  <a:lnTo>
                    <a:pt x="147383" y="170592"/>
                  </a:lnTo>
                  <a:lnTo>
                    <a:pt x="148665" y="151931"/>
                  </a:lnTo>
                  <a:lnTo>
                    <a:pt x="149947" y="154728"/>
                  </a:lnTo>
                  <a:lnTo>
                    <a:pt x="151229" y="133416"/>
                  </a:lnTo>
                  <a:lnTo>
                    <a:pt x="152511" y="95276"/>
                  </a:lnTo>
                  <a:lnTo>
                    <a:pt x="153792" y="73065"/>
                  </a:lnTo>
                  <a:lnTo>
                    <a:pt x="155074" y="70524"/>
                  </a:lnTo>
                  <a:lnTo>
                    <a:pt x="156356" y="5719"/>
                  </a:lnTo>
                  <a:lnTo>
                    <a:pt x="157638" y="35825"/>
                  </a:lnTo>
                  <a:lnTo>
                    <a:pt x="158920" y="65931"/>
                  </a:lnTo>
                  <a:lnTo>
                    <a:pt x="160202" y="74533"/>
                  </a:lnTo>
                  <a:lnTo>
                    <a:pt x="161484" y="85715"/>
                  </a:lnTo>
                  <a:lnTo>
                    <a:pt x="162765" y="129584"/>
                  </a:lnTo>
                  <a:lnTo>
                    <a:pt x="164047" y="127003"/>
                  </a:lnTo>
                  <a:lnTo>
                    <a:pt x="165329" y="142486"/>
                  </a:lnTo>
                  <a:lnTo>
                    <a:pt x="166611" y="188665"/>
                  </a:lnTo>
                  <a:lnTo>
                    <a:pt x="167893" y="208271"/>
                  </a:lnTo>
                  <a:lnTo>
                    <a:pt x="169175" y="220028"/>
                  </a:lnTo>
                  <a:lnTo>
                    <a:pt x="170456" y="220028"/>
                  </a:lnTo>
                  <a:lnTo>
                    <a:pt x="171738" y="223702"/>
                  </a:lnTo>
                  <a:lnTo>
                    <a:pt x="173020" y="231051"/>
                  </a:lnTo>
                  <a:lnTo>
                    <a:pt x="174302" y="215619"/>
                  </a:lnTo>
                  <a:lnTo>
                    <a:pt x="175584" y="218559"/>
                  </a:lnTo>
                  <a:lnTo>
                    <a:pt x="176866" y="211726"/>
                  </a:lnTo>
                  <a:lnTo>
                    <a:pt x="178147" y="209609"/>
                  </a:lnTo>
                  <a:lnTo>
                    <a:pt x="179429" y="207179"/>
                  </a:lnTo>
                  <a:lnTo>
                    <a:pt x="180711" y="205971"/>
                  </a:lnTo>
                  <a:lnTo>
                    <a:pt x="181993" y="201030"/>
                  </a:lnTo>
                  <a:lnTo>
                    <a:pt x="183275" y="206562"/>
                  </a:lnTo>
                  <a:lnTo>
                    <a:pt x="184557" y="207177"/>
                  </a:lnTo>
                  <a:lnTo>
                    <a:pt x="185839" y="207177"/>
                  </a:lnTo>
                  <a:lnTo>
                    <a:pt x="187120" y="207177"/>
                  </a:lnTo>
                  <a:lnTo>
                    <a:pt x="188402" y="214583"/>
                  </a:lnTo>
                  <a:lnTo>
                    <a:pt x="189684" y="211812"/>
                  </a:lnTo>
                  <a:lnTo>
                    <a:pt x="190966" y="211812"/>
                  </a:lnTo>
                  <a:lnTo>
                    <a:pt x="192248" y="214583"/>
                  </a:lnTo>
                  <a:lnTo>
                    <a:pt x="193530" y="228993"/>
                  </a:lnTo>
                  <a:lnTo>
                    <a:pt x="194811" y="235412"/>
                  </a:lnTo>
                  <a:lnTo>
                    <a:pt x="196093" y="245065"/>
                  </a:lnTo>
                  <a:lnTo>
                    <a:pt x="197375" y="246728"/>
                  </a:lnTo>
                  <a:lnTo>
                    <a:pt x="198657" y="256149"/>
                  </a:lnTo>
                  <a:lnTo>
                    <a:pt x="199939" y="237306"/>
                  </a:lnTo>
                  <a:lnTo>
                    <a:pt x="201221" y="225617"/>
                  </a:lnTo>
                  <a:lnTo>
                    <a:pt x="202503" y="219470"/>
                  </a:lnTo>
                  <a:lnTo>
                    <a:pt x="203784" y="191810"/>
                  </a:lnTo>
                  <a:lnTo>
                    <a:pt x="205066" y="179517"/>
                  </a:lnTo>
                  <a:lnTo>
                    <a:pt x="206348" y="158003"/>
                  </a:lnTo>
                  <a:lnTo>
                    <a:pt x="207630" y="154930"/>
                  </a:lnTo>
                  <a:lnTo>
                    <a:pt x="208912" y="142021"/>
                  </a:lnTo>
                  <a:lnTo>
                    <a:pt x="210194" y="108829"/>
                  </a:lnTo>
                  <a:lnTo>
                    <a:pt x="211475" y="93462"/>
                  </a:lnTo>
                  <a:lnTo>
                    <a:pt x="212757" y="74058"/>
                  </a:lnTo>
                  <a:lnTo>
                    <a:pt x="214039" y="57336"/>
                  </a:lnTo>
                  <a:lnTo>
                    <a:pt x="215321" y="44950"/>
                  </a:lnTo>
                  <a:lnTo>
                    <a:pt x="216603" y="0"/>
                  </a:lnTo>
                  <a:lnTo>
                    <a:pt x="217885" y="8469"/>
                  </a:lnTo>
                  <a:lnTo>
                    <a:pt x="219167" y="38110"/>
                  </a:lnTo>
                  <a:lnTo>
                    <a:pt x="220448" y="42345"/>
                  </a:lnTo>
                  <a:lnTo>
                    <a:pt x="221730" y="47285"/>
                  </a:lnTo>
                  <a:lnTo>
                    <a:pt x="223012" y="70984"/>
                  </a:lnTo>
                  <a:lnTo>
                    <a:pt x="224294" y="76739"/>
                  </a:lnTo>
                  <a:lnTo>
                    <a:pt x="225576" y="102457"/>
                  </a:lnTo>
                  <a:lnTo>
                    <a:pt x="226858" y="127035"/>
                  </a:lnTo>
                  <a:lnTo>
                    <a:pt x="228139" y="145385"/>
                  </a:lnTo>
                  <a:lnTo>
                    <a:pt x="229421" y="183496"/>
                  </a:lnTo>
                  <a:lnTo>
                    <a:pt x="230703" y="201140"/>
                  </a:lnTo>
                  <a:lnTo>
                    <a:pt x="231985" y="230781"/>
                  </a:lnTo>
                  <a:lnTo>
                    <a:pt x="233267" y="254071"/>
                  </a:lnTo>
                  <a:lnTo>
                    <a:pt x="234151" y="26380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666344" y="2066251"/>
              <a:ext cx="7" cy="37"/>
            </a:xfrm>
            <a:custGeom>
              <a:avLst/>
              <a:pathLst>
                <a:path w="7" h="37">
                  <a:moveTo>
                    <a:pt x="0" y="37"/>
                  </a:moveTo>
                  <a:lnTo>
                    <a:pt x="3" y="0"/>
                  </a:lnTo>
                  <a:lnTo>
                    <a:pt x="7" y="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82960" y="2066104"/>
              <a:ext cx="1372" cy="185"/>
            </a:xfrm>
            <a:custGeom>
              <a:avLst/>
              <a:pathLst>
                <a:path w="1372" h="185">
                  <a:moveTo>
                    <a:pt x="0" y="185"/>
                  </a:moveTo>
                  <a:lnTo>
                    <a:pt x="50" y="0"/>
                  </a:lnTo>
                  <a:lnTo>
                    <a:pt x="1332" y="0"/>
                  </a:lnTo>
                  <a:lnTo>
                    <a:pt x="1372" y="18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687945" y="2047497"/>
              <a:ext cx="9597" cy="18791"/>
            </a:xfrm>
            <a:custGeom>
              <a:avLst/>
              <a:pathLst>
                <a:path w="9597" h="18791">
                  <a:moveTo>
                    <a:pt x="0" y="18791"/>
                  </a:moveTo>
                  <a:lnTo>
                    <a:pt x="193" y="16753"/>
                  </a:lnTo>
                  <a:lnTo>
                    <a:pt x="1474" y="14805"/>
                  </a:lnTo>
                  <a:lnTo>
                    <a:pt x="2756" y="8269"/>
                  </a:lnTo>
                  <a:lnTo>
                    <a:pt x="4038" y="0"/>
                  </a:lnTo>
                  <a:lnTo>
                    <a:pt x="5320" y="5062"/>
                  </a:lnTo>
                  <a:lnTo>
                    <a:pt x="6602" y="17727"/>
                  </a:lnTo>
                  <a:lnTo>
                    <a:pt x="7884" y="18606"/>
                  </a:lnTo>
                  <a:lnTo>
                    <a:pt x="9165" y="16931"/>
                  </a:lnTo>
                  <a:lnTo>
                    <a:pt x="9597" y="187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701287" y="1865830"/>
              <a:ext cx="112327" cy="200458"/>
            </a:xfrm>
            <a:custGeom>
              <a:avLst/>
              <a:pathLst>
                <a:path w="112327" h="200458">
                  <a:moveTo>
                    <a:pt x="0" y="200458"/>
                  </a:moveTo>
                  <a:lnTo>
                    <a:pt x="951" y="193070"/>
                  </a:lnTo>
                  <a:lnTo>
                    <a:pt x="2233" y="184224"/>
                  </a:lnTo>
                  <a:lnTo>
                    <a:pt x="3515" y="168413"/>
                  </a:lnTo>
                  <a:lnTo>
                    <a:pt x="4797" y="167392"/>
                  </a:lnTo>
                  <a:lnTo>
                    <a:pt x="6079" y="159667"/>
                  </a:lnTo>
                  <a:lnTo>
                    <a:pt x="7360" y="158255"/>
                  </a:lnTo>
                  <a:lnTo>
                    <a:pt x="8642" y="141317"/>
                  </a:lnTo>
                  <a:lnTo>
                    <a:pt x="9924" y="128889"/>
                  </a:lnTo>
                  <a:lnTo>
                    <a:pt x="11206" y="97892"/>
                  </a:lnTo>
                  <a:lnTo>
                    <a:pt x="12488" y="75208"/>
                  </a:lnTo>
                  <a:lnTo>
                    <a:pt x="13770" y="28385"/>
                  </a:lnTo>
                  <a:lnTo>
                    <a:pt x="15051" y="25805"/>
                  </a:lnTo>
                  <a:lnTo>
                    <a:pt x="16333" y="0"/>
                  </a:lnTo>
                  <a:lnTo>
                    <a:pt x="17615" y="21857"/>
                  </a:lnTo>
                  <a:lnTo>
                    <a:pt x="18897" y="5305"/>
                  </a:lnTo>
                  <a:lnTo>
                    <a:pt x="20179" y="32597"/>
                  </a:lnTo>
                  <a:lnTo>
                    <a:pt x="21461" y="69629"/>
                  </a:lnTo>
                  <a:lnTo>
                    <a:pt x="22743" y="68303"/>
                  </a:lnTo>
                  <a:lnTo>
                    <a:pt x="24024" y="68303"/>
                  </a:lnTo>
                  <a:lnTo>
                    <a:pt x="25306" y="49166"/>
                  </a:lnTo>
                  <a:lnTo>
                    <a:pt x="26588" y="64221"/>
                  </a:lnTo>
                  <a:lnTo>
                    <a:pt x="27870" y="70888"/>
                  </a:lnTo>
                  <a:lnTo>
                    <a:pt x="29152" y="83051"/>
                  </a:lnTo>
                  <a:lnTo>
                    <a:pt x="30434" y="104612"/>
                  </a:lnTo>
                  <a:lnTo>
                    <a:pt x="31715" y="117881"/>
                  </a:lnTo>
                  <a:lnTo>
                    <a:pt x="32997" y="126727"/>
                  </a:lnTo>
                  <a:lnTo>
                    <a:pt x="34279" y="120092"/>
                  </a:lnTo>
                  <a:lnTo>
                    <a:pt x="35561" y="123962"/>
                  </a:lnTo>
                  <a:lnTo>
                    <a:pt x="36843" y="134606"/>
                  </a:lnTo>
                  <a:lnTo>
                    <a:pt x="38125" y="158991"/>
                  </a:lnTo>
                  <a:lnTo>
                    <a:pt x="39407" y="143826"/>
                  </a:lnTo>
                  <a:lnTo>
                    <a:pt x="40688" y="145717"/>
                  </a:lnTo>
                  <a:lnTo>
                    <a:pt x="41970" y="155006"/>
                  </a:lnTo>
                  <a:lnTo>
                    <a:pt x="43252" y="156119"/>
                  </a:lnTo>
                  <a:lnTo>
                    <a:pt x="44534" y="164755"/>
                  </a:lnTo>
                  <a:lnTo>
                    <a:pt x="45816" y="152609"/>
                  </a:lnTo>
                  <a:lnTo>
                    <a:pt x="47098" y="151198"/>
                  </a:lnTo>
                  <a:lnTo>
                    <a:pt x="48379" y="148375"/>
                  </a:lnTo>
                  <a:lnTo>
                    <a:pt x="49661" y="148375"/>
                  </a:lnTo>
                  <a:lnTo>
                    <a:pt x="50943" y="148375"/>
                  </a:lnTo>
                  <a:lnTo>
                    <a:pt x="52225" y="164121"/>
                  </a:lnTo>
                  <a:lnTo>
                    <a:pt x="53507" y="176682"/>
                  </a:lnTo>
                  <a:lnTo>
                    <a:pt x="54789" y="191770"/>
                  </a:lnTo>
                  <a:lnTo>
                    <a:pt x="56070" y="193000"/>
                  </a:lnTo>
                  <a:lnTo>
                    <a:pt x="57352" y="193000"/>
                  </a:lnTo>
                  <a:lnTo>
                    <a:pt x="58634" y="193000"/>
                  </a:lnTo>
                  <a:lnTo>
                    <a:pt x="59916" y="180092"/>
                  </a:lnTo>
                  <a:lnTo>
                    <a:pt x="61198" y="167392"/>
                  </a:lnTo>
                  <a:lnTo>
                    <a:pt x="62480" y="165534"/>
                  </a:lnTo>
                  <a:lnTo>
                    <a:pt x="63762" y="163057"/>
                  </a:lnTo>
                  <a:lnTo>
                    <a:pt x="65043" y="171731"/>
                  </a:lnTo>
                  <a:lnTo>
                    <a:pt x="66325" y="167430"/>
                  </a:lnTo>
                  <a:lnTo>
                    <a:pt x="67607" y="176605"/>
                  </a:lnTo>
                  <a:lnTo>
                    <a:pt x="68889" y="176605"/>
                  </a:lnTo>
                  <a:lnTo>
                    <a:pt x="70171" y="176605"/>
                  </a:lnTo>
                  <a:lnTo>
                    <a:pt x="71453" y="171374"/>
                  </a:lnTo>
                  <a:lnTo>
                    <a:pt x="72734" y="162466"/>
                  </a:lnTo>
                  <a:lnTo>
                    <a:pt x="74016" y="131606"/>
                  </a:lnTo>
                  <a:lnTo>
                    <a:pt x="75298" y="131606"/>
                  </a:lnTo>
                  <a:lnTo>
                    <a:pt x="76580" y="131606"/>
                  </a:lnTo>
                  <a:lnTo>
                    <a:pt x="77862" y="154249"/>
                  </a:lnTo>
                  <a:lnTo>
                    <a:pt x="79144" y="172108"/>
                  </a:lnTo>
                  <a:lnTo>
                    <a:pt x="80426" y="176605"/>
                  </a:lnTo>
                  <a:lnTo>
                    <a:pt x="81707" y="178722"/>
                  </a:lnTo>
                  <a:lnTo>
                    <a:pt x="82989" y="187897"/>
                  </a:lnTo>
                  <a:lnTo>
                    <a:pt x="84271" y="176605"/>
                  </a:lnTo>
                  <a:lnTo>
                    <a:pt x="85553" y="165313"/>
                  </a:lnTo>
                  <a:lnTo>
                    <a:pt x="86835" y="162490"/>
                  </a:lnTo>
                  <a:lnTo>
                    <a:pt x="88117" y="149081"/>
                  </a:lnTo>
                  <a:lnTo>
                    <a:pt x="89398" y="148375"/>
                  </a:lnTo>
                  <a:lnTo>
                    <a:pt x="90680" y="137083"/>
                  </a:lnTo>
                  <a:lnTo>
                    <a:pt x="91962" y="132848"/>
                  </a:lnTo>
                  <a:lnTo>
                    <a:pt x="93244" y="123673"/>
                  </a:lnTo>
                  <a:lnTo>
                    <a:pt x="94526" y="120145"/>
                  </a:lnTo>
                  <a:lnTo>
                    <a:pt x="95808" y="120145"/>
                  </a:lnTo>
                  <a:lnTo>
                    <a:pt x="97089" y="120145"/>
                  </a:lnTo>
                  <a:lnTo>
                    <a:pt x="98371" y="138754"/>
                  </a:lnTo>
                  <a:lnTo>
                    <a:pt x="99653" y="134260"/>
                  </a:lnTo>
                  <a:lnTo>
                    <a:pt x="100935" y="134260"/>
                  </a:lnTo>
                  <a:lnTo>
                    <a:pt x="102217" y="126496"/>
                  </a:lnTo>
                  <a:lnTo>
                    <a:pt x="103499" y="120145"/>
                  </a:lnTo>
                  <a:lnTo>
                    <a:pt x="104781" y="131437"/>
                  </a:lnTo>
                  <a:lnTo>
                    <a:pt x="106062" y="134260"/>
                  </a:lnTo>
                  <a:lnTo>
                    <a:pt x="107344" y="163487"/>
                  </a:lnTo>
                  <a:lnTo>
                    <a:pt x="108626" y="167392"/>
                  </a:lnTo>
                  <a:lnTo>
                    <a:pt x="109908" y="177301"/>
                  </a:lnTo>
                  <a:lnTo>
                    <a:pt x="111190" y="186591"/>
                  </a:lnTo>
                  <a:lnTo>
                    <a:pt x="112327" y="20045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819078" y="2056551"/>
              <a:ext cx="3550" cy="9737"/>
            </a:xfrm>
            <a:custGeom>
              <a:avLst/>
              <a:pathLst>
                <a:path w="3550" h="9737">
                  <a:moveTo>
                    <a:pt x="0" y="9737"/>
                  </a:moveTo>
                  <a:lnTo>
                    <a:pt x="1089" y="0"/>
                  </a:lnTo>
                  <a:lnTo>
                    <a:pt x="2371" y="0"/>
                  </a:lnTo>
                  <a:lnTo>
                    <a:pt x="3550" y="97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845802" y="2066251"/>
              <a:ext cx="5134" cy="37"/>
            </a:xfrm>
            <a:custGeom>
              <a:avLst/>
              <a:pathLst>
                <a:path w="5134" h="37">
                  <a:moveTo>
                    <a:pt x="0" y="37"/>
                  </a:moveTo>
                  <a:lnTo>
                    <a:pt x="3" y="0"/>
                  </a:lnTo>
                  <a:lnTo>
                    <a:pt x="1285" y="0"/>
                  </a:lnTo>
                  <a:lnTo>
                    <a:pt x="2567" y="0"/>
                  </a:lnTo>
                  <a:lnTo>
                    <a:pt x="3849" y="0"/>
                  </a:lnTo>
                  <a:lnTo>
                    <a:pt x="5130" y="0"/>
                  </a:lnTo>
                  <a:lnTo>
                    <a:pt x="5134" y="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876387" y="1911166"/>
              <a:ext cx="61529" cy="155123"/>
            </a:xfrm>
            <a:custGeom>
              <a:avLst/>
              <a:pathLst>
                <a:path w="61529" h="155123">
                  <a:moveTo>
                    <a:pt x="0" y="155123"/>
                  </a:moveTo>
                  <a:lnTo>
                    <a:pt x="182" y="153227"/>
                  </a:lnTo>
                  <a:lnTo>
                    <a:pt x="1464" y="120895"/>
                  </a:lnTo>
                  <a:lnTo>
                    <a:pt x="2745" y="111342"/>
                  </a:lnTo>
                  <a:lnTo>
                    <a:pt x="4027" y="95998"/>
                  </a:lnTo>
                  <a:lnTo>
                    <a:pt x="5309" y="51864"/>
                  </a:lnTo>
                  <a:lnTo>
                    <a:pt x="6591" y="51864"/>
                  </a:lnTo>
                  <a:lnTo>
                    <a:pt x="7873" y="48423"/>
                  </a:lnTo>
                  <a:lnTo>
                    <a:pt x="9155" y="20038"/>
                  </a:lnTo>
                  <a:lnTo>
                    <a:pt x="10437" y="47907"/>
                  </a:lnTo>
                  <a:lnTo>
                    <a:pt x="11718" y="39330"/>
                  </a:lnTo>
                  <a:lnTo>
                    <a:pt x="13000" y="23164"/>
                  </a:lnTo>
                  <a:lnTo>
                    <a:pt x="14282" y="22429"/>
                  </a:lnTo>
                  <a:lnTo>
                    <a:pt x="15564" y="13409"/>
                  </a:lnTo>
                  <a:lnTo>
                    <a:pt x="16846" y="4234"/>
                  </a:lnTo>
                  <a:lnTo>
                    <a:pt x="18128" y="0"/>
                  </a:lnTo>
                  <a:lnTo>
                    <a:pt x="19409" y="19220"/>
                  </a:lnTo>
                  <a:lnTo>
                    <a:pt x="20691" y="37831"/>
                  </a:lnTo>
                  <a:lnTo>
                    <a:pt x="21973" y="33496"/>
                  </a:lnTo>
                  <a:lnTo>
                    <a:pt x="23255" y="45488"/>
                  </a:lnTo>
                  <a:lnTo>
                    <a:pt x="24537" y="58789"/>
                  </a:lnTo>
                  <a:lnTo>
                    <a:pt x="25819" y="50476"/>
                  </a:lnTo>
                  <a:lnTo>
                    <a:pt x="27101" y="49922"/>
                  </a:lnTo>
                  <a:lnTo>
                    <a:pt x="28382" y="68676"/>
                  </a:lnTo>
                  <a:lnTo>
                    <a:pt x="29664" y="53801"/>
                  </a:lnTo>
                  <a:lnTo>
                    <a:pt x="30946" y="57681"/>
                  </a:lnTo>
                  <a:lnTo>
                    <a:pt x="32228" y="69873"/>
                  </a:lnTo>
                  <a:lnTo>
                    <a:pt x="33510" y="49931"/>
                  </a:lnTo>
                  <a:lnTo>
                    <a:pt x="34792" y="62840"/>
                  </a:lnTo>
                  <a:lnTo>
                    <a:pt x="36073" y="52390"/>
                  </a:lnTo>
                  <a:lnTo>
                    <a:pt x="37355" y="40097"/>
                  </a:lnTo>
                  <a:lnTo>
                    <a:pt x="38637" y="47740"/>
                  </a:lnTo>
                  <a:lnTo>
                    <a:pt x="39919" y="52694"/>
                  </a:lnTo>
                  <a:lnTo>
                    <a:pt x="41201" y="40148"/>
                  </a:lnTo>
                  <a:lnTo>
                    <a:pt x="42483" y="23164"/>
                  </a:lnTo>
                  <a:lnTo>
                    <a:pt x="43764" y="23164"/>
                  </a:lnTo>
                  <a:lnTo>
                    <a:pt x="45046" y="34186"/>
                  </a:lnTo>
                  <a:lnTo>
                    <a:pt x="46328" y="23509"/>
                  </a:lnTo>
                  <a:lnTo>
                    <a:pt x="47610" y="25345"/>
                  </a:lnTo>
                  <a:lnTo>
                    <a:pt x="48892" y="66558"/>
                  </a:lnTo>
                  <a:lnTo>
                    <a:pt x="50174" y="84722"/>
                  </a:lnTo>
                  <a:lnTo>
                    <a:pt x="51456" y="72423"/>
                  </a:lnTo>
                  <a:lnTo>
                    <a:pt x="52737" y="77084"/>
                  </a:lnTo>
                  <a:lnTo>
                    <a:pt x="54019" y="89600"/>
                  </a:lnTo>
                  <a:lnTo>
                    <a:pt x="55301" y="110111"/>
                  </a:lnTo>
                  <a:lnTo>
                    <a:pt x="56583" y="109549"/>
                  </a:lnTo>
                  <a:lnTo>
                    <a:pt x="57865" y="122298"/>
                  </a:lnTo>
                  <a:lnTo>
                    <a:pt x="59147" y="126076"/>
                  </a:lnTo>
                  <a:lnTo>
                    <a:pt x="60428" y="146561"/>
                  </a:lnTo>
                  <a:lnTo>
                    <a:pt x="61529" y="15512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938980" y="2062988"/>
              <a:ext cx="3281" cy="3300"/>
            </a:xfrm>
            <a:custGeom>
              <a:avLst/>
              <a:pathLst>
                <a:path w="3281" h="3300">
                  <a:moveTo>
                    <a:pt x="0" y="3300"/>
                  </a:moveTo>
                  <a:lnTo>
                    <a:pt x="399" y="2662"/>
                  </a:lnTo>
                  <a:lnTo>
                    <a:pt x="1681" y="0"/>
                  </a:lnTo>
                  <a:lnTo>
                    <a:pt x="2963" y="409"/>
                  </a:lnTo>
                  <a:lnTo>
                    <a:pt x="3281" y="330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951459" y="1943364"/>
              <a:ext cx="96406" cy="122924"/>
            </a:xfrm>
            <a:custGeom>
              <a:avLst/>
              <a:pathLst>
                <a:path w="96406" h="122924">
                  <a:moveTo>
                    <a:pt x="0" y="122924"/>
                  </a:moveTo>
                  <a:lnTo>
                    <a:pt x="739" y="110962"/>
                  </a:lnTo>
                  <a:lnTo>
                    <a:pt x="2021" y="107336"/>
                  </a:lnTo>
                  <a:lnTo>
                    <a:pt x="3302" y="99145"/>
                  </a:lnTo>
                  <a:lnTo>
                    <a:pt x="4584" y="97507"/>
                  </a:lnTo>
                  <a:lnTo>
                    <a:pt x="5866" y="90340"/>
                  </a:lnTo>
                  <a:lnTo>
                    <a:pt x="7148" y="91259"/>
                  </a:lnTo>
                  <a:lnTo>
                    <a:pt x="8430" y="82659"/>
                  </a:lnTo>
                  <a:lnTo>
                    <a:pt x="9712" y="84760"/>
                  </a:lnTo>
                  <a:lnTo>
                    <a:pt x="10993" y="75781"/>
                  </a:lnTo>
                  <a:lnTo>
                    <a:pt x="12275" y="69628"/>
                  </a:lnTo>
                  <a:lnTo>
                    <a:pt x="13557" y="65304"/>
                  </a:lnTo>
                  <a:lnTo>
                    <a:pt x="14839" y="54116"/>
                  </a:lnTo>
                  <a:lnTo>
                    <a:pt x="16121" y="61617"/>
                  </a:lnTo>
                  <a:lnTo>
                    <a:pt x="17403" y="51228"/>
                  </a:lnTo>
                  <a:lnTo>
                    <a:pt x="18685" y="71091"/>
                  </a:lnTo>
                  <a:lnTo>
                    <a:pt x="19966" y="88497"/>
                  </a:lnTo>
                  <a:lnTo>
                    <a:pt x="21248" y="94642"/>
                  </a:lnTo>
                  <a:lnTo>
                    <a:pt x="22530" y="100762"/>
                  </a:lnTo>
                  <a:lnTo>
                    <a:pt x="23812" y="87077"/>
                  </a:lnTo>
                  <a:lnTo>
                    <a:pt x="25094" y="85505"/>
                  </a:lnTo>
                  <a:lnTo>
                    <a:pt x="26376" y="83596"/>
                  </a:lnTo>
                  <a:lnTo>
                    <a:pt x="27657" y="81386"/>
                  </a:lnTo>
                  <a:lnTo>
                    <a:pt x="28939" y="99573"/>
                  </a:lnTo>
                  <a:lnTo>
                    <a:pt x="30221" y="96186"/>
                  </a:lnTo>
                  <a:lnTo>
                    <a:pt x="31503" y="89035"/>
                  </a:lnTo>
                  <a:lnTo>
                    <a:pt x="32785" y="102820"/>
                  </a:lnTo>
                  <a:lnTo>
                    <a:pt x="34067" y="108742"/>
                  </a:lnTo>
                  <a:lnTo>
                    <a:pt x="35348" y="93175"/>
                  </a:lnTo>
                  <a:lnTo>
                    <a:pt x="36630" y="86671"/>
                  </a:lnTo>
                  <a:lnTo>
                    <a:pt x="37912" y="74069"/>
                  </a:lnTo>
                  <a:lnTo>
                    <a:pt x="39194" y="71629"/>
                  </a:lnTo>
                  <a:lnTo>
                    <a:pt x="40476" y="66751"/>
                  </a:lnTo>
                  <a:lnTo>
                    <a:pt x="41758" y="62279"/>
                  </a:lnTo>
                  <a:lnTo>
                    <a:pt x="43040" y="63499"/>
                  </a:lnTo>
                  <a:lnTo>
                    <a:pt x="44321" y="59027"/>
                  </a:lnTo>
                  <a:lnTo>
                    <a:pt x="45603" y="47238"/>
                  </a:lnTo>
                  <a:lnTo>
                    <a:pt x="46885" y="43986"/>
                  </a:lnTo>
                  <a:lnTo>
                    <a:pt x="48167" y="29758"/>
                  </a:lnTo>
                  <a:lnTo>
                    <a:pt x="49449" y="22847"/>
                  </a:lnTo>
                  <a:lnTo>
                    <a:pt x="50731" y="32604"/>
                  </a:lnTo>
                  <a:lnTo>
                    <a:pt x="52012" y="23011"/>
                  </a:lnTo>
                  <a:lnTo>
                    <a:pt x="53294" y="2753"/>
                  </a:lnTo>
                  <a:lnTo>
                    <a:pt x="54576" y="9348"/>
                  </a:lnTo>
                  <a:lnTo>
                    <a:pt x="55858" y="0"/>
                  </a:lnTo>
                  <a:lnTo>
                    <a:pt x="57140" y="10071"/>
                  </a:lnTo>
                  <a:lnTo>
                    <a:pt x="58422" y="2383"/>
                  </a:lnTo>
                  <a:lnTo>
                    <a:pt x="59704" y="5912"/>
                  </a:lnTo>
                  <a:lnTo>
                    <a:pt x="60985" y="35359"/>
                  </a:lnTo>
                  <a:lnTo>
                    <a:pt x="62267" y="23169"/>
                  </a:lnTo>
                  <a:lnTo>
                    <a:pt x="63549" y="8029"/>
                  </a:lnTo>
                  <a:lnTo>
                    <a:pt x="64831" y="28496"/>
                  </a:lnTo>
                  <a:lnTo>
                    <a:pt x="66113" y="34142"/>
                  </a:lnTo>
                  <a:lnTo>
                    <a:pt x="67395" y="58843"/>
                  </a:lnTo>
                  <a:lnTo>
                    <a:pt x="68676" y="84250"/>
                  </a:lnTo>
                  <a:lnTo>
                    <a:pt x="69958" y="84956"/>
                  </a:lnTo>
                  <a:lnTo>
                    <a:pt x="71240" y="59549"/>
                  </a:lnTo>
                  <a:lnTo>
                    <a:pt x="72522" y="38376"/>
                  </a:lnTo>
                  <a:lnTo>
                    <a:pt x="73804" y="28496"/>
                  </a:lnTo>
                  <a:lnTo>
                    <a:pt x="75086" y="28496"/>
                  </a:lnTo>
                  <a:lnTo>
                    <a:pt x="76368" y="52342"/>
                  </a:lnTo>
                  <a:lnTo>
                    <a:pt x="77649" y="40494"/>
                  </a:lnTo>
                  <a:lnTo>
                    <a:pt x="78931" y="43509"/>
                  </a:lnTo>
                  <a:lnTo>
                    <a:pt x="80213" y="57775"/>
                  </a:lnTo>
                  <a:lnTo>
                    <a:pt x="81495" y="70841"/>
                  </a:lnTo>
                  <a:lnTo>
                    <a:pt x="82777" y="66606"/>
                  </a:lnTo>
                  <a:lnTo>
                    <a:pt x="84059" y="56726"/>
                  </a:lnTo>
                  <a:lnTo>
                    <a:pt x="85340" y="46845"/>
                  </a:lnTo>
                  <a:lnTo>
                    <a:pt x="86622" y="42611"/>
                  </a:lnTo>
                  <a:lnTo>
                    <a:pt x="87904" y="42611"/>
                  </a:lnTo>
                  <a:lnTo>
                    <a:pt x="89186" y="61220"/>
                  </a:lnTo>
                  <a:lnTo>
                    <a:pt x="90468" y="87381"/>
                  </a:lnTo>
                  <a:lnTo>
                    <a:pt x="91750" y="105961"/>
                  </a:lnTo>
                  <a:lnTo>
                    <a:pt x="93031" y="115466"/>
                  </a:lnTo>
                  <a:lnTo>
                    <a:pt x="94313" y="115466"/>
                  </a:lnTo>
                  <a:lnTo>
                    <a:pt x="95595" y="115870"/>
                  </a:lnTo>
                  <a:lnTo>
                    <a:pt x="96406" y="12292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049998" y="2056551"/>
              <a:ext cx="4180" cy="9737"/>
            </a:xfrm>
            <a:custGeom>
              <a:avLst/>
              <a:pathLst>
                <a:path w="4180" h="9737">
                  <a:moveTo>
                    <a:pt x="0" y="9737"/>
                  </a:moveTo>
                  <a:lnTo>
                    <a:pt x="902" y="0"/>
                  </a:lnTo>
                  <a:lnTo>
                    <a:pt x="2184" y="0"/>
                  </a:lnTo>
                  <a:lnTo>
                    <a:pt x="3466" y="4234"/>
                  </a:lnTo>
                  <a:lnTo>
                    <a:pt x="4180" y="97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057328" y="1911420"/>
              <a:ext cx="107659" cy="154869"/>
            </a:xfrm>
            <a:custGeom>
              <a:avLst/>
              <a:pathLst>
                <a:path w="107659" h="154869">
                  <a:moveTo>
                    <a:pt x="0" y="154869"/>
                  </a:moveTo>
                  <a:lnTo>
                    <a:pt x="1263" y="145131"/>
                  </a:lnTo>
                  <a:lnTo>
                    <a:pt x="2545" y="140481"/>
                  </a:lnTo>
                  <a:lnTo>
                    <a:pt x="3826" y="140481"/>
                  </a:lnTo>
                  <a:lnTo>
                    <a:pt x="5108" y="139167"/>
                  </a:lnTo>
                  <a:lnTo>
                    <a:pt x="6390" y="117843"/>
                  </a:lnTo>
                  <a:lnTo>
                    <a:pt x="7672" y="103220"/>
                  </a:lnTo>
                  <a:lnTo>
                    <a:pt x="8954" y="102360"/>
                  </a:lnTo>
                  <a:lnTo>
                    <a:pt x="10236" y="84297"/>
                  </a:lnTo>
                  <a:lnTo>
                    <a:pt x="11518" y="68813"/>
                  </a:lnTo>
                  <a:lnTo>
                    <a:pt x="12799" y="64513"/>
                  </a:lnTo>
                  <a:lnTo>
                    <a:pt x="14081" y="48169"/>
                  </a:lnTo>
                  <a:lnTo>
                    <a:pt x="15363" y="34406"/>
                  </a:lnTo>
                  <a:lnTo>
                    <a:pt x="16645" y="24944"/>
                  </a:lnTo>
                  <a:lnTo>
                    <a:pt x="17927" y="63096"/>
                  </a:lnTo>
                  <a:lnTo>
                    <a:pt x="19209" y="71408"/>
                  </a:lnTo>
                  <a:lnTo>
                    <a:pt x="20490" y="78021"/>
                  </a:lnTo>
                  <a:lnTo>
                    <a:pt x="21772" y="66999"/>
                  </a:lnTo>
                  <a:lnTo>
                    <a:pt x="23054" y="60440"/>
                  </a:lnTo>
                  <a:lnTo>
                    <a:pt x="24336" y="60440"/>
                  </a:lnTo>
                  <a:lnTo>
                    <a:pt x="25618" y="62558"/>
                  </a:lnTo>
                  <a:lnTo>
                    <a:pt x="26900" y="74555"/>
                  </a:lnTo>
                  <a:lnTo>
                    <a:pt x="28182" y="75261"/>
                  </a:lnTo>
                  <a:lnTo>
                    <a:pt x="29463" y="90082"/>
                  </a:lnTo>
                  <a:lnTo>
                    <a:pt x="30745" y="89376"/>
                  </a:lnTo>
                  <a:lnTo>
                    <a:pt x="32027" y="85142"/>
                  </a:lnTo>
                  <a:lnTo>
                    <a:pt x="33309" y="80201"/>
                  </a:lnTo>
                  <a:lnTo>
                    <a:pt x="34591" y="74555"/>
                  </a:lnTo>
                  <a:lnTo>
                    <a:pt x="35873" y="82319"/>
                  </a:lnTo>
                  <a:lnTo>
                    <a:pt x="37154" y="86866"/>
                  </a:lnTo>
                  <a:lnTo>
                    <a:pt x="38436" y="78756"/>
                  </a:lnTo>
                  <a:lnTo>
                    <a:pt x="39718" y="76167"/>
                  </a:lnTo>
                  <a:lnTo>
                    <a:pt x="41000" y="105848"/>
                  </a:lnTo>
                  <a:lnTo>
                    <a:pt x="42282" y="93934"/>
                  </a:lnTo>
                  <a:lnTo>
                    <a:pt x="43564" y="85943"/>
                  </a:lnTo>
                  <a:lnTo>
                    <a:pt x="44846" y="85943"/>
                  </a:lnTo>
                  <a:lnTo>
                    <a:pt x="46127" y="73035"/>
                  </a:lnTo>
                  <a:lnTo>
                    <a:pt x="47409" y="44145"/>
                  </a:lnTo>
                  <a:lnTo>
                    <a:pt x="48691" y="36769"/>
                  </a:lnTo>
                  <a:lnTo>
                    <a:pt x="49973" y="48448"/>
                  </a:lnTo>
                  <a:lnTo>
                    <a:pt x="51255" y="44760"/>
                  </a:lnTo>
                  <a:lnTo>
                    <a:pt x="52537" y="58898"/>
                  </a:lnTo>
                  <a:lnTo>
                    <a:pt x="53818" y="73650"/>
                  </a:lnTo>
                  <a:lnTo>
                    <a:pt x="55100" y="91788"/>
                  </a:lnTo>
                  <a:lnTo>
                    <a:pt x="56382" y="84455"/>
                  </a:lnTo>
                  <a:lnTo>
                    <a:pt x="57664" y="82243"/>
                  </a:lnTo>
                  <a:lnTo>
                    <a:pt x="58946" y="80704"/>
                  </a:lnTo>
                  <a:lnTo>
                    <a:pt x="60228" y="61356"/>
                  </a:lnTo>
                  <a:lnTo>
                    <a:pt x="61509" y="83652"/>
                  </a:lnTo>
                  <a:lnTo>
                    <a:pt x="62791" y="74555"/>
                  </a:lnTo>
                  <a:lnTo>
                    <a:pt x="64073" y="74555"/>
                  </a:lnTo>
                  <a:lnTo>
                    <a:pt x="65355" y="85847"/>
                  </a:lnTo>
                  <a:lnTo>
                    <a:pt x="66637" y="108432"/>
                  </a:lnTo>
                  <a:lnTo>
                    <a:pt x="67919" y="116901"/>
                  </a:lnTo>
                  <a:lnTo>
                    <a:pt x="69201" y="116901"/>
                  </a:lnTo>
                  <a:lnTo>
                    <a:pt x="70482" y="128899"/>
                  </a:lnTo>
                  <a:lnTo>
                    <a:pt x="71764" y="115489"/>
                  </a:lnTo>
                  <a:lnTo>
                    <a:pt x="73046" y="99705"/>
                  </a:lnTo>
                  <a:lnTo>
                    <a:pt x="74328" y="81695"/>
                  </a:lnTo>
                  <a:lnTo>
                    <a:pt x="75610" y="61072"/>
                  </a:lnTo>
                  <a:lnTo>
                    <a:pt x="76892" y="36987"/>
                  </a:lnTo>
                  <a:lnTo>
                    <a:pt x="78173" y="51610"/>
                  </a:lnTo>
                  <a:lnTo>
                    <a:pt x="79455" y="35267"/>
                  </a:lnTo>
                  <a:lnTo>
                    <a:pt x="80737" y="17203"/>
                  </a:lnTo>
                  <a:lnTo>
                    <a:pt x="82019" y="8601"/>
                  </a:lnTo>
                  <a:lnTo>
                    <a:pt x="83301" y="0"/>
                  </a:lnTo>
                  <a:lnTo>
                    <a:pt x="84583" y="4300"/>
                  </a:lnTo>
                  <a:lnTo>
                    <a:pt x="85865" y="17203"/>
                  </a:lnTo>
                  <a:lnTo>
                    <a:pt x="87146" y="17203"/>
                  </a:lnTo>
                  <a:lnTo>
                    <a:pt x="88428" y="17203"/>
                  </a:lnTo>
                  <a:lnTo>
                    <a:pt x="89710" y="17203"/>
                  </a:lnTo>
                  <a:lnTo>
                    <a:pt x="90992" y="36127"/>
                  </a:lnTo>
                  <a:lnTo>
                    <a:pt x="92274" y="53330"/>
                  </a:lnTo>
                  <a:lnTo>
                    <a:pt x="93556" y="68813"/>
                  </a:lnTo>
                  <a:lnTo>
                    <a:pt x="94837" y="71394"/>
                  </a:lnTo>
                  <a:lnTo>
                    <a:pt x="96119" y="102360"/>
                  </a:lnTo>
                  <a:lnTo>
                    <a:pt x="97401" y="103220"/>
                  </a:lnTo>
                  <a:lnTo>
                    <a:pt x="98683" y="119564"/>
                  </a:lnTo>
                  <a:lnTo>
                    <a:pt x="99965" y="137627"/>
                  </a:lnTo>
                  <a:lnTo>
                    <a:pt x="101247" y="146229"/>
                  </a:lnTo>
                  <a:lnTo>
                    <a:pt x="102528" y="154831"/>
                  </a:lnTo>
                  <a:lnTo>
                    <a:pt x="103810" y="154831"/>
                  </a:lnTo>
                  <a:lnTo>
                    <a:pt x="105092" y="154831"/>
                  </a:lnTo>
                  <a:lnTo>
                    <a:pt x="106374" y="154831"/>
                  </a:lnTo>
                  <a:lnTo>
                    <a:pt x="107656" y="154831"/>
                  </a:lnTo>
                  <a:lnTo>
                    <a:pt x="107659" y="15486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171496" y="2051901"/>
              <a:ext cx="17653" cy="14387"/>
            </a:xfrm>
            <a:custGeom>
              <a:avLst/>
              <a:pathLst>
                <a:path w="17653" h="14387">
                  <a:moveTo>
                    <a:pt x="0" y="14387"/>
                  </a:moveTo>
                  <a:lnTo>
                    <a:pt x="1179" y="4650"/>
                  </a:lnTo>
                  <a:lnTo>
                    <a:pt x="2460" y="4650"/>
                  </a:lnTo>
                  <a:lnTo>
                    <a:pt x="3742" y="4650"/>
                  </a:lnTo>
                  <a:lnTo>
                    <a:pt x="5024" y="4650"/>
                  </a:lnTo>
                  <a:lnTo>
                    <a:pt x="6306" y="4650"/>
                  </a:lnTo>
                  <a:lnTo>
                    <a:pt x="7588" y="4650"/>
                  </a:lnTo>
                  <a:lnTo>
                    <a:pt x="8870" y="4650"/>
                  </a:lnTo>
                  <a:lnTo>
                    <a:pt x="10151" y="4650"/>
                  </a:lnTo>
                  <a:lnTo>
                    <a:pt x="11433" y="4650"/>
                  </a:lnTo>
                  <a:lnTo>
                    <a:pt x="12715" y="4650"/>
                  </a:lnTo>
                  <a:lnTo>
                    <a:pt x="13997" y="3447"/>
                  </a:lnTo>
                  <a:lnTo>
                    <a:pt x="15279" y="0"/>
                  </a:lnTo>
                  <a:lnTo>
                    <a:pt x="16561" y="3447"/>
                  </a:lnTo>
                  <a:lnTo>
                    <a:pt x="17653" y="1438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217732" y="1957745"/>
              <a:ext cx="73432" cy="108543"/>
            </a:xfrm>
            <a:custGeom>
              <a:avLst/>
              <a:pathLst>
                <a:path w="73432" h="108543">
                  <a:moveTo>
                    <a:pt x="0" y="108543"/>
                  </a:moveTo>
                  <a:lnTo>
                    <a:pt x="1089" y="98805"/>
                  </a:lnTo>
                  <a:lnTo>
                    <a:pt x="2371" y="98805"/>
                  </a:lnTo>
                  <a:lnTo>
                    <a:pt x="3653" y="98805"/>
                  </a:lnTo>
                  <a:lnTo>
                    <a:pt x="4935" y="98805"/>
                  </a:lnTo>
                  <a:lnTo>
                    <a:pt x="6217" y="94155"/>
                  </a:lnTo>
                  <a:lnTo>
                    <a:pt x="7499" y="92213"/>
                  </a:lnTo>
                  <a:lnTo>
                    <a:pt x="8781" y="74098"/>
                  </a:lnTo>
                  <a:lnTo>
                    <a:pt x="10062" y="74098"/>
                  </a:lnTo>
                  <a:lnTo>
                    <a:pt x="11344" y="74098"/>
                  </a:lnTo>
                  <a:lnTo>
                    <a:pt x="12626" y="72378"/>
                  </a:lnTo>
                  <a:lnTo>
                    <a:pt x="13908" y="62916"/>
                  </a:lnTo>
                  <a:lnTo>
                    <a:pt x="15190" y="89043"/>
                  </a:lnTo>
                  <a:lnTo>
                    <a:pt x="16472" y="95982"/>
                  </a:lnTo>
                  <a:lnTo>
                    <a:pt x="17753" y="99631"/>
                  </a:lnTo>
                  <a:lnTo>
                    <a:pt x="19035" y="68665"/>
                  </a:lnTo>
                  <a:lnTo>
                    <a:pt x="20317" y="64204"/>
                  </a:lnTo>
                  <a:lnTo>
                    <a:pt x="21599" y="64204"/>
                  </a:lnTo>
                  <a:lnTo>
                    <a:pt x="22881" y="64204"/>
                  </a:lnTo>
                  <a:lnTo>
                    <a:pt x="24163" y="64204"/>
                  </a:lnTo>
                  <a:lnTo>
                    <a:pt x="25444" y="64204"/>
                  </a:lnTo>
                  <a:lnTo>
                    <a:pt x="26726" y="58058"/>
                  </a:lnTo>
                  <a:lnTo>
                    <a:pt x="28008" y="51911"/>
                  </a:lnTo>
                  <a:lnTo>
                    <a:pt x="29290" y="44210"/>
                  </a:lnTo>
                  <a:lnTo>
                    <a:pt x="30572" y="44786"/>
                  </a:lnTo>
                  <a:lnTo>
                    <a:pt x="31854" y="47075"/>
                  </a:lnTo>
                  <a:lnTo>
                    <a:pt x="33136" y="55843"/>
                  </a:lnTo>
                  <a:lnTo>
                    <a:pt x="34417" y="54089"/>
                  </a:lnTo>
                  <a:lnTo>
                    <a:pt x="35699" y="58741"/>
                  </a:lnTo>
                  <a:lnTo>
                    <a:pt x="36981" y="54089"/>
                  </a:lnTo>
                  <a:lnTo>
                    <a:pt x="38263" y="72179"/>
                  </a:lnTo>
                  <a:lnTo>
                    <a:pt x="39545" y="61842"/>
                  </a:lnTo>
                  <a:lnTo>
                    <a:pt x="40827" y="52539"/>
                  </a:lnTo>
                  <a:lnTo>
                    <a:pt x="42108" y="44270"/>
                  </a:lnTo>
                  <a:lnTo>
                    <a:pt x="43390" y="36000"/>
                  </a:lnTo>
                  <a:lnTo>
                    <a:pt x="44672" y="36000"/>
                  </a:lnTo>
                  <a:lnTo>
                    <a:pt x="45954" y="41168"/>
                  </a:lnTo>
                  <a:lnTo>
                    <a:pt x="47236" y="46337"/>
                  </a:lnTo>
                  <a:lnTo>
                    <a:pt x="48518" y="58209"/>
                  </a:lnTo>
                  <a:lnTo>
                    <a:pt x="49800" y="42691"/>
                  </a:lnTo>
                  <a:lnTo>
                    <a:pt x="51081" y="28230"/>
                  </a:lnTo>
                  <a:lnTo>
                    <a:pt x="52363" y="24701"/>
                  </a:lnTo>
                  <a:lnTo>
                    <a:pt x="53645" y="7763"/>
                  </a:lnTo>
                  <a:lnTo>
                    <a:pt x="54927" y="0"/>
                  </a:lnTo>
                  <a:lnTo>
                    <a:pt x="56209" y="10386"/>
                  </a:lnTo>
                  <a:lnTo>
                    <a:pt x="57491" y="21408"/>
                  </a:lnTo>
                  <a:lnTo>
                    <a:pt x="58772" y="47673"/>
                  </a:lnTo>
                  <a:lnTo>
                    <a:pt x="60054" y="60512"/>
                  </a:lnTo>
                  <a:lnTo>
                    <a:pt x="61336" y="73398"/>
                  </a:lnTo>
                  <a:lnTo>
                    <a:pt x="62618" y="84690"/>
                  </a:lnTo>
                  <a:lnTo>
                    <a:pt x="63900" y="84690"/>
                  </a:lnTo>
                  <a:lnTo>
                    <a:pt x="65182" y="84690"/>
                  </a:lnTo>
                  <a:lnTo>
                    <a:pt x="66464" y="84690"/>
                  </a:lnTo>
                  <a:lnTo>
                    <a:pt x="67745" y="84690"/>
                  </a:lnTo>
                  <a:lnTo>
                    <a:pt x="69027" y="97394"/>
                  </a:lnTo>
                  <a:lnTo>
                    <a:pt x="70309" y="98805"/>
                  </a:lnTo>
                  <a:lnTo>
                    <a:pt x="71591" y="101628"/>
                  </a:lnTo>
                  <a:lnTo>
                    <a:pt x="72873" y="105157"/>
                  </a:lnTo>
                  <a:lnTo>
                    <a:pt x="73432" y="10854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292455" y="1843466"/>
              <a:ext cx="204494" cy="222822"/>
            </a:xfrm>
            <a:custGeom>
              <a:avLst/>
              <a:pathLst>
                <a:path w="204494" h="222822">
                  <a:moveTo>
                    <a:pt x="0" y="222822"/>
                  </a:moveTo>
                  <a:lnTo>
                    <a:pt x="713" y="217319"/>
                  </a:lnTo>
                  <a:lnTo>
                    <a:pt x="1995" y="213085"/>
                  </a:lnTo>
                  <a:lnTo>
                    <a:pt x="3277" y="208434"/>
                  </a:lnTo>
                  <a:lnTo>
                    <a:pt x="4559" y="206492"/>
                  </a:lnTo>
                  <a:lnTo>
                    <a:pt x="5841" y="188378"/>
                  </a:lnTo>
                  <a:lnTo>
                    <a:pt x="7123" y="188378"/>
                  </a:lnTo>
                  <a:lnTo>
                    <a:pt x="8405" y="188378"/>
                  </a:lnTo>
                  <a:lnTo>
                    <a:pt x="9686" y="179776"/>
                  </a:lnTo>
                  <a:lnTo>
                    <a:pt x="10968" y="161712"/>
                  </a:lnTo>
                  <a:lnTo>
                    <a:pt x="12250" y="153971"/>
                  </a:lnTo>
                  <a:lnTo>
                    <a:pt x="13532" y="153971"/>
                  </a:lnTo>
                  <a:lnTo>
                    <a:pt x="14814" y="153971"/>
                  </a:lnTo>
                  <a:lnTo>
                    <a:pt x="16096" y="154831"/>
                  </a:lnTo>
                  <a:lnTo>
                    <a:pt x="17377" y="170314"/>
                  </a:lnTo>
                  <a:lnTo>
                    <a:pt x="18659" y="153971"/>
                  </a:lnTo>
                  <a:lnTo>
                    <a:pt x="19941" y="166013"/>
                  </a:lnTo>
                  <a:lnTo>
                    <a:pt x="21223" y="164293"/>
                  </a:lnTo>
                  <a:lnTo>
                    <a:pt x="22505" y="153971"/>
                  </a:lnTo>
                  <a:lnTo>
                    <a:pt x="23787" y="172132"/>
                  </a:lnTo>
                  <a:lnTo>
                    <a:pt x="25068" y="155528"/>
                  </a:lnTo>
                  <a:lnTo>
                    <a:pt x="26350" y="145975"/>
                  </a:lnTo>
                  <a:lnTo>
                    <a:pt x="27632" y="142509"/>
                  </a:lnTo>
                  <a:lnTo>
                    <a:pt x="28914" y="149567"/>
                  </a:lnTo>
                  <a:lnTo>
                    <a:pt x="30196" y="156624"/>
                  </a:lnTo>
                  <a:lnTo>
                    <a:pt x="31478" y="156624"/>
                  </a:lnTo>
                  <a:lnTo>
                    <a:pt x="32760" y="170558"/>
                  </a:lnTo>
                  <a:lnTo>
                    <a:pt x="34041" y="157585"/>
                  </a:lnTo>
                  <a:lnTo>
                    <a:pt x="35323" y="153897"/>
                  </a:lnTo>
                  <a:lnTo>
                    <a:pt x="36605" y="154512"/>
                  </a:lnTo>
                  <a:lnTo>
                    <a:pt x="37887" y="166190"/>
                  </a:lnTo>
                  <a:lnTo>
                    <a:pt x="39169" y="166190"/>
                  </a:lnTo>
                  <a:lnTo>
                    <a:pt x="40451" y="150209"/>
                  </a:lnTo>
                  <a:lnTo>
                    <a:pt x="41732" y="153897"/>
                  </a:lnTo>
                  <a:lnTo>
                    <a:pt x="43014" y="156314"/>
                  </a:lnTo>
                  <a:lnTo>
                    <a:pt x="44296" y="172416"/>
                  </a:lnTo>
                  <a:lnTo>
                    <a:pt x="45578" y="171900"/>
                  </a:lnTo>
                  <a:lnTo>
                    <a:pt x="46860" y="156624"/>
                  </a:lnTo>
                  <a:lnTo>
                    <a:pt x="48142" y="156624"/>
                  </a:lnTo>
                  <a:lnTo>
                    <a:pt x="49424" y="164388"/>
                  </a:lnTo>
                  <a:lnTo>
                    <a:pt x="50705" y="154820"/>
                  </a:lnTo>
                  <a:lnTo>
                    <a:pt x="51987" y="155528"/>
                  </a:lnTo>
                  <a:lnTo>
                    <a:pt x="53269" y="130746"/>
                  </a:lnTo>
                  <a:lnTo>
                    <a:pt x="54551" y="145664"/>
                  </a:lnTo>
                  <a:lnTo>
                    <a:pt x="55833" y="149649"/>
                  </a:lnTo>
                  <a:lnTo>
                    <a:pt x="57115" y="151684"/>
                  </a:lnTo>
                  <a:lnTo>
                    <a:pt x="58396" y="142509"/>
                  </a:lnTo>
                  <a:lnTo>
                    <a:pt x="59678" y="166505"/>
                  </a:lnTo>
                  <a:lnTo>
                    <a:pt x="60960" y="170739"/>
                  </a:lnTo>
                  <a:lnTo>
                    <a:pt x="62242" y="170739"/>
                  </a:lnTo>
                  <a:lnTo>
                    <a:pt x="63524" y="170739"/>
                  </a:lnTo>
                  <a:lnTo>
                    <a:pt x="64806" y="176385"/>
                  </a:lnTo>
                  <a:lnTo>
                    <a:pt x="66087" y="184854"/>
                  </a:lnTo>
                  <a:lnTo>
                    <a:pt x="67369" y="174974"/>
                  </a:lnTo>
                  <a:lnTo>
                    <a:pt x="68651" y="164388"/>
                  </a:lnTo>
                  <a:lnTo>
                    <a:pt x="69933" y="173168"/>
                  </a:lnTo>
                  <a:lnTo>
                    <a:pt x="71215" y="152668"/>
                  </a:lnTo>
                  <a:lnTo>
                    <a:pt x="72497" y="149594"/>
                  </a:lnTo>
                  <a:lnTo>
                    <a:pt x="73779" y="153897"/>
                  </a:lnTo>
                  <a:lnTo>
                    <a:pt x="75060" y="152598"/>
                  </a:lnTo>
                  <a:lnTo>
                    <a:pt x="76342" y="133334"/>
                  </a:lnTo>
                  <a:lnTo>
                    <a:pt x="77624" y="136157"/>
                  </a:lnTo>
                  <a:lnTo>
                    <a:pt x="78906" y="128394"/>
                  </a:lnTo>
                  <a:lnTo>
                    <a:pt x="80188" y="112162"/>
                  </a:lnTo>
                  <a:lnTo>
                    <a:pt x="81470" y="88166"/>
                  </a:lnTo>
                  <a:lnTo>
                    <a:pt x="82751" y="58524"/>
                  </a:lnTo>
                  <a:lnTo>
                    <a:pt x="84033" y="57819"/>
                  </a:lnTo>
                  <a:lnTo>
                    <a:pt x="85315" y="57819"/>
                  </a:lnTo>
                  <a:lnTo>
                    <a:pt x="86597" y="67699"/>
                  </a:lnTo>
                  <a:lnTo>
                    <a:pt x="87879" y="69816"/>
                  </a:lnTo>
                  <a:lnTo>
                    <a:pt x="89161" y="76902"/>
                  </a:lnTo>
                  <a:lnTo>
                    <a:pt x="90443" y="72254"/>
                  </a:lnTo>
                  <a:lnTo>
                    <a:pt x="91724" y="80856"/>
                  </a:lnTo>
                  <a:lnTo>
                    <a:pt x="93006" y="67953"/>
                  </a:lnTo>
                  <a:lnTo>
                    <a:pt x="94288" y="53330"/>
                  </a:lnTo>
                  <a:lnTo>
                    <a:pt x="95570" y="5161"/>
                  </a:lnTo>
                  <a:lnTo>
                    <a:pt x="96852" y="6881"/>
                  </a:lnTo>
                  <a:lnTo>
                    <a:pt x="98134" y="0"/>
                  </a:lnTo>
                  <a:lnTo>
                    <a:pt x="99415" y="1720"/>
                  </a:lnTo>
                  <a:lnTo>
                    <a:pt x="100697" y="30966"/>
                  </a:lnTo>
                  <a:lnTo>
                    <a:pt x="101979" y="99827"/>
                  </a:lnTo>
                  <a:lnTo>
                    <a:pt x="103261" y="100416"/>
                  </a:lnTo>
                  <a:lnTo>
                    <a:pt x="104543" y="90864"/>
                  </a:lnTo>
                  <a:lnTo>
                    <a:pt x="105825" y="100164"/>
                  </a:lnTo>
                  <a:lnTo>
                    <a:pt x="107106" y="99458"/>
                  </a:lnTo>
                  <a:lnTo>
                    <a:pt x="108388" y="100164"/>
                  </a:lnTo>
                  <a:lnTo>
                    <a:pt x="109670" y="100164"/>
                  </a:lnTo>
                  <a:lnTo>
                    <a:pt x="110952" y="109339"/>
                  </a:lnTo>
                  <a:lnTo>
                    <a:pt x="112234" y="128394"/>
                  </a:lnTo>
                  <a:lnTo>
                    <a:pt x="113516" y="126983"/>
                  </a:lnTo>
                  <a:lnTo>
                    <a:pt x="114798" y="165799"/>
                  </a:lnTo>
                  <a:lnTo>
                    <a:pt x="116079" y="170739"/>
                  </a:lnTo>
                  <a:lnTo>
                    <a:pt x="117361" y="184149"/>
                  </a:lnTo>
                  <a:lnTo>
                    <a:pt x="118643" y="198970"/>
                  </a:lnTo>
                  <a:lnTo>
                    <a:pt x="119925" y="198970"/>
                  </a:lnTo>
                  <a:lnTo>
                    <a:pt x="121207" y="197616"/>
                  </a:lnTo>
                  <a:lnTo>
                    <a:pt x="122489" y="198882"/>
                  </a:lnTo>
                  <a:lnTo>
                    <a:pt x="123770" y="207121"/>
                  </a:lnTo>
                  <a:lnTo>
                    <a:pt x="125052" y="188378"/>
                  </a:lnTo>
                  <a:lnTo>
                    <a:pt x="126334" y="199560"/>
                  </a:lnTo>
                  <a:lnTo>
                    <a:pt x="127616" y="205581"/>
                  </a:lnTo>
                  <a:lnTo>
                    <a:pt x="128898" y="205581"/>
                  </a:lnTo>
                  <a:lnTo>
                    <a:pt x="130180" y="205581"/>
                  </a:lnTo>
                  <a:lnTo>
                    <a:pt x="131462" y="205581"/>
                  </a:lnTo>
                  <a:lnTo>
                    <a:pt x="132743" y="221924"/>
                  </a:lnTo>
                  <a:lnTo>
                    <a:pt x="134025" y="222784"/>
                  </a:lnTo>
                  <a:lnTo>
                    <a:pt x="135307" y="222784"/>
                  </a:lnTo>
                  <a:lnTo>
                    <a:pt x="136589" y="222784"/>
                  </a:lnTo>
                  <a:lnTo>
                    <a:pt x="137871" y="222784"/>
                  </a:lnTo>
                  <a:lnTo>
                    <a:pt x="139153" y="218484"/>
                  </a:lnTo>
                  <a:lnTo>
                    <a:pt x="140434" y="205581"/>
                  </a:lnTo>
                  <a:lnTo>
                    <a:pt x="141716" y="196119"/>
                  </a:lnTo>
                  <a:lnTo>
                    <a:pt x="142998" y="188378"/>
                  </a:lnTo>
                  <a:lnTo>
                    <a:pt x="144280" y="188378"/>
                  </a:lnTo>
                  <a:lnTo>
                    <a:pt x="145562" y="188378"/>
                  </a:lnTo>
                  <a:lnTo>
                    <a:pt x="146844" y="188378"/>
                  </a:lnTo>
                  <a:lnTo>
                    <a:pt x="148126" y="188378"/>
                  </a:lnTo>
                  <a:lnTo>
                    <a:pt x="149407" y="174615"/>
                  </a:lnTo>
                  <a:lnTo>
                    <a:pt x="150689" y="165153"/>
                  </a:lnTo>
                  <a:lnTo>
                    <a:pt x="151971" y="142788"/>
                  </a:lnTo>
                  <a:lnTo>
                    <a:pt x="153253" y="153623"/>
                  </a:lnTo>
                  <a:lnTo>
                    <a:pt x="154535" y="149649"/>
                  </a:lnTo>
                  <a:lnTo>
                    <a:pt x="155817" y="156624"/>
                  </a:lnTo>
                  <a:lnTo>
                    <a:pt x="157098" y="156624"/>
                  </a:lnTo>
                  <a:lnTo>
                    <a:pt x="158380" y="147449"/>
                  </a:lnTo>
                  <a:lnTo>
                    <a:pt x="159662" y="156624"/>
                  </a:lnTo>
                  <a:lnTo>
                    <a:pt x="160944" y="164388"/>
                  </a:lnTo>
                  <a:lnTo>
                    <a:pt x="162226" y="167211"/>
                  </a:lnTo>
                  <a:lnTo>
                    <a:pt x="163508" y="156624"/>
                  </a:lnTo>
                  <a:lnTo>
                    <a:pt x="164789" y="156624"/>
                  </a:lnTo>
                  <a:lnTo>
                    <a:pt x="166071" y="143921"/>
                  </a:lnTo>
                  <a:lnTo>
                    <a:pt x="167353" y="142509"/>
                  </a:lnTo>
                  <a:lnTo>
                    <a:pt x="168635" y="153801"/>
                  </a:lnTo>
                  <a:lnTo>
                    <a:pt x="169917" y="161565"/>
                  </a:lnTo>
                  <a:lnTo>
                    <a:pt x="171199" y="197808"/>
                  </a:lnTo>
                  <a:lnTo>
                    <a:pt x="172481" y="193236"/>
                  </a:lnTo>
                  <a:lnTo>
                    <a:pt x="173762" y="204709"/>
                  </a:lnTo>
                  <a:lnTo>
                    <a:pt x="175044" y="193502"/>
                  </a:lnTo>
                  <a:lnTo>
                    <a:pt x="176326" y="174780"/>
                  </a:lnTo>
                  <a:lnTo>
                    <a:pt x="177608" y="186222"/>
                  </a:lnTo>
                  <a:lnTo>
                    <a:pt x="178890" y="181096"/>
                  </a:lnTo>
                  <a:lnTo>
                    <a:pt x="180172" y="154033"/>
                  </a:lnTo>
                  <a:lnTo>
                    <a:pt x="181453" y="122174"/>
                  </a:lnTo>
                  <a:lnTo>
                    <a:pt x="182735" y="121059"/>
                  </a:lnTo>
                  <a:lnTo>
                    <a:pt x="184017" y="102002"/>
                  </a:lnTo>
                  <a:lnTo>
                    <a:pt x="185299" y="100440"/>
                  </a:lnTo>
                  <a:lnTo>
                    <a:pt x="186581" y="101064"/>
                  </a:lnTo>
                  <a:lnTo>
                    <a:pt x="187863" y="101064"/>
                  </a:lnTo>
                  <a:lnTo>
                    <a:pt x="189145" y="101064"/>
                  </a:lnTo>
                  <a:lnTo>
                    <a:pt x="190426" y="101064"/>
                  </a:lnTo>
                  <a:lnTo>
                    <a:pt x="191708" y="85518"/>
                  </a:lnTo>
                  <a:lnTo>
                    <a:pt x="192990" y="76551"/>
                  </a:lnTo>
                  <a:lnTo>
                    <a:pt x="194272" y="64000"/>
                  </a:lnTo>
                  <a:lnTo>
                    <a:pt x="195554" y="59056"/>
                  </a:lnTo>
                  <a:lnTo>
                    <a:pt x="196836" y="54147"/>
                  </a:lnTo>
                  <a:lnTo>
                    <a:pt x="198117" y="61646"/>
                  </a:lnTo>
                  <a:lnTo>
                    <a:pt x="199399" y="81365"/>
                  </a:lnTo>
                  <a:lnTo>
                    <a:pt x="200681" y="135751"/>
                  </a:lnTo>
                  <a:lnTo>
                    <a:pt x="201963" y="167916"/>
                  </a:lnTo>
                  <a:lnTo>
                    <a:pt x="203245" y="210967"/>
                  </a:lnTo>
                  <a:lnTo>
                    <a:pt x="204494" y="22282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97152" y="1899377"/>
              <a:ext cx="263435" cy="166911"/>
            </a:xfrm>
            <a:custGeom>
              <a:avLst/>
              <a:pathLst>
                <a:path w="263435" h="166911">
                  <a:moveTo>
                    <a:pt x="0" y="166911"/>
                  </a:moveTo>
                  <a:lnTo>
                    <a:pt x="1111" y="164895"/>
                  </a:lnTo>
                  <a:lnTo>
                    <a:pt x="2393" y="149670"/>
                  </a:lnTo>
                  <a:lnTo>
                    <a:pt x="3675" y="149670"/>
                  </a:lnTo>
                  <a:lnTo>
                    <a:pt x="4957" y="149670"/>
                  </a:lnTo>
                  <a:lnTo>
                    <a:pt x="6239" y="158271"/>
                  </a:lnTo>
                  <a:lnTo>
                    <a:pt x="7520" y="166873"/>
                  </a:lnTo>
                  <a:lnTo>
                    <a:pt x="8802" y="166873"/>
                  </a:lnTo>
                  <a:lnTo>
                    <a:pt x="10084" y="166873"/>
                  </a:lnTo>
                  <a:lnTo>
                    <a:pt x="11366" y="166873"/>
                  </a:lnTo>
                  <a:lnTo>
                    <a:pt x="12648" y="166873"/>
                  </a:lnTo>
                  <a:lnTo>
                    <a:pt x="13930" y="166873"/>
                  </a:lnTo>
                  <a:lnTo>
                    <a:pt x="15211" y="166873"/>
                  </a:lnTo>
                  <a:lnTo>
                    <a:pt x="16493" y="139348"/>
                  </a:lnTo>
                  <a:lnTo>
                    <a:pt x="17775" y="115263"/>
                  </a:lnTo>
                  <a:lnTo>
                    <a:pt x="19057" y="95479"/>
                  </a:lnTo>
                  <a:lnTo>
                    <a:pt x="20339" y="80856"/>
                  </a:lnTo>
                  <a:lnTo>
                    <a:pt x="21621" y="80856"/>
                  </a:lnTo>
                  <a:lnTo>
                    <a:pt x="22903" y="80856"/>
                  </a:lnTo>
                  <a:lnTo>
                    <a:pt x="24184" y="80856"/>
                  </a:lnTo>
                  <a:lnTo>
                    <a:pt x="25466" y="73974"/>
                  </a:lnTo>
                  <a:lnTo>
                    <a:pt x="26748" y="63652"/>
                  </a:lnTo>
                  <a:lnTo>
                    <a:pt x="28030" y="63652"/>
                  </a:lnTo>
                  <a:lnTo>
                    <a:pt x="29312" y="49890"/>
                  </a:lnTo>
                  <a:lnTo>
                    <a:pt x="30594" y="42148"/>
                  </a:lnTo>
                  <a:lnTo>
                    <a:pt x="31875" y="47929"/>
                  </a:lnTo>
                  <a:lnTo>
                    <a:pt x="33157" y="38626"/>
                  </a:lnTo>
                  <a:lnTo>
                    <a:pt x="34439" y="34952"/>
                  </a:lnTo>
                  <a:lnTo>
                    <a:pt x="35721" y="63308"/>
                  </a:lnTo>
                  <a:lnTo>
                    <a:pt x="37003" y="59073"/>
                  </a:lnTo>
                  <a:lnTo>
                    <a:pt x="38285" y="81743"/>
                  </a:lnTo>
                  <a:lnTo>
                    <a:pt x="39567" y="91113"/>
                  </a:lnTo>
                  <a:lnTo>
                    <a:pt x="40848" y="42188"/>
                  </a:lnTo>
                  <a:lnTo>
                    <a:pt x="42130" y="27943"/>
                  </a:lnTo>
                  <a:lnTo>
                    <a:pt x="43412" y="2711"/>
                  </a:lnTo>
                  <a:lnTo>
                    <a:pt x="44694" y="11831"/>
                  </a:lnTo>
                  <a:lnTo>
                    <a:pt x="45976" y="32347"/>
                  </a:lnTo>
                  <a:lnTo>
                    <a:pt x="47258" y="43158"/>
                  </a:lnTo>
                  <a:lnTo>
                    <a:pt x="48539" y="48398"/>
                  </a:lnTo>
                  <a:lnTo>
                    <a:pt x="49821" y="40679"/>
                  </a:lnTo>
                  <a:lnTo>
                    <a:pt x="51103" y="38106"/>
                  </a:lnTo>
                  <a:lnTo>
                    <a:pt x="52385" y="32960"/>
                  </a:lnTo>
                  <a:lnTo>
                    <a:pt x="53667" y="5516"/>
                  </a:lnTo>
                  <a:lnTo>
                    <a:pt x="54949" y="6374"/>
                  </a:lnTo>
                  <a:lnTo>
                    <a:pt x="56231" y="13235"/>
                  </a:lnTo>
                  <a:lnTo>
                    <a:pt x="57512" y="15808"/>
                  </a:lnTo>
                  <a:lnTo>
                    <a:pt x="58794" y="16665"/>
                  </a:lnTo>
                  <a:lnTo>
                    <a:pt x="60076" y="45825"/>
                  </a:lnTo>
                  <a:lnTo>
                    <a:pt x="61358" y="59923"/>
                  </a:lnTo>
                  <a:lnTo>
                    <a:pt x="62640" y="72932"/>
                  </a:lnTo>
                  <a:lnTo>
                    <a:pt x="63922" y="78843"/>
                  </a:lnTo>
                  <a:lnTo>
                    <a:pt x="65203" y="68374"/>
                  </a:lnTo>
                  <a:lnTo>
                    <a:pt x="66485" y="72805"/>
                  </a:lnTo>
                  <a:lnTo>
                    <a:pt x="67767" y="80414"/>
                  </a:lnTo>
                  <a:lnTo>
                    <a:pt x="69049" y="82123"/>
                  </a:lnTo>
                  <a:lnTo>
                    <a:pt x="70331" y="96497"/>
                  </a:lnTo>
                  <a:lnTo>
                    <a:pt x="71613" y="108264"/>
                  </a:lnTo>
                  <a:lnTo>
                    <a:pt x="72894" y="121343"/>
                  </a:lnTo>
                  <a:lnTo>
                    <a:pt x="74176" y="121459"/>
                  </a:lnTo>
                  <a:lnTo>
                    <a:pt x="75458" y="132607"/>
                  </a:lnTo>
                  <a:lnTo>
                    <a:pt x="76740" y="141897"/>
                  </a:lnTo>
                  <a:lnTo>
                    <a:pt x="78022" y="143258"/>
                  </a:lnTo>
                  <a:lnTo>
                    <a:pt x="79304" y="136706"/>
                  </a:lnTo>
                  <a:lnTo>
                    <a:pt x="80586" y="143705"/>
                  </a:lnTo>
                  <a:lnTo>
                    <a:pt x="81867" y="123566"/>
                  </a:lnTo>
                  <a:lnTo>
                    <a:pt x="83149" y="86877"/>
                  </a:lnTo>
                  <a:lnTo>
                    <a:pt x="84431" y="55911"/>
                  </a:lnTo>
                  <a:lnTo>
                    <a:pt x="85713" y="26665"/>
                  </a:lnTo>
                  <a:lnTo>
                    <a:pt x="86995" y="12042"/>
                  </a:lnTo>
                  <a:lnTo>
                    <a:pt x="88277" y="0"/>
                  </a:lnTo>
                  <a:lnTo>
                    <a:pt x="89558" y="6881"/>
                  </a:lnTo>
                  <a:lnTo>
                    <a:pt x="90840" y="12042"/>
                  </a:lnTo>
                  <a:lnTo>
                    <a:pt x="92122" y="28385"/>
                  </a:lnTo>
                  <a:lnTo>
                    <a:pt x="93404" y="29245"/>
                  </a:lnTo>
                  <a:lnTo>
                    <a:pt x="94686" y="29245"/>
                  </a:lnTo>
                  <a:lnTo>
                    <a:pt x="95968" y="62875"/>
                  </a:lnTo>
                  <a:lnTo>
                    <a:pt x="97250" y="52722"/>
                  </a:lnTo>
                  <a:lnTo>
                    <a:pt x="98531" y="56802"/>
                  </a:lnTo>
                  <a:lnTo>
                    <a:pt x="99813" y="65035"/>
                  </a:lnTo>
                  <a:lnTo>
                    <a:pt x="101095" y="75245"/>
                  </a:lnTo>
                  <a:lnTo>
                    <a:pt x="102377" y="70077"/>
                  </a:lnTo>
                  <a:lnTo>
                    <a:pt x="103659" y="78863"/>
                  </a:lnTo>
                  <a:lnTo>
                    <a:pt x="104941" y="92301"/>
                  </a:lnTo>
                  <a:lnTo>
                    <a:pt x="106222" y="94368"/>
                  </a:lnTo>
                  <a:lnTo>
                    <a:pt x="107504" y="101604"/>
                  </a:lnTo>
                  <a:lnTo>
                    <a:pt x="108786" y="81964"/>
                  </a:lnTo>
                  <a:lnTo>
                    <a:pt x="110068" y="73695"/>
                  </a:lnTo>
                  <a:lnTo>
                    <a:pt x="111350" y="73695"/>
                  </a:lnTo>
                  <a:lnTo>
                    <a:pt x="112632" y="73695"/>
                  </a:lnTo>
                  <a:lnTo>
                    <a:pt x="113913" y="73695"/>
                  </a:lnTo>
                  <a:lnTo>
                    <a:pt x="115195" y="73178"/>
                  </a:lnTo>
                  <a:lnTo>
                    <a:pt x="116477" y="64431"/>
                  </a:lnTo>
                  <a:lnTo>
                    <a:pt x="117759" y="55193"/>
                  </a:lnTo>
                  <a:lnTo>
                    <a:pt x="119041" y="50034"/>
                  </a:lnTo>
                  <a:lnTo>
                    <a:pt x="120323" y="43770"/>
                  </a:lnTo>
                  <a:lnTo>
                    <a:pt x="121605" y="60946"/>
                  </a:lnTo>
                  <a:lnTo>
                    <a:pt x="122886" y="45589"/>
                  </a:lnTo>
                  <a:lnTo>
                    <a:pt x="124168" y="52470"/>
                  </a:lnTo>
                  <a:lnTo>
                    <a:pt x="125450" y="43868"/>
                  </a:lnTo>
                  <a:lnTo>
                    <a:pt x="126732" y="64345"/>
                  </a:lnTo>
                  <a:lnTo>
                    <a:pt x="128014" y="93003"/>
                  </a:lnTo>
                  <a:lnTo>
                    <a:pt x="129296" y="77423"/>
                  </a:lnTo>
                  <a:lnTo>
                    <a:pt x="130577" y="72483"/>
                  </a:lnTo>
                  <a:lnTo>
                    <a:pt x="131859" y="72483"/>
                  </a:lnTo>
                  <a:lnTo>
                    <a:pt x="133141" y="72483"/>
                  </a:lnTo>
                  <a:lnTo>
                    <a:pt x="134423" y="51310"/>
                  </a:lnTo>
                  <a:lnTo>
                    <a:pt x="135705" y="67791"/>
                  </a:lnTo>
                  <a:lnTo>
                    <a:pt x="136987" y="64179"/>
                  </a:lnTo>
                  <a:lnTo>
                    <a:pt x="138269" y="80464"/>
                  </a:lnTo>
                  <a:lnTo>
                    <a:pt x="139550" y="84031"/>
                  </a:lnTo>
                  <a:lnTo>
                    <a:pt x="140832" y="89368"/>
                  </a:lnTo>
                  <a:lnTo>
                    <a:pt x="142114" y="66472"/>
                  </a:lnTo>
                  <a:lnTo>
                    <a:pt x="143396" y="55756"/>
                  </a:lnTo>
                  <a:lnTo>
                    <a:pt x="144678" y="45039"/>
                  </a:lnTo>
                  <a:lnTo>
                    <a:pt x="145960" y="47285"/>
                  </a:lnTo>
                  <a:lnTo>
                    <a:pt x="147241" y="43158"/>
                  </a:lnTo>
                  <a:lnTo>
                    <a:pt x="148523" y="61691"/>
                  </a:lnTo>
                  <a:lnTo>
                    <a:pt x="149805" y="55687"/>
                  </a:lnTo>
                  <a:lnTo>
                    <a:pt x="151087" y="55687"/>
                  </a:lnTo>
                  <a:lnTo>
                    <a:pt x="152369" y="51399"/>
                  </a:lnTo>
                  <a:lnTo>
                    <a:pt x="153651" y="61262"/>
                  </a:lnTo>
                  <a:lnTo>
                    <a:pt x="154932" y="68981"/>
                  </a:lnTo>
                  <a:lnTo>
                    <a:pt x="156214" y="63331"/>
                  </a:lnTo>
                  <a:lnTo>
                    <a:pt x="157496" y="65498"/>
                  </a:lnTo>
                  <a:lnTo>
                    <a:pt x="158778" y="63358"/>
                  </a:lnTo>
                  <a:lnTo>
                    <a:pt x="160060" y="40106"/>
                  </a:lnTo>
                  <a:lnTo>
                    <a:pt x="161342" y="45634"/>
                  </a:lnTo>
                  <a:lnTo>
                    <a:pt x="162624" y="40659"/>
                  </a:lnTo>
                  <a:lnTo>
                    <a:pt x="163905" y="62773"/>
                  </a:lnTo>
                  <a:lnTo>
                    <a:pt x="165187" y="63244"/>
                  </a:lnTo>
                  <a:lnTo>
                    <a:pt x="166469" y="60815"/>
                  </a:lnTo>
                  <a:lnTo>
                    <a:pt x="167751" y="43915"/>
                  </a:lnTo>
                  <a:lnTo>
                    <a:pt x="169033" y="29245"/>
                  </a:lnTo>
                  <a:lnTo>
                    <a:pt x="170315" y="29245"/>
                  </a:lnTo>
                  <a:lnTo>
                    <a:pt x="171596" y="71693"/>
                  </a:lnTo>
                  <a:lnTo>
                    <a:pt x="172878" y="84643"/>
                  </a:lnTo>
                  <a:lnTo>
                    <a:pt x="174160" y="92244"/>
                  </a:lnTo>
                  <a:lnTo>
                    <a:pt x="175442" y="100713"/>
                  </a:lnTo>
                  <a:lnTo>
                    <a:pt x="176724" y="90127"/>
                  </a:lnTo>
                  <a:lnTo>
                    <a:pt x="178006" y="86598"/>
                  </a:lnTo>
                  <a:lnTo>
                    <a:pt x="179288" y="105653"/>
                  </a:lnTo>
                  <a:lnTo>
                    <a:pt x="180569" y="131766"/>
                  </a:lnTo>
                  <a:lnTo>
                    <a:pt x="181851" y="153645"/>
                  </a:lnTo>
                  <a:lnTo>
                    <a:pt x="183133" y="157173"/>
                  </a:lnTo>
                  <a:lnTo>
                    <a:pt x="184415" y="143764"/>
                  </a:lnTo>
                  <a:lnTo>
                    <a:pt x="185697" y="146587"/>
                  </a:lnTo>
                  <a:lnTo>
                    <a:pt x="186979" y="143058"/>
                  </a:lnTo>
                  <a:lnTo>
                    <a:pt x="188260" y="120474"/>
                  </a:lnTo>
                  <a:lnTo>
                    <a:pt x="189542" y="130574"/>
                  </a:lnTo>
                  <a:lnTo>
                    <a:pt x="190824" y="109182"/>
                  </a:lnTo>
                  <a:lnTo>
                    <a:pt x="192106" y="93738"/>
                  </a:lnTo>
                  <a:lnTo>
                    <a:pt x="193388" y="94361"/>
                  </a:lnTo>
                  <a:lnTo>
                    <a:pt x="194670" y="109073"/>
                  </a:lnTo>
                  <a:lnTo>
                    <a:pt x="195952" y="119499"/>
                  </a:lnTo>
                  <a:lnTo>
                    <a:pt x="197233" y="128770"/>
                  </a:lnTo>
                  <a:lnTo>
                    <a:pt x="198515" y="130723"/>
                  </a:lnTo>
                  <a:lnTo>
                    <a:pt x="199797" y="133503"/>
                  </a:lnTo>
                  <a:lnTo>
                    <a:pt x="201079" y="125477"/>
                  </a:lnTo>
                  <a:lnTo>
                    <a:pt x="202361" y="152221"/>
                  </a:lnTo>
                  <a:lnTo>
                    <a:pt x="203643" y="163405"/>
                  </a:lnTo>
                  <a:lnTo>
                    <a:pt x="204924" y="161410"/>
                  </a:lnTo>
                  <a:lnTo>
                    <a:pt x="206206" y="155686"/>
                  </a:lnTo>
                  <a:lnTo>
                    <a:pt x="207488" y="163058"/>
                  </a:lnTo>
                  <a:lnTo>
                    <a:pt x="208770" y="150111"/>
                  </a:lnTo>
                  <a:lnTo>
                    <a:pt x="210052" y="156845"/>
                  </a:lnTo>
                  <a:lnTo>
                    <a:pt x="211334" y="154646"/>
                  </a:lnTo>
                  <a:lnTo>
                    <a:pt x="212615" y="161471"/>
                  </a:lnTo>
                  <a:lnTo>
                    <a:pt x="213897" y="159281"/>
                  </a:lnTo>
                  <a:lnTo>
                    <a:pt x="215179" y="159281"/>
                  </a:lnTo>
                  <a:lnTo>
                    <a:pt x="216461" y="154771"/>
                  </a:lnTo>
                  <a:lnTo>
                    <a:pt x="217743" y="156446"/>
                  </a:lnTo>
                  <a:lnTo>
                    <a:pt x="219025" y="149617"/>
                  </a:lnTo>
                  <a:lnTo>
                    <a:pt x="220307" y="151181"/>
                  </a:lnTo>
                  <a:lnTo>
                    <a:pt x="221588" y="142530"/>
                  </a:lnTo>
                  <a:lnTo>
                    <a:pt x="222870" y="132519"/>
                  </a:lnTo>
                  <a:lnTo>
                    <a:pt x="224152" y="128395"/>
                  </a:lnTo>
                  <a:lnTo>
                    <a:pt x="225434" y="115487"/>
                  </a:lnTo>
                  <a:lnTo>
                    <a:pt x="226716" y="110820"/>
                  </a:lnTo>
                  <a:lnTo>
                    <a:pt x="227998" y="117895"/>
                  </a:lnTo>
                  <a:lnTo>
                    <a:pt x="229279" y="110218"/>
                  </a:lnTo>
                  <a:lnTo>
                    <a:pt x="230561" y="93827"/>
                  </a:lnTo>
                  <a:lnTo>
                    <a:pt x="231843" y="91166"/>
                  </a:lnTo>
                  <a:lnTo>
                    <a:pt x="233125" y="67913"/>
                  </a:lnTo>
                  <a:lnTo>
                    <a:pt x="234407" y="61509"/>
                  </a:lnTo>
                  <a:lnTo>
                    <a:pt x="235689" y="70657"/>
                  </a:lnTo>
                  <a:lnTo>
                    <a:pt x="236971" y="47092"/>
                  </a:lnTo>
                  <a:lnTo>
                    <a:pt x="238252" y="61631"/>
                  </a:lnTo>
                  <a:lnTo>
                    <a:pt x="239534" y="61564"/>
                  </a:lnTo>
                  <a:lnTo>
                    <a:pt x="240816" y="58023"/>
                  </a:lnTo>
                  <a:lnTo>
                    <a:pt x="242098" y="78928"/>
                  </a:lnTo>
                  <a:lnTo>
                    <a:pt x="243380" y="67022"/>
                  </a:lnTo>
                  <a:lnTo>
                    <a:pt x="244662" y="93578"/>
                  </a:lnTo>
                  <a:lnTo>
                    <a:pt x="245943" y="106001"/>
                  </a:lnTo>
                  <a:lnTo>
                    <a:pt x="247225" y="88786"/>
                  </a:lnTo>
                  <a:lnTo>
                    <a:pt x="248507" y="102299"/>
                  </a:lnTo>
                  <a:lnTo>
                    <a:pt x="249789" y="82123"/>
                  </a:lnTo>
                  <a:lnTo>
                    <a:pt x="251071" y="97180"/>
                  </a:lnTo>
                  <a:lnTo>
                    <a:pt x="252353" y="112170"/>
                  </a:lnTo>
                  <a:lnTo>
                    <a:pt x="253634" y="108434"/>
                  </a:lnTo>
                  <a:lnTo>
                    <a:pt x="254916" y="114828"/>
                  </a:lnTo>
                  <a:lnTo>
                    <a:pt x="256198" y="151502"/>
                  </a:lnTo>
                  <a:lnTo>
                    <a:pt x="257480" y="151806"/>
                  </a:lnTo>
                  <a:lnTo>
                    <a:pt x="258762" y="158618"/>
                  </a:lnTo>
                  <a:lnTo>
                    <a:pt x="260044" y="158618"/>
                  </a:lnTo>
                  <a:lnTo>
                    <a:pt x="261326" y="158618"/>
                  </a:lnTo>
                  <a:lnTo>
                    <a:pt x="262607" y="159453"/>
                  </a:lnTo>
                  <a:lnTo>
                    <a:pt x="263435" y="16691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71880" y="1700677"/>
              <a:ext cx="346736" cy="365611"/>
            </a:xfrm>
            <a:custGeom>
              <a:avLst/>
              <a:pathLst>
                <a:path w="346736" h="365611">
                  <a:moveTo>
                    <a:pt x="0" y="365611"/>
                  </a:moveTo>
                  <a:lnTo>
                    <a:pt x="698" y="360377"/>
                  </a:lnTo>
                  <a:lnTo>
                    <a:pt x="1979" y="332118"/>
                  </a:lnTo>
                  <a:lnTo>
                    <a:pt x="3261" y="307134"/>
                  </a:lnTo>
                  <a:lnTo>
                    <a:pt x="4543" y="307134"/>
                  </a:lnTo>
                  <a:lnTo>
                    <a:pt x="5825" y="303481"/>
                  </a:lnTo>
                  <a:lnTo>
                    <a:pt x="7107" y="260632"/>
                  </a:lnTo>
                  <a:lnTo>
                    <a:pt x="8389" y="242569"/>
                  </a:lnTo>
                  <a:lnTo>
                    <a:pt x="9670" y="255165"/>
                  </a:lnTo>
                  <a:lnTo>
                    <a:pt x="10952" y="243659"/>
                  </a:lnTo>
                  <a:lnTo>
                    <a:pt x="12234" y="284795"/>
                  </a:lnTo>
                  <a:lnTo>
                    <a:pt x="13516" y="264237"/>
                  </a:lnTo>
                  <a:lnTo>
                    <a:pt x="14798" y="264642"/>
                  </a:lnTo>
                  <a:lnTo>
                    <a:pt x="16080" y="249654"/>
                  </a:lnTo>
                  <a:lnTo>
                    <a:pt x="17362" y="241384"/>
                  </a:lnTo>
                  <a:lnTo>
                    <a:pt x="18643" y="236216"/>
                  </a:lnTo>
                  <a:lnTo>
                    <a:pt x="19925" y="233632"/>
                  </a:lnTo>
                  <a:lnTo>
                    <a:pt x="21207" y="254822"/>
                  </a:lnTo>
                  <a:lnTo>
                    <a:pt x="22489" y="272395"/>
                  </a:lnTo>
                  <a:lnTo>
                    <a:pt x="23771" y="262058"/>
                  </a:lnTo>
                  <a:lnTo>
                    <a:pt x="25053" y="250687"/>
                  </a:lnTo>
                  <a:lnTo>
                    <a:pt x="26334" y="252755"/>
                  </a:lnTo>
                  <a:lnTo>
                    <a:pt x="27616" y="253788"/>
                  </a:lnTo>
                  <a:lnTo>
                    <a:pt x="28898" y="264125"/>
                  </a:lnTo>
                  <a:lnTo>
                    <a:pt x="30180" y="258156"/>
                  </a:lnTo>
                  <a:lnTo>
                    <a:pt x="31462" y="240888"/>
                  </a:lnTo>
                  <a:lnTo>
                    <a:pt x="32744" y="221288"/>
                  </a:lnTo>
                  <a:lnTo>
                    <a:pt x="34026" y="226033"/>
                  </a:lnTo>
                  <a:lnTo>
                    <a:pt x="35307" y="214183"/>
                  </a:lnTo>
                  <a:lnTo>
                    <a:pt x="36589" y="256141"/>
                  </a:lnTo>
                  <a:lnTo>
                    <a:pt x="37871" y="255697"/>
                  </a:lnTo>
                  <a:lnTo>
                    <a:pt x="39153" y="273357"/>
                  </a:lnTo>
                  <a:lnTo>
                    <a:pt x="40435" y="271183"/>
                  </a:lnTo>
                  <a:lnTo>
                    <a:pt x="41717" y="259185"/>
                  </a:lnTo>
                  <a:lnTo>
                    <a:pt x="42998" y="271183"/>
                  </a:lnTo>
                  <a:lnTo>
                    <a:pt x="44280" y="286710"/>
                  </a:lnTo>
                  <a:lnTo>
                    <a:pt x="45562" y="299413"/>
                  </a:lnTo>
                  <a:lnTo>
                    <a:pt x="46844" y="312822"/>
                  </a:lnTo>
                  <a:lnTo>
                    <a:pt x="48126" y="314940"/>
                  </a:lnTo>
                  <a:lnTo>
                    <a:pt x="49408" y="324820"/>
                  </a:lnTo>
                  <a:lnTo>
                    <a:pt x="50689" y="329275"/>
                  </a:lnTo>
                  <a:lnTo>
                    <a:pt x="51971" y="343074"/>
                  </a:lnTo>
                  <a:lnTo>
                    <a:pt x="53253" y="345860"/>
                  </a:lnTo>
                  <a:lnTo>
                    <a:pt x="54535" y="345860"/>
                  </a:lnTo>
                  <a:lnTo>
                    <a:pt x="55817" y="346790"/>
                  </a:lnTo>
                  <a:lnTo>
                    <a:pt x="57099" y="348029"/>
                  </a:lnTo>
                  <a:lnTo>
                    <a:pt x="58381" y="329761"/>
                  </a:lnTo>
                  <a:lnTo>
                    <a:pt x="59662" y="338935"/>
                  </a:lnTo>
                  <a:lnTo>
                    <a:pt x="60944" y="339641"/>
                  </a:lnTo>
                  <a:lnTo>
                    <a:pt x="62226" y="341758"/>
                  </a:lnTo>
                  <a:lnTo>
                    <a:pt x="63508" y="341758"/>
                  </a:lnTo>
                  <a:lnTo>
                    <a:pt x="64790" y="341758"/>
                  </a:lnTo>
                  <a:lnTo>
                    <a:pt x="66072" y="329055"/>
                  </a:lnTo>
                  <a:lnTo>
                    <a:pt x="67353" y="327643"/>
                  </a:lnTo>
                  <a:lnTo>
                    <a:pt x="68635" y="330466"/>
                  </a:lnTo>
                  <a:lnTo>
                    <a:pt x="69917" y="354642"/>
                  </a:lnTo>
                  <a:lnTo>
                    <a:pt x="71199" y="357318"/>
                  </a:lnTo>
                  <a:lnTo>
                    <a:pt x="72481" y="358153"/>
                  </a:lnTo>
                  <a:lnTo>
                    <a:pt x="73763" y="344016"/>
                  </a:lnTo>
                  <a:lnTo>
                    <a:pt x="75045" y="333566"/>
                  </a:lnTo>
                  <a:lnTo>
                    <a:pt x="76326" y="342786"/>
                  </a:lnTo>
                  <a:lnTo>
                    <a:pt x="77608" y="338483"/>
                  </a:lnTo>
                  <a:lnTo>
                    <a:pt x="78890" y="336025"/>
                  </a:lnTo>
                  <a:lnTo>
                    <a:pt x="80172" y="345860"/>
                  </a:lnTo>
                  <a:lnTo>
                    <a:pt x="81454" y="345860"/>
                  </a:lnTo>
                  <a:lnTo>
                    <a:pt x="82736" y="345860"/>
                  </a:lnTo>
                  <a:lnTo>
                    <a:pt x="84017" y="336025"/>
                  </a:lnTo>
                  <a:lnTo>
                    <a:pt x="85299" y="344630"/>
                  </a:lnTo>
                  <a:lnTo>
                    <a:pt x="86581" y="339098"/>
                  </a:lnTo>
                  <a:lnTo>
                    <a:pt x="87863" y="333566"/>
                  </a:lnTo>
                  <a:lnTo>
                    <a:pt x="89145" y="329275"/>
                  </a:lnTo>
                  <a:lnTo>
                    <a:pt x="90427" y="311874"/>
                  </a:lnTo>
                  <a:lnTo>
                    <a:pt x="91708" y="278696"/>
                  </a:lnTo>
                  <a:lnTo>
                    <a:pt x="92990" y="279556"/>
                  </a:lnTo>
                  <a:lnTo>
                    <a:pt x="94272" y="274395"/>
                  </a:lnTo>
                  <a:lnTo>
                    <a:pt x="95554" y="262352"/>
                  </a:lnTo>
                  <a:lnTo>
                    <a:pt x="96836" y="272675"/>
                  </a:lnTo>
                  <a:lnTo>
                    <a:pt x="98118" y="279556"/>
                  </a:lnTo>
                  <a:lnTo>
                    <a:pt x="99400" y="274395"/>
                  </a:lnTo>
                  <a:lnTo>
                    <a:pt x="100681" y="262352"/>
                  </a:lnTo>
                  <a:lnTo>
                    <a:pt x="101963" y="243429"/>
                  </a:lnTo>
                  <a:lnTo>
                    <a:pt x="103245" y="272635"/>
                  </a:lnTo>
                  <a:lnTo>
                    <a:pt x="104527" y="267454"/>
                  </a:lnTo>
                  <a:lnTo>
                    <a:pt x="105809" y="257167"/>
                  </a:lnTo>
                  <a:lnTo>
                    <a:pt x="107091" y="257774"/>
                  </a:lnTo>
                  <a:lnTo>
                    <a:pt x="108372" y="228838"/>
                  </a:lnTo>
                  <a:lnTo>
                    <a:pt x="109654" y="221780"/>
                  </a:lnTo>
                  <a:lnTo>
                    <a:pt x="110936" y="202019"/>
                  </a:lnTo>
                  <a:lnTo>
                    <a:pt x="112218" y="211194"/>
                  </a:lnTo>
                  <a:lnTo>
                    <a:pt x="113500" y="187198"/>
                  </a:lnTo>
                  <a:lnTo>
                    <a:pt x="114782" y="186492"/>
                  </a:lnTo>
                  <a:lnTo>
                    <a:pt x="116064" y="186492"/>
                  </a:lnTo>
                  <a:lnTo>
                    <a:pt x="117345" y="167437"/>
                  </a:lnTo>
                  <a:lnTo>
                    <a:pt x="118627" y="149793"/>
                  </a:lnTo>
                  <a:lnTo>
                    <a:pt x="119909" y="158262"/>
                  </a:lnTo>
                  <a:lnTo>
                    <a:pt x="121191" y="150499"/>
                  </a:lnTo>
                  <a:lnTo>
                    <a:pt x="122473" y="145474"/>
                  </a:lnTo>
                  <a:lnTo>
                    <a:pt x="123755" y="137090"/>
                  </a:lnTo>
                  <a:lnTo>
                    <a:pt x="125036" y="149802"/>
                  </a:lnTo>
                  <a:lnTo>
                    <a:pt x="126318" y="101096"/>
                  </a:lnTo>
                  <a:lnTo>
                    <a:pt x="127600" y="130032"/>
                  </a:lnTo>
                  <a:lnTo>
                    <a:pt x="128882" y="117328"/>
                  </a:lnTo>
                  <a:lnTo>
                    <a:pt x="130164" y="129326"/>
                  </a:lnTo>
                  <a:lnTo>
                    <a:pt x="131446" y="128620"/>
                  </a:lnTo>
                  <a:lnTo>
                    <a:pt x="132728" y="143441"/>
                  </a:lnTo>
                  <a:lnTo>
                    <a:pt x="134009" y="130032"/>
                  </a:lnTo>
                  <a:lnTo>
                    <a:pt x="135291" y="130032"/>
                  </a:lnTo>
                  <a:lnTo>
                    <a:pt x="136573" y="149087"/>
                  </a:lnTo>
                  <a:lnTo>
                    <a:pt x="137855" y="170966"/>
                  </a:lnTo>
                  <a:lnTo>
                    <a:pt x="139137" y="161791"/>
                  </a:lnTo>
                  <a:lnTo>
                    <a:pt x="140419" y="181552"/>
                  </a:lnTo>
                  <a:lnTo>
                    <a:pt x="141700" y="165320"/>
                  </a:lnTo>
                  <a:lnTo>
                    <a:pt x="142982" y="177806"/>
                  </a:lnTo>
                  <a:lnTo>
                    <a:pt x="144264" y="214813"/>
                  </a:lnTo>
                  <a:lnTo>
                    <a:pt x="145546" y="210742"/>
                  </a:lnTo>
                  <a:lnTo>
                    <a:pt x="146828" y="210742"/>
                  </a:lnTo>
                  <a:lnTo>
                    <a:pt x="148110" y="234827"/>
                  </a:lnTo>
                  <a:lnTo>
                    <a:pt x="149391" y="245149"/>
                  </a:lnTo>
                  <a:lnTo>
                    <a:pt x="150673" y="253751"/>
                  </a:lnTo>
                  <a:lnTo>
                    <a:pt x="151955" y="284717"/>
                  </a:lnTo>
                  <a:lnTo>
                    <a:pt x="153237" y="313103"/>
                  </a:lnTo>
                  <a:lnTo>
                    <a:pt x="154519" y="310439"/>
                  </a:lnTo>
                  <a:lnTo>
                    <a:pt x="155801" y="292438"/>
                  </a:lnTo>
                  <a:lnTo>
                    <a:pt x="157083" y="284592"/>
                  </a:lnTo>
                  <a:lnTo>
                    <a:pt x="158364" y="305906"/>
                  </a:lnTo>
                  <a:lnTo>
                    <a:pt x="159646" y="325051"/>
                  </a:lnTo>
                  <a:lnTo>
                    <a:pt x="160928" y="347985"/>
                  </a:lnTo>
                  <a:lnTo>
                    <a:pt x="162210" y="344575"/>
                  </a:lnTo>
                  <a:lnTo>
                    <a:pt x="163492" y="323141"/>
                  </a:lnTo>
                  <a:lnTo>
                    <a:pt x="164774" y="315347"/>
                  </a:lnTo>
                  <a:lnTo>
                    <a:pt x="166055" y="308040"/>
                  </a:lnTo>
                  <a:lnTo>
                    <a:pt x="167337" y="283196"/>
                  </a:lnTo>
                  <a:lnTo>
                    <a:pt x="168619" y="273941"/>
                  </a:lnTo>
                  <a:lnTo>
                    <a:pt x="169901" y="261763"/>
                  </a:lnTo>
                  <a:lnTo>
                    <a:pt x="171183" y="234970"/>
                  </a:lnTo>
                  <a:lnTo>
                    <a:pt x="172465" y="215485"/>
                  </a:lnTo>
                  <a:lnTo>
                    <a:pt x="173747" y="221331"/>
                  </a:lnTo>
                  <a:lnTo>
                    <a:pt x="175028" y="234970"/>
                  </a:lnTo>
                  <a:lnTo>
                    <a:pt x="176310" y="228980"/>
                  </a:lnTo>
                  <a:lnTo>
                    <a:pt x="177592" y="213856"/>
                  </a:lnTo>
                  <a:lnTo>
                    <a:pt x="178874" y="173136"/>
                  </a:lnTo>
                  <a:lnTo>
                    <a:pt x="180156" y="107264"/>
                  </a:lnTo>
                  <a:lnTo>
                    <a:pt x="181438" y="97711"/>
                  </a:lnTo>
                  <a:lnTo>
                    <a:pt x="182719" y="72254"/>
                  </a:lnTo>
                  <a:lnTo>
                    <a:pt x="184001" y="86017"/>
                  </a:lnTo>
                  <a:lnTo>
                    <a:pt x="185283" y="98919"/>
                  </a:lnTo>
                  <a:lnTo>
                    <a:pt x="186565" y="142788"/>
                  </a:lnTo>
                  <a:lnTo>
                    <a:pt x="187847" y="159132"/>
                  </a:lnTo>
                  <a:lnTo>
                    <a:pt x="189129" y="180636"/>
                  </a:lnTo>
                  <a:lnTo>
                    <a:pt x="190410" y="227946"/>
                  </a:lnTo>
                  <a:lnTo>
                    <a:pt x="191692" y="263213"/>
                  </a:lnTo>
                  <a:lnTo>
                    <a:pt x="192974" y="260632"/>
                  </a:lnTo>
                  <a:lnTo>
                    <a:pt x="194256" y="275607"/>
                  </a:lnTo>
                  <a:lnTo>
                    <a:pt x="195538" y="278350"/>
                  </a:lnTo>
                  <a:lnTo>
                    <a:pt x="196820" y="285298"/>
                  </a:lnTo>
                  <a:lnTo>
                    <a:pt x="198102" y="294768"/>
                  </a:lnTo>
                  <a:lnTo>
                    <a:pt x="199383" y="294842"/>
                  </a:lnTo>
                  <a:lnTo>
                    <a:pt x="200665" y="308364"/>
                  </a:lnTo>
                  <a:lnTo>
                    <a:pt x="201947" y="259805"/>
                  </a:lnTo>
                  <a:lnTo>
                    <a:pt x="203229" y="240136"/>
                  </a:lnTo>
                  <a:lnTo>
                    <a:pt x="204511" y="235218"/>
                  </a:lnTo>
                  <a:lnTo>
                    <a:pt x="205793" y="213705"/>
                  </a:lnTo>
                  <a:lnTo>
                    <a:pt x="207074" y="184815"/>
                  </a:lnTo>
                  <a:lnTo>
                    <a:pt x="208356" y="161458"/>
                  </a:lnTo>
                  <a:lnTo>
                    <a:pt x="209638" y="161458"/>
                  </a:lnTo>
                  <a:lnTo>
                    <a:pt x="210920" y="152852"/>
                  </a:lnTo>
                  <a:lnTo>
                    <a:pt x="212202" y="152238"/>
                  </a:lnTo>
                  <a:lnTo>
                    <a:pt x="213484" y="159139"/>
                  </a:lnTo>
                  <a:lnTo>
                    <a:pt x="214766" y="159315"/>
                  </a:lnTo>
                  <a:lnTo>
                    <a:pt x="216047" y="130032"/>
                  </a:lnTo>
                  <a:lnTo>
                    <a:pt x="217329" y="143348"/>
                  </a:lnTo>
                  <a:lnTo>
                    <a:pt x="218611" y="118703"/>
                  </a:lnTo>
                  <a:lnTo>
                    <a:pt x="219893" y="125585"/>
                  </a:lnTo>
                  <a:lnTo>
                    <a:pt x="221175" y="193539"/>
                  </a:lnTo>
                  <a:lnTo>
                    <a:pt x="222457" y="221064"/>
                  </a:lnTo>
                  <a:lnTo>
                    <a:pt x="223738" y="227946"/>
                  </a:lnTo>
                  <a:lnTo>
                    <a:pt x="225020" y="248590"/>
                  </a:lnTo>
                  <a:lnTo>
                    <a:pt x="226302" y="278696"/>
                  </a:lnTo>
                  <a:lnTo>
                    <a:pt x="227584" y="273535"/>
                  </a:lnTo>
                  <a:lnTo>
                    <a:pt x="228866" y="262352"/>
                  </a:lnTo>
                  <a:lnTo>
                    <a:pt x="230148" y="261492"/>
                  </a:lnTo>
                  <a:lnTo>
                    <a:pt x="231429" y="276975"/>
                  </a:lnTo>
                  <a:lnTo>
                    <a:pt x="232711" y="279556"/>
                  </a:lnTo>
                  <a:lnTo>
                    <a:pt x="233993" y="265793"/>
                  </a:lnTo>
                  <a:lnTo>
                    <a:pt x="235275" y="235687"/>
                  </a:lnTo>
                  <a:lnTo>
                    <a:pt x="236557" y="214183"/>
                  </a:lnTo>
                  <a:lnTo>
                    <a:pt x="237839" y="210742"/>
                  </a:lnTo>
                  <a:lnTo>
                    <a:pt x="239121" y="210742"/>
                  </a:lnTo>
                  <a:lnTo>
                    <a:pt x="240402" y="178916"/>
                  </a:lnTo>
                  <a:lnTo>
                    <a:pt x="241684" y="176335"/>
                  </a:lnTo>
                  <a:lnTo>
                    <a:pt x="242966" y="176335"/>
                  </a:lnTo>
                  <a:lnTo>
                    <a:pt x="244248" y="160852"/>
                  </a:lnTo>
                  <a:lnTo>
                    <a:pt x="245530" y="131606"/>
                  </a:lnTo>
                  <a:lnTo>
                    <a:pt x="246812" y="137627"/>
                  </a:lnTo>
                  <a:lnTo>
                    <a:pt x="248093" y="121284"/>
                  </a:lnTo>
                  <a:lnTo>
                    <a:pt x="249375" y="120424"/>
                  </a:lnTo>
                  <a:lnTo>
                    <a:pt x="250657" y="121284"/>
                  </a:lnTo>
                  <a:lnTo>
                    <a:pt x="251939" y="107521"/>
                  </a:lnTo>
                  <a:lnTo>
                    <a:pt x="253221" y="121284"/>
                  </a:lnTo>
                  <a:lnTo>
                    <a:pt x="254503" y="151390"/>
                  </a:lnTo>
                  <a:lnTo>
                    <a:pt x="255785" y="165153"/>
                  </a:lnTo>
                  <a:lnTo>
                    <a:pt x="257066" y="159132"/>
                  </a:lnTo>
                  <a:lnTo>
                    <a:pt x="258348" y="151390"/>
                  </a:lnTo>
                  <a:lnTo>
                    <a:pt x="259630" y="156551"/>
                  </a:lnTo>
                  <a:lnTo>
                    <a:pt x="260912" y="123865"/>
                  </a:lnTo>
                  <a:lnTo>
                    <a:pt x="262194" y="84296"/>
                  </a:lnTo>
                  <a:lnTo>
                    <a:pt x="263476" y="87737"/>
                  </a:lnTo>
                  <a:lnTo>
                    <a:pt x="264757" y="89458"/>
                  </a:lnTo>
                  <a:lnTo>
                    <a:pt x="266039" y="111822"/>
                  </a:lnTo>
                  <a:lnTo>
                    <a:pt x="267321" y="128165"/>
                  </a:lnTo>
                  <a:lnTo>
                    <a:pt x="268603" y="141928"/>
                  </a:lnTo>
                  <a:lnTo>
                    <a:pt x="269885" y="104941"/>
                  </a:lnTo>
                  <a:lnTo>
                    <a:pt x="271167" y="76555"/>
                  </a:lnTo>
                  <a:lnTo>
                    <a:pt x="272449" y="73114"/>
                  </a:lnTo>
                  <a:lnTo>
                    <a:pt x="273730" y="36987"/>
                  </a:lnTo>
                  <a:lnTo>
                    <a:pt x="275012" y="8601"/>
                  </a:lnTo>
                  <a:lnTo>
                    <a:pt x="276294" y="4300"/>
                  </a:lnTo>
                  <a:lnTo>
                    <a:pt x="277576" y="0"/>
                  </a:lnTo>
                  <a:lnTo>
                    <a:pt x="278858" y="20644"/>
                  </a:lnTo>
                  <a:lnTo>
                    <a:pt x="280140" y="38707"/>
                  </a:lnTo>
                  <a:lnTo>
                    <a:pt x="281421" y="61932"/>
                  </a:lnTo>
                  <a:lnTo>
                    <a:pt x="282703" y="83436"/>
                  </a:lnTo>
                  <a:lnTo>
                    <a:pt x="283985" y="101500"/>
                  </a:lnTo>
                  <a:lnTo>
                    <a:pt x="285267" y="80856"/>
                  </a:lnTo>
                  <a:lnTo>
                    <a:pt x="286549" y="72254"/>
                  </a:lnTo>
                  <a:lnTo>
                    <a:pt x="287831" y="55911"/>
                  </a:lnTo>
                  <a:lnTo>
                    <a:pt x="289112" y="85157"/>
                  </a:lnTo>
                  <a:lnTo>
                    <a:pt x="290394" y="121284"/>
                  </a:lnTo>
                  <a:lnTo>
                    <a:pt x="291676" y="124725"/>
                  </a:lnTo>
                  <a:lnTo>
                    <a:pt x="292958" y="146229"/>
                  </a:lnTo>
                  <a:lnTo>
                    <a:pt x="294240" y="124725"/>
                  </a:lnTo>
                  <a:lnTo>
                    <a:pt x="295522" y="118703"/>
                  </a:lnTo>
                  <a:lnTo>
                    <a:pt x="296804" y="114403"/>
                  </a:lnTo>
                  <a:lnTo>
                    <a:pt x="298085" y="89458"/>
                  </a:lnTo>
                  <a:lnTo>
                    <a:pt x="299367" y="60212"/>
                  </a:lnTo>
                  <a:lnTo>
                    <a:pt x="300649" y="73114"/>
                  </a:lnTo>
                  <a:lnTo>
                    <a:pt x="301931" y="73114"/>
                  </a:lnTo>
                  <a:lnTo>
                    <a:pt x="303213" y="92898"/>
                  </a:lnTo>
                  <a:lnTo>
                    <a:pt x="304495" y="123004"/>
                  </a:lnTo>
                  <a:lnTo>
                    <a:pt x="305776" y="142788"/>
                  </a:lnTo>
                  <a:lnTo>
                    <a:pt x="307058" y="156551"/>
                  </a:lnTo>
                  <a:lnTo>
                    <a:pt x="308340" y="153110"/>
                  </a:lnTo>
                  <a:lnTo>
                    <a:pt x="309622" y="159132"/>
                  </a:lnTo>
                  <a:lnTo>
                    <a:pt x="310904" y="159132"/>
                  </a:lnTo>
                  <a:lnTo>
                    <a:pt x="312186" y="173755"/>
                  </a:lnTo>
                  <a:lnTo>
                    <a:pt x="313468" y="231386"/>
                  </a:lnTo>
                  <a:lnTo>
                    <a:pt x="314749" y="242569"/>
                  </a:lnTo>
                  <a:lnTo>
                    <a:pt x="316031" y="250310"/>
                  </a:lnTo>
                  <a:lnTo>
                    <a:pt x="317313" y="281276"/>
                  </a:lnTo>
                  <a:lnTo>
                    <a:pt x="318595" y="324285"/>
                  </a:lnTo>
                  <a:lnTo>
                    <a:pt x="319877" y="313103"/>
                  </a:lnTo>
                  <a:lnTo>
                    <a:pt x="321159" y="296759"/>
                  </a:lnTo>
                  <a:lnTo>
                    <a:pt x="322440" y="296759"/>
                  </a:lnTo>
                  <a:lnTo>
                    <a:pt x="323722" y="296759"/>
                  </a:lnTo>
                  <a:lnTo>
                    <a:pt x="325004" y="296759"/>
                  </a:lnTo>
                  <a:lnTo>
                    <a:pt x="326286" y="315952"/>
                  </a:lnTo>
                  <a:lnTo>
                    <a:pt x="327568" y="321831"/>
                  </a:lnTo>
                  <a:lnTo>
                    <a:pt x="328850" y="321831"/>
                  </a:lnTo>
                  <a:lnTo>
                    <a:pt x="330131" y="321831"/>
                  </a:lnTo>
                  <a:lnTo>
                    <a:pt x="331413" y="319626"/>
                  </a:lnTo>
                  <a:lnTo>
                    <a:pt x="332695" y="307134"/>
                  </a:lnTo>
                  <a:lnTo>
                    <a:pt x="333977" y="314482"/>
                  </a:lnTo>
                  <a:lnTo>
                    <a:pt x="335259" y="321831"/>
                  </a:lnTo>
                  <a:lnTo>
                    <a:pt x="336541" y="321831"/>
                  </a:lnTo>
                  <a:lnTo>
                    <a:pt x="337823" y="330466"/>
                  </a:lnTo>
                  <a:lnTo>
                    <a:pt x="339104" y="342464"/>
                  </a:lnTo>
                  <a:lnTo>
                    <a:pt x="340386" y="355873"/>
                  </a:lnTo>
                  <a:lnTo>
                    <a:pt x="341668" y="355873"/>
                  </a:lnTo>
                  <a:lnTo>
                    <a:pt x="342950" y="355873"/>
                  </a:lnTo>
                  <a:lnTo>
                    <a:pt x="344232" y="355873"/>
                  </a:lnTo>
                  <a:lnTo>
                    <a:pt x="345514" y="359306"/>
                  </a:lnTo>
                  <a:lnTo>
                    <a:pt x="346736" y="36561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28196" y="1915800"/>
              <a:ext cx="78835" cy="150488"/>
            </a:xfrm>
            <a:custGeom>
              <a:avLst/>
              <a:pathLst>
                <a:path w="78835" h="150488">
                  <a:moveTo>
                    <a:pt x="0" y="150488"/>
                  </a:moveTo>
                  <a:lnTo>
                    <a:pt x="735" y="133247"/>
                  </a:lnTo>
                  <a:lnTo>
                    <a:pt x="2017" y="109162"/>
                  </a:lnTo>
                  <a:lnTo>
                    <a:pt x="3299" y="82497"/>
                  </a:lnTo>
                  <a:lnTo>
                    <a:pt x="4581" y="73035"/>
                  </a:lnTo>
                  <a:lnTo>
                    <a:pt x="5863" y="64433"/>
                  </a:lnTo>
                  <a:lnTo>
                    <a:pt x="7144" y="60132"/>
                  </a:lnTo>
                  <a:lnTo>
                    <a:pt x="8426" y="47230"/>
                  </a:lnTo>
                  <a:lnTo>
                    <a:pt x="9708" y="31747"/>
                  </a:lnTo>
                  <a:lnTo>
                    <a:pt x="10990" y="12823"/>
                  </a:lnTo>
                  <a:lnTo>
                    <a:pt x="12272" y="12823"/>
                  </a:lnTo>
                  <a:lnTo>
                    <a:pt x="13554" y="12823"/>
                  </a:lnTo>
                  <a:lnTo>
                    <a:pt x="14835" y="12823"/>
                  </a:lnTo>
                  <a:lnTo>
                    <a:pt x="16117" y="12823"/>
                  </a:lnTo>
                  <a:lnTo>
                    <a:pt x="17399" y="12823"/>
                  </a:lnTo>
                  <a:lnTo>
                    <a:pt x="18681" y="15403"/>
                  </a:lnTo>
                  <a:lnTo>
                    <a:pt x="19963" y="30026"/>
                  </a:lnTo>
                  <a:lnTo>
                    <a:pt x="21245" y="47230"/>
                  </a:lnTo>
                  <a:lnTo>
                    <a:pt x="22527" y="63573"/>
                  </a:lnTo>
                  <a:lnTo>
                    <a:pt x="23808" y="87233"/>
                  </a:lnTo>
                  <a:lnTo>
                    <a:pt x="25090" y="92011"/>
                  </a:lnTo>
                  <a:lnTo>
                    <a:pt x="26372" y="101934"/>
                  </a:lnTo>
                  <a:lnTo>
                    <a:pt x="27654" y="112521"/>
                  </a:lnTo>
                  <a:lnTo>
                    <a:pt x="28936" y="125224"/>
                  </a:lnTo>
                  <a:lnTo>
                    <a:pt x="30218" y="140751"/>
                  </a:lnTo>
                  <a:lnTo>
                    <a:pt x="31499" y="140751"/>
                  </a:lnTo>
                  <a:lnTo>
                    <a:pt x="32781" y="140751"/>
                  </a:lnTo>
                  <a:lnTo>
                    <a:pt x="34063" y="139339"/>
                  </a:lnTo>
                  <a:lnTo>
                    <a:pt x="35345" y="125224"/>
                  </a:lnTo>
                  <a:lnTo>
                    <a:pt x="36627" y="112521"/>
                  </a:lnTo>
                  <a:lnTo>
                    <a:pt x="37909" y="106169"/>
                  </a:lnTo>
                  <a:lnTo>
                    <a:pt x="39190" y="77233"/>
                  </a:lnTo>
                  <a:lnTo>
                    <a:pt x="40472" y="74410"/>
                  </a:lnTo>
                  <a:lnTo>
                    <a:pt x="41754" y="47591"/>
                  </a:lnTo>
                  <a:lnTo>
                    <a:pt x="43036" y="11598"/>
                  </a:lnTo>
                  <a:lnTo>
                    <a:pt x="44318" y="7363"/>
                  </a:lnTo>
                  <a:lnTo>
                    <a:pt x="45600" y="0"/>
                  </a:lnTo>
                  <a:lnTo>
                    <a:pt x="46882" y="7802"/>
                  </a:lnTo>
                  <a:lnTo>
                    <a:pt x="48163" y="26998"/>
                  </a:lnTo>
                  <a:lnTo>
                    <a:pt x="49445" y="16496"/>
                  </a:lnTo>
                  <a:lnTo>
                    <a:pt x="50727" y="10414"/>
                  </a:lnTo>
                  <a:lnTo>
                    <a:pt x="52009" y="10414"/>
                  </a:lnTo>
                  <a:lnTo>
                    <a:pt x="53291" y="24711"/>
                  </a:lnTo>
                  <a:lnTo>
                    <a:pt x="54573" y="28616"/>
                  </a:lnTo>
                  <a:lnTo>
                    <a:pt x="55854" y="33154"/>
                  </a:lnTo>
                  <a:lnTo>
                    <a:pt x="57136" y="43124"/>
                  </a:lnTo>
                  <a:lnTo>
                    <a:pt x="58418" y="60705"/>
                  </a:lnTo>
                  <a:lnTo>
                    <a:pt x="59700" y="59419"/>
                  </a:lnTo>
                  <a:lnTo>
                    <a:pt x="60982" y="73141"/>
                  </a:lnTo>
                  <a:lnTo>
                    <a:pt x="62264" y="98012"/>
                  </a:lnTo>
                  <a:lnTo>
                    <a:pt x="63546" y="103158"/>
                  </a:lnTo>
                  <a:lnTo>
                    <a:pt x="64827" y="116135"/>
                  </a:lnTo>
                  <a:lnTo>
                    <a:pt x="66109" y="107531"/>
                  </a:lnTo>
                  <a:lnTo>
                    <a:pt x="67391" y="111916"/>
                  </a:lnTo>
                  <a:lnTo>
                    <a:pt x="68673" y="113608"/>
                  </a:lnTo>
                  <a:lnTo>
                    <a:pt x="69955" y="119293"/>
                  </a:lnTo>
                  <a:lnTo>
                    <a:pt x="71237" y="119293"/>
                  </a:lnTo>
                  <a:lnTo>
                    <a:pt x="72518" y="112693"/>
                  </a:lnTo>
                  <a:lnTo>
                    <a:pt x="73800" y="133961"/>
                  </a:lnTo>
                  <a:lnTo>
                    <a:pt x="75082" y="142815"/>
                  </a:lnTo>
                  <a:lnTo>
                    <a:pt x="76364" y="136101"/>
                  </a:lnTo>
                  <a:lnTo>
                    <a:pt x="77646" y="139548"/>
                  </a:lnTo>
                  <a:lnTo>
                    <a:pt x="78835" y="15048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219860" y="1899630"/>
              <a:ext cx="183400" cy="166658"/>
            </a:xfrm>
            <a:custGeom>
              <a:avLst/>
              <a:pathLst>
                <a:path w="183400" h="166658">
                  <a:moveTo>
                    <a:pt x="0" y="166658"/>
                  </a:moveTo>
                  <a:lnTo>
                    <a:pt x="82" y="165389"/>
                  </a:lnTo>
                  <a:lnTo>
                    <a:pt x="1364" y="156920"/>
                  </a:lnTo>
                  <a:lnTo>
                    <a:pt x="2645" y="150011"/>
                  </a:lnTo>
                  <a:lnTo>
                    <a:pt x="3927" y="137574"/>
                  </a:lnTo>
                  <a:lnTo>
                    <a:pt x="5209" y="134585"/>
                  </a:lnTo>
                  <a:lnTo>
                    <a:pt x="6491" y="115010"/>
                  </a:lnTo>
                  <a:lnTo>
                    <a:pt x="7773" y="98666"/>
                  </a:lnTo>
                  <a:lnTo>
                    <a:pt x="9055" y="87484"/>
                  </a:lnTo>
                  <a:lnTo>
                    <a:pt x="10337" y="80603"/>
                  </a:lnTo>
                  <a:lnTo>
                    <a:pt x="11618" y="69421"/>
                  </a:lnTo>
                  <a:lnTo>
                    <a:pt x="12900" y="63399"/>
                  </a:lnTo>
                  <a:lnTo>
                    <a:pt x="14182" y="63399"/>
                  </a:lnTo>
                  <a:lnTo>
                    <a:pt x="15464" y="63399"/>
                  </a:lnTo>
                  <a:lnTo>
                    <a:pt x="16746" y="63399"/>
                  </a:lnTo>
                  <a:lnTo>
                    <a:pt x="18028" y="63399"/>
                  </a:lnTo>
                  <a:lnTo>
                    <a:pt x="19309" y="87484"/>
                  </a:lnTo>
                  <a:lnTo>
                    <a:pt x="20591" y="97806"/>
                  </a:lnTo>
                  <a:lnTo>
                    <a:pt x="21873" y="104688"/>
                  </a:lnTo>
                  <a:lnTo>
                    <a:pt x="23155" y="115010"/>
                  </a:lnTo>
                  <a:lnTo>
                    <a:pt x="24437" y="115010"/>
                  </a:lnTo>
                  <a:lnTo>
                    <a:pt x="25719" y="115010"/>
                  </a:lnTo>
                  <a:lnTo>
                    <a:pt x="27001" y="131353"/>
                  </a:lnTo>
                  <a:lnTo>
                    <a:pt x="28282" y="142535"/>
                  </a:lnTo>
                  <a:lnTo>
                    <a:pt x="29564" y="149417"/>
                  </a:lnTo>
                  <a:lnTo>
                    <a:pt x="30846" y="160599"/>
                  </a:lnTo>
                  <a:lnTo>
                    <a:pt x="32128" y="166620"/>
                  </a:lnTo>
                  <a:lnTo>
                    <a:pt x="33410" y="166620"/>
                  </a:lnTo>
                  <a:lnTo>
                    <a:pt x="34692" y="166620"/>
                  </a:lnTo>
                  <a:lnTo>
                    <a:pt x="35973" y="166620"/>
                  </a:lnTo>
                  <a:lnTo>
                    <a:pt x="37255" y="166620"/>
                  </a:lnTo>
                  <a:lnTo>
                    <a:pt x="38537" y="166620"/>
                  </a:lnTo>
                  <a:lnTo>
                    <a:pt x="39819" y="154578"/>
                  </a:lnTo>
                  <a:lnTo>
                    <a:pt x="41101" y="147696"/>
                  </a:lnTo>
                  <a:lnTo>
                    <a:pt x="42383" y="132213"/>
                  </a:lnTo>
                  <a:lnTo>
                    <a:pt x="43664" y="132213"/>
                  </a:lnTo>
                  <a:lnTo>
                    <a:pt x="44946" y="132213"/>
                  </a:lnTo>
                  <a:lnTo>
                    <a:pt x="46228" y="132213"/>
                  </a:lnTo>
                  <a:lnTo>
                    <a:pt x="47510" y="132213"/>
                  </a:lnTo>
                  <a:lnTo>
                    <a:pt x="48792" y="132213"/>
                  </a:lnTo>
                  <a:lnTo>
                    <a:pt x="50074" y="132213"/>
                  </a:lnTo>
                  <a:lnTo>
                    <a:pt x="51356" y="132213"/>
                  </a:lnTo>
                  <a:lnTo>
                    <a:pt x="52637" y="132213"/>
                  </a:lnTo>
                  <a:lnTo>
                    <a:pt x="53919" y="132213"/>
                  </a:lnTo>
                  <a:lnTo>
                    <a:pt x="55201" y="117590"/>
                  </a:lnTo>
                  <a:lnTo>
                    <a:pt x="56483" y="115010"/>
                  </a:lnTo>
                  <a:lnTo>
                    <a:pt x="57765" y="115010"/>
                  </a:lnTo>
                  <a:lnTo>
                    <a:pt x="59047" y="124472"/>
                  </a:lnTo>
                  <a:lnTo>
                    <a:pt x="60328" y="100387"/>
                  </a:lnTo>
                  <a:lnTo>
                    <a:pt x="61610" y="115010"/>
                  </a:lnTo>
                  <a:lnTo>
                    <a:pt x="62892" y="115010"/>
                  </a:lnTo>
                  <a:lnTo>
                    <a:pt x="64174" y="102107"/>
                  </a:lnTo>
                  <a:lnTo>
                    <a:pt x="65456" y="97806"/>
                  </a:lnTo>
                  <a:lnTo>
                    <a:pt x="66738" y="80603"/>
                  </a:lnTo>
                  <a:lnTo>
                    <a:pt x="68020" y="70281"/>
                  </a:lnTo>
                  <a:lnTo>
                    <a:pt x="69301" y="63399"/>
                  </a:lnTo>
                  <a:lnTo>
                    <a:pt x="70583" y="60819"/>
                  </a:lnTo>
                  <a:lnTo>
                    <a:pt x="71865" y="46196"/>
                  </a:lnTo>
                  <a:lnTo>
                    <a:pt x="73147" y="46196"/>
                  </a:lnTo>
                  <a:lnTo>
                    <a:pt x="74429" y="60819"/>
                  </a:lnTo>
                  <a:lnTo>
                    <a:pt x="75711" y="63399"/>
                  </a:lnTo>
                  <a:lnTo>
                    <a:pt x="76992" y="63399"/>
                  </a:lnTo>
                  <a:lnTo>
                    <a:pt x="78274" y="65980"/>
                  </a:lnTo>
                  <a:lnTo>
                    <a:pt x="79556" y="92645"/>
                  </a:lnTo>
                  <a:lnTo>
                    <a:pt x="80838" y="72861"/>
                  </a:lnTo>
                  <a:lnTo>
                    <a:pt x="82120" y="46196"/>
                  </a:lnTo>
                  <a:lnTo>
                    <a:pt x="83402" y="59098"/>
                  </a:lnTo>
                  <a:lnTo>
                    <a:pt x="84683" y="63399"/>
                  </a:lnTo>
                  <a:lnTo>
                    <a:pt x="85965" y="80603"/>
                  </a:lnTo>
                  <a:lnTo>
                    <a:pt x="87247" y="116999"/>
                  </a:lnTo>
                  <a:lnTo>
                    <a:pt x="88529" y="127186"/>
                  </a:lnTo>
                  <a:lnTo>
                    <a:pt x="89811" y="130807"/>
                  </a:lnTo>
                  <a:lnTo>
                    <a:pt x="91093" y="142805"/>
                  </a:lnTo>
                  <a:lnTo>
                    <a:pt x="92375" y="142805"/>
                  </a:lnTo>
                  <a:lnTo>
                    <a:pt x="93656" y="142805"/>
                  </a:lnTo>
                  <a:lnTo>
                    <a:pt x="94938" y="139276"/>
                  </a:lnTo>
                  <a:lnTo>
                    <a:pt x="96220" y="127984"/>
                  </a:lnTo>
                  <a:lnTo>
                    <a:pt x="97502" y="111046"/>
                  </a:lnTo>
                  <a:lnTo>
                    <a:pt x="98784" y="103989"/>
                  </a:lnTo>
                  <a:lnTo>
                    <a:pt x="100066" y="110340"/>
                  </a:lnTo>
                  <a:lnTo>
                    <a:pt x="101347" y="128690"/>
                  </a:lnTo>
                  <a:lnTo>
                    <a:pt x="102629" y="128690"/>
                  </a:lnTo>
                  <a:lnTo>
                    <a:pt x="103911" y="128690"/>
                  </a:lnTo>
                  <a:lnTo>
                    <a:pt x="105193" y="128690"/>
                  </a:lnTo>
                  <a:lnTo>
                    <a:pt x="106475" y="122877"/>
                  </a:lnTo>
                  <a:lnTo>
                    <a:pt x="107757" y="119556"/>
                  </a:lnTo>
                  <a:lnTo>
                    <a:pt x="109039" y="97806"/>
                  </a:lnTo>
                  <a:lnTo>
                    <a:pt x="110320" y="97806"/>
                  </a:lnTo>
                  <a:lnTo>
                    <a:pt x="111602" y="82323"/>
                  </a:lnTo>
                  <a:lnTo>
                    <a:pt x="112884" y="80603"/>
                  </a:lnTo>
                  <a:lnTo>
                    <a:pt x="114166" y="72001"/>
                  </a:lnTo>
                  <a:lnTo>
                    <a:pt x="115448" y="81463"/>
                  </a:lnTo>
                  <a:lnTo>
                    <a:pt x="116730" y="102107"/>
                  </a:lnTo>
                  <a:lnTo>
                    <a:pt x="118011" y="115010"/>
                  </a:lnTo>
                  <a:lnTo>
                    <a:pt x="119293" y="127912"/>
                  </a:lnTo>
                  <a:lnTo>
                    <a:pt x="120575" y="132213"/>
                  </a:lnTo>
                  <a:lnTo>
                    <a:pt x="121857" y="132213"/>
                  </a:lnTo>
                  <a:lnTo>
                    <a:pt x="123139" y="132213"/>
                  </a:lnTo>
                  <a:lnTo>
                    <a:pt x="124421" y="132213"/>
                  </a:lnTo>
                  <a:lnTo>
                    <a:pt x="125703" y="132213"/>
                  </a:lnTo>
                  <a:lnTo>
                    <a:pt x="126984" y="150328"/>
                  </a:lnTo>
                  <a:lnTo>
                    <a:pt x="128266" y="147871"/>
                  </a:lnTo>
                  <a:lnTo>
                    <a:pt x="129548" y="127279"/>
                  </a:lnTo>
                  <a:lnTo>
                    <a:pt x="130830" y="134127"/>
                  </a:lnTo>
                  <a:lnTo>
                    <a:pt x="132112" y="133593"/>
                  </a:lnTo>
                  <a:lnTo>
                    <a:pt x="133394" y="133998"/>
                  </a:lnTo>
                  <a:lnTo>
                    <a:pt x="134675" y="134613"/>
                  </a:lnTo>
                  <a:lnTo>
                    <a:pt x="135957" y="138493"/>
                  </a:lnTo>
                  <a:lnTo>
                    <a:pt x="137239" y="136496"/>
                  </a:lnTo>
                  <a:lnTo>
                    <a:pt x="138521" y="141238"/>
                  </a:lnTo>
                  <a:lnTo>
                    <a:pt x="139803" y="124052"/>
                  </a:lnTo>
                  <a:lnTo>
                    <a:pt x="141085" y="123616"/>
                  </a:lnTo>
                  <a:lnTo>
                    <a:pt x="142366" y="123494"/>
                  </a:lnTo>
                  <a:lnTo>
                    <a:pt x="143648" y="127827"/>
                  </a:lnTo>
                  <a:lnTo>
                    <a:pt x="144930" y="101803"/>
                  </a:lnTo>
                  <a:lnTo>
                    <a:pt x="146212" y="91394"/>
                  </a:lnTo>
                  <a:lnTo>
                    <a:pt x="147494" y="85074"/>
                  </a:lnTo>
                  <a:lnTo>
                    <a:pt x="148776" y="84702"/>
                  </a:lnTo>
                  <a:lnTo>
                    <a:pt x="150058" y="95855"/>
                  </a:lnTo>
                  <a:lnTo>
                    <a:pt x="151339" y="98829"/>
                  </a:lnTo>
                  <a:lnTo>
                    <a:pt x="152621" y="89346"/>
                  </a:lnTo>
                  <a:lnTo>
                    <a:pt x="153903" y="74712"/>
                  </a:lnTo>
                  <a:lnTo>
                    <a:pt x="155185" y="73492"/>
                  </a:lnTo>
                  <a:lnTo>
                    <a:pt x="156467" y="71729"/>
                  </a:lnTo>
                  <a:lnTo>
                    <a:pt x="157749" y="60327"/>
                  </a:lnTo>
                  <a:lnTo>
                    <a:pt x="159030" y="64271"/>
                  </a:lnTo>
                  <a:lnTo>
                    <a:pt x="160312" y="54318"/>
                  </a:lnTo>
                  <a:lnTo>
                    <a:pt x="161594" y="31560"/>
                  </a:lnTo>
                  <a:lnTo>
                    <a:pt x="162876" y="0"/>
                  </a:lnTo>
                  <a:lnTo>
                    <a:pt x="164158" y="22117"/>
                  </a:lnTo>
                  <a:lnTo>
                    <a:pt x="165440" y="34503"/>
                  </a:lnTo>
                  <a:lnTo>
                    <a:pt x="166722" y="46610"/>
                  </a:lnTo>
                  <a:lnTo>
                    <a:pt x="168003" y="64849"/>
                  </a:lnTo>
                  <a:lnTo>
                    <a:pt x="169285" y="60852"/>
                  </a:lnTo>
                  <a:lnTo>
                    <a:pt x="170567" y="81409"/>
                  </a:lnTo>
                  <a:lnTo>
                    <a:pt x="171849" y="81409"/>
                  </a:lnTo>
                  <a:lnTo>
                    <a:pt x="173131" y="103984"/>
                  </a:lnTo>
                  <a:lnTo>
                    <a:pt x="174413" y="115041"/>
                  </a:lnTo>
                  <a:lnTo>
                    <a:pt x="175694" y="115041"/>
                  </a:lnTo>
                  <a:lnTo>
                    <a:pt x="176976" y="115594"/>
                  </a:lnTo>
                  <a:lnTo>
                    <a:pt x="178258" y="126098"/>
                  </a:lnTo>
                  <a:lnTo>
                    <a:pt x="179540" y="135721"/>
                  </a:lnTo>
                  <a:lnTo>
                    <a:pt x="180822" y="154010"/>
                  </a:lnTo>
                  <a:lnTo>
                    <a:pt x="182104" y="158585"/>
                  </a:lnTo>
                  <a:lnTo>
                    <a:pt x="183385" y="166576"/>
                  </a:lnTo>
                  <a:lnTo>
                    <a:pt x="183400" y="16665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404912" y="1741105"/>
              <a:ext cx="266934" cy="325183"/>
            </a:xfrm>
            <a:custGeom>
              <a:avLst/>
              <a:pathLst>
                <a:path w="266934" h="325183">
                  <a:moveTo>
                    <a:pt x="0" y="325183"/>
                  </a:moveTo>
                  <a:lnTo>
                    <a:pt x="897" y="308102"/>
                  </a:lnTo>
                  <a:lnTo>
                    <a:pt x="2179" y="284067"/>
                  </a:lnTo>
                  <a:lnTo>
                    <a:pt x="3461" y="264249"/>
                  </a:lnTo>
                  <a:lnTo>
                    <a:pt x="4743" y="242573"/>
                  </a:lnTo>
                  <a:lnTo>
                    <a:pt x="6025" y="236999"/>
                  </a:lnTo>
                  <a:lnTo>
                    <a:pt x="7307" y="202525"/>
                  </a:lnTo>
                  <a:lnTo>
                    <a:pt x="8588" y="202525"/>
                  </a:lnTo>
                  <a:lnTo>
                    <a:pt x="9870" y="195467"/>
                  </a:lnTo>
                  <a:lnTo>
                    <a:pt x="11152" y="188410"/>
                  </a:lnTo>
                  <a:lnTo>
                    <a:pt x="12434" y="188410"/>
                  </a:lnTo>
                  <a:lnTo>
                    <a:pt x="13716" y="188410"/>
                  </a:lnTo>
                  <a:lnTo>
                    <a:pt x="14998" y="188410"/>
                  </a:lnTo>
                  <a:lnTo>
                    <a:pt x="16280" y="189821"/>
                  </a:lnTo>
                  <a:lnTo>
                    <a:pt x="17561" y="202525"/>
                  </a:lnTo>
                  <a:lnTo>
                    <a:pt x="18843" y="195429"/>
                  </a:lnTo>
                  <a:lnTo>
                    <a:pt x="20125" y="220413"/>
                  </a:lnTo>
                  <a:lnTo>
                    <a:pt x="21407" y="240253"/>
                  </a:lnTo>
                  <a:lnTo>
                    <a:pt x="22689" y="256290"/>
                  </a:lnTo>
                  <a:lnTo>
                    <a:pt x="23971" y="256331"/>
                  </a:lnTo>
                  <a:lnTo>
                    <a:pt x="25252" y="285697"/>
                  </a:lnTo>
                  <a:lnTo>
                    <a:pt x="26534" y="299977"/>
                  </a:lnTo>
                  <a:lnTo>
                    <a:pt x="27816" y="297801"/>
                  </a:lnTo>
                  <a:lnTo>
                    <a:pt x="29098" y="294273"/>
                  </a:lnTo>
                  <a:lnTo>
                    <a:pt x="30380" y="316890"/>
                  </a:lnTo>
                  <a:lnTo>
                    <a:pt x="31662" y="311316"/>
                  </a:lnTo>
                  <a:lnTo>
                    <a:pt x="32943" y="307548"/>
                  </a:lnTo>
                  <a:lnTo>
                    <a:pt x="34225" y="306439"/>
                  </a:lnTo>
                  <a:lnTo>
                    <a:pt x="35507" y="299234"/>
                  </a:lnTo>
                  <a:lnTo>
                    <a:pt x="36789" y="284623"/>
                  </a:lnTo>
                  <a:lnTo>
                    <a:pt x="38071" y="290152"/>
                  </a:lnTo>
                  <a:lnTo>
                    <a:pt x="39353" y="295680"/>
                  </a:lnTo>
                  <a:lnTo>
                    <a:pt x="40635" y="295680"/>
                  </a:lnTo>
                  <a:lnTo>
                    <a:pt x="41916" y="303420"/>
                  </a:lnTo>
                  <a:lnTo>
                    <a:pt x="43198" y="306738"/>
                  </a:lnTo>
                  <a:lnTo>
                    <a:pt x="44480" y="306439"/>
                  </a:lnTo>
                  <a:lnTo>
                    <a:pt x="45762" y="293138"/>
                  </a:lnTo>
                  <a:lnTo>
                    <a:pt x="47044" y="296211"/>
                  </a:lnTo>
                  <a:lnTo>
                    <a:pt x="48326" y="299899"/>
                  </a:lnTo>
                  <a:lnTo>
                    <a:pt x="49607" y="292118"/>
                  </a:lnTo>
                  <a:lnTo>
                    <a:pt x="50889" y="279452"/>
                  </a:lnTo>
                  <a:lnTo>
                    <a:pt x="52171" y="294629"/>
                  </a:lnTo>
                  <a:lnTo>
                    <a:pt x="53453" y="296099"/>
                  </a:lnTo>
                  <a:lnTo>
                    <a:pt x="54735" y="303624"/>
                  </a:lnTo>
                  <a:lnTo>
                    <a:pt x="56017" y="307942"/>
                  </a:lnTo>
                  <a:lnTo>
                    <a:pt x="57299" y="307942"/>
                  </a:lnTo>
                  <a:lnTo>
                    <a:pt x="58580" y="307942"/>
                  </a:lnTo>
                  <a:lnTo>
                    <a:pt x="59862" y="307942"/>
                  </a:lnTo>
                  <a:lnTo>
                    <a:pt x="61144" y="307942"/>
                  </a:lnTo>
                  <a:lnTo>
                    <a:pt x="62426" y="307942"/>
                  </a:lnTo>
                  <a:lnTo>
                    <a:pt x="63708" y="307942"/>
                  </a:lnTo>
                  <a:lnTo>
                    <a:pt x="64990" y="307942"/>
                  </a:lnTo>
                  <a:lnTo>
                    <a:pt x="66271" y="307942"/>
                  </a:lnTo>
                  <a:lnTo>
                    <a:pt x="67553" y="315683"/>
                  </a:lnTo>
                  <a:lnTo>
                    <a:pt x="68835" y="316543"/>
                  </a:lnTo>
                  <a:lnTo>
                    <a:pt x="70117" y="307942"/>
                  </a:lnTo>
                  <a:lnTo>
                    <a:pt x="71399" y="307942"/>
                  </a:lnTo>
                  <a:lnTo>
                    <a:pt x="72681" y="307942"/>
                  </a:lnTo>
                  <a:lnTo>
                    <a:pt x="73962" y="307942"/>
                  </a:lnTo>
                  <a:lnTo>
                    <a:pt x="75244" y="307942"/>
                  </a:lnTo>
                  <a:lnTo>
                    <a:pt x="76526" y="307942"/>
                  </a:lnTo>
                  <a:lnTo>
                    <a:pt x="77808" y="302781"/>
                  </a:lnTo>
                  <a:lnTo>
                    <a:pt x="79090" y="277836"/>
                  </a:lnTo>
                  <a:lnTo>
                    <a:pt x="80372" y="272675"/>
                  </a:lnTo>
                  <a:lnTo>
                    <a:pt x="81654" y="256331"/>
                  </a:lnTo>
                  <a:lnTo>
                    <a:pt x="82935" y="256331"/>
                  </a:lnTo>
                  <a:lnTo>
                    <a:pt x="84217" y="256331"/>
                  </a:lnTo>
                  <a:lnTo>
                    <a:pt x="85499" y="256331"/>
                  </a:lnTo>
                  <a:lnTo>
                    <a:pt x="86781" y="252891"/>
                  </a:lnTo>
                  <a:lnTo>
                    <a:pt x="88063" y="247730"/>
                  </a:lnTo>
                  <a:lnTo>
                    <a:pt x="89345" y="256331"/>
                  </a:lnTo>
                  <a:lnTo>
                    <a:pt x="90626" y="255471"/>
                  </a:lnTo>
                  <a:lnTo>
                    <a:pt x="91908" y="266706"/>
                  </a:lnTo>
                  <a:lnTo>
                    <a:pt x="93190" y="266706"/>
                  </a:lnTo>
                  <a:lnTo>
                    <a:pt x="94472" y="271446"/>
                  </a:lnTo>
                  <a:lnTo>
                    <a:pt x="95754" y="268866"/>
                  </a:lnTo>
                  <a:lnTo>
                    <a:pt x="97036" y="263220"/>
                  </a:lnTo>
                  <a:lnTo>
                    <a:pt x="98318" y="282981"/>
                  </a:lnTo>
                  <a:lnTo>
                    <a:pt x="99599" y="273806"/>
                  </a:lnTo>
                  <a:lnTo>
                    <a:pt x="100881" y="287215"/>
                  </a:lnTo>
                  <a:lnTo>
                    <a:pt x="102163" y="287215"/>
                  </a:lnTo>
                  <a:lnTo>
                    <a:pt x="103445" y="286509"/>
                  </a:lnTo>
                  <a:lnTo>
                    <a:pt x="104727" y="273100"/>
                  </a:lnTo>
                  <a:lnTo>
                    <a:pt x="106009" y="273100"/>
                  </a:lnTo>
                  <a:lnTo>
                    <a:pt x="107290" y="273100"/>
                  </a:lnTo>
                  <a:lnTo>
                    <a:pt x="108572" y="273100"/>
                  </a:lnTo>
                  <a:lnTo>
                    <a:pt x="109854" y="273806"/>
                  </a:lnTo>
                  <a:lnTo>
                    <a:pt x="111136" y="281403"/>
                  </a:lnTo>
                  <a:lnTo>
                    <a:pt x="112418" y="281403"/>
                  </a:lnTo>
                  <a:lnTo>
                    <a:pt x="113700" y="278081"/>
                  </a:lnTo>
                  <a:lnTo>
                    <a:pt x="114982" y="261492"/>
                  </a:lnTo>
                  <a:lnTo>
                    <a:pt x="116263" y="282733"/>
                  </a:lnTo>
                  <a:lnTo>
                    <a:pt x="117545" y="271115"/>
                  </a:lnTo>
                  <a:lnTo>
                    <a:pt x="118827" y="285711"/>
                  </a:lnTo>
                  <a:lnTo>
                    <a:pt x="120109" y="287215"/>
                  </a:lnTo>
                  <a:lnTo>
                    <a:pt x="121391" y="280158"/>
                  </a:lnTo>
                  <a:lnTo>
                    <a:pt x="122673" y="273806"/>
                  </a:lnTo>
                  <a:lnTo>
                    <a:pt x="123954" y="283686"/>
                  </a:lnTo>
                  <a:lnTo>
                    <a:pt x="125236" y="267454"/>
                  </a:lnTo>
                  <a:lnTo>
                    <a:pt x="126518" y="273100"/>
                  </a:lnTo>
                  <a:lnTo>
                    <a:pt x="127800" y="273100"/>
                  </a:lnTo>
                  <a:lnTo>
                    <a:pt x="129082" y="268160"/>
                  </a:lnTo>
                  <a:lnTo>
                    <a:pt x="130364" y="258985"/>
                  </a:lnTo>
                  <a:lnTo>
                    <a:pt x="131645" y="258985"/>
                  </a:lnTo>
                  <a:lnTo>
                    <a:pt x="132927" y="258279"/>
                  </a:lnTo>
                  <a:lnTo>
                    <a:pt x="134209" y="267345"/>
                  </a:lnTo>
                  <a:lnTo>
                    <a:pt x="135491" y="270455"/>
                  </a:lnTo>
                  <a:lnTo>
                    <a:pt x="136773" y="267345"/>
                  </a:lnTo>
                  <a:lnTo>
                    <a:pt x="138055" y="251243"/>
                  </a:lnTo>
                  <a:lnTo>
                    <a:pt x="139337" y="219377"/>
                  </a:lnTo>
                  <a:lnTo>
                    <a:pt x="140618" y="237163"/>
                  </a:lnTo>
                  <a:lnTo>
                    <a:pt x="141900" y="217175"/>
                  </a:lnTo>
                  <a:lnTo>
                    <a:pt x="143182" y="175711"/>
                  </a:lnTo>
                  <a:lnTo>
                    <a:pt x="144464" y="177369"/>
                  </a:lnTo>
                  <a:lnTo>
                    <a:pt x="145746" y="141433"/>
                  </a:lnTo>
                  <a:lnTo>
                    <a:pt x="147028" y="129824"/>
                  </a:lnTo>
                  <a:lnTo>
                    <a:pt x="148309" y="127059"/>
                  </a:lnTo>
                  <a:lnTo>
                    <a:pt x="149591" y="124295"/>
                  </a:lnTo>
                  <a:lnTo>
                    <a:pt x="150873" y="110474"/>
                  </a:lnTo>
                  <a:lnTo>
                    <a:pt x="152155" y="93335"/>
                  </a:lnTo>
                  <a:lnTo>
                    <a:pt x="153437" y="85308"/>
                  </a:lnTo>
                  <a:lnTo>
                    <a:pt x="154719" y="87525"/>
                  </a:lnTo>
                  <a:lnTo>
                    <a:pt x="156001" y="66069"/>
                  </a:lnTo>
                  <a:lnTo>
                    <a:pt x="157282" y="80313"/>
                  </a:lnTo>
                  <a:lnTo>
                    <a:pt x="158564" y="48670"/>
                  </a:lnTo>
                  <a:lnTo>
                    <a:pt x="159846" y="24100"/>
                  </a:lnTo>
                  <a:lnTo>
                    <a:pt x="161128" y="0"/>
                  </a:lnTo>
                  <a:lnTo>
                    <a:pt x="162410" y="49890"/>
                  </a:lnTo>
                  <a:lnTo>
                    <a:pt x="163692" y="55051"/>
                  </a:lnTo>
                  <a:lnTo>
                    <a:pt x="164973" y="117843"/>
                  </a:lnTo>
                  <a:lnTo>
                    <a:pt x="166255" y="175736"/>
                  </a:lnTo>
                  <a:lnTo>
                    <a:pt x="167537" y="187346"/>
                  </a:lnTo>
                  <a:lnTo>
                    <a:pt x="168819" y="200573"/>
                  </a:lnTo>
                  <a:lnTo>
                    <a:pt x="170101" y="218943"/>
                  </a:lnTo>
                  <a:lnTo>
                    <a:pt x="171383" y="216739"/>
                  </a:lnTo>
                  <a:lnTo>
                    <a:pt x="172664" y="225556"/>
                  </a:lnTo>
                  <a:lnTo>
                    <a:pt x="173946" y="202042"/>
                  </a:lnTo>
                  <a:lnTo>
                    <a:pt x="175228" y="193224"/>
                  </a:lnTo>
                  <a:lnTo>
                    <a:pt x="176510" y="199103"/>
                  </a:lnTo>
                  <a:lnTo>
                    <a:pt x="177792" y="221147"/>
                  </a:lnTo>
                  <a:lnTo>
                    <a:pt x="179074" y="232170"/>
                  </a:lnTo>
                  <a:lnTo>
                    <a:pt x="180356" y="237313"/>
                  </a:lnTo>
                  <a:lnTo>
                    <a:pt x="181637" y="249805"/>
                  </a:lnTo>
                  <a:lnTo>
                    <a:pt x="182919" y="237313"/>
                  </a:lnTo>
                  <a:lnTo>
                    <a:pt x="184201" y="237313"/>
                  </a:lnTo>
                  <a:lnTo>
                    <a:pt x="185483" y="204721"/>
                  </a:lnTo>
                  <a:lnTo>
                    <a:pt x="186765" y="204721"/>
                  </a:lnTo>
                  <a:lnTo>
                    <a:pt x="188047" y="204721"/>
                  </a:lnTo>
                  <a:lnTo>
                    <a:pt x="189328" y="204721"/>
                  </a:lnTo>
                  <a:lnTo>
                    <a:pt x="190610" y="260747"/>
                  </a:lnTo>
                  <a:lnTo>
                    <a:pt x="191892" y="265337"/>
                  </a:lnTo>
                  <a:lnTo>
                    <a:pt x="193174" y="293920"/>
                  </a:lnTo>
                  <a:lnTo>
                    <a:pt x="194456" y="304504"/>
                  </a:lnTo>
                  <a:lnTo>
                    <a:pt x="195738" y="304504"/>
                  </a:lnTo>
                  <a:lnTo>
                    <a:pt x="197020" y="304504"/>
                  </a:lnTo>
                  <a:lnTo>
                    <a:pt x="198301" y="304504"/>
                  </a:lnTo>
                  <a:lnTo>
                    <a:pt x="199583" y="304504"/>
                  </a:lnTo>
                  <a:lnTo>
                    <a:pt x="200865" y="301407"/>
                  </a:lnTo>
                  <a:lnTo>
                    <a:pt x="202147" y="315651"/>
                  </a:lnTo>
                  <a:lnTo>
                    <a:pt x="203429" y="304504"/>
                  </a:lnTo>
                  <a:lnTo>
                    <a:pt x="204711" y="303885"/>
                  </a:lnTo>
                  <a:lnTo>
                    <a:pt x="205992" y="285925"/>
                  </a:lnTo>
                  <a:lnTo>
                    <a:pt x="207274" y="279731"/>
                  </a:lnTo>
                  <a:lnTo>
                    <a:pt x="208556" y="267284"/>
                  </a:lnTo>
                  <a:lnTo>
                    <a:pt x="209838" y="250048"/>
                  </a:lnTo>
                  <a:lnTo>
                    <a:pt x="211120" y="256419"/>
                  </a:lnTo>
                  <a:lnTo>
                    <a:pt x="212402" y="263053"/>
                  </a:lnTo>
                  <a:lnTo>
                    <a:pt x="213684" y="239128"/>
                  </a:lnTo>
                  <a:lnTo>
                    <a:pt x="214965" y="263053"/>
                  </a:lnTo>
                  <a:lnTo>
                    <a:pt x="216247" y="253479"/>
                  </a:lnTo>
                  <a:lnTo>
                    <a:pt x="217529" y="247195"/>
                  </a:lnTo>
                  <a:lnTo>
                    <a:pt x="218811" y="233578"/>
                  </a:lnTo>
                  <a:lnTo>
                    <a:pt x="220093" y="223697"/>
                  </a:lnTo>
                  <a:lnTo>
                    <a:pt x="221375" y="232166"/>
                  </a:lnTo>
                  <a:lnTo>
                    <a:pt x="222656" y="237812"/>
                  </a:lnTo>
                  <a:lnTo>
                    <a:pt x="223938" y="231461"/>
                  </a:lnTo>
                  <a:lnTo>
                    <a:pt x="225220" y="251927"/>
                  </a:lnTo>
                  <a:lnTo>
                    <a:pt x="226502" y="258985"/>
                  </a:lnTo>
                  <a:lnTo>
                    <a:pt x="227784" y="256868"/>
                  </a:lnTo>
                  <a:lnTo>
                    <a:pt x="229066" y="249104"/>
                  </a:lnTo>
                  <a:lnTo>
                    <a:pt x="230347" y="230755"/>
                  </a:lnTo>
                  <a:lnTo>
                    <a:pt x="231629" y="230755"/>
                  </a:lnTo>
                  <a:lnTo>
                    <a:pt x="232911" y="230755"/>
                  </a:lnTo>
                  <a:lnTo>
                    <a:pt x="234193" y="228650"/>
                  </a:lnTo>
                  <a:lnTo>
                    <a:pt x="235475" y="235844"/>
                  </a:lnTo>
                  <a:lnTo>
                    <a:pt x="236757" y="243516"/>
                  </a:lnTo>
                  <a:lnTo>
                    <a:pt x="238039" y="227085"/>
                  </a:lnTo>
                  <a:lnTo>
                    <a:pt x="239320" y="239128"/>
                  </a:lnTo>
                  <a:lnTo>
                    <a:pt x="240602" y="224505"/>
                  </a:lnTo>
                  <a:lnTo>
                    <a:pt x="241884" y="227085"/>
                  </a:lnTo>
                  <a:lnTo>
                    <a:pt x="243166" y="208162"/>
                  </a:lnTo>
                  <a:lnTo>
                    <a:pt x="244448" y="185797"/>
                  </a:lnTo>
                  <a:lnTo>
                    <a:pt x="245730" y="170314"/>
                  </a:lnTo>
                  <a:lnTo>
                    <a:pt x="247011" y="182356"/>
                  </a:lnTo>
                  <a:lnTo>
                    <a:pt x="248293" y="203512"/>
                  </a:lnTo>
                  <a:lnTo>
                    <a:pt x="249575" y="230755"/>
                  </a:lnTo>
                  <a:lnTo>
                    <a:pt x="250857" y="254959"/>
                  </a:lnTo>
                  <a:lnTo>
                    <a:pt x="252139" y="256258"/>
                  </a:lnTo>
                  <a:lnTo>
                    <a:pt x="253421" y="256258"/>
                  </a:lnTo>
                  <a:lnTo>
                    <a:pt x="254703" y="256258"/>
                  </a:lnTo>
                  <a:lnTo>
                    <a:pt x="255984" y="256258"/>
                  </a:lnTo>
                  <a:lnTo>
                    <a:pt x="257266" y="262404"/>
                  </a:lnTo>
                  <a:lnTo>
                    <a:pt x="258548" y="268551"/>
                  </a:lnTo>
                  <a:lnTo>
                    <a:pt x="259830" y="293692"/>
                  </a:lnTo>
                  <a:lnTo>
                    <a:pt x="261112" y="297018"/>
                  </a:lnTo>
                  <a:lnTo>
                    <a:pt x="262394" y="304526"/>
                  </a:lnTo>
                  <a:lnTo>
                    <a:pt x="263675" y="318900"/>
                  </a:lnTo>
                  <a:lnTo>
                    <a:pt x="264957" y="320559"/>
                  </a:lnTo>
                  <a:lnTo>
                    <a:pt x="266239" y="319453"/>
                  </a:lnTo>
                  <a:lnTo>
                    <a:pt x="266934" y="32518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674140" y="1877013"/>
              <a:ext cx="371868" cy="189275"/>
            </a:xfrm>
            <a:custGeom>
              <a:avLst/>
              <a:pathLst>
                <a:path w="371868" h="189275">
                  <a:moveTo>
                    <a:pt x="0" y="189275"/>
                  </a:moveTo>
                  <a:lnTo>
                    <a:pt x="856" y="179538"/>
                  </a:lnTo>
                  <a:lnTo>
                    <a:pt x="2138" y="179538"/>
                  </a:lnTo>
                  <a:lnTo>
                    <a:pt x="3420" y="179538"/>
                  </a:lnTo>
                  <a:lnTo>
                    <a:pt x="4702" y="179538"/>
                  </a:lnTo>
                  <a:lnTo>
                    <a:pt x="5983" y="179538"/>
                  </a:lnTo>
                  <a:lnTo>
                    <a:pt x="7265" y="179538"/>
                  </a:lnTo>
                  <a:lnTo>
                    <a:pt x="8547" y="178335"/>
                  </a:lnTo>
                  <a:lnTo>
                    <a:pt x="9829" y="174888"/>
                  </a:lnTo>
                  <a:lnTo>
                    <a:pt x="11111" y="172982"/>
                  </a:lnTo>
                  <a:lnTo>
                    <a:pt x="12393" y="172034"/>
                  </a:lnTo>
                  <a:lnTo>
                    <a:pt x="13674" y="159992"/>
                  </a:lnTo>
                  <a:lnTo>
                    <a:pt x="14956" y="165153"/>
                  </a:lnTo>
                  <a:lnTo>
                    <a:pt x="16238" y="144509"/>
                  </a:lnTo>
                  <a:lnTo>
                    <a:pt x="17520" y="129026"/>
                  </a:lnTo>
                  <a:lnTo>
                    <a:pt x="18802" y="145495"/>
                  </a:lnTo>
                  <a:lnTo>
                    <a:pt x="20084" y="145495"/>
                  </a:lnTo>
                  <a:lnTo>
                    <a:pt x="21366" y="151308"/>
                  </a:lnTo>
                  <a:lnTo>
                    <a:pt x="22647" y="151308"/>
                  </a:lnTo>
                  <a:lnTo>
                    <a:pt x="23929" y="141427"/>
                  </a:lnTo>
                  <a:lnTo>
                    <a:pt x="25211" y="137193"/>
                  </a:lnTo>
                  <a:lnTo>
                    <a:pt x="26493" y="137193"/>
                  </a:lnTo>
                  <a:lnTo>
                    <a:pt x="27775" y="137193"/>
                  </a:lnTo>
                  <a:lnTo>
                    <a:pt x="29057" y="137193"/>
                  </a:lnTo>
                  <a:lnTo>
                    <a:pt x="30338" y="137193"/>
                  </a:lnTo>
                  <a:lnTo>
                    <a:pt x="31620" y="137193"/>
                  </a:lnTo>
                  <a:lnTo>
                    <a:pt x="32902" y="147073"/>
                  </a:lnTo>
                  <a:lnTo>
                    <a:pt x="34184" y="149896"/>
                  </a:lnTo>
                  <a:lnTo>
                    <a:pt x="35466" y="147073"/>
                  </a:lnTo>
                  <a:lnTo>
                    <a:pt x="36748" y="157659"/>
                  </a:lnTo>
                  <a:lnTo>
                    <a:pt x="38030" y="145495"/>
                  </a:lnTo>
                  <a:lnTo>
                    <a:pt x="39311" y="143853"/>
                  </a:lnTo>
                  <a:lnTo>
                    <a:pt x="40593" y="119564"/>
                  </a:lnTo>
                  <a:lnTo>
                    <a:pt x="41875" y="88597"/>
                  </a:lnTo>
                  <a:lnTo>
                    <a:pt x="43157" y="95479"/>
                  </a:lnTo>
                  <a:lnTo>
                    <a:pt x="44439" y="86017"/>
                  </a:lnTo>
                  <a:lnTo>
                    <a:pt x="45721" y="86017"/>
                  </a:lnTo>
                  <a:lnTo>
                    <a:pt x="47002" y="68813"/>
                  </a:lnTo>
                  <a:lnTo>
                    <a:pt x="48284" y="68813"/>
                  </a:lnTo>
                  <a:lnTo>
                    <a:pt x="49566" y="68813"/>
                  </a:lnTo>
                  <a:lnTo>
                    <a:pt x="50848" y="64513"/>
                  </a:lnTo>
                  <a:lnTo>
                    <a:pt x="52130" y="48169"/>
                  </a:lnTo>
                  <a:lnTo>
                    <a:pt x="53412" y="25805"/>
                  </a:lnTo>
                  <a:lnTo>
                    <a:pt x="54693" y="21504"/>
                  </a:lnTo>
                  <a:lnTo>
                    <a:pt x="55975" y="17203"/>
                  </a:lnTo>
                  <a:lnTo>
                    <a:pt x="57257" y="17203"/>
                  </a:lnTo>
                  <a:lnTo>
                    <a:pt x="58539" y="17203"/>
                  </a:lnTo>
                  <a:lnTo>
                    <a:pt x="59821" y="18063"/>
                  </a:lnTo>
                  <a:lnTo>
                    <a:pt x="61103" y="49029"/>
                  </a:lnTo>
                  <a:lnTo>
                    <a:pt x="62385" y="54190"/>
                  </a:lnTo>
                  <a:lnTo>
                    <a:pt x="63666" y="68813"/>
                  </a:lnTo>
                  <a:lnTo>
                    <a:pt x="64948" y="68813"/>
                  </a:lnTo>
                  <a:lnTo>
                    <a:pt x="66230" y="86017"/>
                  </a:lnTo>
                  <a:lnTo>
                    <a:pt x="67512" y="86017"/>
                  </a:lnTo>
                  <a:lnTo>
                    <a:pt x="68794" y="86017"/>
                  </a:lnTo>
                  <a:lnTo>
                    <a:pt x="70076" y="90318"/>
                  </a:lnTo>
                  <a:lnTo>
                    <a:pt x="71357" y="106661"/>
                  </a:lnTo>
                  <a:lnTo>
                    <a:pt x="72639" y="133326"/>
                  </a:lnTo>
                  <a:lnTo>
                    <a:pt x="73921" y="166013"/>
                  </a:lnTo>
                  <a:lnTo>
                    <a:pt x="75203" y="172894"/>
                  </a:lnTo>
                  <a:lnTo>
                    <a:pt x="76485" y="189238"/>
                  </a:lnTo>
                  <a:lnTo>
                    <a:pt x="77767" y="189238"/>
                  </a:lnTo>
                  <a:lnTo>
                    <a:pt x="79049" y="184937"/>
                  </a:lnTo>
                  <a:lnTo>
                    <a:pt x="80330" y="171174"/>
                  </a:lnTo>
                  <a:lnTo>
                    <a:pt x="81612" y="154831"/>
                  </a:lnTo>
                  <a:lnTo>
                    <a:pt x="82894" y="154831"/>
                  </a:lnTo>
                  <a:lnTo>
                    <a:pt x="84176" y="154831"/>
                  </a:lnTo>
                  <a:lnTo>
                    <a:pt x="85458" y="154831"/>
                  </a:lnTo>
                  <a:lnTo>
                    <a:pt x="86740" y="154831"/>
                  </a:lnTo>
                  <a:lnTo>
                    <a:pt x="88021" y="154831"/>
                  </a:lnTo>
                  <a:lnTo>
                    <a:pt x="89303" y="154831"/>
                  </a:lnTo>
                  <a:lnTo>
                    <a:pt x="90585" y="154831"/>
                  </a:lnTo>
                  <a:lnTo>
                    <a:pt x="91867" y="154831"/>
                  </a:lnTo>
                  <a:lnTo>
                    <a:pt x="93149" y="154831"/>
                  </a:lnTo>
                  <a:lnTo>
                    <a:pt x="94431" y="154831"/>
                  </a:lnTo>
                  <a:lnTo>
                    <a:pt x="95712" y="154831"/>
                  </a:lnTo>
                  <a:lnTo>
                    <a:pt x="96994" y="143648"/>
                  </a:lnTo>
                  <a:lnTo>
                    <a:pt x="98276" y="116123"/>
                  </a:lnTo>
                  <a:lnTo>
                    <a:pt x="99558" y="121284"/>
                  </a:lnTo>
                  <a:lnTo>
                    <a:pt x="100840" y="137627"/>
                  </a:lnTo>
                  <a:lnTo>
                    <a:pt x="102122" y="137627"/>
                  </a:lnTo>
                  <a:lnTo>
                    <a:pt x="103404" y="137627"/>
                  </a:lnTo>
                  <a:lnTo>
                    <a:pt x="104685" y="137627"/>
                  </a:lnTo>
                  <a:lnTo>
                    <a:pt x="105967" y="137627"/>
                  </a:lnTo>
                  <a:lnTo>
                    <a:pt x="107249" y="137627"/>
                  </a:lnTo>
                  <a:lnTo>
                    <a:pt x="108531" y="137627"/>
                  </a:lnTo>
                  <a:lnTo>
                    <a:pt x="109813" y="118703"/>
                  </a:lnTo>
                  <a:lnTo>
                    <a:pt x="111095" y="87737"/>
                  </a:lnTo>
                  <a:lnTo>
                    <a:pt x="112376" y="72254"/>
                  </a:lnTo>
                  <a:lnTo>
                    <a:pt x="113658" y="68813"/>
                  </a:lnTo>
                  <a:lnTo>
                    <a:pt x="114940" y="81566"/>
                  </a:lnTo>
                  <a:lnTo>
                    <a:pt x="116222" y="70631"/>
                  </a:lnTo>
                  <a:lnTo>
                    <a:pt x="117504" y="87790"/>
                  </a:lnTo>
                  <a:lnTo>
                    <a:pt x="118786" y="81438"/>
                  </a:lnTo>
                  <a:lnTo>
                    <a:pt x="120068" y="72969"/>
                  </a:lnTo>
                  <a:lnTo>
                    <a:pt x="121349" y="58854"/>
                  </a:lnTo>
                  <a:lnTo>
                    <a:pt x="122631" y="52502"/>
                  </a:lnTo>
                  <a:lnTo>
                    <a:pt x="123913" y="52502"/>
                  </a:lnTo>
                  <a:lnTo>
                    <a:pt x="125195" y="52502"/>
                  </a:lnTo>
                  <a:lnTo>
                    <a:pt x="126477" y="52502"/>
                  </a:lnTo>
                  <a:lnTo>
                    <a:pt x="127759" y="52502"/>
                  </a:lnTo>
                  <a:lnTo>
                    <a:pt x="129040" y="68029"/>
                  </a:lnTo>
                  <a:lnTo>
                    <a:pt x="130322" y="82849"/>
                  </a:lnTo>
                  <a:lnTo>
                    <a:pt x="131604" y="91318"/>
                  </a:lnTo>
                  <a:lnTo>
                    <a:pt x="132886" y="102205"/>
                  </a:lnTo>
                  <a:lnTo>
                    <a:pt x="134168" y="99788"/>
                  </a:lnTo>
                  <a:lnTo>
                    <a:pt x="135450" y="124126"/>
                  </a:lnTo>
                  <a:lnTo>
                    <a:pt x="136731" y="132685"/>
                  </a:lnTo>
                  <a:lnTo>
                    <a:pt x="138013" y="138353"/>
                  </a:lnTo>
                  <a:lnTo>
                    <a:pt x="139295" y="117277"/>
                  </a:lnTo>
                  <a:lnTo>
                    <a:pt x="140577" y="136725"/>
                  </a:lnTo>
                  <a:lnTo>
                    <a:pt x="141859" y="137659"/>
                  </a:lnTo>
                  <a:lnTo>
                    <a:pt x="143141" y="137659"/>
                  </a:lnTo>
                  <a:lnTo>
                    <a:pt x="144423" y="137659"/>
                  </a:lnTo>
                  <a:lnTo>
                    <a:pt x="145704" y="137659"/>
                  </a:lnTo>
                  <a:lnTo>
                    <a:pt x="146986" y="137659"/>
                  </a:lnTo>
                  <a:lnTo>
                    <a:pt x="148268" y="137659"/>
                  </a:lnTo>
                  <a:lnTo>
                    <a:pt x="149550" y="145952"/>
                  </a:lnTo>
                  <a:lnTo>
                    <a:pt x="150832" y="149269"/>
                  </a:lnTo>
                  <a:lnTo>
                    <a:pt x="152114" y="159447"/>
                  </a:lnTo>
                  <a:lnTo>
                    <a:pt x="153395" y="159447"/>
                  </a:lnTo>
                  <a:lnTo>
                    <a:pt x="154677" y="158893"/>
                  </a:lnTo>
                  <a:lnTo>
                    <a:pt x="155959" y="122809"/>
                  </a:lnTo>
                  <a:lnTo>
                    <a:pt x="157241" y="133915"/>
                  </a:lnTo>
                  <a:lnTo>
                    <a:pt x="158523" y="132685"/>
                  </a:lnTo>
                  <a:lnTo>
                    <a:pt x="159805" y="136162"/>
                  </a:lnTo>
                  <a:lnTo>
                    <a:pt x="161087" y="137166"/>
                  </a:lnTo>
                  <a:lnTo>
                    <a:pt x="162368" y="130546"/>
                  </a:lnTo>
                  <a:lnTo>
                    <a:pt x="163650" y="123077"/>
                  </a:lnTo>
                  <a:lnTo>
                    <a:pt x="164932" y="123077"/>
                  </a:lnTo>
                  <a:lnTo>
                    <a:pt x="166214" y="130108"/>
                  </a:lnTo>
                  <a:lnTo>
                    <a:pt x="167496" y="119051"/>
                  </a:lnTo>
                  <a:lnTo>
                    <a:pt x="168778" y="117891"/>
                  </a:lnTo>
                  <a:lnTo>
                    <a:pt x="170059" y="123978"/>
                  </a:lnTo>
                  <a:lnTo>
                    <a:pt x="171341" y="110122"/>
                  </a:lnTo>
                  <a:lnTo>
                    <a:pt x="172623" y="93983"/>
                  </a:lnTo>
                  <a:lnTo>
                    <a:pt x="173905" y="93983"/>
                  </a:lnTo>
                  <a:lnTo>
                    <a:pt x="175187" y="115544"/>
                  </a:lnTo>
                  <a:lnTo>
                    <a:pt x="176469" y="125496"/>
                  </a:lnTo>
                  <a:lnTo>
                    <a:pt x="177751" y="147743"/>
                  </a:lnTo>
                  <a:lnTo>
                    <a:pt x="179032" y="144642"/>
                  </a:lnTo>
                  <a:lnTo>
                    <a:pt x="180314" y="134822"/>
                  </a:lnTo>
                  <a:lnTo>
                    <a:pt x="181596" y="130472"/>
                  </a:lnTo>
                  <a:lnTo>
                    <a:pt x="182878" y="137659"/>
                  </a:lnTo>
                  <a:lnTo>
                    <a:pt x="184160" y="137659"/>
                  </a:lnTo>
                  <a:lnTo>
                    <a:pt x="185442" y="146146"/>
                  </a:lnTo>
                  <a:lnTo>
                    <a:pt x="186723" y="159447"/>
                  </a:lnTo>
                  <a:lnTo>
                    <a:pt x="188005" y="146301"/>
                  </a:lnTo>
                  <a:lnTo>
                    <a:pt x="189287" y="158687"/>
                  </a:lnTo>
                  <a:lnTo>
                    <a:pt x="190569" y="174170"/>
                  </a:lnTo>
                  <a:lnTo>
                    <a:pt x="191851" y="178832"/>
                  </a:lnTo>
                  <a:lnTo>
                    <a:pt x="193133" y="179538"/>
                  </a:lnTo>
                  <a:lnTo>
                    <a:pt x="194414" y="179538"/>
                  </a:lnTo>
                  <a:lnTo>
                    <a:pt x="195696" y="178335"/>
                  </a:lnTo>
                  <a:lnTo>
                    <a:pt x="196978" y="174888"/>
                  </a:lnTo>
                  <a:lnTo>
                    <a:pt x="198260" y="176739"/>
                  </a:lnTo>
                  <a:lnTo>
                    <a:pt x="199542" y="184077"/>
                  </a:lnTo>
                  <a:lnTo>
                    <a:pt x="200824" y="189238"/>
                  </a:lnTo>
                  <a:lnTo>
                    <a:pt x="202106" y="189238"/>
                  </a:lnTo>
                  <a:lnTo>
                    <a:pt x="203387" y="189238"/>
                  </a:lnTo>
                  <a:lnTo>
                    <a:pt x="204669" y="189238"/>
                  </a:lnTo>
                  <a:lnTo>
                    <a:pt x="205951" y="189238"/>
                  </a:lnTo>
                  <a:lnTo>
                    <a:pt x="207233" y="189238"/>
                  </a:lnTo>
                  <a:lnTo>
                    <a:pt x="208515" y="189238"/>
                  </a:lnTo>
                  <a:lnTo>
                    <a:pt x="209797" y="189238"/>
                  </a:lnTo>
                  <a:lnTo>
                    <a:pt x="211078" y="177195"/>
                  </a:lnTo>
                  <a:lnTo>
                    <a:pt x="212360" y="172034"/>
                  </a:lnTo>
                  <a:lnTo>
                    <a:pt x="213642" y="172034"/>
                  </a:lnTo>
                  <a:lnTo>
                    <a:pt x="214924" y="172034"/>
                  </a:lnTo>
                  <a:lnTo>
                    <a:pt x="216206" y="166873"/>
                  </a:lnTo>
                  <a:lnTo>
                    <a:pt x="217488" y="154831"/>
                  </a:lnTo>
                  <a:lnTo>
                    <a:pt x="218770" y="153971"/>
                  </a:lnTo>
                  <a:lnTo>
                    <a:pt x="220051" y="137627"/>
                  </a:lnTo>
                  <a:lnTo>
                    <a:pt x="221333" y="137627"/>
                  </a:lnTo>
                  <a:lnTo>
                    <a:pt x="222615" y="137627"/>
                  </a:lnTo>
                  <a:lnTo>
                    <a:pt x="223897" y="137627"/>
                  </a:lnTo>
                  <a:lnTo>
                    <a:pt x="225179" y="137627"/>
                  </a:lnTo>
                  <a:lnTo>
                    <a:pt x="226461" y="137627"/>
                  </a:lnTo>
                  <a:lnTo>
                    <a:pt x="227742" y="137627"/>
                  </a:lnTo>
                  <a:lnTo>
                    <a:pt x="229024" y="137627"/>
                  </a:lnTo>
                  <a:lnTo>
                    <a:pt x="230306" y="149670"/>
                  </a:lnTo>
                  <a:lnTo>
                    <a:pt x="231588" y="153971"/>
                  </a:lnTo>
                  <a:lnTo>
                    <a:pt x="232870" y="137627"/>
                  </a:lnTo>
                  <a:lnTo>
                    <a:pt x="234152" y="127305"/>
                  </a:lnTo>
                  <a:lnTo>
                    <a:pt x="235433" y="96339"/>
                  </a:lnTo>
                  <a:lnTo>
                    <a:pt x="236715" y="84296"/>
                  </a:lnTo>
                  <a:lnTo>
                    <a:pt x="237997" y="60212"/>
                  </a:lnTo>
                  <a:lnTo>
                    <a:pt x="239279" y="60212"/>
                  </a:lnTo>
                  <a:lnTo>
                    <a:pt x="240561" y="51610"/>
                  </a:lnTo>
                  <a:lnTo>
                    <a:pt x="241843" y="51610"/>
                  </a:lnTo>
                  <a:lnTo>
                    <a:pt x="243125" y="32686"/>
                  </a:lnTo>
                  <a:lnTo>
                    <a:pt x="244406" y="17203"/>
                  </a:lnTo>
                  <a:lnTo>
                    <a:pt x="245688" y="8601"/>
                  </a:lnTo>
                  <a:lnTo>
                    <a:pt x="246970" y="0"/>
                  </a:lnTo>
                  <a:lnTo>
                    <a:pt x="248252" y="0"/>
                  </a:lnTo>
                  <a:lnTo>
                    <a:pt x="249534" y="0"/>
                  </a:lnTo>
                  <a:lnTo>
                    <a:pt x="250816" y="860"/>
                  </a:lnTo>
                  <a:lnTo>
                    <a:pt x="252097" y="42058"/>
                  </a:lnTo>
                  <a:lnTo>
                    <a:pt x="253379" y="44033"/>
                  </a:lnTo>
                  <a:lnTo>
                    <a:pt x="254661" y="74935"/>
                  </a:lnTo>
                  <a:lnTo>
                    <a:pt x="255943" y="90789"/>
                  </a:lnTo>
                  <a:lnTo>
                    <a:pt x="257225" y="109181"/>
                  </a:lnTo>
                  <a:lnTo>
                    <a:pt x="258507" y="121230"/>
                  </a:lnTo>
                  <a:lnTo>
                    <a:pt x="259789" y="127572"/>
                  </a:lnTo>
                  <a:lnTo>
                    <a:pt x="261070" y="127572"/>
                  </a:lnTo>
                  <a:lnTo>
                    <a:pt x="262352" y="141524"/>
                  </a:lnTo>
                  <a:lnTo>
                    <a:pt x="263634" y="152939"/>
                  </a:lnTo>
                  <a:lnTo>
                    <a:pt x="264916" y="144443"/>
                  </a:lnTo>
                  <a:lnTo>
                    <a:pt x="266198" y="148363"/>
                  </a:lnTo>
                  <a:lnTo>
                    <a:pt x="267480" y="148716"/>
                  </a:lnTo>
                  <a:lnTo>
                    <a:pt x="268761" y="137659"/>
                  </a:lnTo>
                  <a:lnTo>
                    <a:pt x="270043" y="129366"/>
                  </a:lnTo>
                  <a:lnTo>
                    <a:pt x="271325" y="135616"/>
                  </a:lnTo>
                  <a:lnTo>
                    <a:pt x="272607" y="135102"/>
                  </a:lnTo>
                  <a:lnTo>
                    <a:pt x="273889" y="151084"/>
                  </a:lnTo>
                  <a:lnTo>
                    <a:pt x="275171" y="132643"/>
                  </a:lnTo>
                  <a:lnTo>
                    <a:pt x="276452" y="137659"/>
                  </a:lnTo>
                  <a:lnTo>
                    <a:pt x="277734" y="126602"/>
                  </a:lnTo>
                  <a:lnTo>
                    <a:pt x="279016" y="112780"/>
                  </a:lnTo>
                  <a:lnTo>
                    <a:pt x="280298" y="106396"/>
                  </a:lnTo>
                  <a:lnTo>
                    <a:pt x="281580" y="110271"/>
                  </a:lnTo>
                  <a:lnTo>
                    <a:pt x="282862" y="113202"/>
                  </a:lnTo>
                  <a:lnTo>
                    <a:pt x="284144" y="116870"/>
                  </a:lnTo>
                  <a:lnTo>
                    <a:pt x="285425" y="112219"/>
                  </a:lnTo>
                  <a:lnTo>
                    <a:pt x="286707" y="96059"/>
                  </a:lnTo>
                  <a:lnTo>
                    <a:pt x="287989" y="106396"/>
                  </a:lnTo>
                  <a:lnTo>
                    <a:pt x="289271" y="114148"/>
                  </a:lnTo>
                  <a:lnTo>
                    <a:pt x="290553" y="116733"/>
                  </a:lnTo>
                  <a:lnTo>
                    <a:pt x="291835" y="116733"/>
                  </a:lnTo>
                  <a:lnTo>
                    <a:pt x="293116" y="120351"/>
                  </a:lnTo>
                  <a:lnTo>
                    <a:pt x="294398" y="126602"/>
                  </a:lnTo>
                  <a:lnTo>
                    <a:pt x="295680" y="137279"/>
                  </a:lnTo>
                  <a:lnTo>
                    <a:pt x="296962" y="148363"/>
                  </a:lnTo>
                  <a:lnTo>
                    <a:pt x="298244" y="162218"/>
                  </a:lnTo>
                  <a:lnTo>
                    <a:pt x="299526" y="169524"/>
                  </a:lnTo>
                  <a:lnTo>
                    <a:pt x="300808" y="174501"/>
                  </a:lnTo>
                  <a:lnTo>
                    <a:pt x="302089" y="157987"/>
                  </a:lnTo>
                  <a:lnTo>
                    <a:pt x="303371" y="166209"/>
                  </a:lnTo>
                  <a:lnTo>
                    <a:pt x="304653" y="172480"/>
                  </a:lnTo>
                  <a:lnTo>
                    <a:pt x="305935" y="179538"/>
                  </a:lnTo>
                  <a:lnTo>
                    <a:pt x="307217" y="179538"/>
                  </a:lnTo>
                  <a:lnTo>
                    <a:pt x="308499" y="179538"/>
                  </a:lnTo>
                  <a:lnTo>
                    <a:pt x="309780" y="179538"/>
                  </a:lnTo>
                  <a:lnTo>
                    <a:pt x="311062" y="179538"/>
                  </a:lnTo>
                  <a:lnTo>
                    <a:pt x="312344" y="179538"/>
                  </a:lnTo>
                  <a:lnTo>
                    <a:pt x="313626" y="176715"/>
                  </a:lnTo>
                  <a:lnTo>
                    <a:pt x="314908" y="165423"/>
                  </a:lnTo>
                  <a:lnTo>
                    <a:pt x="316190" y="165423"/>
                  </a:lnTo>
                  <a:lnTo>
                    <a:pt x="317472" y="154131"/>
                  </a:lnTo>
                  <a:lnTo>
                    <a:pt x="318753" y="149804"/>
                  </a:lnTo>
                  <a:lnTo>
                    <a:pt x="320035" y="145495"/>
                  </a:lnTo>
                  <a:lnTo>
                    <a:pt x="321317" y="155782"/>
                  </a:lnTo>
                  <a:lnTo>
                    <a:pt x="322599" y="164729"/>
                  </a:lnTo>
                  <a:lnTo>
                    <a:pt x="323881" y="154831"/>
                  </a:lnTo>
                  <a:lnTo>
                    <a:pt x="325163" y="149670"/>
                  </a:lnTo>
                  <a:lnTo>
                    <a:pt x="326444" y="137627"/>
                  </a:lnTo>
                  <a:lnTo>
                    <a:pt x="327726" y="137627"/>
                  </a:lnTo>
                  <a:lnTo>
                    <a:pt x="329008" y="137627"/>
                  </a:lnTo>
                  <a:lnTo>
                    <a:pt x="330290" y="137627"/>
                  </a:lnTo>
                  <a:lnTo>
                    <a:pt x="331572" y="135047"/>
                  </a:lnTo>
                  <a:lnTo>
                    <a:pt x="332854" y="119564"/>
                  </a:lnTo>
                  <a:lnTo>
                    <a:pt x="334135" y="120424"/>
                  </a:lnTo>
                  <a:lnTo>
                    <a:pt x="335417" y="132610"/>
                  </a:lnTo>
                  <a:lnTo>
                    <a:pt x="336699" y="137193"/>
                  </a:lnTo>
                  <a:lnTo>
                    <a:pt x="337981" y="137011"/>
                  </a:lnTo>
                  <a:lnTo>
                    <a:pt x="339263" y="125496"/>
                  </a:lnTo>
                  <a:lnTo>
                    <a:pt x="340545" y="118800"/>
                  </a:lnTo>
                  <a:lnTo>
                    <a:pt x="341827" y="120988"/>
                  </a:lnTo>
                  <a:lnTo>
                    <a:pt x="343108" y="113194"/>
                  </a:lnTo>
                  <a:lnTo>
                    <a:pt x="344390" y="106861"/>
                  </a:lnTo>
                  <a:lnTo>
                    <a:pt x="345672" y="118245"/>
                  </a:lnTo>
                  <a:lnTo>
                    <a:pt x="346954" y="109535"/>
                  </a:lnTo>
                  <a:lnTo>
                    <a:pt x="348236" y="94864"/>
                  </a:lnTo>
                  <a:lnTo>
                    <a:pt x="349518" y="95633"/>
                  </a:lnTo>
                  <a:lnTo>
                    <a:pt x="350799" y="100988"/>
                  </a:lnTo>
                  <a:lnTo>
                    <a:pt x="352081" y="95703"/>
                  </a:lnTo>
                  <a:lnTo>
                    <a:pt x="353363" y="97329"/>
                  </a:lnTo>
                  <a:lnTo>
                    <a:pt x="354645" y="103020"/>
                  </a:lnTo>
                  <a:lnTo>
                    <a:pt x="355927" y="111964"/>
                  </a:lnTo>
                  <a:lnTo>
                    <a:pt x="357209" y="117074"/>
                  </a:lnTo>
                  <a:lnTo>
                    <a:pt x="358491" y="128331"/>
                  </a:lnTo>
                  <a:lnTo>
                    <a:pt x="359772" y="143919"/>
                  </a:lnTo>
                  <a:lnTo>
                    <a:pt x="361054" y="142422"/>
                  </a:lnTo>
                  <a:lnTo>
                    <a:pt x="362336" y="150216"/>
                  </a:lnTo>
                  <a:lnTo>
                    <a:pt x="363618" y="151361"/>
                  </a:lnTo>
                  <a:lnTo>
                    <a:pt x="364900" y="158080"/>
                  </a:lnTo>
                  <a:lnTo>
                    <a:pt x="366182" y="157563"/>
                  </a:lnTo>
                  <a:lnTo>
                    <a:pt x="367463" y="165854"/>
                  </a:lnTo>
                  <a:lnTo>
                    <a:pt x="368745" y="168909"/>
                  </a:lnTo>
                  <a:lnTo>
                    <a:pt x="370027" y="174501"/>
                  </a:lnTo>
                  <a:lnTo>
                    <a:pt x="371309" y="185890"/>
                  </a:lnTo>
                  <a:lnTo>
                    <a:pt x="371868" y="18927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049315" y="1866691"/>
              <a:ext cx="102815" cy="199598"/>
            </a:xfrm>
            <a:custGeom>
              <a:avLst/>
              <a:pathLst>
                <a:path w="102815" h="199598">
                  <a:moveTo>
                    <a:pt x="0" y="199598"/>
                  </a:moveTo>
                  <a:lnTo>
                    <a:pt x="1261" y="180280"/>
                  </a:lnTo>
                  <a:lnTo>
                    <a:pt x="2543" y="147949"/>
                  </a:lnTo>
                  <a:lnTo>
                    <a:pt x="3825" y="147949"/>
                  </a:lnTo>
                  <a:lnTo>
                    <a:pt x="5107" y="147949"/>
                  </a:lnTo>
                  <a:lnTo>
                    <a:pt x="6389" y="127305"/>
                  </a:lnTo>
                  <a:lnTo>
                    <a:pt x="7670" y="109242"/>
                  </a:lnTo>
                  <a:lnTo>
                    <a:pt x="8952" y="89458"/>
                  </a:lnTo>
                  <a:lnTo>
                    <a:pt x="10234" y="73114"/>
                  </a:lnTo>
                  <a:lnTo>
                    <a:pt x="11516" y="48169"/>
                  </a:lnTo>
                  <a:lnTo>
                    <a:pt x="12798" y="44729"/>
                  </a:lnTo>
                  <a:lnTo>
                    <a:pt x="14080" y="44729"/>
                  </a:lnTo>
                  <a:lnTo>
                    <a:pt x="15361" y="44729"/>
                  </a:lnTo>
                  <a:lnTo>
                    <a:pt x="16643" y="37847"/>
                  </a:lnTo>
                  <a:lnTo>
                    <a:pt x="17925" y="27525"/>
                  </a:lnTo>
                  <a:lnTo>
                    <a:pt x="19207" y="11182"/>
                  </a:lnTo>
                  <a:lnTo>
                    <a:pt x="20489" y="30966"/>
                  </a:lnTo>
                  <a:lnTo>
                    <a:pt x="21771" y="28385"/>
                  </a:lnTo>
                  <a:lnTo>
                    <a:pt x="23053" y="27525"/>
                  </a:lnTo>
                  <a:lnTo>
                    <a:pt x="24334" y="27525"/>
                  </a:lnTo>
                  <a:lnTo>
                    <a:pt x="25616" y="32686"/>
                  </a:lnTo>
                  <a:lnTo>
                    <a:pt x="26898" y="37847"/>
                  </a:lnTo>
                  <a:lnTo>
                    <a:pt x="28180" y="36987"/>
                  </a:lnTo>
                  <a:lnTo>
                    <a:pt x="29462" y="44729"/>
                  </a:lnTo>
                  <a:lnTo>
                    <a:pt x="30744" y="58491"/>
                  </a:lnTo>
                  <a:lnTo>
                    <a:pt x="32025" y="53330"/>
                  </a:lnTo>
                  <a:lnTo>
                    <a:pt x="33307" y="22364"/>
                  </a:lnTo>
                  <a:lnTo>
                    <a:pt x="34589" y="3440"/>
                  </a:lnTo>
                  <a:lnTo>
                    <a:pt x="35871" y="0"/>
                  </a:lnTo>
                  <a:lnTo>
                    <a:pt x="37153" y="10322"/>
                  </a:lnTo>
                  <a:lnTo>
                    <a:pt x="38435" y="26665"/>
                  </a:lnTo>
                  <a:lnTo>
                    <a:pt x="39717" y="27525"/>
                  </a:lnTo>
                  <a:lnTo>
                    <a:pt x="40998" y="43868"/>
                  </a:lnTo>
                  <a:lnTo>
                    <a:pt x="42280" y="44729"/>
                  </a:lnTo>
                  <a:lnTo>
                    <a:pt x="43562" y="44729"/>
                  </a:lnTo>
                  <a:lnTo>
                    <a:pt x="44844" y="60212"/>
                  </a:lnTo>
                  <a:lnTo>
                    <a:pt x="46126" y="73114"/>
                  </a:lnTo>
                  <a:lnTo>
                    <a:pt x="47408" y="93758"/>
                  </a:lnTo>
                  <a:lnTo>
                    <a:pt x="48689" y="119564"/>
                  </a:lnTo>
                  <a:lnTo>
                    <a:pt x="49971" y="152496"/>
                  </a:lnTo>
                  <a:lnTo>
                    <a:pt x="51253" y="163165"/>
                  </a:lnTo>
                  <a:lnTo>
                    <a:pt x="52535" y="190797"/>
                  </a:lnTo>
                  <a:lnTo>
                    <a:pt x="53817" y="181391"/>
                  </a:lnTo>
                  <a:lnTo>
                    <a:pt x="55099" y="165159"/>
                  </a:lnTo>
                  <a:lnTo>
                    <a:pt x="56380" y="161630"/>
                  </a:lnTo>
                  <a:lnTo>
                    <a:pt x="57662" y="161630"/>
                  </a:lnTo>
                  <a:lnTo>
                    <a:pt x="58944" y="155278"/>
                  </a:lnTo>
                  <a:lnTo>
                    <a:pt x="60226" y="147515"/>
                  </a:lnTo>
                  <a:lnTo>
                    <a:pt x="61508" y="147515"/>
                  </a:lnTo>
                  <a:lnTo>
                    <a:pt x="62790" y="136928"/>
                  </a:lnTo>
                  <a:lnTo>
                    <a:pt x="64072" y="119285"/>
                  </a:lnTo>
                  <a:lnTo>
                    <a:pt x="65353" y="119285"/>
                  </a:lnTo>
                  <a:lnTo>
                    <a:pt x="66635" y="119285"/>
                  </a:lnTo>
                  <a:lnTo>
                    <a:pt x="67917" y="119285"/>
                  </a:lnTo>
                  <a:lnTo>
                    <a:pt x="69199" y="117330"/>
                  </a:lnTo>
                  <a:lnTo>
                    <a:pt x="70481" y="111728"/>
                  </a:lnTo>
                  <a:lnTo>
                    <a:pt x="71763" y="110813"/>
                  </a:lnTo>
                  <a:lnTo>
                    <a:pt x="73044" y="104941"/>
                  </a:lnTo>
                  <a:lnTo>
                    <a:pt x="74326" y="126445"/>
                  </a:lnTo>
                  <a:lnTo>
                    <a:pt x="75608" y="154175"/>
                  </a:lnTo>
                  <a:lnTo>
                    <a:pt x="76890" y="157273"/>
                  </a:lnTo>
                  <a:lnTo>
                    <a:pt x="78172" y="153866"/>
                  </a:lnTo>
                  <a:lnTo>
                    <a:pt x="79454" y="148220"/>
                  </a:lnTo>
                  <a:lnTo>
                    <a:pt x="80736" y="129871"/>
                  </a:lnTo>
                  <a:lnTo>
                    <a:pt x="82017" y="129871"/>
                  </a:lnTo>
                  <a:lnTo>
                    <a:pt x="83299" y="139046"/>
                  </a:lnTo>
                  <a:lnTo>
                    <a:pt x="84581" y="133400"/>
                  </a:lnTo>
                  <a:lnTo>
                    <a:pt x="85863" y="133400"/>
                  </a:lnTo>
                  <a:lnTo>
                    <a:pt x="87145" y="133400"/>
                  </a:lnTo>
                  <a:lnTo>
                    <a:pt x="88427" y="133400"/>
                  </a:lnTo>
                  <a:lnTo>
                    <a:pt x="89708" y="133400"/>
                  </a:lnTo>
                  <a:lnTo>
                    <a:pt x="90990" y="133400"/>
                  </a:lnTo>
                  <a:lnTo>
                    <a:pt x="92272" y="140457"/>
                  </a:lnTo>
                  <a:lnTo>
                    <a:pt x="93554" y="147515"/>
                  </a:lnTo>
                  <a:lnTo>
                    <a:pt x="94836" y="141121"/>
                  </a:lnTo>
                  <a:lnTo>
                    <a:pt x="96118" y="141438"/>
                  </a:lnTo>
                  <a:lnTo>
                    <a:pt x="97399" y="130746"/>
                  </a:lnTo>
                  <a:lnTo>
                    <a:pt x="98681" y="147089"/>
                  </a:lnTo>
                  <a:lnTo>
                    <a:pt x="99963" y="188884"/>
                  </a:lnTo>
                  <a:lnTo>
                    <a:pt x="101245" y="195506"/>
                  </a:lnTo>
                  <a:lnTo>
                    <a:pt x="102527" y="198329"/>
                  </a:lnTo>
                  <a:lnTo>
                    <a:pt x="102815" y="19959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160329" y="1324781"/>
              <a:ext cx="1376936" cy="741507"/>
            </a:xfrm>
            <a:custGeom>
              <a:avLst/>
              <a:pathLst>
                <a:path w="1376936" h="741507">
                  <a:moveTo>
                    <a:pt x="0" y="741507"/>
                  </a:moveTo>
                  <a:lnTo>
                    <a:pt x="486" y="738827"/>
                  </a:lnTo>
                  <a:lnTo>
                    <a:pt x="1768" y="725418"/>
                  </a:lnTo>
                  <a:lnTo>
                    <a:pt x="3050" y="695070"/>
                  </a:lnTo>
                  <a:lnTo>
                    <a:pt x="4332" y="663311"/>
                  </a:lnTo>
                  <a:lnTo>
                    <a:pt x="5614" y="651313"/>
                  </a:lnTo>
                  <a:lnTo>
                    <a:pt x="6896" y="664583"/>
                  </a:lnTo>
                  <a:lnTo>
                    <a:pt x="8177" y="623789"/>
                  </a:lnTo>
                  <a:lnTo>
                    <a:pt x="9459" y="641753"/>
                  </a:lnTo>
                  <a:lnTo>
                    <a:pt x="10741" y="634124"/>
                  </a:lnTo>
                  <a:lnTo>
                    <a:pt x="12023" y="638523"/>
                  </a:lnTo>
                  <a:lnTo>
                    <a:pt x="13305" y="619680"/>
                  </a:lnTo>
                  <a:lnTo>
                    <a:pt x="14587" y="596957"/>
                  </a:lnTo>
                  <a:lnTo>
                    <a:pt x="15868" y="568138"/>
                  </a:lnTo>
                  <a:lnTo>
                    <a:pt x="17150" y="545969"/>
                  </a:lnTo>
                  <a:lnTo>
                    <a:pt x="18432" y="545415"/>
                  </a:lnTo>
                  <a:lnTo>
                    <a:pt x="19714" y="550957"/>
                  </a:lnTo>
                  <a:lnTo>
                    <a:pt x="20996" y="561487"/>
                  </a:lnTo>
                  <a:lnTo>
                    <a:pt x="22278" y="583742"/>
                  </a:lnTo>
                  <a:lnTo>
                    <a:pt x="23559" y="628890"/>
                  </a:lnTo>
                  <a:lnTo>
                    <a:pt x="24841" y="613789"/>
                  </a:lnTo>
                  <a:lnTo>
                    <a:pt x="26123" y="626465"/>
                  </a:lnTo>
                  <a:lnTo>
                    <a:pt x="27405" y="636287"/>
                  </a:lnTo>
                  <a:lnTo>
                    <a:pt x="28687" y="635429"/>
                  </a:lnTo>
                  <a:lnTo>
                    <a:pt x="29969" y="642290"/>
                  </a:lnTo>
                  <a:lnTo>
                    <a:pt x="31251" y="646578"/>
                  </a:lnTo>
                  <a:lnTo>
                    <a:pt x="32532" y="668261"/>
                  </a:lnTo>
                  <a:lnTo>
                    <a:pt x="33814" y="684928"/>
                  </a:lnTo>
                  <a:lnTo>
                    <a:pt x="35096" y="706067"/>
                  </a:lnTo>
                  <a:lnTo>
                    <a:pt x="36378" y="722328"/>
                  </a:lnTo>
                  <a:lnTo>
                    <a:pt x="37660" y="722734"/>
                  </a:lnTo>
                  <a:lnTo>
                    <a:pt x="38942" y="722734"/>
                  </a:lnTo>
                  <a:lnTo>
                    <a:pt x="40223" y="719075"/>
                  </a:lnTo>
                  <a:lnTo>
                    <a:pt x="41505" y="716230"/>
                  </a:lnTo>
                  <a:lnTo>
                    <a:pt x="42787" y="716046"/>
                  </a:lnTo>
                  <a:lnTo>
                    <a:pt x="44069" y="736629"/>
                  </a:lnTo>
                  <a:lnTo>
                    <a:pt x="45351" y="734661"/>
                  </a:lnTo>
                  <a:lnTo>
                    <a:pt x="46633" y="740805"/>
                  </a:lnTo>
                  <a:lnTo>
                    <a:pt x="47915" y="736330"/>
                  </a:lnTo>
                  <a:lnTo>
                    <a:pt x="49196" y="734956"/>
                  </a:lnTo>
                  <a:lnTo>
                    <a:pt x="50478" y="730361"/>
                  </a:lnTo>
                  <a:lnTo>
                    <a:pt x="51760" y="716301"/>
                  </a:lnTo>
                  <a:lnTo>
                    <a:pt x="53042" y="698461"/>
                  </a:lnTo>
                  <a:lnTo>
                    <a:pt x="54324" y="672655"/>
                  </a:lnTo>
                  <a:lnTo>
                    <a:pt x="55606" y="664054"/>
                  </a:lnTo>
                  <a:lnTo>
                    <a:pt x="56887" y="653732"/>
                  </a:lnTo>
                  <a:lnTo>
                    <a:pt x="58169" y="652326"/>
                  </a:lnTo>
                  <a:lnTo>
                    <a:pt x="59451" y="624245"/>
                  </a:lnTo>
                  <a:lnTo>
                    <a:pt x="60733" y="605030"/>
                  </a:lnTo>
                  <a:lnTo>
                    <a:pt x="62015" y="588501"/>
                  </a:lnTo>
                  <a:lnTo>
                    <a:pt x="63297" y="587676"/>
                  </a:lnTo>
                  <a:lnTo>
                    <a:pt x="64578" y="564762"/>
                  </a:lnTo>
                  <a:lnTo>
                    <a:pt x="65860" y="537354"/>
                  </a:lnTo>
                  <a:lnTo>
                    <a:pt x="67142" y="535509"/>
                  </a:lnTo>
                  <a:lnTo>
                    <a:pt x="68424" y="543500"/>
                  </a:lnTo>
                  <a:lnTo>
                    <a:pt x="69706" y="549647"/>
                  </a:lnTo>
                  <a:lnTo>
                    <a:pt x="70988" y="549647"/>
                  </a:lnTo>
                  <a:lnTo>
                    <a:pt x="72270" y="561326"/>
                  </a:lnTo>
                  <a:lnTo>
                    <a:pt x="73551" y="556408"/>
                  </a:lnTo>
                  <a:lnTo>
                    <a:pt x="74833" y="555794"/>
                  </a:lnTo>
                  <a:lnTo>
                    <a:pt x="76115" y="539198"/>
                  </a:lnTo>
                  <a:lnTo>
                    <a:pt x="77397" y="524506"/>
                  </a:lnTo>
                  <a:lnTo>
                    <a:pt x="78679" y="552995"/>
                  </a:lnTo>
                  <a:lnTo>
                    <a:pt x="79961" y="532041"/>
                  </a:lnTo>
                  <a:lnTo>
                    <a:pt x="81242" y="536275"/>
                  </a:lnTo>
                  <a:lnTo>
                    <a:pt x="82524" y="562947"/>
                  </a:lnTo>
                  <a:lnTo>
                    <a:pt x="83806" y="576499"/>
                  </a:lnTo>
                  <a:lnTo>
                    <a:pt x="85088" y="585299"/>
                  </a:lnTo>
                  <a:lnTo>
                    <a:pt x="86370" y="558846"/>
                  </a:lnTo>
                  <a:lnTo>
                    <a:pt x="87652" y="522105"/>
                  </a:lnTo>
                  <a:lnTo>
                    <a:pt x="88934" y="507409"/>
                  </a:lnTo>
                  <a:lnTo>
                    <a:pt x="90215" y="491978"/>
                  </a:lnTo>
                  <a:lnTo>
                    <a:pt x="91497" y="540284"/>
                  </a:lnTo>
                  <a:lnTo>
                    <a:pt x="92779" y="555179"/>
                  </a:lnTo>
                  <a:lnTo>
                    <a:pt x="94061" y="590376"/>
                  </a:lnTo>
                  <a:lnTo>
                    <a:pt x="95343" y="591482"/>
                  </a:lnTo>
                  <a:lnTo>
                    <a:pt x="96625" y="597563"/>
                  </a:lnTo>
                  <a:lnTo>
                    <a:pt x="97906" y="567156"/>
                  </a:lnTo>
                  <a:lnTo>
                    <a:pt x="99188" y="550570"/>
                  </a:lnTo>
                  <a:lnTo>
                    <a:pt x="100470" y="557205"/>
                  </a:lnTo>
                  <a:lnTo>
                    <a:pt x="101752" y="562041"/>
                  </a:lnTo>
                  <a:lnTo>
                    <a:pt x="103034" y="572017"/>
                  </a:lnTo>
                  <a:lnTo>
                    <a:pt x="104316" y="585873"/>
                  </a:lnTo>
                  <a:lnTo>
                    <a:pt x="105597" y="616354"/>
                  </a:lnTo>
                  <a:lnTo>
                    <a:pt x="106879" y="633499"/>
                  </a:lnTo>
                  <a:lnTo>
                    <a:pt x="108161" y="634052"/>
                  </a:lnTo>
                  <a:lnTo>
                    <a:pt x="109443" y="653976"/>
                  </a:lnTo>
                  <a:lnTo>
                    <a:pt x="110725" y="634089"/>
                  </a:lnTo>
                  <a:lnTo>
                    <a:pt x="112007" y="611114"/>
                  </a:lnTo>
                  <a:lnTo>
                    <a:pt x="113289" y="576503"/>
                  </a:lnTo>
                  <a:lnTo>
                    <a:pt x="114570" y="600499"/>
                  </a:lnTo>
                  <a:lnTo>
                    <a:pt x="115852" y="609674"/>
                  </a:lnTo>
                  <a:lnTo>
                    <a:pt x="117134" y="646373"/>
                  </a:lnTo>
                  <a:lnTo>
                    <a:pt x="118416" y="668957"/>
                  </a:lnTo>
                  <a:lnTo>
                    <a:pt x="119698" y="673897"/>
                  </a:lnTo>
                  <a:lnTo>
                    <a:pt x="120980" y="661194"/>
                  </a:lnTo>
                  <a:lnTo>
                    <a:pt x="122261" y="654842"/>
                  </a:lnTo>
                  <a:lnTo>
                    <a:pt x="123543" y="635787"/>
                  </a:lnTo>
                  <a:lnTo>
                    <a:pt x="124825" y="607557"/>
                  </a:lnTo>
                  <a:lnTo>
                    <a:pt x="126107" y="591913"/>
                  </a:lnTo>
                  <a:lnTo>
                    <a:pt x="127389" y="548148"/>
                  </a:lnTo>
                  <a:lnTo>
                    <a:pt x="128671" y="468794"/>
                  </a:lnTo>
                  <a:lnTo>
                    <a:pt x="129953" y="454171"/>
                  </a:lnTo>
                  <a:lnTo>
                    <a:pt x="131234" y="424065"/>
                  </a:lnTo>
                  <a:lnTo>
                    <a:pt x="132516" y="382777"/>
                  </a:lnTo>
                  <a:lnTo>
                    <a:pt x="133798" y="371595"/>
                  </a:lnTo>
                  <a:lnTo>
                    <a:pt x="135080" y="328586"/>
                  </a:lnTo>
                  <a:lnTo>
                    <a:pt x="136362" y="313963"/>
                  </a:lnTo>
                  <a:lnTo>
                    <a:pt x="137644" y="300200"/>
                  </a:lnTo>
                  <a:lnTo>
                    <a:pt x="138925" y="237407"/>
                  </a:lnTo>
                  <a:lnTo>
                    <a:pt x="140207" y="188378"/>
                  </a:lnTo>
                  <a:lnTo>
                    <a:pt x="141489" y="149670"/>
                  </a:lnTo>
                  <a:lnTo>
                    <a:pt x="142771" y="132466"/>
                  </a:lnTo>
                  <a:lnTo>
                    <a:pt x="144053" y="100640"/>
                  </a:lnTo>
                  <a:lnTo>
                    <a:pt x="145335" y="65373"/>
                  </a:lnTo>
                  <a:lnTo>
                    <a:pt x="146617" y="210542"/>
                  </a:lnTo>
                  <a:lnTo>
                    <a:pt x="147898" y="209807"/>
                  </a:lnTo>
                  <a:lnTo>
                    <a:pt x="149180" y="210923"/>
                  </a:lnTo>
                  <a:lnTo>
                    <a:pt x="150462" y="179869"/>
                  </a:lnTo>
                  <a:lnTo>
                    <a:pt x="151744" y="197513"/>
                  </a:lnTo>
                  <a:lnTo>
                    <a:pt x="153026" y="204571"/>
                  </a:lnTo>
                  <a:lnTo>
                    <a:pt x="154308" y="244093"/>
                  </a:lnTo>
                  <a:lnTo>
                    <a:pt x="155589" y="251856"/>
                  </a:lnTo>
                  <a:lnTo>
                    <a:pt x="156871" y="275146"/>
                  </a:lnTo>
                  <a:lnTo>
                    <a:pt x="158153" y="328078"/>
                  </a:lnTo>
                  <a:lnTo>
                    <a:pt x="159435" y="381009"/>
                  </a:lnTo>
                  <a:lnTo>
                    <a:pt x="160717" y="419120"/>
                  </a:lnTo>
                  <a:lnTo>
                    <a:pt x="161999" y="441704"/>
                  </a:lnTo>
                  <a:lnTo>
                    <a:pt x="163280" y="467817"/>
                  </a:lnTo>
                  <a:lnTo>
                    <a:pt x="164562" y="476286"/>
                  </a:lnTo>
                  <a:lnTo>
                    <a:pt x="165844" y="465524"/>
                  </a:lnTo>
                  <a:lnTo>
                    <a:pt x="167126" y="482092"/>
                  </a:lnTo>
                  <a:lnTo>
                    <a:pt x="168408" y="459332"/>
                  </a:lnTo>
                  <a:lnTo>
                    <a:pt x="169690" y="516964"/>
                  </a:lnTo>
                  <a:lnTo>
                    <a:pt x="170972" y="568917"/>
                  </a:lnTo>
                  <a:lnTo>
                    <a:pt x="172253" y="555907"/>
                  </a:lnTo>
                  <a:lnTo>
                    <a:pt x="173535" y="559565"/>
                  </a:lnTo>
                  <a:lnTo>
                    <a:pt x="174817" y="560271"/>
                  </a:lnTo>
                  <a:lnTo>
                    <a:pt x="176099" y="562904"/>
                  </a:lnTo>
                  <a:lnTo>
                    <a:pt x="177381" y="539198"/>
                  </a:lnTo>
                  <a:lnTo>
                    <a:pt x="178663" y="525060"/>
                  </a:lnTo>
                  <a:lnTo>
                    <a:pt x="179944" y="512767"/>
                  </a:lnTo>
                  <a:lnTo>
                    <a:pt x="181226" y="520757"/>
                  </a:lnTo>
                  <a:lnTo>
                    <a:pt x="182508" y="527519"/>
                  </a:lnTo>
                  <a:lnTo>
                    <a:pt x="183790" y="555179"/>
                  </a:lnTo>
                  <a:lnTo>
                    <a:pt x="185072" y="559482"/>
                  </a:lnTo>
                  <a:lnTo>
                    <a:pt x="186354" y="562555"/>
                  </a:lnTo>
                  <a:lnTo>
                    <a:pt x="187636" y="564399"/>
                  </a:lnTo>
                  <a:lnTo>
                    <a:pt x="188917" y="569317"/>
                  </a:lnTo>
                  <a:lnTo>
                    <a:pt x="190199" y="572813"/>
                  </a:lnTo>
                  <a:lnTo>
                    <a:pt x="191481" y="592630"/>
                  </a:lnTo>
                  <a:lnTo>
                    <a:pt x="192763" y="582149"/>
                  </a:lnTo>
                  <a:lnTo>
                    <a:pt x="194045" y="592736"/>
                  </a:lnTo>
                  <a:lnTo>
                    <a:pt x="195327" y="605874"/>
                  </a:lnTo>
                  <a:lnTo>
                    <a:pt x="196608" y="592659"/>
                  </a:lnTo>
                  <a:lnTo>
                    <a:pt x="197890" y="600401"/>
                  </a:lnTo>
                  <a:lnTo>
                    <a:pt x="199172" y="578036"/>
                  </a:lnTo>
                  <a:lnTo>
                    <a:pt x="200454" y="574929"/>
                  </a:lnTo>
                  <a:lnTo>
                    <a:pt x="201736" y="577216"/>
                  </a:lnTo>
                  <a:lnTo>
                    <a:pt x="203018" y="575012"/>
                  </a:lnTo>
                  <a:lnTo>
                    <a:pt x="204299" y="566194"/>
                  </a:lnTo>
                  <a:lnTo>
                    <a:pt x="205581" y="571507"/>
                  </a:lnTo>
                  <a:lnTo>
                    <a:pt x="206863" y="577915"/>
                  </a:lnTo>
                  <a:lnTo>
                    <a:pt x="208145" y="562388"/>
                  </a:lnTo>
                  <a:lnTo>
                    <a:pt x="209427" y="547567"/>
                  </a:lnTo>
                  <a:lnTo>
                    <a:pt x="210709" y="508751"/>
                  </a:lnTo>
                  <a:lnTo>
                    <a:pt x="211991" y="478403"/>
                  </a:lnTo>
                  <a:lnTo>
                    <a:pt x="213272" y="464288"/>
                  </a:lnTo>
                  <a:lnTo>
                    <a:pt x="214554" y="462171"/>
                  </a:lnTo>
                  <a:lnTo>
                    <a:pt x="215836" y="491452"/>
                  </a:lnTo>
                  <a:lnTo>
                    <a:pt x="217118" y="487967"/>
                  </a:lnTo>
                  <a:lnTo>
                    <a:pt x="218400" y="506546"/>
                  </a:lnTo>
                  <a:lnTo>
                    <a:pt x="219682" y="486728"/>
                  </a:lnTo>
                  <a:lnTo>
                    <a:pt x="220963" y="485490"/>
                  </a:lnTo>
                  <a:lnTo>
                    <a:pt x="222245" y="479916"/>
                  </a:lnTo>
                  <a:lnTo>
                    <a:pt x="223527" y="495399"/>
                  </a:lnTo>
                  <a:lnTo>
                    <a:pt x="224809" y="487013"/>
                  </a:lnTo>
                  <a:lnTo>
                    <a:pt x="226091" y="445233"/>
                  </a:lnTo>
                  <a:lnTo>
                    <a:pt x="227373" y="463583"/>
                  </a:lnTo>
                  <a:lnTo>
                    <a:pt x="228655" y="478404"/>
                  </a:lnTo>
                  <a:lnTo>
                    <a:pt x="229936" y="517220"/>
                  </a:lnTo>
                  <a:lnTo>
                    <a:pt x="231218" y="547567"/>
                  </a:lnTo>
                  <a:lnTo>
                    <a:pt x="232500" y="561683"/>
                  </a:lnTo>
                  <a:lnTo>
                    <a:pt x="233782" y="577915"/>
                  </a:lnTo>
                  <a:lnTo>
                    <a:pt x="235064" y="577216"/>
                  </a:lnTo>
                  <a:lnTo>
                    <a:pt x="236346" y="594852"/>
                  </a:lnTo>
                  <a:lnTo>
                    <a:pt x="237627" y="603949"/>
                  </a:lnTo>
                  <a:lnTo>
                    <a:pt x="238909" y="637388"/>
                  </a:lnTo>
                  <a:lnTo>
                    <a:pt x="240191" y="668354"/>
                  </a:lnTo>
                  <a:lnTo>
                    <a:pt x="241473" y="689859"/>
                  </a:lnTo>
                  <a:lnTo>
                    <a:pt x="242755" y="692439"/>
                  </a:lnTo>
                  <a:lnTo>
                    <a:pt x="244037" y="696740"/>
                  </a:lnTo>
                  <a:lnTo>
                    <a:pt x="245318" y="689859"/>
                  </a:lnTo>
                  <a:lnTo>
                    <a:pt x="246600" y="685558"/>
                  </a:lnTo>
                  <a:lnTo>
                    <a:pt x="247882" y="670075"/>
                  </a:lnTo>
                  <a:lnTo>
                    <a:pt x="249164" y="634808"/>
                  </a:lnTo>
                  <a:lnTo>
                    <a:pt x="250446" y="621045"/>
                  </a:lnTo>
                  <a:lnTo>
                    <a:pt x="251728" y="621045"/>
                  </a:lnTo>
                  <a:lnTo>
                    <a:pt x="253010" y="609863"/>
                  </a:lnTo>
                  <a:lnTo>
                    <a:pt x="254291" y="613303"/>
                  </a:lnTo>
                  <a:lnTo>
                    <a:pt x="255573" y="612443"/>
                  </a:lnTo>
                  <a:lnTo>
                    <a:pt x="256855" y="589219"/>
                  </a:lnTo>
                  <a:lnTo>
                    <a:pt x="258137" y="565134"/>
                  </a:lnTo>
                  <a:lnTo>
                    <a:pt x="259419" y="529006"/>
                  </a:lnTo>
                  <a:lnTo>
                    <a:pt x="260701" y="498900"/>
                  </a:lnTo>
                  <a:lnTo>
                    <a:pt x="261982" y="483417"/>
                  </a:lnTo>
                  <a:lnTo>
                    <a:pt x="263264" y="496320"/>
                  </a:lnTo>
                  <a:lnTo>
                    <a:pt x="264546" y="500621"/>
                  </a:lnTo>
                  <a:lnTo>
                    <a:pt x="265828" y="504921"/>
                  </a:lnTo>
                  <a:lnTo>
                    <a:pt x="267110" y="520405"/>
                  </a:lnTo>
                  <a:lnTo>
                    <a:pt x="268392" y="542769"/>
                  </a:lnTo>
                  <a:lnTo>
                    <a:pt x="269674" y="552231"/>
                  </a:lnTo>
                  <a:lnTo>
                    <a:pt x="270955" y="552231"/>
                  </a:lnTo>
                  <a:lnTo>
                    <a:pt x="272237" y="548790"/>
                  </a:lnTo>
                  <a:lnTo>
                    <a:pt x="273519" y="509222"/>
                  </a:lnTo>
                  <a:lnTo>
                    <a:pt x="274801" y="495460"/>
                  </a:lnTo>
                  <a:lnTo>
                    <a:pt x="276083" y="503201"/>
                  </a:lnTo>
                  <a:lnTo>
                    <a:pt x="277365" y="500621"/>
                  </a:lnTo>
                  <a:lnTo>
                    <a:pt x="278646" y="523845"/>
                  </a:lnTo>
                  <a:lnTo>
                    <a:pt x="279928" y="544489"/>
                  </a:lnTo>
                  <a:lnTo>
                    <a:pt x="281210" y="543629"/>
                  </a:lnTo>
                  <a:lnTo>
                    <a:pt x="282492" y="522125"/>
                  </a:lnTo>
                  <a:lnTo>
                    <a:pt x="283774" y="508362"/>
                  </a:lnTo>
                  <a:lnTo>
                    <a:pt x="285056" y="500621"/>
                  </a:lnTo>
                  <a:lnTo>
                    <a:pt x="286338" y="500621"/>
                  </a:lnTo>
                  <a:lnTo>
                    <a:pt x="287619" y="501481"/>
                  </a:lnTo>
                  <a:lnTo>
                    <a:pt x="288901" y="500621"/>
                  </a:lnTo>
                  <a:lnTo>
                    <a:pt x="290183" y="500621"/>
                  </a:lnTo>
                  <a:lnTo>
                    <a:pt x="291465" y="509222"/>
                  </a:lnTo>
                  <a:lnTo>
                    <a:pt x="292747" y="542769"/>
                  </a:lnTo>
                  <a:lnTo>
                    <a:pt x="294029" y="532447"/>
                  </a:lnTo>
                  <a:lnTo>
                    <a:pt x="295310" y="540189"/>
                  </a:lnTo>
                  <a:lnTo>
                    <a:pt x="296592" y="556532"/>
                  </a:lnTo>
                  <a:lnTo>
                    <a:pt x="297874" y="567714"/>
                  </a:lnTo>
                  <a:lnTo>
                    <a:pt x="299156" y="533307"/>
                  </a:lnTo>
                  <a:lnTo>
                    <a:pt x="300438" y="524705"/>
                  </a:lnTo>
                  <a:lnTo>
                    <a:pt x="301720" y="511803"/>
                  </a:lnTo>
                  <a:lnTo>
                    <a:pt x="303001" y="527286"/>
                  </a:lnTo>
                  <a:lnTo>
                    <a:pt x="304283" y="504921"/>
                  </a:lnTo>
                  <a:lnTo>
                    <a:pt x="305565" y="467074"/>
                  </a:lnTo>
                  <a:lnTo>
                    <a:pt x="306847" y="478256"/>
                  </a:lnTo>
                  <a:lnTo>
                    <a:pt x="308129" y="454171"/>
                  </a:lnTo>
                  <a:lnTo>
                    <a:pt x="309411" y="436108"/>
                  </a:lnTo>
                  <a:lnTo>
                    <a:pt x="310693" y="420624"/>
                  </a:lnTo>
                  <a:lnTo>
                    <a:pt x="311974" y="416324"/>
                  </a:lnTo>
                  <a:lnTo>
                    <a:pt x="313256" y="430946"/>
                  </a:lnTo>
                  <a:lnTo>
                    <a:pt x="314538" y="438688"/>
                  </a:lnTo>
                  <a:lnTo>
                    <a:pt x="315820" y="449010"/>
                  </a:lnTo>
                  <a:lnTo>
                    <a:pt x="317102" y="450731"/>
                  </a:lnTo>
                  <a:lnTo>
                    <a:pt x="318384" y="494599"/>
                  </a:lnTo>
                  <a:lnTo>
                    <a:pt x="319665" y="513523"/>
                  </a:lnTo>
                  <a:lnTo>
                    <a:pt x="320947" y="528146"/>
                  </a:lnTo>
                  <a:lnTo>
                    <a:pt x="322229" y="518684"/>
                  </a:lnTo>
                  <a:lnTo>
                    <a:pt x="323511" y="521265"/>
                  </a:lnTo>
                  <a:lnTo>
                    <a:pt x="324793" y="497180"/>
                  </a:lnTo>
                  <a:lnTo>
                    <a:pt x="326075" y="456752"/>
                  </a:lnTo>
                  <a:lnTo>
                    <a:pt x="327357" y="478256"/>
                  </a:lnTo>
                  <a:lnTo>
                    <a:pt x="328638" y="496320"/>
                  </a:lnTo>
                  <a:lnTo>
                    <a:pt x="329920" y="516964"/>
                  </a:lnTo>
                  <a:lnTo>
                    <a:pt x="331202" y="499760"/>
                  </a:lnTo>
                  <a:lnTo>
                    <a:pt x="332484" y="500621"/>
                  </a:lnTo>
                  <a:lnTo>
                    <a:pt x="333766" y="500621"/>
                  </a:lnTo>
                  <a:lnTo>
                    <a:pt x="335048" y="500621"/>
                  </a:lnTo>
                  <a:lnTo>
                    <a:pt x="336329" y="473095"/>
                  </a:lnTo>
                  <a:lnTo>
                    <a:pt x="337611" y="466214"/>
                  </a:lnTo>
                  <a:lnTo>
                    <a:pt x="338893" y="472235"/>
                  </a:lnTo>
                  <a:lnTo>
                    <a:pt x="340175" y="483417"/>
                  </a:lnTo>
                  <a:lnTo>
                    <a:pt x="341457" y="482557"/>
                  </a:lnTo>
                  <a:lnTo>
                    <a:pt x="342739" y="486858"/>
                  </a:lnTo>
                  <a:lnTo>
                    <a:pt x="344020" y="527286"/>
                  </a:lnTo>
                  <a:lnTo>
                    <a:pt x="345302" y="561693"/>
                  </a:lnTo>
                  <a:lnTo>
                    <a:pt x="346584" y="602891"/>
                  </a:lnTo>
                  <a:lnTo>
                    <a:pt x="347866" y="603702"/>
                  </a:lnTo>
                  <a:lnTo>
                    <a:pt x="349148" y="605636"/>
                  </a:lnTo>
                  <a:lnTo>
                    <a:pt x="350430" y="623408"/>
                  </a:lnTo>
                  <a:lnTo>
                    <a:pt x="351712" y="635701"/>
                  </a:lnTo>
                  <a:lnTo>
                    <a:pt x="352993" y="625866"/>
                  </a:lnTo>
                  <a:lnTo>
                    <a:pt x="354275" y="614188"/>
                  </a:lnTo>
                  <a:lnTo>
                    <a:pt x="355557" y="595747"/>
                  </a:lnTo>
                  <a:lnTo>
                    <a:pt x="356839" y="574234"/>
                  </a:lnTo>
                  <a:lnTo>
                    <a:pt x="358121" y="574234"/>
                  </a:lnTo>
                  <a:lnTo>
                    <a:pt x="359403" y="580381"/>
                  </a:lnTo>
                  <a:lnTo>
                    <a:pt x="360684" y="568087"/>
                  </a:lnTo>
                  <a:lnTo>
                    <a:pt x="361966" y="578537"/>
                  </a:lnTo>
                  <a:lnTo>
                    <a:pt x="363248" y="587757"/>
                  </a:lnTo>
                  <a:lnTo>
                    <a:pt x="364530" y="586527"/>
                  </a:lnTo>
                  <a:lnTo>
                    <a:pt x="365812" y="565651"/>
                  </a:lnTo>
                  <a:lnTo>
                    <a:pt x="367094" y="545115"/>
                  </a:lnTo>
                  <a:lnTo>
                    <a:pt x="368376" y="528160"/>
                  </a:lnTo>
                  <a:lnTo>
                    <a:pt x="369657" y="483417"/>
                  </a:lnTo>
                  <a:lnTo>
                    <a:pt x="370939" y="476536"/>
                  </a:lnTo>
                  <a:lnTo>
                    <a:pt x="372221" y="451591"/>
                  </a:lnTo>
                  <a:lnTo>
                    <a:pt x="373503" y="455891"/>
                  </a:lnTo>
                  <a:lnTo>
                    <a:pt x="374785" y="479116"/>
                  </a:lnTo>
                  <a:lnTo>
                    <a:pt x="376067" y="487718"/>
                  </a:lnTo>
                  <a:lnTo>
                    <a:pt x="377348" y="479116"/>
                  </a:lnTo>
                  <a:lnTo>
                    <a:pt x="378630" y="467074"/>
                  </a:lnTo>
                  <a:lnTo>
                    <a:pt x="379912" y="504061"/>
                  </a:lnTo>
                  <a:lnTo>
                    <a:pt x="381194" y="488578"/>
                  </a:lnTo>
                  <a:lnTo>
                    <a:pt x="382476" y="426646"/>
                  </a:lnTo>
                  <a:lnTo>
                    <a:pt x="383758" y="414603"/>
                  </a:lnTo>
                  <a:lnTo>
                    <a:pt x="385039" y="448150"/>
                  </a:lnTo>
                  <a:lnTo>
                    <a:pt x="386321" y="466214"/>
                  </a:lnTo>
                  <a:lnTo>
                    <a:pt x="387603" y="447290"/>
                  </a:lnTo>
                  <a:lnTo>
                    <a:pt x="388885" y="479498"/>
                  </a:lnTo>
                  <a:lnTo>
                    <a:pt x="390167" y="472052"/>
                  </a:lnTo>
                  <a:lnTo>
                    <a:pt x="391449" y="482573"/>
                  </a:lnTo>
                  <a:lnTo>
                    <a:pt x="392731" y="471584"/>
                  </a:lnTo>
                  <a:lnTo>
                    <a:pt x="394012" y="475272"/>
                  </a:lnTo>
                  <a:lnTo>
                    <a:pt x="395294" y="470969"/>
                  </a:lnTo>
                  <a:lnTo>
                    <a:pt x="396576" y="436547"/>
                  </a:lnTo>
                  <a:lnTo>
                    <a:pt x="397858" y="424254"/>
                  </a:lnTo>
                  <a:lnTo>
                    <a:pt x="399140" y="397208"/>
                  </a:lnTo>
                  <a:lnTo>
                    <a:pt x="400422" y="385529"/>
                  </a:lnTo>
                  <a:lnTo>
                    <a:pt x="401703" y="383685"/>
                  </a:lnTo>
                  <a:lnTo>
                    <a:pt x="402985" y="340658"/>
                  </a:lnTo>
                  <a:lnTo>
                    <a:pt x="404267" y="319145"/>
                  </a:lnTo>
                  <a:lnTo>
                    <a:pt x="405549" y="300704"/>
                  </a:lnTo>
                  <a:lnTo>
                    <a:pt x="406831" y="312998"/>
                  </a:lnTo>
                  <a:lnTo>
                    <a:pt x="408113" y="325707"/>
                  </a:lnTo>
                  <a:lnTo>
                    <a:pt x="409395" y="277264"/>
                  </a:lnTo>
                  <a:lnTo>
                    <a:pt x="410676" y="333987"/>
                  </a:lnTo>
                  <a:lnTo>
                    <a:pt x="411958" y="271814"/>
                  </a:lnTo>
                  <a:lnTo>
                    <a:pt x="413240" y="296759"/>
                  </a:lnTo>
                  <a:lnTo>
                    <a:pt x="414522" y="315683"/>
                  </a:lnTo>
                  <a:lnTo>
                    <a:pt x="415804" y="370734"/>
                  </a:lnTo>
                  <a:lnTo>
                    <a:pt x="417086" y="400840"/>
                  </a:lnTo>
                  <a:lnTo>
                    <a:pt x="418367" y="430086"/>
                  </a:lnTo>
                  <a:lnTo>
                    <a:pt x="419649" y="467074"/>
                  </a:lnTo>
                  <a:lnTo>
                    <a:pt x="420931" y="517824"/>
                  </a:lnTo>
                  <a:lnTo>
                    <a:pt x="422213" y="620603"/>
                  </a:lnTo>
                  <a:lnTo>
                    <a:pt x="423495" y="640694"/>
                  </a:lnTo>
                  <a:lnTo>
                    <a:pt x="424777" y="607557"/>
                  </a:lnTo>
                  <a:lnTo>
                    <a:pt x="426059" y="589534"/>
                  </a:lnTo>
                  <a:lnTo>
                    <a:pt x="427340" y="536892"/>
                  </a:lnTo>
                  <a:lnTo>
                    <a:pt x="428622" y="518299"/>
                  </a:lnTo>
                  <a:lnTo>
                    <a:pt x="429904" y="485106"/>
                  </a:lnTo>
                  <a:lnTo>
                    <a:pt x="431186" y="446997"/>
                  </a:lnTo>
                  <a:lnTo>
                    <a:pt x="432468" y="405199"/>
                  </a:lnTo>
                  <a:lnTo>
                    <a:pt x="433750" y="411850"/>
                  </a:lnTo>
                  <a:lnTo>
                    <a:pt x="435031" y="354859"/>
                  </a:lnTo>
                  <a:lnTo>
                    <a:pt x="436313" y="326111"/>
                  </a:lnTo>
                  <a:lnTo>
                    <a:pt x="437595" y="290728"/>
                  </a:lnTo>
                  <a:lnTo>
                    <a:pt x="438877" y="239312"/>
                  </a:lnTo>
                  <a:lnTo>
                    <a:pt x="440159" y="229913"/>
                  </a:lnTo>
                  <a:lnTo>
                    <a:pt x="441441" y="223972"/>
                  </a:lnTo>
                  <a:lnTo>
                    <a:pt x="442722" y="159330"/>
                  </a:lnTo>
                  <a:lnTo>
                    <a:pt x="444004" y="193751"/>
                  </a:lnTo>
                  <a:lnTo>
                    <a:pt x="445286" y="245197"/>
                  </a:lnTo>
                  <a:lnTo>
                    <a:pt x="446568" y="199630"/>
                  </a:lnTo>
                  <a:lnTo>
                    <a:pt x="447850" y="217274"/>
                  </a:lnTo>
                  <a:lnTo>
                    <a:pt x="449132" y="244799"/>
                  </a:lnTo>
                  <a:lnTo>
                    <a:pt x="450414" y="270912"/>
                  </a:lnTo>
                  <a:lnTo>
                    <a:pt x="451695" y="318903"/>
                  </a:lnTo>
                  <a:lnTo>
                    <a:pt x="452977" y="347999"/>
                  </a:lnTo>
                  <a:lnTo>
                    <a:pt x="454259" y="368154"/>
                  </a:lnTo>
                  <a:lnTo>
                    <a:pt x="455541" y="412883"/>
                  </a:lnTo>
                  <a:lnTo>
                    <a:pt x="456823" y="481697"/>
                  </a:lnTo>
                  <a:lnTo>
                    <a:pt x="458105" y="565134"/>
                  </a:lnTo>
                  <a:lnTo>
                    <a:pt x="459386" y="602121"/>
                  </a:lnTo>
                  <a:lnTo>
                    <a:pt x="460668" y="621045"/>
                  </a:lnTo>
                  <a:lnTo>
                    <a:pt x="461950" y="622765"/>
                  </a:lnTo>
                  <a:lnTo>
                    <a:pt x="463232" y="637388"/>
                  </a:lnTo>
                  <a:lnTo>
                    <a:pt x="464514" y="612443"/>
                  </a:lnTo>
                  <a:lnTo>
                    <a:pt x="465796" y="633947"/>
                  </a:lnTo>
                  <a:lnTo>
                    <a:pt x="467078" y="655452"/>
                  </a:lnTo>
                  <a:lnTo>
                    <a:pt x="468359" y="657172"/>
                  </a:lnTo>
                  <a:lnTo>
                    <a:pt x="469641" y="645130"/>
                  </a:lnTo>
                  <a:lnTo>
                    <a:pt x="470923" y="602121"/>
                  </a:lnTo>
                  <a:lnTo>
                    <a:pt x="472205" y="561693"/>
                  </a:lnTo>
                  <a:lnTo>
                    <a:pt x="473487" y="573545"/>
                  </a:lnTo>
                  <a:lnTo>
                    <a:pt x="474769" y="526395"/>
                  </a:lnTo>
                  <a:lnTo>
                    <a:pt x="476050" y="504136"/>
                  </a:lnTo>
                  <a:lnTo>
                    <a:pt x="477332" y="489549"/>
                  </a:lnTo>
                  <a:lnTo>
                    <a:pt x="478614" y="486109"/>
                  </a:lnTo>
                  <a:lnTo>
                    <a:pt x="479896" y="456217"/>
                  </a:lnTo>
                  <a:lnTo>
                    <a:pt x="481178" y="442079"/>
                  </a:lnTo>
                  <a:lnTo>
                    <a:pt x="482460" y="387988"/>
                  </a:lnTo>
                  <a:lnTo>
                    <a:pt x="483741" y="357869"/>
                  </a:lnTo>
                  <a:lnTo>
                    <a:pt x="485023" y="302549"/>
                  </a:lnTo>
                  <a:lnTo>
                    <a:pt x="486305" y="279191"/>
                  </a:lnTo>
                  <a:lnTo>
                    <a:pt x="487587" y="262595"/>
                  </a:lnTo>
                  <a:lnTo>
                    <a:pt x="488869" y="286043"/>
                  </a:lnTo>
                  <a:lnTo>
                    <a:pt x="490151" y="285199"/>
                  </a:lnTo>
                  <a:lnTo>
                    <a:pt x="491433" y="290120"/>
                  </a:lnTo>
                  <a:lnTo>
                    <a:pt x="492714" y="280817"/>
                  </a:lnTo>
                  <a:lnTo>
                    <a:pt x="493996" y="268061"/>
                  </a:lnTo>
                  <a:lnTo>
                    <a:pt x="495278" y="273036"/>
                  </a:lnTo>
                  <a:lnTo>
                    <a:pt x="496560" y="231572"/>
                  </a:lnTo>
                  <a:lnTo>
                    <a:pt x="497842" y="266463"/>
                  </a:lnTo>
                  <a:lnTo>
                    <a:pt x="499124" y="281248"/>
                  </a:lnTo>
                  <a:lnTo>
                    <a:pt x="500405" y="303528"/>
                  </a:lnTo>
                  <a:lnTo>
                    <a:pt x="501687" y="366623"/>
                  </a:lnTo>
                  <a:lnTo>
                    <a:pt x="502969" y="398331"/>
                  </a:lnTo>
                  <a:lnTo>
                    <a:pt x="504251" y="438983"/>
                  </a:lnTo>
                  <a:lnTo>
                    <a:pt x="505533" y="446707"/>
                  </a:lnTo>
                  <a:lnTo>
                    <a:pt x="506815" y="460529"/>
                  </a:lnTo>
                  <a:lnTo>
                    <a:pt x="508097" y="477603"/>
                  </a:lnTo>
                  <a:lnTo>
                    <a:pt x="509378" y="467846"/>
                  </a:lnTo>
                  <a:lnTo>
                    <a:pt x="510660" y="455244"/>
                  </a:lnTo>
                  <a:lnTo>
                    <a:pt x="511942" y="423129"/>
                  </a:lnTo>
                  <a:lnTo>
                    <a:pt x="513224" y="412560"/>
                  </a:lnTo>
                  <a:lnTo>
                    <a:pt x="514506" y="438983"/>
                  </a:lnTo>
                  <a:lnTo>
                    <a:pt x="515788" y="473131"/>
                  </a:lnTo>
                  <a:lnTo>
                    <a:pt x="517069" y="471623"/>
                  </a:lnTo>
                  <a:lnTo>
                    <a:pt x="518351" y="487553"/>
                  </a:lnTo>
                  <a:lnTo>
                    <a:pt x="519633" y="478250"/>
                  </a:lnTo>
                  <a:lnTo>
                    <a:pt x="520915" y="456585"/>
                  </a:lnTo>
                  <a:lnTo>
                    <a:pt x="522197" y="422308"/>
                  </a:lnTo>
                  <a:lnTo>
                    <a:pt x="523479" y="390795"/>
                  </a:lnTo>
                  <a:lnTo>
                    <a:pt x="524761" y="390795"/>
                  </a:lnTo>
                  <a:lnTo>
                    <a:pt x="526042" y="394112"/>
                  </a:lnTo>
                  <a:lnTo>
                    <a:pt x="527324" y="425151"/>
                  </a:lnTo>
                  <a:lnTo>
                    <a:pt x="528606" y="415507"/>
                  </a:lnTo>
                  <a:lnTo>
                    <a:pt x="529888" y="449468"/>
                  </a:lnTo>
                  <a:lnTo>
                    <a:pt x="531170" y="514757"/>
                  </a:lnTo>
                  <a:lnTo>
                    <a:pt x="532452" y="508362"/>
                  </a:lnTo>
                  <a:lnTo>
                    <a:pt x="533733" y="488578"/>
                  </a:lnTo>
                  <a:lnTo>
                    <a:pt x="535015" y="475676"/>
                  </a:lnTo>
                  <a:lnTo>
                    <a:pt x="536297" y="510053"/>
                  </a:lnTo>
                  <a:lnTo>
                    <a:pt x="537579" y="491978"/>
                  </a:lnTo>
                  <a:lnTo>
                    <a:pt x="538861" y="502319"/>
                  </a:lnTo>
                  <a:lnTo>
                    <a:pt x="540143" y="507340"/>
                  </a:lnTo>
                  <a:lnTo>
                    <a:pt x="541424" y="551096"/>
                  </a:lnTo>
                  <a:lnTo>
                    <a:pt x="542706" y="577209"/>
                  </a:lnTo>
                  <a:lnTo>
                    <a:pt x="543988" y="591392"/>
                  </a:lnTo>
                  <a:lnTo>
                    <a:pt x="545270" y="587820"/>
                  </a:lnTo>
                  <a:lnTo>
                    <a:pt x="546552" y="614846"/>
                  </a:lnTo>
                  <a:lnTo>
                    <a:pt x="547834" y="629007"/>
                  </a:lnTo>
                  <a:lnTo>
                    <a:pt x="549116" y="666844"/>
                  </a:lnTo>
                  <a:lnTo>
                    <a:pt x="550397" y="676466"/>
                  </a:lnTo>
                  <a:lnTo>
                    <a:pt x="551679" y="651669"/>
                  </a:lnTo>
                  <a:lnTo>
                    <a:pt x="552961" y="640222"/>
                  </a:lnTo>
                  <a:lnTo>
                    <a:pt x="554243" y="627985"/>
                  </a:lnTo>
                  <a:lnTo>
                    <a:pt x="555525" y="612964"/>
                  </a:lnTo>
                  <a:lnTo>
                    <a:pt x="556807" y="595422"/>
                  </a:lnTo>
                  <a:lnTo>
                    <a:pt x="558088" y="594653"/>
                  </a:lnTo>
                  <a:lnTo>
                    <a:pt x="559370" y="582054"/>
                  </a:lnTo>
                  <a:lnTo>
                    <a:pt x="560652" y="572362"/>
                  </a:lnTo>
                  <a:lnTo>
                    <a:pt x="561934" y="565578"/>
                  </a:lnTo>
                  <a:lnTo>
                    <a:pt x="563216" y="561487"/>
                  </a:lnTo>
                  <a:lnTo>
                    <a:pt x="564498" y="562240"/>
                  </a:lnTo>
                  <a:lnTo>
                    <a:pt x="565780" y="557825"/>
                  </a:lnTo>
                  <a:lnTo>
                    <a:pt x="567061" y="579793"/>
                  </a:lnTo>
                  <a:lnTo>
                    <a:pt x="568343" y="564349"/>
                  </a:lnTo>
                  <a:lnTo>
                    <a:pt x="569625" y="564387"/>
                  </a:lnTo>
                  <a:lnTo>
                    <a:pt x="570907" y="561215"/>
                  </a:lnTo>
                  <a:lnTo>
                    <a:pt x="572189" y="555108"/>
                  </a:lnTo>
                  <a:lnTo>
                    <a:pt x="573471" y="549175"/>
                  </a:lnTo>
                  <a:lnTo>
                    <a:pt x="574752" y="537719"/>
                  </a:lnTo>
                  <a:lnTo>
                    <a:pt x="576034" y="529068"/>
                  </a:lnTo>
                  <a:lnTo>
                    <a:pt x="577316" y="513361"/>
                  </a:lnTo>
                  <a:lnTo>
                    <a:pt x="578598" y="504469"/>
                  </a:lnTo>
                  <a:lnTo>
                    <a:pt x="579880" y="489308"/>
                  </a:lnTo>
                  <a:lnTo>
                    <a:pt x="581162" y="503664"/>
                  </a:lnTo>
                  <a:lnTo>
                    <a:pt x="582443" y="479125"/>
                  </a:lnTo>
                  <a:lnTo>
                    <a:pt x="583725" y="461666"/>
                  </a:lnTo>
                  <a:lnTo>
                    <a:pt x="585007" y="444221"/>
                  </a:lnTo>
                  <a:lnTo>
                    <a:pt x="586289" y="365810"/>
                  </a:lnTo>
                  <a:lnTo>
                    <a:pt x="587571" y="385776"/>
                  </a:lnTo>
                  <a:lnTo>
                    <a:pt x="588853" y="408993"/>
                  </a:lnTo>
                  <a:lnTo>
                    <a:pt x="590135" y="441658"/>
                  </a:lnTo>
                  <a:lnTo>
                    <a:pt x="591416" y="472813"/>
                  </a:lnTo>
                  <a:lnTo>
                    <a:pt x="592698" y="482573"/>
                  </a:lnTo>
                  <a:lnTo>
                    <a:pt x="593980" y="484629"/>
                  </a:lnTo>
                  <a:lnTo>
                    <a:pt x="595262" y="454171"/>
                  </a:lnTo>
                  <a:lnTo>
                    <a:pt x="596544" y="468794"/>
                  </a:lnTo>
                  <a:lnTo>
                    <a:pt x="597826" y="466214"/>
                  </a:lnTo>
                  <a:lnTo>
                    <a:pt x="599107" y="466214"/>
                  </a:lnTo>
                  <a:lnTo>
                    <a:pt x="600389" y="488578"/>
                  </a:lnTo>
                  <a:lnTo>
                    <a:pt x="601671" y="516964"/>
                  </a:lnTo>
                  <a:lnTo>
                    <a:pt x="602953" y="498040"/>
                  </a:lnTo>
                  <a:lnTo>
                    <a:pt x="604235" y="508362"/>
                  </a:lnTo>
                  <a:lnTo>
                    <a:pt x="605517" y="583946"/>
                  </a:lnTo>
                  <a:lnTo>
                    <a:pt x="606799" y="593382"/>
                  </a:lnTo>
                  <a:lnTo>
                    <a:pt x="608080" y="604317"/>
                  </a:lnTo>
                  <a:lnTo>
                    <a:pt x="609362" y="629435"/>
                  </a:lnTo>
                  <a:lnTo>
                    <a:pt x="610644" y="646373"/>
                  </a:lnTo>
                  <a:lnTo>
                    <a:pt x="611926" y="672486"/>
                  </a:lnTo>
                  <a:lnTo>
                    <a:pt x="613208" y="676015"/>
                  </a:lnTo>
                  <a:lnTo>
                    <a:pt x="614490" y="695776"/>
                  </a:lnTo>
                  <a:lnTo>
                    <a:pt x="615771" y="676015"/>
                  </a:lnTo>
                  <a:lnTo>
                    <a:pt x="617053" y="661194"/>
                  </a:lnTo>
                  <a:lnTo>
                    <a:pt x="618335" y="661194"/>
                  </a:lnTo>
                  <a:lnTo>
                    <a:pt x="619617" y="661194"/>
                  </a:lnTo>
                  <a:lnTo>
                    <a:pt x="620899" y="648490"/>
                  </a:lnTo>
                  <a:lnTo>
                    <a:pt x="622181" y="667546"/>
                  </a:lnTo>
                  <a:lnTo>
                    <a:pt x="623462" y="675309"/>
                  </a:lnTo>
                  <a:lnTo>
                    <a:pt x="624744" y="664232"/>
                  </a:lnTo>
                  <a:lnTo>
                    <a:pt x="626026" y="653637"/>
                  </a:lnTo>
                  <a:lnTo>
                    <a:pt x="627308" y="650481"/>
                  </a:lnTo>
                  <a:lnTo>
                    <a:pt x="628590" y="609863"/>
                  </a:lnTo>
                  <a:lnTo>
                    <a:pt x="629872" y="574596"/>
                  </a:lnTo>
                  <a:lnTo>
                    <a:pt x="631154" y="552231"/>
                  </a:lnTo>
                  <a:lnTo>
                    <a:pt x="632435" y="537608"/>
                  </a:lnTo>
                  <a:lnTo>
                    <a:pt x="633717" y="515243"/>
                  </a:lnTo>
                  <a:lnTo>
                    <a:pt x="634999" y="541049"/>
                  </a:lnTo>
                  <a:lnTo>
                    <a:pt x="636281" y="544489"/>
                  </a:lnTo>
                  <a:lnTo>
                    <a:pt x="637563" y="519544"/>
                  </a:lnTo>
                  <a:lnTo>
                    <a:pt x="638845" y="498900"/>
                  </a:lnTo>
                  <a:lnTo>
                    <a:pt x="640126" y="489438"/>
                  </a:lnTo>
                  <a:lnTo>
                    <a:pt x="641408" y="433527"/>
                  </a:lnTo>
                  <a:lnTo>
                    <a:pt x="642690" y="387078"/>
                  </a:lnTo>
                  <a:lnTo>
                    <a:pt x="643972" y="444949"/>
                  </a:lnTo>
                  <a:lnTo>
                    <a:pt x="645254" y="387633"/>
                  </a:lnTo>
                  <a:lnTo>
                    <a:pt x="646536" y="347953"/>
                  </a:lnTo>
                  <a:lnTo>
                    <a:pt x="647818" y="324549"/>
                  </a:lnTo>
                  <a:lnTo>
                    <a:pt x="649099" y="346427"/>
                  </a:lnTo>
                  <a:lnTo>
                    <a:pt x="650381" y="364777"/>
                  </a:lnTo>
                  <a:lnTo>
                    <a:pt x="651663" y="376775"/>
                  </a:lnTo>
                  <a:lnTo>
                    <a:pt x="652945" y="397947"/>
                  </a:lnTo>
                  <a:lnTo>
                    <a:pt x="654227" y="448328"/>
                  </a:lnTo>
                  <a:lnTo>
                    <a:pt x="655509" y="431630"/>
                  </a:lnTo>
                  <a:lnTo>
                    <a:pt x="656790" y="415648"/>
                  </a:lnTo>
                  <a:lnTo>
                    <a:pt x="658072" y="440669"/>
                  </a:lnTo>
                  <a:lnTo>
                    <a:pt x="659354" y="381396"/>
                  </a:lnTo>
                  <a:lnTo>
                    <a:pt x="660636" y="390682"/>
                  </a:lnTo>
                  <a:lnTo>
                    <a:pt x="661918" y="378899"/>
                  </a:lnTo>
                  <a:lnTo>
                    <a:pt x="663200" y="343140"/>
                  </a:lnTo>
                  <a:lnTo>
                    <a:pt x="664482" y="365706"/>
                  </a:lnTo>
                  <a:lnTo>
                    <a:pt x="665763" y="326784"/>
                  </a:lnTo>
                  <a:lnTo>
                    <a:pt x="667045" y="308897"/>
                  </a:lnTo>
                  <a:lnTo>
                    <a:pt x="668327" y="299141"/>
                  </a:lnTo>
                  <a:lnTo>
                    <a:pt x="669609" y="275156"/>
                  </a:lnTo>
                  <a:lnTo>
                    <a:pt x="670891" y="264180"/>
                  </a:lnTo>
                  <a:lnTo>
                    <a:pt x="672173" y="252391"/>
                  </a:lnTo>
                  <a:lnTo>
                    <a:pt x="673454" y="256863"/>
                  </a:lnTo>
                  <a:lnTo>
                    <a:pt x="674736" y="281660"/>
                  </a:lnTo>
                  <a:lnTo>
                    <a:pt x="676018" y="297514"/>
                  </a:lnTo>
                  <a:lnTo>
                    <a:pt x="677300" y="302799"/>
                  </a:lnTo>
                  <a:lnTo>
                    <a:pt x="678582" y="344264"/>
                  </a:lnTo>
                  <a:lnTo>
                    <a:pt x="679864" y="347266"/>
                  </a:lnTo>
                  <a:lnTo>
                    <a:pt x="681145" y="391736"/>
                  </a:lnTo>
                  <a:lnTo>
                    <a:pt x="682427" y="387759"/>
                  </a:lnTo>
                  <a:lnTo>
                    <a:pt x="683709" y="377983"/>
                  </a:lnTo>
                  <a:lnTo>
                    <a:pt x="684991" y="443316"/>
                  </a:lnTo>
                  <a:lnTo>
                    <a:pt x="686273" y="465608"/>
                  </a:lnTo>
                  <a:lnTo>
                    <a:pt x="687555" y="452307"/>
                  </a:lnTo>
                  <a:lnTo>
                    <a:pt x="688837" y="435127"/>
                  </a:lnTo>
                  <a:lnTo>
                    <a:pt x="690118" y="376309"/>
                  </a:lnTo>
                  <a:lnTo>
                    <a:pt x="691400" y="361557"/>
                  </a:lnTo>
                  <a:lnTo>
                    <a:pt x="692682" y="339429"/>
                  </a:lnTo>
                  <a:lnTo>
                    <a:pt x="693964" y="308695"/>
                  </a:lnTo>
                  <a:lnTo>
                    <a:pt x="695246" y="290870"/>
                  </a:lnTo>
                  <a:lnTo>
                    <a:pt x="696528" y="310429"/>
                  </a:lnTo>
                  <a:lnTo>
                    <a:pt x="697809" y="288815"/>
                  </a:lnTo>
                  <a:lnTo>
                    <a:pt x="699091" y="262767"/>
                  </a:lnTo>
                  <a:lnTo>
                    <a:pt x="700373" y="235610"/>
                  </a:lnTo>
                  <a:lnTo>
                    <a:pt x="701655" y="221621"/>
                  </a:lnTo>
                  <a:lnTo>
                    <a:pt x="702937" y="297873"/>
                  </a:lnTo>
                  <a:lnTo>
                    <a:pt x="704219" y="314929"/>
                  </a:lnTo>
                  <a:lnTo>
                    <a:pt x="705501" y="334568"/>
                  </a:lnTo>
                  <a:lnTo>
                    <a:pt x="706782" y="353692"/>
                  </a:lnTo>
                  <a:lnTo>
                    <a:pt x="708064" y="384185"/>
                  </a:lnTo>
                  <a:lnTo>
                    <a:pt x="709346" y="387286"/>
                  </a:lnTo>
                  <a:lnTo>
                    <a:pt x="710628" y="402791"/>
                  </a:lnTo>
                  <a:lnTo>
                    <a:pt x="711910" y="395039"/>
                  </a:lnTo>
                  <a:lnTo>
                    <a:pt x="713192" y="409510"/>
                  </a:lnTo>
                  <a:lnTo>
                    <a:pt x="714473" y="431218"/>
                  </a:lnTo>
                  <a:lnTo>
                    <a:pt x="715755" y="441105"/>
                  </a:lnTo>
                  <a:lnTo>
                    <a:pt x="717037" y="469300"/>
                  </a:lnTo>
                  <a:lnTo>
                    <a:pt x="718319" y="470406"/>
                  </a:lnTo>
                  <a:lnTo>
                    <a:pt x="719601" y="476693"/>
                  </a:lnTo>
                  <a:lnTo>
                    <a:pt x="720883" y="444538"/>
                  </a:lnTo>
                  <a:lnTo>
                    <a:pt x="722164" y="324001"/>
                  </a:lnTo>
                  <a:lnTo>
                    <a:pt x="723446" y="268100"/>
                  </a:lnTo>
                  <a:lnTo>
                    <a:pt x="724728" y="158272"/>
                  </a:lnTo>
                  <a:lnTo>
                    <a:pt x="726010" y="129026"/>
                  </a:lnTo>
                  <a:lnTo>
                    <a:pt x="727292" y="131606"/>
                  </a:lnTo>
                  <a:lnTo>
                    <a:pt x="728574" y="159992"/>
                  </a:lnTo>
                  <a:lnTo>
                    <a:pt x="729856" y="154831"/>
                  </a:lnTo>
                  <a:lnTo>
                    <a:pt x="731137" y="172894"/>
                  </a:lnTo>
                  <a:lnTo>
                    <a:pt x="732419" y="111822"/>
                  </a:lnTo>
                  <a:lnTo>
                    <a:pt x="733701" y="73975"/>
                  </a:lnTo>
                  <a:lnTo>
                    <a:pt x="734983" y="52470"/>
                  </a:lnTo>
                  <a:lnTo>
                    <a:pt x="736265" y="9461"/>
                  </a:lnTo>
                  <a:lnTo>
                    <a:pt x="737547" y="0"/>
                  </a:lnTo>
                  <a:lnTo>
                    <a:pt x="738828" y="39567"/>
                  </a:lnTo>
                  <a:lnTo>
                    <a:pt x="740110" y="83436"/>
                  </a:lnTo>
                  <a:lnTo>
                    <a:pt x="741392" y="152250"/>
                  </a:lnTo>
                  <a:lnTo>
                    <a:pt x="742674" y="147089"/>
                  </a:lnTo>
                  <a:lnTo>
                    <a:pt x="743956" y="161712"/>
                  </a:lnTo>
                  <a:lnTo>
                    <a:pt x="745238" y="196119"/>
                  </a:lnTo>
                  <a:lnTo>
                    <a:pt x="746520" y="184937"/>
                  </a:lnTo>
                  <a:lnTo>
                    <a:pt x="747801" y="163433"/>
                  </a:lnTo>
                  <a:lnTo>
                    <a:pt x="749083" y="170314"/>
                  </a:lnTo>
                  <a:lnTo>
                    <a:pt x="750365" y="178916"/>
                  </a:lnTo>
                  <a:lnTo>
                    <a:pt x="751647" y="211602"/>
                  </a:lnTo>
                  <a:lnTo>
                    <a:pt x="752929" y="136767"/>
                  </a:lnTo>
                  <a:lnTo>
                    <a:pt x="754211" y="70534"/>
                  </a:lnTo>
                  <a:lnTo>
                    <a:pt x="755492" y="85157"/>
                  </a:lnTo>
                  <a:lnTo>
                    <a:pt x="756774" y="175171"/>
                  </a:lnTo>
                  <a:lnTo>
                    <a:pt x="758056" y="154696"/>
                  </a:lnTo>
                  <a:lnTo>
                    <a:pt x="759338" y="160814"/>
                  </a:lnTo>
                  <a:lnTo>
                    <a:pt x="760620" y="148816"/>
                  </a:lnTo>
                  <a:lnTo>
                    <a:pt x="761902" y="138935"/>
                  </a:lnTo>
                  <a:lnTo>
                    <a:pt x="763183" y="134701"/>
                  </a:lnTo>
                  <a:lnTo>
                    <a:pt x="764465" y="101531"/>
                  </a:lnTo>
                  <a:lnTo>
                    <a:pt x="765747" y="201127"/>
                  </a:lnTo>
                  <a:lnTo>
                    <a:pt x="767029" y="265538"/>
                  </a:lnTo>
                  <a:lnTo>
                    <a:pt x="768311" y="248711"/>
                  </a:lnTo>
                  <a:lnTo>
                    <a:pt x="769593" y="290120"/>
                  </a:lnTo>
                  <a:lnTo>
                    <a:pt x="770875" y="318030"/>
                  </a:lnTo>
                  <a:lnTo>
                    <a:pt x="772156" y="368163"/>
                  </a:lnTo>
                  <a:lnTo>
                    <a:pt x="773438" y="419330"/>
                  </a:lnTo>
                  <a:lnTo>
                    <a:pt x="774720" y="429150"/>
                  </a:lnTo>
                  <a:lnTo>
                    <a:pt x="776002" y="463262"/>
                  </a:lnTo>
                  <a:lnTo>
                    <a:pt x="777284" y="448292"/>
                  </a:lnTo>
                  <a:lnTo>
                    <a:pt x="778566" y="472618"/>
                  </a:lnTo>
                  <a:lnTo>
                    <a:pt x="779847" y="479805"/>
                  </a:lnTo>
                  <a:lnTo>
                    <a:pt x="781129" y="465430"/>
                  </a:lnTo>
                  <a:lnTo>
                    <a:pt x="782411" y="441105"/>
                  </a:lnTo>
                  <a:lnTo>
                    <a:pt x="783693" y="436789"/>
                  </a:lnTo>
                  <a:lnTo>
                    <a:pt x="784975" y="379997"/>
                  </a:lnTo>
                  <a:lnTo>
                    <a:pt x="786257" y="376031"/>
                  </a:lnTo>
                  <a:lnTo>
                    <a:pt x="787539" y="331787"/>
                  </a:lnTo>
                  <a:lnTo>
                    <a:pt x="788820" y="324705"/>
                  </a:lnTo>
                  <a:lnTo>
                    <a:pt x="790102" y="248590"/>
                  </a:lnTo>
                  <a:lnTo>
                    <a:pt x="791384" y="258912"/>
                  </a:lnTo>
                  <a:lnTo>
                    <a:pt x="792666" y="278696"/>
                  </a:lnTo>
                  <a:lnTo>
                    <a:pt x="793948" y="295899"/>
                  </a:lnTo>
                  <a:lnTo>
                    <a:pt x="795230" y="302781"/>
                  </a:lnTo>
                  <a:lnTo>
                    <a:pt x="796511" y="338048"/>
                  </a:lnTo>
                  <a:lnTo>
                    <a:pt x="797793" y="329446"/>
                  </a:lnTo>
                  <a:lnTo>
                    <a:pt x="799075" y="329446"/>
                  </a:lnTo>
                  <a:lnTo>
                    <a:pt x="800357" y="409442"/>
                  </a:lnTo>
                  <a:lnTo>
                    <a:pt x="801639" y="489438"/>
                  </a:lnTo>
                  <a:lnTo>
                    <a:pt x="802921" y="547930"/>
                  </a:lnTo>
                  <a:lnTo>
                    <a:pt x="804203" y="595240"/>
                  </a:lnTo>
                  <a:lnTo>
                    <a:pt x="805484" y="609863"/>
                  </a:lnTo>
                  <a:lnTo>
                    <a:pt x="806766" y="602981"/>
                  </a:lnTo>
                  <a:lnTo>
                    <a:pt x="808048" y="574596"/>
                  </a:lnTo>
                  <a:lnTo>
                    <a:pt x="809330" y="527286"/>
                  </a:lnTo>
                  <a:lnTo>
                    <a:pt x="810612" y="467934"/>
                  </a:lnTo>
                  <a:lnTo>
                    <a:pt x="811894" y="465236"/>
                  </a:lnTo>
                  <a:lnTo>
                    <a:pt x="813175" y="456670"/>
                  </a:lnTo>
                  <a:lnTo>
                    <a:pt x="814457" y="472198"/>
                  </a:lnTo>
                  <a:lnTo>
                    <a:pt x="815739" y="462113"/>
                  </a:lnTo>
                  <a:lnTo>
                    <a:pt x="817021" y="457060"/>
                  </a:lnTo>
                  <a:lnTo>
                    <a:pt x="818303" y="418297"/>
                  </a:lnTo>
                  <a:lnTo>
                    <a:pt x="819585" y="383668"/>
                  </a:lnTo>
                  <a:lnTo>
                    <a:pt x="820866" y="359894"/>
                  </a:lnTo>
                  <a:lnTo>
                    <a:pt x="822148" y="335602"/>
                  </a:lnTo>
                  <a:lnTo>
                    <a:pt x="823430" y="327849"/>
                  </a:lnTo>
                  <a:lnTo>
                    <a:pt x="824712" y="327849"/>
                  </a:lnTo>
                  <a:lnTo>
                    <a:pt x="825994" y="330434"/>
                  </a:lnTo>
                  <a:lnTo>
                    <a:pt x="827276" y="351107"/>
                  </a:lnTo>
                  <a:lnTo>
                    <a:pt x="828558" y="372298"/>
                  </a:lnTo>
                  <a:lnTo>
                    <a:pt x="829839" y="412094"/>
                  </a:lnTo>
                  <a:lnTo>
                    <a:pt x="831121" y="444139"/>
                  </a:lnTo>
                  <a:lnTo>
                    <a:pt x="832403" y="431706"/>
                  </a:lnTo>
                  <a:lnTo>
                    <a:pt x="833685" y="419951"/>
                  </a:lnTo>
                  <a:lnTo>
                    <a:pt x="834967" y="425286"/>
                  </a:lnTo>
                  <a:lnTo>
                    <a:pt x="836249" y="465003"/>
                  </a:lnTo>
                  <a:lnTo>
                    <a:pt x="837530" y="487718"/>
                  </a:lnTo>
                  <a:lnTo>
                    <a:pt x="838812" y="545350"/>
                  </a:lnTo>
                  <a:lnTo>
                    <a:pt x="840094" y="584918"/>
                  </a:lnTo>
                  <a:lnTo>
                    <a:pt x="841376" y="625346"/>
                  </a:lnTo>
                  <a:lnTo>
                    <a:pt x="842658" y="638248"/>
                  </a:lnTo>
                  <a:lnTo>
                    <a:pt x="843940" y="638248"/>
                  </a:lnTo>
                  <a:lnTo>
                    <a:pt x="845222" y="652011"/>
                  </a:lnTo>
                  <a:lnTo>
                    <a:pt x="846503" y="656312"/>
                  </a:lnTo>
                  <a:lnTo>
                    <a:pt x="847785" y="654592"/>
                  </a:lnTo>
                  <a:lnTo>
                    <a:pt x="849067" y="611583"/>
                  </a:lnTo>
                  <a:lnTo>
                    <a:pt x="850349" y="556532"/>
                  </a:lnTo>
                  <a:lnTo>
                    <a:pt x="851631" y="505782"/>
                  </a:lnTo>
                  <a:lnTo>
                    <a:pt x="852913" y="448150"/>
                  </a:lnTo>
                  <a:lnTo>
                    <a:pt x="854194" y="421485"/>
                  </a:lnTo>
                  <a:lnTo>
                    <a:pt x="855476" y="381917"/>
                  </a:lnTo>
                  <a:lnTo>
                    <a:pt x="856758" y="349230"/>
                  </a:lnTo>
                  <a:lnTo>
                    <a:pt x="858040" y="270954"/>
                  </a:lnTo>
                  <a:lnTo>
                    <a:pt x="859322" y="205581"/>
                  </a:lnTo>
                  <a:lnTo>
                    <a:pt x="860604" y="126445"/>
                  </a:lnTo>
                  <a:lnTo>
                    <a:pt x="861885" y="54191"/>
                  </a:lnTo>
                  <a:lnTo>
                    <a:pt x="863167" y="3440"/>
                  </a:lnTo>
                  <a:lnTo>
                    <a:pt x="864449" y="1720"/>
                  </a:lnTo>
                  <a:lnTo>
                    <a:pt x="865731" y="1720"/>
                  </a:lnTo>
                  <a:lnTo>
                    <a:pt x="867013" y="7741"/>
                  </a:lnTo>
                  <a:lnTo>
                    <a:pt x="868295" y="27525"/>
                  </a:lnTo>
                  <a:lnTo>
                    <a:pt x="869577" y="55911"/>
                  </a:lnTo>
                  <a:lnTo>
                    <a:pt x="870858" y="97199"/>
                  </a:lnTo>
                  <a:lnTo>
                    <a:pt x="872140" y="126445"/>
                  </a:lnTo>
                  <a:lnTo>
                    <a:pt x="873422" y="118704"/>
                  </a:lnTo>
                  <a:lnTo>
                    <a:pt x="874704" y="114403"/>
                  </a:lnTo>
                  <a:lnTo>
                    <a:pt x="875986" y="123864"/>
                  </a:lnTo>
                  <a:lnTo>
                    <a:pt x="877268" y="190098"/>
                  </a:lnTo>
                  <a:lnTo>
                    <a:pt x="878549" y="317883"/>
                  </a:lnTo>
                  <a:lnTo>
                    <a:pt x="879831" y="391049"/>
                  </a:lnTo>
                  <a:lnTo>
                    <a:pt x="881113" y="434647"/>
                  </a:lnTo>
                  <a:lnTo>
                    <a:pt x="882395" y="513648"/>
                  </a:lnTo>
                  <a:lnTo>
                    <a:pt x="883677" y="518313"/>
                  </a:lnTo>
                  <a:lnTo>
                    <a:pt x="884959" y="534885"/>
                  </a:lnTo>
                  <a:lnTo>
                    <a:pt x="886241" y="543752"/>
                  </a:lnTo>
                  <a:lnTo>
                    <a:pt x="887522" y="558162"/>
                  </a:lnTo>
                  <a:lnTo>
                    <a:pt x="888804" y="587612"/>
                  </a:lnTo>
                  <a:lnTo>
                    <a:pt x="890086" y="608067"/>
                  </a:lnTo>
                  <a:lnTo>
                    <a:pt x="891368" y="632393"/>
                  </a:lnTo>
                  <a:lnTo>
                    <a:pt x="892650" y="654507"/>
                  </a:lnTo>
                  <a:lnTo>
                    <a:pt x="893932" y="682703"/>
                  </a:lnTo>
                  <a:lnTo>
                    <a:pt x="895213" y="697630"/>
                  </a:lnTo>
                  <a:lnTo>
                    <a:pt x="896495" y="702053"/>
                  </a:lnTo>
                  <a:lnTo>
                    <a:pt x="897777" y="707245"/>
                  </a:lnTo>
                  <a:lnTo>
                    <a:pt x="899059" y="703930"/>
                  </a:lnTo>
                  <a:lnTo>
                    <a:pt x="900341" y="716223"/>
                  </a:lnTo>
                  <a:lnTo>
                    <a:pt x="901623" y="691720"/>
                  </a:lnTo>
                  <a:lnTo>
                    <a:pt x="902904" y="667120"/>
                  </a:lnTo>
                  <a:lnTo>
                    <a:pt x="904186" y="616162"/>
                  </a:lnTo>
                  <a:lnTo>
                    <a:pt x="905468" y="574277"/>
                  </a:lnTo>
                  <a:lnTo>
                    <a:pt x="906750" y="557646"/>
                  </a:lnTo>
                  <a:lnTo>
                    <a:pt x="908032" y="517824"/>
                  </a:lnTo>
                  <a:lnTo>
                    <a:pt x="909314" y="517824"/>
                  </a:lnTo>
                  <a:lnTo>
                    <a:pt x="910596" y="517824"/>
                  </a:lnTo>
                  <a:lnTo>
                    <a:pt x="911877" y="512663"/>
                  </a:lnTo>
                  <a:lnTo>
                    <a:pt x="913159" y="496320"/>
                  </a:lnTo>
                  <a:lnTo>
                    <a:pt x="914441" y="470515"/>
                  </a:lnTo>
                  <a:lnTo>
                    <a:pt x="915723" y="454171"/>
                  </a:lnTo>
                  <a:lnTo>
                    <a:pt x="917005" y="466214"/>
                  </a:lnTo>
                  <a:lnTo>
                    <a:pt x="918287" y="451591"/>
                  </a:lnTo>
                  <a:lnTo>
                    <a:pt x="919568" y="455031"/>
                  </a:lnTo>
                  <a:lnTo>
                    <a:pt x="920850" y="472235"/>
                  </a:lnTo>
                  <a:lnTo>
                    <a:pt x="922132" y="492019"/>
                  </a:lnTo>
                  <a:lnTo>
                    <a:pt x="923414" y="543629"/>
                  </a:lnTo>
                  <a:lnTo>
                    <a:pt x="924696" y="588358"/>
                  </a:lnTo>
                  <a:lnTo>
                    <a:pt x="925978" y="603841"/>
                  </a:lnTo>
                  <a:lnTo>
                    <a:pt x="927260" y="590079"/>
                  </a:lnTo>
                  <a:lnTo>
                    <a:pt x="928541" y="536748"/>
                  </a:lnTo>
                  <a:lnTo>
                    <a:pt x="929823" y="517824"/>
                  </a:lnTo>
                  <a:lnTo>
                    <a:pt x="931105" y="522985"/>
                  </a:lnTo>
                  <a:lnTo>
                    <a:pt x="932387" y="493739"/>
                  </a:lnTo>
                  <a:lnTo>
                    <a:pt x="933669" y="506642"/>
                  </a:lnTo>
                  <a:lnTo>
                    <a:pt x="934951" y="506642"/>
                  </a:lnTo>
                  <a:lnTo>
                    <a:pt x="936232" y="533601"/>
                  </a:lnTo>
                  <a:lnTo>
                    <a:pt x="937514" y="497856"/>
                  </a:lnTo>
                  <a:lnTo>
                    <a:pt x="938796" y="478751"/>
                  </a:lnTo>
                  <a:lnTo>
                    <a:pt x="940078" y="505928"/>
                  </a:lnTo>
                  <a:lnTo>
                    <a:pt x="941360" y="517926"/>
                  </a:lnTo>
                  <a:lnTo>
                    <a:pt x="942642" y="499576"/>
                  </a:lnTo>
                  <a:lnTo>
                    <a:pt x="943924" y="463583"/>
                  </a:lnTo>
                  <a:lnTo>
                    <a:pt x="945205" y="467353"/>
                  </a:lnTo>
                  <a:lnTo>
                    <a:pt x="946487" y="422320"/>
                  </a:lnTo>
                  <a:lnTo>
                    <a:pt x="947769" y="434706"/>
                  </a:lnTo>
                  <a:lnTo>
                    <a:pt x="949051" y="446382"/>
                  </a:lnTo>
                  <a:lnTo>
                    <a:pt x="950333" y="415648"/>
                  </a:lnTo>
                  <a:lnTo>
                    <a:pt x="951615" y="413190"/>
                  </a:lnTo>
                  <a:lnTo>
                    <a:pt x="952896" y="415648"/>
                  </a:lnTo>
                  <a:lnTo>
                    <a:pt x="954178" y="399052"/>
                  </a:lnTo>
                  <a:lnTo>
                    <a:pt x="955460" y="388877"/>
                  </a:lnTo>
                  <a:lnTo>
                    <a:pt x="956742" y="429132"/>
                  </a:lnTo>
                  <a:lnTo>
                    <a:pt x="958024" y="422961"/>
                  </a:lnTo>
                  <a:lnTo>
                    <a:pt x="959306" y="354191"/>
                  </a:lnTo>
                  <a:lnTo>
                    <a:pt x="960587" y="320314"/>
                  </a:lnTo>
                  <a:lnTo>
                    <a:pt x="961869" y="294202"/>
                  </a:lnTo>
                  <a:lnTo>
                    <a:pt x="963151" y="295613"/>
                  </a:lnTo>
                  <a:lnTo>
                    <a:pt x="964433" y="282555"/>
                  </a:lnTo>
                  <a:lnTo>
                    <a:pt x="965715" y="345014"/>
                  </a:lnTo>
                  <a:lnTo>
                    <a:pt x="966997" y="367666"/>
                  </a:lnTo>
                  <a:lnTo>
                    <a:pt x="968279" y="276115"/>
                  </a:lnTo>
                  <a:lnTo>
                    <a:pt x="969560" y="309662"/>
                  </a:lnTo>
                  <a:lnTo>
                    <a:pt x="970842" y="336327"/>
                  </a:lnTo>
                  <a:lnTo>
                    <a:pt x="972124" y="333747"/>
                  </a:lnTo>
                  <a:lnTo>
                    <a:pt x="973406" y="353531"/>
                  </a:lnTo>
                  <a:lnTo>
                    <a:pt x="974688" y="371595"/>
                  </a:lnTo>
                  <a:lnTo>
                    <a:pt x="975970" y="369014"/>
                  </a:lnTo>
                  <a:lnTo>
                    <a:pt x="977251" y="374175"/>
                  </a:lnTo>
                  <a:lnTo>
                    <a:pt x="978533" y="365573"/>
                  </a:lnTo>
                  <a:lnTo>
                    <a:pt x="979815" y="378476"/>
                  </a:lnTo>
                  <a:lnTo>
                    <a:pt x="981097" y="418192"/>
                  </a:lnTo>
                  <a:lnTo>
                    <a:pt x="982379" y="416291"/>
                  </a:lnTo>
                  <a:lnTo>
                    <a:pt x="983661" y="414087"/>
                  </a:lnTo>
                  <a:lnTo>
                    <a:pt x="984943" y="397947"/>
                  </a:lnTo>
                  <a:lnTo>
                    <a:pt x="986224" y="387361"/>
                  </a:lnTo>
                  <a:lnTo>
                    <a:pt x="987506" y="387361"/>
                  </a:lnTo>
                  <a:lnTo>
                    <a:pt x="988788" y="366189"/>
                  </a:lnTo>
                  <a:lnTo>
                    <a:pt x="990070" y="347133"/>
                  </a:lnTo>
                  <a:lnTo>
                    <a:pt x="991352" y="336547"/>
                  </a:lnTo>
                  <a:lnTo>
                    <a:pt x="992634" y="343604"/>
                  </a:lnTo>
                  <a:lnTo>
                    <a:pt x="993915" y="328078"/>
                  </a:lnTo>
                  <a:lnTo>
                    <a:pt x="995197" y="328784"/>
                  </a:lnTo>
                  <a:lnTo>
                    <a:pt x="996479" y="325255"/>
                  </a:lnTo>
                  <a:lnTo>
                    <a:pt x="997761" y="335135"/>
                  </a:lnTo>
                  <a:lnTo>
                    <a:pt x="999043" y="403301"/>
                  </a:lnTo>
                  <a:lnTo>
                    <a:pt x="1000325" y="409240"/>
                  </a:lnTo>
                  <a:lnTo>
                    <a:pt x="1001606" y="454408"/>
                  </a:lnTo>
                  <a:lnTo>
                    <a:pt x="1002888" y="492333"/>
                  </a:lnTo>
                  <a:lnTo>
                    <a:pt x="1004170" y="529453"/>
                  </a:lnTo>
                  <a:lnTo>
                    <a:pt x="1005452" y="543415"/>
                  </a:lnTo>
                  <a:lnTo>
                    <a:pt x="1006734" y="553702"/>
                  </a:lnTo>
                  <a:lnTo>
                    <a:pt x="1008016" y="572073"/>
                  </a:lnTo>
                  <a:lnTo>
                    <a:pt x="1009298" y="602935"/>
                  </a:lnTo>
                  <a:lnTo>
                    <a:pt x="1010579" y="632964"/>
                  </a:lnTo>
                  <a:lnTo>
                    <a:pt x="1011861" y="646373"/>
                  </a:lnTo>
                  <a:lnTo>
                    <a:pt x="1013143" y="657665"/>
                  </a:lnTo>
                  <a:lnTo>
                    <a:pt x="1014425" y="653431"/>
                  </a:lnTo>
                  <a:lnTo>
                    <a:pt x="1015707" y="666840"/>
                  </a:lnTo>
                  <a:lnTo>
                    <a:pt x="1016989" y="668957"/>
                  </a:lnTo>
                  <a:lnTo>
                    <a:pt x="1018270" y="645554"/>
                  </a:lnTo>
                  <a:lnTo>
                    <a:pt x="1019552" y="625714"/>
                  </a:lnTo>
                  <a:lnTo>
                    <a:pt x="1020834" y="582360"/>
                  </a:lnTo>
                  <a:lnTo>
                    <a:pt x="1022116" y="578686"/>
                  </a:lnTo>
                  <a:lnTo>
                    <a:pt x="1023398" y="563990"/>
                  </a:lnTo>
                  <a:lnTo>
                    <a:pt x="1024680" y="525044"/>
                  </a:lnTo>
                  <a:lnTo>
                    <a:pt x="1025962" y="530923"/>
                  </a:lnTo>
                  <a:lnTo>
                    <a:pt x="1027243" y="542680"/>
                  </a:lnTo>
                  <a:lnTo>
                    <a:pt x="1028525" y="545250"/>
                  </a:lnTo>
                  <a:lnTo>
                    <a:pt x="1029807" y="477396"/>
                  </a:lnTo>
                  <a:lnTo>
                    <a:pt x="1031089" y="521370"/>
                  </a:lnTo>
                  <a:lnTo>
                    <a:pt x="1032371" y="515492"/>
                  </a:lnTo>
                  <a:lnTo>
                    <a:pt x="1033653" y="525689"/>
                  </a:lnTo>
                  <a:lnTo>
                    <a:pt x="1034934" y="514397"/>
                  </a:lnTo>
                  <a:lnTo>
                    <a:pt x="1036216" y="522160"/>
                  </a:lnTo>
                  <a:lnTo>
                    <a:pt x="1037498" y="528512"/>
                  </a:lnTo>
                  <a:lnTo>
                    <a:pt x="1038780" y="546156"/>
                  </a:lnTo>
                  <a:lnTo>
                    <a:pt x="1040062" y="574386"/>
                  </a:lnTo>
                  <a:lnTo>
                    <a:pt x="1041344" y="577915"/>
                  </a:lnTo>
                  <a:lnTo>
                    <a:pt x="1042626" y="592030"/>
                  </a:lnTo>
                  <a:lnTo>
                    <a:pt x="1043907" y="612497"/>
                  </a:lnTo>
                  <a:lnTo>
                    <a:pt x="1045189" y="573680"/>
                  </a:lnTo>
                  <a:lnTo>
                    <a:pt x="1046471" y="562388"/>
                  </a:lnTo>
                  <a:lnTo>
                    <a:pt x="1047753" y="545450"/>
                  </a:lnTo>
                  <a:lnTo>
                    <a:pt x="1049035" y="541216"/>
                  </a:lnTo>
                  <a:lnTo>
                    <a:pt x="1050317" y="509613"/>
                  </a:lnTo>
                  <a:lnTo>
                    <a:pt x="1051598" y="502154"/>
                  </a:lnTo>
                  <a:lnTo>
                    <a:pt x="1052880" y="437828"/>
                  </a:lnTo>
                  <a:lnTo>
                    <a:pt x="1054162" y="437828"/>
                  </a:lnTo>
                  <a:lnTo>
                    <a:pt x="1055444" y="405141"/>
                  </a:lnTo>
                  <a:lnTo>
                    <a:pt x="1056726" y="381917"/>
                  </a:lnTo>
                  <a:lnTo>
                    <a:pt x="1058008" y="366434"/>
                  </a:lnTo>
                  <a:lnTo>
                    <a:pt x="1059289" y="362993"/>
                  </a:lnTo>
                  <a:lnTo>
                    <a:pt x="1060571" y="347510"/>
                  </a:lnTo>
                  <a:lnTo>
                    <a:pt x="1061853" y="301920"/>
                  </a:lnTo>
                  <a:lnTo>
                    <a:pt x="1063135" y="287297"/>
                  </a:lnTo>
                  <a:lnTo>
                    <a:pt x="1064417" y="261492"/>
                  </a:lnTo>
                  <a:lnTo>
                    <a:pt x="1065699" y="259772"/>
                  </a:lnTo>
                  <a:lnTo>
                    <a:pt x="1066981" y="282997"/>
                  </a:lnTo>
                  <a:lnTo>
                    <a:pt x="1068262" y="275255"/>
                  </a:lnTo>
                  <a:lnTo>
                    <a:pt x="1069544" y="283857"/>
                  </a:lnTo>
                  <a:lnTo>
                    <a:pt x="1070826" y="264933"/>
                  </a:lnTo>
                  <a:lnTo>
                    <a:pt x="1072108" y="245149"/>
                  </a:lnTo>
                  <a:lnTo>
                    <a:pt x="1073390" y="217623"/>
                  </a:lnTo>
                  <a:lnTo>
                    <a:pt x="1074672" y="217623"/>
                  </a:lnTo>
                  <a:lnTo>
                    <a:pt x="1075953" y="233106"/>
                  </a:lnTo>
                  <a:lnTo>
                    <a:pt x="1077235" y="226225"/>
                  </a:lnTo>
                  <a:lnTo>
                    <a:pt x="1078517" y="239128"/>
                  </a:lnTo>
                  <a:lnTo>
                    <a:pt x="1079799" y="220204"/>
                  </a:lnTo>
                  <a:lnTo>
                    <a:pt x="1081081" y="234827"/>
                  </a:lnTo>
                  <a:lnTo>
                    <a:pt x="1082363" y="339000"/>
                  </a:lnTo>
                  <a:lnTo>
                    <a:pt x="1083645" y="383959"/>
                  </a:lnTo>
                  <a:lnTo>
                    <a:pt x="1084926" y="406417"/>
                  </a:lnTo>
                  <a:lnTo>
                    <a:pt x="1086208" y="368306"/>
                  </a:lnTo>
                  <a:lnTo>
                    <a:pt x="1087490" y="388773"/>
                  </a:lnTo>
                  <a:lnTo>
                    <a:pt x="1088772" y="385950"/>
                  </a:lnTo>
                  <a:lnTo>
                    <a:pt x="1090054" y="406417"/>
                  </a:lnTo>
                  <a:lnTo>
                    <a:pt x="1091336" y="433235"/>
                  </a:lnTo>
                  <a:lnTo>
                    <a:pt x="1092617" y="465700"/>
                  </a:lnTo>
                  <a:lnTo>
                    <a:pt x="1093899" y="484755"/>
                  </a:lnTo>
                  <a:lnTo>
                    <a:pt x="1095181" y="474875"/>
                  </a:lnTo>
                  <a:lnTo>
                    <a:pt x="1096463" y="472052"/>
                  </a:lnTo>
                  <a:lnTo>
                    <a:pt x="1097745" y="455114"/>
                  </a:lnTo>
                  <a:lnTo>
                    <a:pt x="1099027" y="479109"/>
                  </a:lnTo>
                  <a:lnTo>
                    <a:pt x="1100308" y="484755"/>
                  </a:lnTo>
                  <a:lnTo>
                    <a:pt x="1101590" y="458642"/>
                  </a:lnTo>
                  <a:lnTo>
                    <a:pt x="1102872" y="506038"/>
                  </a:lnTo>
                  <a:lnTo>
                    <a:pt x="1104154" y="499114"/>
                  </a:lnTo>
                  <a:lnTo>
                    <a:pt x="1105436" y="511537"/>
                  </a:lnTo>
                  <a:lnTo>
                    <a:pt x="1106718" y="485106"/>
                  </a:lnTo>
                  <a:lnTo>
                    <a:pt x="1108000" y="448841"/>
                  </a:lnTo>
                  <a:lnTo>
                    <a:pt x="1109281" y="440235"/>
                  </a:lnTo>
                  <a:lnTo>
                    <a:pt x="1110563" y="428556"/>
                  </a:lnTo>
                  <a:lnTo>
                    <a:pt x="1111845" y="431015"/>
                  </a:lnTo>
                  <a:lnTo>
                    <a:pt x="1113127" y="442694"/>
                  </a:lnTo>
                  <a:lnTo>
                    <a:pt x="1114409" y="459290"/>
                  </a:lnTo>
                  <a:lnTo>
                    <a:pt x="1115691" y="482648"/>
                  </a:lnTo>
                  <a:lnTo>
                    <a:pt x="1116972" y="475886"/>
                  </a:lnTo>
                  <a:lnTo>
                    <a:pt x="1118254" y="463593"/>
                  </a:lnTo>
                  <a:lnTo>
                    <a:pt x="1119536" y="450070"/>
                  </a:lnTo>
                  <a:lnTo>
                    <a:pt x="1120818" y="434087"/>
                  </a:lnTo>
                  <a:lnTo>
                    <a:pt x="1122100" y="369717"/>
                  </a:lnTo>
                  <a:lnTo>
                    <a:pt x="1123382" y="348711"/>
                  </a:lnTo>
                  <a:lnTo>
                    <a:pt x="1124664" y="271814"/>
                  </a:lnTo>
                  <a:lnTo>
                    <a:pt x="1125945" y="288158"/>
                  </a:lnTo>
                  <a:lnTo>
                    <a:pt x="1127227" y="315683"/>
                  </a:lnTo>
                  <a:lnTo>
                    <a:pt x="1128509" y="305361"/>
                  </a:lnTo>
                  <a:lnTo>
                    <a:pt x="1129791" y="289018"/>
                  </a:lnTo>
                  <a:lnTo>
                    <a:pt x="1131073" y="215043"/>
                  </a:lnTo>
                  <a:lnTo>
                    <a:pt x="1132355" y="177195"/>
                  </a:lnTo>
                  <a:lnTo>
                    <a:pt x="1133636" y="177195"/>
                  </a:lnTo>
                  <a:lnTo>
                    <a:pt x="1134918" y="184937"/>
                  </a:lnTo>
                  <a:lnTo>
                    <a:pt x="1136200" y="221924"/>
                  </a:lnTo>
                  <a:lnTo>
                    <a:pt x="1137482" y="234827"/>
                  </a:lnTo>
                  <a:lnTo>
                    <a:pt x="1138764" y="246009"/>
                  </a:lnTo>
                  <a:lnTo>
                    <a:pt x="1140046" y="268374"/>
                  </a:lnTo>
                  <a:lnTo>
                    <a:pt x="1141327" y="273535"/>
                  </a:lnTo>
                  <a:lnTo>
                    <a:pt x="1142609" y="296759"/>
                  </a:lnTo>
                  <a:lnTo>
                    <a:pt x="1143891" y="331166"/>
                  </a:lnTo>
                  <a:lnTo>
                    <a:pt x="1145173" y="360412"/>
                  </a:lnTo>
                  <a:lnTo>
                    <a:pt x="1146455" y="412023"/>
                  </a:lnTo>
                  <a:lnTo>
                    <a:pt x="1147737" y="451591"/>
                  </a:lnTo>
                  <a:lnTo>
                    <a:pt x="1149019" y="485998"/>
                  </a:lnTo>
                  <a:lnTo>
                    <a:pt x="1150300" y="557392"/>
                  </a:lnTo>
                  <a:lnTo>
                    <a:pt x="1151582" y="586638"/>
                  </a:lnTo>
                  <a:lnTo>
                    <a:pt x="1152864" y="600401"/>
                  </a:lnTo>
                  <a:lnTo>
                    <a:pt x="1154146" y="603841"/>
                  </a:lnTo>
                  <a:lnTo>
                    <a:pt x="1155428" y="603841"/>
                  </a:lnTo>
                  <a:lnTo>
                    <a:pt x="1156710" y="613303"/>
                  </a:lnTo>
                  <a:lnTo>
                    <a:pt x="1157991" y="628786"/>
                  </a:lnTo>
                  <a:lnTo>
                    <a:pt x="1159273" y="660613"/>
                  </a:lnTo>
                  <a:lnTo>
                    <a:pt x="1160555" y="672655"/>
                  </a:lnTo>
                  <a:lnTo>
                    <a:pt x="1161837" y="672655"/>
                  </a:lnTo>
                  <a:lnTo>
                    <a:pt x="1163119" y="672655"/>
                  </a:lnTo>
                  <a:lnTo>
                    <a:pt x="1164401" y="672655"/>
                  </a:lnTo>
                  <a:lnTo>
                    <a:pt x="1165683" y="672655"/>
                  </a:lnTo>
                  <a:lnTo>
                    <a:pt x="1166964" y="675236"/>
                  </a:lnTo>
                  <a:lnTo>
                    <a:pt x="1168246" y="689859"/>
                  </a:lnTo>
                  <a:lnTo>
                    <a:pt x="1169528" y="695020"/>
                  </a:lnTo>
                  <a:lnTo>
                    <a:pt x="1170810" y="707062"/>
                  </a:lnTo>
                  <a:lnTo>
                    <a:pt x="1172092" y="707062"/>
                  </a:lnTo>
                  <a:lnTo>
                    <a:pt x="1173374" y="707062"/>
                  </a:lnTo>
                  <a:lnTo>
                    <a:pt x="1174655" y="694160"/>
                  </a:lnTo>
                  <a:lnTo>
                    <a:pt x="1175937" y="679537"/>
                  </a:lnTo>
                  <a:lnTo>
                    <a:pt x="1177219" y="687278"/>
                  </a:lnTo>
                  <a:lnTo>
                    <a:pt x="1178501" y="675236"/>
                  </a:lnTo>
                  <a:lnTo>
                    <a:pt x="1179783" y="689859"/>
                  </a:lnTo>
                  <a:lnTo>
                    <a:pt x="1181065" y="682977"/>
                  </a:lnTo>
                  <a:lnTo>
                    <a:pt x="1182347" y="645990"/>
                  </a:lnTo>
                  <a:lnTo>
                    <a:pt x="1183628" y="638248"/>
                  </a:lnTo>
                  <a:lnTo>
                    <a:pt x="1184910" y="638248"/>
                  </a:lnTo>
                  <a:lnTo>
                    <a:pt x="1186192" y="638248"/>
                  </a:lnTo>
                  <a:lnTo>
                    <a:pt x="1187474" y="637388"/>
                  </a:lnTo>
                  <a:lnTo>
                    <a:pt x="1188756" y="639676"/>
                  </a:lnTo>
                  <a:lnTo>
                    <a:pt x="1190038" y="619296"/>
                  </a:lnTo>
                  <a:lnTo>
                    <a:pt x="1191319" y="577915"/>
                  </a:lnTo>
                  <a:lnTo>
                    <a:pt x="1192601" y="569097"/>
                  </a:lnTo>
                  <a:lnTo>
                    <a:pt x="1193883" y="548659"/>
                  </a:lnTo>
                  <a:lnTo>
                    <a:pt x="1195165" y="544730"/>
                  </a:lnTo>
                  <a:lnTo>
                    <a:pt x="1196447" y="564813"/>
                  </a:lnTo>
                  <a:lnTo>
                    <a:pt x="1197729" y="565921"/>
                  </a:lnTo>
                  <a:lnTo>
                    <a:pt x="1199010" y="557205"/>
                  </a:lnTo>
                  <a:lnTo>
                    <a:pt x="1200292" y="580068"/>
                  </a:lnTo>
                  <a:lnTo>
                    <a:pt x="1201574" y="592989"/>
                  </a:lnTo>
                  <a:lnTo>
                    <a:pt x="1202856" y="583686"/>
                  </a:lnTo>
                  <a:lnTo>
                    <a:pt x="1204138" y="565079"/>
                  </a:lnTo>
                  <a:lnTo>
                    <a:pt x="1205420" y="555259"/>
                  </a:lnTo>
                  <a:lnTo>
                    <a:pt x="1206702" y="555776"/>
                  </a:lnTo>
                  <a:lnTo>
                    <a:pt x="1207983" y="565596"/>
                  </a:lnTo>
                  <a:lnTo>
                    <a:pt x="1209265" y="547806"/>
                  </a:lnTo>
                  <a:lnTo>
                    <a:pt x="1210547" y="578213"/>
                  </a:lnTo>
                  <a:lnTo>
                    <a:pt x="1211829" y="619864"/>
                  </a:lnTo>
                  <a:lnTo>
                    <a:pt x="1213111" y="626067"/>
                  </a:lnTo>
                  <a:lnTo>
                    <a:pt x="1214393" y="649837"/>
                  </a:lnTo>
                  <a:lnTo>
                    <a:pt x="1215674" y="662989"/>
                  </a:lnTo>
                  <a:lnTo>
                    <a:pt x="1216956" y="670784"/>
                  </a:lnTo>
                  <a:lnTo>
                    <a:pt x="1218238" y="679065"/>
                  </a:lnTo>
                  <a:lnTo>
                    <a:pt x="1219520" y="668964"/>
                  </a:lnTo>
                  <a:lnTo>
                    <a:pt x="1220802" y="676629"/>
                  </a:lnTo>
                  <a:lnTo>
                    <a:pt x="1222084" y="671271"/>
                  </a:lnTo>
                  <a:lnTo>
                    <a:pt x="1223366" y="669809"/>
                  </a:lnTo>
                  <a:lnTo>
                    <a:pt x="1224647" y="669322"/>
                  </a:lnTo>
                  <a:lnTo>
                    <a:pt x="1225929" y="659580"/>
                  </a:lnTo>
                  <a:lnTo>
                    <a:pt x="1227211" y="649841"/>
                  </a:lnTo>
                  <a:lnTo>
                    <a:pt x="1228493" y="665346"/>
                  </a:lnTo>
                  <a:lnTo>
                    <a:pt x="1229775" y="668964"/>
                  </a:lnTo>
                  <a:lnTo>
                    <a:pt x="1231057" y="667776"/>
                  </a:lnTo>
                  <a:lnTo>
                    <a:pt x="1232338" y="670123"/>
                  </a:lnTo>
                  <a:lnTo>
                    <a:pt x="1233620" y="659516"/>
                  </a:lnTo>
                  <a:lnTo>
                    <a:pt x="1234902" y="618849"/>
                  </a:lnTo>
                  <a:lnTo>
                    <a:pt x="1236184" y="609548"/>
                  </a:lnTo>
                  <a:lnTo>
                    <a:pt x="1237466" y="583830"/>
                  </a:lnTo>
                  <a:lnTo>
                    <a:pt x="1238748" y="562339"/>
                  </a:lnTo>
                  <a:lnTo>
                    <a:pt x="1240029" y="507502"/>
                  </a:lnTo>
                  <a:lnTo>
                    <a:pt x="1241311" y="498900"/>
                  </a:lnTo>
                  <a:lnTo>
                    <a:pt x="1242593" y="486858"/>
                  </a:lnTo>
                  <a:lnTo>
                    <a:pt x="1243875" y="494599"/>
                  </a:lnTo>
                  <a:lnTo>
                    <a:pt x="1245157" y="500621"/>
                  </a:lnTo>
                  <a:lnTo>
                    <a:pt x="1246439" y="514383"/>
                  </a:lnTo>
                  <a:lnTo>
                    <a:pt x="1247721" y="517824"/>
                  </a:lnTo>
                  <a:lnTo>
                    <a:pt x="1249002" y="517824"/>
                  </a:lnTo>
                  <a:lnTo>
                    <a:pt x="1250284" y="517824"/>
                  </a:lnTo>
                  <a:lnTo>
                    <a:pt x="1251566" y="517824"/>
                  </a:lnTo>
                  <a:lnTo>
                    <a:pt x="1252848" y="534167"/>
                  </a:lnTo>
                  <a:lnTo>
                    <a:pt x="1254130" y="552231"/>
                  </a:lnTo>
                  <a:lnTo>
                    <a:pt x="1255412" y="551371"/>
                  </a:lnTo>
                  <a:lnTo>
                    <a:pt x="1256693" y="551371"/>
                  </a:lnTo>
                  <a:lnTo>
                    <a:pt x="1257975" y="526426"/>
                  </a:lnTo>
                  <a:lnTo>
                    <a:pt x="1259257" y="505782"/>
                  </a:lnTo>
                  <a:lnTo>
                    <a:pt x="1260539" y="505782"/>
                  </a:lnTo>
                  <a:lnTo>
                    <a:pt x="1261821" y="516964"/>
                  </a:lnTo>
                  <a:lnTo>
                    <a:pt x="1263103" y="516104"/>
                  </a:lnTo>
                  <a:lnTo>
                    <a:pt x="1264385" y="528727"/>
                  </a:lnTo>
                  <a:lnTo>
                    <a:pt x="1265666" y="503746"/>
                  </a:lnTo>
                  <a:lnTo>
                    <a:pt x="1266948" y="426178"/>
                  </a:lnTo>
                  <a:lnTo>
                    <a:pt x="1268230" y="376069"/>
                  </a:lnTo>
                  <a:lnTo>
                    <a:pt x="1269512" y="332312"/>
                  </a:lnTo>
                  <a:lnTo>
                    <a:pt x="1270794" y="284321"/>
                  </a:lnTo>
                  <a:lnTo>
                    <a:pt x="1272076" y="288514"/>
                  </a:lnTo>
                  <a:lnTo>
                    <a:pt x="1273357" y="237765"/>
                  </a:lnTo>
                  <a:lnTo>
                    <a:pt x="1274639" y="188834"/>
                  </a:lnTo>
                  <a:lnTo>
                    <a:pt x="1275921" y="160559"/>
                  </a:lnTo>
                  <a:lnTo>
                    <a:pt x="1277203" y="205683"/>
                  </a:lnTo>
                  <a:lnTo>
                    <a:pt x="1278485" y="226596"/>
                  </a:lnTo>
                  <a:lnTo>
                    <a:pt x="1279767" y="218856"/>
                  </a:lnTo>
                  <a:lnTo>
                    <a:pt x="1281048" y="220515"/>
                  </a:lnTo>
                  <a:lnTo>
                    <a:pt x="1282330" y="219409"/>
                  </a:lnTo>
                  <a:lnTo>
                    <a:pt x="1283612" y="236719"/>
                  </a:lnTo>
                  <a:lnTo>
                    <a:pt x="1284894" y="204201"/>
                  </a:lnTo>
                  <a:lnTo>
                    <a:pt x="1286176" y="274888"/>
                  </a:lnTo>
                  <a:lnTo>
                    <a:pt x="1287458" y="318530"/>
                  </a:lnTo>
                  <a:lnTo>
                    <a:pt x="1288740" y="356640"/>
                  </a:lnTo>
                  <a:lnTo>
                    <a:pt x="1290021" y="398437"/>
                  </a:lnTo>
                  <a:lnTo>
                    <a:pt x="1291303" y="446473"/>
                  </a:lnTo>
                  <a:lnTo>
                    <a:pt x="1292585" y="510262"/>
                  </a:lnTo>
                  <a:lnTo>
                    <a:pt x="1293867" y="525689"/>
                  </a:lnTo>
                  <a:lnTo>
                    <a:pt x="1295149" y="580066"/>
                  </a:lnTo>
                  <a:lnTo>
                    <a:pt x="1296431" y="638871"/>
                  </a:lnTo>
                  <a:lnTo>
                    <a:pt x="1297712" y="618464"/>
                  </a:lnTo>
                  <a:lnTo>
                    <a:pt x="1298994" y="658032"/>
                  </a:lnTo>
                  <a:lnTo>
                    <a:pt x="1300276" y="677816"/>
                  </a:lnTo>
                  <a:lnTo>
                    <a:pt x="1301558" y="689859"/>
                  </a:lnTo>
                  <a:lnTo>
                    <a:pt x="1302840" y="707062"/>
                  </a:lnTo>
                  <a:lnTo>
                    <a:pt x="1304122" y="707062"/>
                  </a:lnTo>
                  <a:lnTo>
                    <a:pt x="1305404" y="707062"/>
                  </a:lnTo>
                  <a:lnTo>
                    <a:pt x="1306685" y="703622"/>
                  </a:lnTo>
                  <a:lnTo>
                    <a:pt x="1307967" y="689859"/>
                  </a:lnTo>
                  <a:lnTo>
                    <a:pt x="1309249" y="689859"/>
                  </a:lnTo>
                  <a:lnTo>
                    <a:pt x="1310531" y="689859"/>
                  </a:lnTo>
                  <a:lnTo>
                    <a:pt x="1311813" y="679537"/>
                  </a:lnTo>
                  <a:lnTo>
                    <a:pt x="1313095" y="663193"/>
                  </a:lnTo>
                  <a:lnTo>
                    <a:pt x="1314376" y="642549"/>
                  </a:lnTo>
                  <a:lnTo>
                    <a:pt x="1315658" y="618464"/>
                  </a:lnTo>
                  <a:lnTo>
                    <a:pt x="1316940" y="597820"/>
                  </a:lnTo>
                  <a:lnTo>
                    <a:pt x="1318222" y="551371"/>
                  </a:lnTo>
                  <a:lnTo>
                    <a:pt x="1319504" y="510943"/>
                  </a:lnTo>
                  <a:lnTo>
                    <a:pt x="1320786" y="434387"/>
                  </a:lnTo>
                  <a:lnTo>
                    <a:pt x="1322068" y="372455"/>
                  </a:lnTo>
                  <a:lnTo>
                    <a:pt x="1323349" y="345789"/>
                  </a:lnTo>
                  <a:lnTo>
                    <a:pt x="1324631" y="345789"/>
                  </a:lnTo>
                  <a:lnTo>
                    <a:pt x="1325913" y="349230"/>
                  </a:lnTo>
                  <a:lnTo>
                    <a:pt x="1327195" y="362993"/>
                  </a:lnTo>
                  <a:lnTo>
                    <a:pt x="1328477" y="349230"/>
                  </a:lnTo>
                  <a:lnTo>
                    <a:pt x="1329759" y="328586"/>
                  </a:lnTo>
                  <a:lnTo>
                    <a:pt x="1331040" y="321705"/>
                  </a:lnTo>
                  <a:lnTo>
                    <a:pt x="1332322" y="274395"/>
                  </a:lnTo>
                  <a:lnTo>
                    <a:pt x="1333604" y="233967"/>
                  </a:lnTo>
                  <a:lnTo>
                    <a:pt x="1334886" y="245149"/>
                  </a:lnTo>
                  <a:lnTo>
                    <a:pt x="1336168" y="274395"/>
                  </a:lnTo>
                  <a:lnTo>
                    <a:pt x="1337450" y="334607"/>
                  </a:lnTo>
                  <a:lnTo>
                    <a:pt x="1338731" y="387078"/>
                  </a:lnTo>
                  <a:lnTo>
                    <a:pt x="1340013" y="435247"/>
                  </a:lnTo>
                  <a:lnTo>
                    <a:pt x="1341295" y="491159"/>
                  </a:lnTo>
                  <a:lnTo>
                    <a:pt x="1342577" y="504061"/>
                  </a:lnTo>
                  <a:lnTo>
                    <a:pt x="1343859" y="466214"/>
                  </a:lnTo>
                  <a:lnTo>
                    <a:pt x="1345141" y="434387"/>
                  </a:lnTo>
                  <a:lnTo>
                    <a:pt x="1346423" y="418904"/>
                  </a:lnTo>
                  <a:lnTo>
                    <a:pt x="1347704" y="419764"/>
                  </a:lnTo>
                  <a:lnTo>
                    <a:pt x="1348986" y="414603"/>
                  </a:lnTo>
                  <a:lnTo>
                    <a:pt x="1350268" y="400840"/>
                  </a:lnTo>
                  <a:lnTo>
                    <a:pt x="1351550" y="443849"/>
                  </a:lnTo>
                  <a:lnTo>
                    <a:pt x="1352832" y="483417"/>
                  </a:lnTo>
                  <a:lnTo>
                    <a:pt x="1354114" y="444709"/>
                  </a:lnTo>
                  <a:lnTo>
                    <a:pt x="1355395" y="412883"/>
                  </a:lnTo>
                  <a:lnTo>
                    <a:pt x="1356677" y="369014"/>
                  </a:lnTo>
                  <a:lnTo>
                    <a:pt x="1357959" y="410367"/>
                  </a:lnTo>
                  <a:lnTo>
                    <a:pt x="1359241" y="439805"/>
                  </a:lnTo>
                  <a:lnTo>
                    <a:pt x="1360523" y="445257"/>
                  </a:lnTo>
                  <a:lnTo>
                    <a:pt x="1361805" y="460760"/>
                  </a:lnTo>
                  <a:lnTo>
                    <a:pt x="1363087" y="527600"/>
                  </a:lnTo>
                  <a:lnTo>
                    <a:pt x="1364368" y="556710"/>
                  </a:lnTo>
                  <a:lnTo>
                    <a:pt x="1365650" y="558867"/>
                  </a:lnTo>
                  <a:lnTo>
                    <a:pt x="1366932" y="568087"/>
                  </a:lnTo>
                  <a:lnTo>
                    <a:pt x="1368214" y="586527"/>
                  </a:lnTo>
                  <a:lnTo>
                    <a:pt x="1369496" y="608656"/>
                  </a:lnTo>
                  <a:lnTo>
                    <a:pt x="1370778" y="623408"/>
                  </a:lnTo>
                  <a:lnTo>
                    <a:pt x="1372059" y="638775"/>
                  </a:lnTo>
                  <a:lnTo>
                    <a:pt x="1373341" y="675655"/>
                  </a:lnTo>
                  <a:lnTo>
                    <a:pt x="1374623" y="698398"/>
                  </a:lnTo>
                  <a:lnTo>
                    <a:pt x="1375905" y="729746"/>
                  </a:lnTo>
                  <a:lnTo>
                    <a:pt x="1376936" y="74150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545181" y="1153009"/>
              <a:ext cx="1497180" cy="913279"/>
            </a:xfrm>
            <a:custGeom>
              <a:avLst/>
              <a:pathLst>
                <a:path w="1497180" h="913279">
                  <a:moveTo>
                    <a:pt x="0" y="913279"/>
                  </a:moveTo>
                  <a:lnTo>
                    <a:pt x="26" y="913241"/>
                  </a:lnTo>
                  <a:lnTo>
                    <a:pt x="1308" y="913241"/>
                  </a:lnTo>
                  <a:lnTo>
                    <a:pt x="2590" y="913241"/>
                  </a:lnTo>
                  <a:lnTo>
                    <a:pt x="3872" y="913241"/>
                  </a:lnTo>
                  <a:lnTo>
                    <a:pt x="5154" y="913241"/>
                  </a:lnTo>
                  <a:lnTo>
                    <a:pt x="6435" y="905500"/>
                  </a:lnTo>
                  <a:lnTo>
                    <a:pt x="7717" y="896038"/>
                  </a:lnTo>
                  <a:lnTo>
                    <a:pt x="8999" y="890016"/>
                  </a:lnTo>
                  <a:lnTo>
                    <a:pt x="10281" y="878834"/>
                  </a:lnTo>
                  <a:lnTo>
                    <a:pt x="11563" y="878834"/>
                  </a:lnTo>
                  <a:lnTo>
                    <a:pt x="12845" y="878834"/>
                  </a:lnTo>
                  <a:lnTo>
                    <a:pt x="14126" y="878834"/>
                  </a:lnTo>
                  <a:lnTo>
                    <a:pt x="15408" y="878834"/>
                  </a:lnTo>
                  <a:lnTo>
                    <a:pt x="16690" y="878834"/>
                  </a:lnTo>
                  <a:lnTo>
                    <a:pt x="17972" y="878834"/>
                  </a:lnTo>
                  <a:lnTo>
                    <a:pt x="19254" y="878834"/>
                  </a:lnTo>
                  <a:lnTo>
                    <a:pt x="20536" y="878834"/>
                  </a:lnTo>
                  <a:lnTo>
                    <a:pt x="21818" y="878834"/>
                  </a:lnTo>
                  <a:lnTo>
                    <a:pt x="23099" y="878834"/>
                  </a:lnTo>
                  <a:lnTo>
                    <a:pt x="24381" y="878834"/>
                  </a:lnTo>
                  <a:lnTo>
                    <a:pt x="25663" y="886576"/>
                  </a:lnTo>
                  <a:lnTo>
                    <a:pt x="26945" y="896038"/>
                  </a:lnTo>
                  <a:lnTo>
                    <a:pt x="28227" y="896038"/>
                  </a:lnTo>
                  <a:lnTo>
                    <a:pt x="29509" y="896038"/>
                  </a:lnTo>
                  <a:lnTo>
                    <a:pt x="30790" y="896038"/>
                  </a:lnTo>
                  <a:lnTo>
                    <a:pt x="32072" y="860771"/>
                  </a:lnTo>
                  <a:lnTo>
                    <a:pt x="33354" y="841107"/>
                  </a:lnTo>
                  <a:lnTo>
                    <a:pt x="34636" y="823205"/>
                  </a:lnTo>
                  <a:lnTo>
                    <a:pt x="35918" y="796752"/>
                  </a:lnTo>
                  <a:lnTo>
                    <a:pt x="37200" y="778623"/>
                  </a:lnTo>
                  <a:lnTo>
                    <a:pt x="38481" y="762390"/>
                  </a:lnTo>
                  <a:lnTo>
                    <a:pt x="39763" y="762390"/>
                  </a:lnTo>
                  <a:lnTo>
                    <a:pt x="41045" y="762390"/>
                  </a:lnTo>
                  <a:lnTo>
                    <a:pt x="42327" y="754627"/>
                  </a:lnTo>
                  <a:lnTo>
                    <a:pt x="43609" y="734160"/>
                  </a:lnTo>
                  <a:lnTo>
                    <a:pt x="44891" y="733454"/>
                  </a:lnTo>
                  <a:lnTo>
                    <a:pt x="46173" y="720045"/>
                  </a:lnTo>
                  <a:lnTo>
                    <a:pt x="47454" y="713693"/>
                  </a:lnTo>
                  <a:lnTo>
                    <a:pt x="48736" y="720045"/>
                  </a:lnTo>
                  <a:lnTo>
                    <a:pt x="50018" y="720045"/>
                  </a:lnTo>
                  <a:lnTo>
                    <a:pt x="51300" y="748981"/>
                  </a:lnTo>
                  <a:lnTo>
                    <a:pt x="52582" y="763685"/>
                  </a:lnTo>
                  <a:lnTo>
                    <a:pt x="53864" y="783525"/>
                  </a:lnTo>
                  <a:lnTo>
                    <a:pt x="55145" y="809978"/>
                  </a:lnTo>
                  <a:lnTo>
                    <a:pt x="56427" y="807440"/>
                  </a:lnTo>
                  <a:lnTo>
                    <a:pt x="57709" y="827224"/>
                  </a:lnTo>
                  <a:lnTo>
                    <a:pt x="58991" y="827224"/>
                  </a:lnTo>
                  <a:lnTo>
                    <a:pt x="60273" y="827224"/>
                  </a:lnTo>
                  <a:lnTo>
                    <a:pt x="61555" y="836686"/>
                  </a:lnTo>
                  <a:lnTo>
                    <a:pt x="62837" y="861631"/>
                  </a:lnTo>
                  <a:lnTo>
                    <a:pt x="64118" y="862491"/>
                  </a:lnTo>
                  <a:lnTo>
                    <a:pt x="65400" y="878834"/>
                  </a:lnTo>
                  <a:lnTo>
                    <a:pt x="66682" y="892597"/>
                  </a:lnTo>
                  <a:lnTo>
                    <a:pt x="67964" y="896038"/>
                  </a:lnTo>
                  <a:lnTo>
                    <a:pt x="69246" y="882275"/>
                  </a:lnTo>
                  <a:lnTo>
                    <a:pt x="70528" y="878834"/>
                  </a:lnTo>
                  <a:lnTo>
                    <a:pt x="71809" y="896038"/>
                  </a:lnTo>
                  <a:lnTo>
                    <a:pt x="73091" y="896038"/>
                  </a:lnTo>
                  <a:lnTo>
                    <a:pt x="74373" y="896038"/>
                  </a:lnTo>
                  <a:lnTo>
                    <a:pt x="75655" y="896038"/>
                  </a:lnTo>
                  <a:lnTo>
                    <a:pt x="76937" y="890016"/>
                  </a:lnTo>
                  <a:lnTo>
                    <a:pt x="78219" y="878834"/>
                  </a:lnTo>
                  <a:lnTo>
                    <a:pt x="79500" y="878834"/>
                  </a:lnTo>
                  <a:lnTo>
                    <a:pt x="80782" y="878834"/>
                  </a:lnTo>
                  <a:lnTo>
                    <a:pt x="82064" y="878834"/>
                  </a:lnTo>
                  <a:lnTo>
                    <a:pt x="83346" y="878834"/>
                  </a:lnTo>
                  <a:lnTo>
                    <a:pt x="84628" y="878834"/>
                  </a:lnTo>
                  <a:lnTo>
                    <a:pt x="85910" y="878834"/>
                  </a:lnTo>
                  <a:lnTo>
                    <a:pt x="87192" y="851309"/>
                  </a:lnTo>
                  <a:lnTo>
                    <a:pt x="88473" y="856470"/>
                  </a:lnTo>
                  <a:lnTo>
                    <a:pt x="89755" y="862395"/>
                  </a:lnTo>
                  <a:lnTo>
                    <a:pt x="91037" y="816734"/>
                  </a:lnTo>
                  <a:lnTo>
                    <a:pt x="92319" y="786698"/>
                  </a:lnTo>
                  <a:lnTo>
                    <a:pt x="93601" y="747850"/>
                  </a:lnTo>
                  <a:lnTo>
                    <a:pt x="94883" y="727717"/>
                  </a:lnTo>
                  <a:lnTo>
                    <a:pt x="96164" y="707908"/>
                  </a:lnTo>
                  <a:lnTo>
                    <a:pt x="97446" y="690570"/>
                  </a:lnTo>
                  <a:lnTo>
                    <a:pt x="98728" y="664752"/>
                  </a:lnTo>
                  <a:lnTo>
                    <a:pt x="100010" y="653548"/>
                  </a:lnTo>
                  <a:lnTo>
                    <a:pt x="101292" y="642344"/>
                  </a:lnTo>
                  <a:lnTo>
                    <a:pt x="102574" y="636498"/>
                  </a:lnTo>
                  <a:lnTo>
                    <a:pt x="103856" y="620910"/>
                  </a:lnTo>
                  <a:lnTo>
                    <a:pt x="105137" y="611187"/>
                  </a:lnTo>
                  <a:lnTo>
                    <a:pt x="106419" y="615522"/>
                  </a:lnTo>
                  <a:lnTo>
                    <a:pt x="107701" y="593223"/>
                  </a:lnTo>
                  <a:lnTo>
                    <a:pt x="108983" y="565800"/>
                  </a:lnTo>
                  <a:lnTo>
                    <a:pt x="110265" y="591474"/>
                  </a:lnTo>
                  <a:lnTo>
                    <a:pt x="111547" y="618064"/>
                  </a:lnTo>
                  <a:lnTo>
                    <a:pt x="112828" y="615552"/>
                  </a:lnTo>
                  <a:lnTo>
                    <a:pt x="114110" y="656471"/>
                  </a:lnTo>
                  <a:lnTo>
                    <a:pt x="115392" y="638308"/>
                  </a:lnTo>
                  <a:lnTo>
                    <a:pt x="116674" y="671187"/>
                  </a:lnTo>
                  <a:lnTo>
                    <a:pt x="117956" y="696127"/>
                  </a:lnTo>
                  <a:lnTo>
                    <a:pt x="119238" y="708874"/>
                  </a:lnTo>
                  <a:lnTo>
                    <a:pt x="120520" y="710536"/>
                  </a:lnTo>
                  <a:lnTo>
                    <a:pt x="121801" y="717187"/>
                  </a:lnTo>
                  <a:lnTo>
                    <a:pt x="123083" y="704208"/>
                  </a:lnTo>
                  <a:lnTo>
                    <a:pt x="124365" y="746442"/>
                  </a:lnTo>
                  <a:lnTo>
                    <a:pt x="125647" y="764677"/>
                  </a:lnTo>
                  <a:lnTo>
                    <a:pt x="126929" y="797798"/>
                  </a:lnTo>
                  <a:lnTo>
                    <a:pt x="128211" y="791957"/>
                  </a:lnTo>
                  <a:lnTo>
                    <a:pt x="129492" y="801419"/>
                  </a:lnTo>
                  <a:lnTo>
                    <a:pt x="130774" y="827224"/>
                  </a:lnTo>
                  <a:lnTo>
                    <a:pt x="132056" y="844427"/>
                  </a:lnTo>
                  <a:lnTo>
                    <a:pt x="133338" y="844427"/>
                  </a:lnTo>
                  <a:lnTo>
                    <a:pt x="134620" y="868512"/>
                  </a:lnTo>
                  <a:lnTo>
                    <a:pt x="135902" y="889156"/>
                  </a:lnTo>
                  <a:lnTo>
                    <a:pt x="137183" y="896038"/>
                  </a:lnTo>
                  <a:lnTo>
                    <a:pt x="138465" y="889156"/>
                  </a:lnTo>
                  <a:lnTo>
                    <a:pt x="139747" y="877114"/>
                  </a:lnTo>
                  <a:lnTo>
                    <a:pt x="141029" y="844427"/>
                  </a:lnTo>
                  <a:lnTo>
                    <a:pt x="142311" y="844427"/>
                  </a:lnTo>
                  <a:lnTo>
                    <a:pt x="143593" y="844427"/>
                  </a:lnTo>
                  <a:lnTo>
                    <a:pt x="144875" y="844427"/>
                  </a:lnTo>
                  <a:lnTo>
                    <a:pt x="146156" y="844427"/>
                  </a:lnTo>
                  <a:lnTo>
                    <a:pt x="147438" y="844427"/>
                  </a:lnTo>
                  <a:lnTo>
                    <a:pt x="148720" y="814321"/>
                  </a:lnTo>
                  <a:lnTo>
                    <a:pt x="150002" y="784215"/>
                  </a:lnTo>
                  <a:lnTo>
                    <a:pt x="151284" y="758410"/>
                  </a:lnTo>
                  <a:lnTo>
                    <a:pt x="152566" y="758410"/>
                  </a:lnTo>
                  <a:lnTo>
                    <a:pt x="153847" y="758410"/>
                  </a:lnTo>
                  <a:lnTo>
                    <a:pt x="155129" y="758410"/>
                  </a:lnTo>
                  <a:lnTo>
                    <a:pt x="156411" y="755829"/>
                  </a:lnTo>
                  <a:lnTo>
                    <a:pt x="157693" y="717982"/>
                  </a:lnTo>
                  <a:lnTo>
                    <a:pt x="158975" y="717982"/>
                  </a:lnTo>
                  <a:lnTo>
                    <a:pt x="160257" y="724003"/>
                  </a:lnTo>
                  <a:lnTo>
                    <a:pt x="161539" y="724003"/>
                  </a:lnTo>
                  <a:lnTo>
                    <a:pt x="162820" y="718842"/>
                  </a:lnTo>
                  <a:lnTo>
                    <a:pt x="164102" y="702499"/>
                  </a:lnTo>
                  <a:lnTo>
                    <a:pt x="165384" y="674973"/>
                  </a:lnTo>
                  <a:lnTo>
                    <a:pt x="166666" y="691016"/>
                  </a:lnTo>
                  <a:lnTo>
                    <a:pt x="167948" y="722594"/>
                  </a:lnTo>
                  <a:lnTo>
                    <a:pt x="169230" y="729926"/>
                  </a:lnTo>
                  <a:lnTo>
                    <a:pt x="170511" y="748275"/>
                  </a:lnTo>
                  <a:lnTo>
                    <a:pt x="171793" y="748275"/>
                  </a:lnTo>
                  <a:lnTo>
                    <a:pt x="173075" y="748275"/>
                  </a:lnTo>
                  <a:lnTo>
                    <a:pt x="174357" y="748275"/>
                  </a:lnTo>
                  <a:lnTo>
                    <a:pt x="175639" y="750393"/>
                  </a:lnTo>
                  <a:lnTo>
                    <a:pt x="176921" y="787092"/>
                  </a:lnTo>
                  <a:lnTo>
                    <a:pt x="178202" y="811088"/>
                  </a:lnTo>
                  <a:lnTo>
                    <a:pt x="179484" y="810382"/>
                  </a:lnTo>
                  <a:lnTo>
                    <a:pt x="180766" y="784975"/>
                  </a:lnTo>
                  <a:lnTo>
                    <a:pt x="182048" y="780740"/>
                  </a:lnTo>
                  <a:lnTo>
                    <a:pt x="183330" y="794149"/>
                  </a:lnTo>
                  <a:lnTo>
                    <a:pt x="184612" y="816734"/>
                  </a:lnTo>
                  <a:lnTo>
                    <a:pt x="185894" y="838636"/>
                  </a:lnTo>
                  <a:lnTo>
                    <a:pt x="187175" y="842421"/>
                  </a:lnTo>
                  <a:lnTo>
                    <a:pt x="188457" y="840987"/>
                  </a:lnTo>
                  <a:lnTo>
                    <a:pt x="189739" y="844427"/>
                  </a:lnTo>
                  <a:lnTo>
                    <a:pt x="191021" y="844427"/>
                  </a:lnTo>
                  <a:lnTo>
                    <a:pt x="192303" y="844427"/>
                  </a:lnTo>
                  <a:lnTo>
                    <a:pt x="193585" y="844427"/>
                  </a:lnTo>
                  <a:lnTo>
                    <a:pt x="194866" y="844427"/>
                  </a:lnTo>
                  <a:lnTo>
                    <a:pt x="196148" y="844427"/>
                  </a:lnTo>
                  <a:lnTo>
                    <a:pt x="197430" y="844427"/>
                  </a:lnTo>
                  <a:lnTo>
                    <a:pt x="198712" y="871953"/>
                  </a:lnTo>
                  <a:lnTo>
                    <a:pt x="199994" y="902919"/>
                  </a:lnTo>
                  <a:lnTo>
                    <a:pt x="201276" y="913241"/>
                  </a:lnTo>
                  <a:lnTo>
                    <a:pt x="202558" y="913241"/>
                  </a:lnTo>
                  <a:lnTo>
                    <a:pt x="203839" y="908080"/>
                  </a:lnTo>
                  <a:lnTo>
                    <a:pt x="205121" y="894317"/>
                  </a:lnTo>
                  <a:lnTo>
                    <a:pt x="206403" y="878834"/>
                  </a:lnTo>
                  <a:lnTo>
                    <a:pt x="207685" y="878834"/>
                  </a:lnTo>
                  <a:lnTo>
                    <a:pt x="208967" y="871953"/>
                  </a:lnTo>
                  <a:lnTo>
                    <a:pt x="210249" y="861631"/>
                  </a:lnTo>
                  <a:lnTo>
                    <a:pt x="211530" y="861631"/>
                  </a:lnTo>
                  <a:lnTo>
                    <a:pt x="212812" y="870968"/>
                  </a:lnTo>
                  <a:lnTo>
                    <a:pt x="214094" y="869498"/>
                  </a:lnTo>
                  <a:lnTo>
                    <a:pt x="215376" y="875311"/>
                  </a:lnTo>
                  <a:lnTo>
                    <a:pt x="216658" y="875311"/>
                  </a:lnTo>
                  <a:lnTo>
                    <a:pt x="217940" y="864019"/>
                  </a:lnTo>
                  <a:lnTo>
                    <a:pt x="219221" y="847787"/>
                  </a:lnTo>
                  <a:lnTo>
                    <a:pt x="220503" y="832966"/>
                  </a:lnTo>
                  <a:lnTo>
                    <a:pt x="221785" y="832966"/>
                  </a:lnTo>
                  <a:lnTo>
                    <a:pt x="223067" y="820968"/>
                  </a:lnTo>
                  <a:lnTo>
                    <a:pt x="224349" y="820262"/>
                  </a:lnTo>
                  <a:lnTo>
                    <a:pt x="225631" y="832966"/>
                  </a:lnTo>
                  <a:lnTo>
                    <a:pt x="226913" y="832966"/>
                  </a:lnTo>
                  <a:lnTo>
                    <a:pt x="228194" y="828731"/>
                  </a:lnTo>
                  <a:lnTo>
                    <a:pt x="229476" y="819557"/>
                  </a:lnTo>
                  <a:lnTo>
                    <a:pt x="230758" y="814616"/>
                  </a:lnTo>
                  <a:lnTo>
                    <a:pt x="232040" y="796017"/>
                  </a:lnTo>
                  <a:lnTo>
                    <a:pt x="233322" y="777950"/>
                  </a:lnTo>
                  <a:lnTo>
                    <a:pt x="234604" y="724003"/>
                  </a:lnTo>
                  <a:lnTo>
                    <a:pt x="235885" y="724003"/>
                  </a:lnTo>
                  <a:lnTo>
                    <a:pt x="237167" y="657770"/>
                  </a:lnTo>
                  <a:lnTo>
                    <a:pt x="238449" y="651270"/>
                  </a:lnTo>
                  <a:lnTo>
                    <a:pt x="239731" y="606434"/>
                  </a:lnTo>
                  <a:lnTo>
                    <a:pt x="241013" y="575659"/>
                  </a:lnTo>
                  <a:lnTo>
                    <a:pt x="242295" y="634347"/>
                  </a:lnTo>
                  <a:lnTo>
                    <a:pt x="243577" y="634347"/>
                  </a:lnTo>
                  <a:lnTo>
                    <a:pt x="244858" y="635365"/>
                  </a:lnTo>
                  <a:lnTo>
                    <a:pt x="246140" y="634135"/>
                  </a:lnTo>
                  <a:lnTo>
                    <a:pt x="247422" y="621227"/>
                  </a:lnTo>
                  <a:lnTo>
                    <a:pt x="248704" y="630447"/>
                  </a:lnTo>
                  <a:lnTo>
                    <a:pt x="249986" y="626759"/>
                  </a:lnTo>
                  <a:lnTo>
                    <a:pt x="251268" y="646429"/>
                  </a:lnTo>
                  <a:lnTo>
                    <a:pt x="252549" y="657493"/>
                  </a:lnTo>
                  <a:lnTo>
                    <a:pt x="253831" y="659952"/>
                  </a:lnTo>
                  <a:lnTo>
                    <a:pt x="255113" y="647658"/>
                  </a:lnTo>
                  <a:lnTo>
                    <a:pt x="256395" y="692529"/>
                  </a:lnTo>
                  <a:lnTo>
                    <a:pt x="257677" y="747235"/>
                  </a:lnTo>
                  <a:lnTo>
                    <a:pt x="258959" y="790414"/>
                  </a:lnTo>
                  <a:lnTo>
                    <a:pt x="260241" y="770154"/>
                  </a:lnTo>
                  <a:lnTo>
                    <a:pt x="261522" y="754867"/>
                  </a:lnTo>
                  <a:lnTo>
                    <a:pt x="262804" y="706124"/>
                  </a:lnTo>
                  <a:lnTo>
                    <a:pt x="264086" y="655189"/>
                  </a:lnTo>
                  <a:lnTo>
                    <a:pt x="265368" y="640566"/>
                  </a:lnTo>
                  <a:lnTo>
                    <a:pt x="266650" y="669812"/>
                  </a:lnTo>
                  <a:lnTo>
                    <a:pt x="267932" y="653469"/>
                  </a:lnTo>
                  <a:lnTo>
                    <a:pt x="269213" y="628524"/>
                  </a:lnTo>
                  <a:lnTo>
                    <a:pt x="270495" y="614761"/>
                  </a:lnTo>
                  <a:lnTo>
                    <a:pt x="271777" y="582074"/>
                  </a:lnTo>
                  <a:lnTo>
                    <a:pt x="273059" y="543366"/>
                  </a:lnTo>
                  <a:lnTo>
                    <a:pt x="274341" y="544227"/>
                  </a:lnTo>
                  <a:lnTo>
                    <a:pt x="275623" y="508960"/>
                  </a:lnTo>
                  <a:lnTo>
                    <a:pt x="276904" y="450468"/>
                  </a:lnTo>
                  <a:lnTo>
                    <a:pt x="278186" y="381654"/>
                  </a:lnTo>
                  <a:lnTo>
                    <a:pt x="279468" y="327463"/>
                  </a:lnTo>
                  <a:lnTo>
                    <a:pt x="280750" y="406198"/>
                  </a:lnTo>
                  <a:lnTo>
                    <a:pt x="282032" y="447713"/>
                  </a:lnTo>
                  <a:lnTo>
                    <a:pt x="283314" y="458916"/>
                  </a:lnTo>
                  <a:lnTo>
                    <a:pt x="284596" y="450447"/>
                  </a:lnTo>
                  <a:lnTo>
                    <a:pt x="285877" y="413748"/>
                  </a:lnTo>
                  <a:lnTo>
                    <a:pt x="287159" y="355876"/>
                  </a:lnTo>
                  <a:lnTo>
                    <a:pt x="288441" y="317059"/>
                  </a:lnTo>
                  <a:lnTo>
                    <a:pt x="289723" y="264128"/>
                  </a:lnTo>
                  <a:lnTo>
                    <a:pt x="291005" y="289535"/>
                  </a:lnTo>
                  <a:lnTo>
                    <a:pt x="292287" y="331880"/>
                  </a:lnTo>
                  <a:lnTo>
                    <a:pt x="293568" y="335409"/>
                  </a:lnTo>
                  <a:lnTo>
                    <a:pt x="294850" y="374226"/>
                  </a:lnTo>
                  <a:lnTo>
                    <a:pt x="296132" y="422923"/>
                  </a:lnTo>
                  <a:lnTo>
                    <a:pt x="297414" y="473031"/>
                  </a:lnTo>
                  <a:lnTo>
                    <a:pt x="298696" y="510436"/>
                  </a:lnTo>
                  <a:lnTo>
                    <a:pt x="299978" y="512178"/>
                  </a:lnTo>
                  <a:lnTo>
                    <a:pt x="301260" y="519725"/>
                  </a:lnTo>
                  <a:lnTo>
                    <a:pt x="302541" y="453908"/>
                  </a:lnTo>
                  <a:lnTo>
                    <a:pt x="303823" y="466811"/>
                  </a:lnTo>
                  <a:lnTo>
                    <a:pt x="305105" y="510680"/>
                  </a:lnTo>
                  <a:lnTo>
                    <a:pt x="306387" y="590676"/>
                  </a:lnTo>
                  <a:lnTo>
                    <a:pt x="307669" y="673253"/>
                  </a:lnTo>
                  <a:lnTo>
                    <a:pt x="308951" y="735185"/>
                  </a:lnTo>
                  <a:lnTo>
                    <a:pt x="310232" y="768094"/>
                  </a:lnTo>
                  <a:lnTo>
                    <a:pt x="311514" y="760397"/>
                  </a:lnTo>
                  <a:lnTo>
                    <a:pt x="312796" y="750393"/>
                  </a:lnTo>
                  <a:lnTo>
                    <a:pt x="314078" y="733454"/>
                  </a:lnTo>
                  <a:lnTo>
                    <a:pt x="315360" y="694638"/>
                  </a:lnTo>
                  <a:lnTo>
                    <a:pt x="316642" y="719812"/>
                  </a:lnTo>
                  <a:lnTo>
                    <a:pt x="317923" y="745391"/>
                  </a:lnTo>
                  <a:lnTo>
                    <a:pt x="319205" y="752153"/>
                  </a:lnTo>
                  <a:lnTo>
                    <a:pt x="320487" y="732483"/>
                  </a:lnTo>
                  <a:lnTo>
                    <a:pt x="321769" y="708511"/>
                  </a:lnTo>
                  <a:lnTo>
                    <a:pt x="323051" y="683309"/>
                  </a:lnTo>
                  <a:lnTo>
                    <a:pt x="324333" y="631677"/>
                  </a:lnTo>
                  <a:lnTo>
                    <a:pt x="325615" y="587420"/>
                  </a:lnTo>
                  <a:lnTo>
                    <a:pt x="326896" y="611887"/>
                  </a:lnTo>
                  <a:lnTo>
                    <a:pt x="328178" y="617429"/>
                  </a:lnTo>
                  <a:lnTo>
                    <a:pt x="329460" y="616320"/>
                  </a:lnTo>
                  <a:lnTo>
                    <a:pt x="330742" y="570209"/>
                  </a:lnTo>
                  <a:lnTo>
                    <a:pt x="332024" y="567751"/>
                  </a:lnTo>
                  <a:lnTo>
                    <a:pt x="333306" y="551769"/>
                  </a:lnTo>
                  <a:lnTo>
                    <a:pt x="334587" y="540212"/>
                  </a:lnTo>
                  <a:lnTo>
                    <a:pt x="335869" y="536496"/>
                  </a:lnTo>
                  <a:lnTo>
                    <a:pt x="337151" y="455387"/>
                  </a:lnTo>
                  <a:lnTo>
                    <a:pt x="338433" y="494532"/>
                  </a:lnTo>
                  <a:lnTo>
                    <a:pt x="339715" y="486332"/>
                  </a:lnTo>
                  <a:lnTo>
                    <a:pt x="340997" y="505530"/>
                  </a:lnTo>
                  <a:lnTo>
                    <a:pt x="342279" y="509357"/>
                  </a:lnTo>
                  <a:lnTo>
                    <a:pt x="343560" y="530256"/>
                  </a:lnTo>
                  <a:lnTo>
                    <a:pt x="344842" y="525348"/>
                  </a:lnTo>
                  <a:lnTo>
                    <a:pt x="346124" y="515439"/>
                  </a:lnTo>
                  <a:lnTo>
                    <a:pt x="347406" y="486922"/>
                  </a:lnTo>
                  <a:lnTo>
                    <a:pt x="348688" y="396104"/>
                  </a:lnTo>
                  <a:lnTo>
                    <a:pt x="349970" y="398927"/>
                  </a:lnTo>
                  <a:lnTo>
                    <a:pt x="351251" y="424334"/>
                  </a:lnTo>
                  <a:lnTo>
                    <a:pt x="352533" y="454681"/>
                  </a:lnTo>
                  <a:lnTo>
                    <a:pt x="353815" y="413042"/>
                  </a:lnTo>
                  <a:lnTo>
                    <a:pt x="355097" y="393987"/>
                  </a:lnTo>
                  <a:lnTo>
                    <a:pt x="356379" y="410219"/>
                  </a:lnTo>
                  <a:lnTo>
                    <a:pt x="357661" y="421995"/>
                  </a:lnTo>
                  <a:lnTo>
                    <a:pt x="358942" y="417586"/>
                  </a:lnTo>
                  <a:lnTo>
                    <a:pt x="360224" y="353681"/>
                  </a:lnTo>
                  <a:lnTo>
                    <a:pt x="361506" y="262950"/>
                  </a:lnTo>
                  <a:lnTo>
                    <a:pt x="362788" y="268971"/>
                  </a:lnTo>
                  <a:lnTo>
                    <a:pt x="364070" y="281874"/>
                  </a:lnTo>
                  <a:lnTo>
                    <a:pt x="365352" y="281014"/>
                  </a:lnTo>
                  <a:lnTo>
                    <a:pt x="366634" y="289615"/>
                  </a:lnTo>
                  <a:lnTo>
                    <a:pt x="367915" y="302518"/>
                  </a:lnTo>
                  <a:lnTo>
                    <a:pt x="369197" y="266391"/>
                  </a:lnTo>
                  <a:lnTo>
                    <a:pt x="370479" y="220801"/>
                  </a:lnTo>
                  <a:lnTo>
                    <a:pt x="371761" y="155428"/>
                  </a:lnTo>
                  <a:lnTo>
                    <a:pt x="373043" y="196716"/>
                  </a:lnTo>
                  <a:lnTo>
                    <a:pt x="374325" y="188115"/>
                  </a:lnTo>
                  <a:lnTo>
                    <a:pt x="375606" y="111559"/>
                  </a:lnTo>
                  <a:lnTo>
                    <a:pt x="376888" y="103818"/>
                  </a:lnTo>
                  <a:lnTo>
                    <a:pt x="378170" y="217218"/>
                  </a:lnTo>
                  <a:lnTo>
                    <a:pt x="379452" y="274296"/>
                  </a:lnTo>
                  <a:lnTo>
                    <a:pt x="380734" y="274714"/>
                  </a:lnTo>
                  <a:lnTo>
                    <a:pt x="382016" y="215431"/>
                  </a:lnTo>
                  <a:lnTo>
                    <a:pt x="383298" y="216842"/>
                  </a:lnTo>
                  <a:lnTo>
                    <a:pt x="384579" y="225311"/>
                  </a:lnTo>
                  <a:lnTo>
                    <a:pt x="385861" y="199198"/>
                  </a:lnTo>
                  <a:lnTo>
                    <a:pt x="387143" y="195670"/>
                  </a:lnTo>
                  <a:lnTo>
                    <a:pt x="388425" y="201316"/>
                  </a:lnTo>
                  <a:lnTo>
                    <a:pt x="389707" y="211902"/>
                  </a:lnTo>
                  <a:lnTo>
                    <a:pt x="390989" y="230252"/>
                  </a:lnTo>
                  <a:lnTo>
                    <a:pt x="392270" y="256364"/>
                  </a:lnTo>
                  <a:lnTo>
                    <a:pt x="393552" y="295181"/>
                  </a:lnTo>
                  <a:lnTo>
                    <a:pt x="394834" y="332586"/>
                  </a:lnTo>
                  <a:lnTo>
                    <a:pt x="396116" y="288829"/>
                  </a:lnTo>
                  <a:lnTo>
                    <a:pt x="397398" y="296770"/>
                  </a:lnTo>
                  <a:lnTo>
                    <a:pt x="398680" y="276501"/>
                  </a:lnTo>
                  <a:lnTo>
                    <a:pt x="399962" y="196716"/>
                  </a:lnTo>
                  <a:lnTo>
                    <a:pt x="401243" y="236284"/>
                  </a:lnTo>
                  <a:lnTo>
                    <a:pt x="402525" y="232844"/>
                  </a:lnTo>
                  <a:lnTo>
                    <a:pt x="403807" y="195856"/>
                  </a:lnTo>
                  <a:lnTo>
                    <a:pt x="405089" y="113280"/>
                  </a:lnTo>
                  <a:lnTo>
                    <a:pt x="406371" y="84034"/>
                  </a:lnTo>
                  <a:lnTo>
                    <a:pt x="407653" y="83173"/>
                  </a:lnTo>
                  <a:lnTo>
                    <a:pt x="408934" y="86614"/>
                  </a:lnTo>
                  <a:lnTo>
                    <a:pt x="410216" y="91775"/>
                  </a:lnTo>
                  <a:lnTo>
                    <a:pt x="411498" y="179376"/>
                  </a:lnTo>
                  <a:lnTo>
                    <a:pt x="412780" y="214019"/>
                  </a:lnTo>
                  <a:lnTo>
                    <a:pt x="414062" y="286294"/>
                  </a:lnTo>
                  <a:lnTo>
                    <a:pt x="415344" y="267176"/>
                  </a:lnTo>
                  <a:lnTo>
                    <a:pt x="416625" y="243203"/>
                  </a:lnTo>
                  <a:lnTo>
                    <a:pt x="417907" y="214314"/>
                  </a:lnTo>
                  <a:lnTo>
                    <a:pt x="419189" y="175589"/>
                  </a:lnTo>
                  <a:lnTo>
                    <a:pt x="420471" y="187268"/>
                  </a:lnTo>
                  <a:lnTo>
                    <a:pt x="421753" y="182351"/>
                  </a:lnTo>
                  <a:lnTo>
                    <a:pt x="423035" y="162066"/>
                  </a:lnTo>
                  <a:lnTo>
                    <a:pt x="424317" y="210011"/>
                  </a:lnTo>
                  <a:lnTo>
                    <a:pt x="425598" y="241974"/>
                  </a:lnTo>
                  <a:lnTo>
                    <a:pt x="426880" y="250579"/>
                  </a:lnTo>
                  <a:lnTo>
                    <a:pt x="428162" y="255497"/>
                  </a:lnTo>
                  <a:lnTo>
                    <a:pt x="429444" y="252423"/>
                  </a:lnTo>
                  <a:lnTo>
                    <a:pt x="430726" y="246039"/>
                  </a:lnTo>
                  <a:lnTo>
                    <a:pt x="432008" y="55930"/>
                  </a:lnTo>
                  <a:lnTo>
                    <a:pt x="433289" y="0"/>
                  </a:lnTo>
                  <a:lnTo>
                    <a:pt x="434571" y="26745"/>
                  </a:lnTo>
                  <a:lnTo>
                    <a:pt x="435853" y="61390"/>
                  </a:lnTo>
                  <a:lnTo>
                    <a:pt x="437135" y="171101"/>
                  </a:lnTo>
                  <a:lnTo>
                    <a:pt x="438417" y="192778"/>
                  </a:lnTo>
                  <a:lnTo>
                    <a:pt x="439699" y="203307"/>
                  </a:lnTo>
                  <a:lnTo>
                    <a:pt x="440981" y="197718"/>
                  </a:lnTo>
                  <a:lnTo>
                    <a:pt x="442262" y="275479"/>
                  </a:lnTo>
                  <a:lnTo>
                    <a:pt x="443544" y="221721"/>
                  </a:lnTo>
                  <a:lnTo>
                    <a:pt x="444826" y="191793"/>
                  </a:lnTo>
                  <a:lnTo>
                    <a:pt x="446108" y="179437"/>
                  </a:lnTo>
                  <a:lnTo>
                    <a:pt x="447390" y="178884"/>
                  </a:lnTo>
                  <a:lnTo>
                    <a:pt x="448672" y="142396"/>
                  </a:lnTo>
                  <a:lnTo>
                    <a:pt x="449953" y="140737"/>
                  </a:lnTo>
                  <a:lnTo>
                    <a:pt x="451235" y="233064"/>
                  </a:lnTo>
                  <a:lnTo>
                    <a:pt x="452517" y="253520"/>
                  </a:lnTo>
                  <a:lnTo>
                    <a:pt x="453799" y="266058"/>
                  </a:lnTo>
                  <a:lnTo>
                    <a:pt x="455081" y="181736"/>
                  </a:lnTo>
                  <a:lnTo>
                    <a:pt x="456363" y="174199"/>
                  </a:lnTo>
                  <a:lnTo>
                    <a:pt x="457644" y="203307"/>
                  </a:lnTo>
                  <a:lnTo>
                    <a:pt x="458926" y="202810"/>
                  </a:lnTo>
                  <a:lnTo>
                    <a:pt x="460208" y="158970"/>
                  </a:lnTo>
                  <a:lnTo>
                    <a:pt x="461490" y="195671"/>
                  </a:lnTo>
                  <a:lnTo>
                    <a:pt x="462772" y="278705"/>
                  </a:lnTo>
                  <a:lnTo>
                    <a:pt x="464054" y="309567"/>
                  </a:lnTo>
                  <a:lnTo>
                    <a:pt x="465336" y="201017"/>
                  </a:lnTo>
                  <a:lnTo>
                    <a:pt x="466617" y="207039"/>
                  </a:lnTo>
                  <a:lnTo>
                    <a:pt x="467899" y="310259"/>
                  </a:lnTo>
                  <a:lnTo>
                    <a:pt x="469181" y="354988"/>
                  </a:lnTo>
                  <a:lnTo>
                    <a:pt x="470463" y="351548"/>
                  </a:lnTo>
                  <a:lnTo>
                    <a:pt x="471745" y="386815"/>
                  </a:lnTo>
                  <a:lnTo>
                    <a:pt x="473027" y="393696"/>
                  </a:lnTo>
                  <a:lnTo>
                    <a:pt x="474308" y="476273"/>
                  </a:lnTo>
                  <a:lnTo>
                    <a:pt x="475590" y="530464"/>
                  </a:lnTo>
                  <a:lnTo>
                    <a:pt x="476872" y="550248"/>
                  </a:lnTo>
                  <a:lnTo>
                    <a:pt x="478154" y="564871"/>
                  </a:lnTo>
                  <a:lnTo>
                    <a:pt x="479436" y="597557"/>
                  </a:lnTo>
                  <a:lnTo>
                    <a:pt x="480718" y="615621"/>
                  </a:lnTo>
                  <a:lnTo>
                    <a:pt x="482000" y="670672"/>
                  </a:lnTo>
                  <a:lnTo>
                    <a:pt x="483281" y="711961"/>
                  </a:lnTo>
                  <a:lnTo>
                    <a:pt x="484563" y="758410"/>
                  </a:lnTo>
                  <a:lnTo>
                    <a:pt x="485845" y="775613"/>
                  </a:lnTo>
                  <a:lnTo>
                    <a:pt x="487127" y="811323"/>
                  </a:lnTo>
                  <a:lnTo>
                    <a:pt x="488409" y="822470"/>
                  </a:lnTo>
                  <a:lnTo>
                    <a:pt x="489691" y="819557"/>
                  </a:lnTo>
                  <a:lnTo>
                    <a:pt x="490972" y="852964"/>
                  </a:lnTo>
                  <a:lnTo>
                    <a:pt x="492254" y="854632"/>
                  </a:lnTo>
                  <a:lnTo>
                    <a:pt x="493536" y="840101"/>
                  </a:lnTo>
                  <a:lnTo>
                    <a:pt x="494818" y="796978"/>
                  </a:lnTo>
                  <a:lnTo>
                    <a:pt x="496100" y="784262"/>
                  </a:lnTo>
                  <a:lnTo>
                    <a:pt x="497382" y="768229"/>
                  </a:lnTo>
                  <a:lnTo>
                    <a:pt x="498664" y="738402"/>
                  </a:lnTo>
                  <a:lnTo>
                    <a:pt x="499945" y="721863"/>
                  </a:lnTo>
                  <a:lnTo>
                    <a:pt x="501227" y="704807"/>
                  </a:lnTo>
                  <a:lnTo>
                    <a:pt x="502509" y="694954"/>
                  </a:lnTo>
                  <a:lnTo>
                    <a:pt x="503791" y="655009"/>
                  </a:lnTo>
                  <a:lnTo>
                    <a:pt x="505073" y="635027"/>
                  </a:lnTo>
                  <a:lnTo>
                    <a:pt x="506355" y="602477"/>
                  </a:lnTo>
                  <a:lnTo>
                    <a:pt x="507636" y="556631"/>
                  </a:lnTo>
                  <a:lnTo>
                    <a:pt x="508918" y="492307"/>
                  </a:lnTo>
                  <a:lnTo>
                    <a:pt x="510200" y="445870"/>
                  </a:lnTo>
                  <a:lnTo>
                    <a:pt x="511482" y="423247"/>
                  </a:lnTo>
                  <a:lnTo>
                    <a:pt x="512764" y="437068"/>
                  </a:lnTo>
                  <a:lnTo>
                    <a:pt x="514046" y="470008"/>
                  </a:lnTo>
                  <a:lnTo>
                    <a:pt x="515327" y="470562"/>
                  </a:lnTo>
                  <a:lnTo>
                    <a:pt x="516609" y="456971"/>
                  </a:lnTo>
                  <a:lnTo>
                    <a:pt x="517891" y="519261"/>
                  </a:lnTo>
                  <a:lnTo>
                    <a:pt x="519173" y="535800"/>
                  </a:lnTo>
                  <a:lnTo>
                    <a:pt x="520455" y="549238"/>
                  </a:lnTo>
                  <a:lnTo>
                    <a:pt x="521737" y="571979"/>
                  </a:lnTo>
                  <a:lnTo>
                    <a:pt x="523019" y="614360"/>
                  </a:lnTo>
                  <a:lnTo>
                    <a:pt x="524300" y="620200"/>
                  </a:lnTo>
                  <a:lnTo>
                    <a:pt x="525582" y="652898"/>
                  </a:lnTo>
                  <a:lnTo>
                    <a:pt x="526864" y="721067"/>
                  </a:lnTo>
                  <a:lnTo>
                    <a:pt x="528146" y="762633"/>
                  </a:lnTo>
                  <a:lnTo>
                    <a:pt x="529428" y="763254"/>
                  </a:lnTo>
                  <a:lnTo>
                    <a:pt x="530710" y="773758"/>
                  </a:lnTo>
                  <a:lnTo>
                    <a:pt x="531991" y="763254"/>
                  </a:lnTo>
                  <a:lnTo>
                    <a:pt x="533273" y="738928"/>
                  </a:lnTo>
                  <a:lnTo>
                    <a:pt x="534555" y="723448"/>
                  </a:lnTo>
                  <a:lnTo>
                    <a:pt x="535837" y="712753"/>
                  </a:lnTo>
                  <a:lnTo>
                    <a:pt x="537119" y="701669"/>
                  </a:lnTo>
                  <a:lnTo>
                    <a:pt x="538401" y="690031"/>
                  </a:lnTo>
                  <a:lnTo>
                    <a:pt x="539683" y="688618"/>
                  </a:lnTo>
                  <a:lnTo>
                    <a:pt x="540964" y="695019"/>
                  </a:lnTo>
                  <a:lnTo>
                    <a:pt x="542246" y="690031"/>
                  </a:lnTo>
                  <a:lnTo>
                    <a:pt x="543528" y="682272"/>
                  </a:lnTo>
                  <a:lnTo>
                    <a:pt x="544810" y="681163"/>
                  </a:lnTo>
                  <a:lnTo>
                    <a:pt x="546092" y="672850"/>
                  </a:lnTo>
                  <a:lnTo>
                    <a:pt x="547374" y="654561"/>
                  </a:lnTo>
                  <a:lnTo>
                    <a:pt x="548655" y="626759"/>
                  </a:lnTo>
                  <a:lnTo>
                    <a:pt x="549937" y="635365"/>
                  </a:lnTo>
                  <a:lnTo>
                    <a:pt x="551219" y="659952"/>
                  </a:lnTo>
                  <a:lnTo>
                    <a:pt x="552501" y="701135"/>
                  </a:lnTo>
                  <a:lnTo>
                    <a:pt x="553783" y="740869"/>
                  </a:lnTo>
                  <a:lnTo>
                    <a:pt x="555065" y="774931"/>
                  </a:lnTo>
                  <a:lnTo>
                    <a:pt x="556346" y="782152"/>
                  </a:lnTo>
                  <a:lnTo>
                    <a:pt x="557628" y="782769"/>
                  </a:lnTo>
                  <a:lnTo>
                    <a:pt x="558910" y="758410"/>
                  </a:lnTo>
                  <a:lnTo>
                    <a:pt x="560192" y="754969"/>
                  </a:lnTo>
                  <a:lnTo>
                    <a:pt x="561474" y="730024"/>
                  </a:lnTo>
                  <a:lnTo>
                    <a:pt x="562756" y="737766"/>
                  </a:lnTo>
                  <a:lnTo>
                    <a:pt x="564038" y="745507"/>
                  </a:lnTo>
                  <a:lnTo>
                    <a:pt x="565319" y="760990"/>
                  </a:lnTo>
                  <a:lnTo>
                    <a:pt x="566601" y="802279"/>
                  </a:lnTo>
                  <a:lnTo>
                    <a:pt x="567883" y="810020"/>
                  </a:lnTo>
                  <a:lnTo>
                    <a:pt x="569165" y="804859"/>
                  </a:lnTo>
                  <a:lnTo>
                    <a:pt x="570447" y="785935"/>
                  </a:lnTo>
                  <a:lnTo>
                    <a:pt x="571729" y="754109"/>
                  </a:lnTo>
                  <a:lnTo>
                    <a:pt x="573010" y="724003"/>
                  </a:lnTo>
                  <a:lnTo>
                    <a:pt x="574292" y="769995"/>
                  </a:lnTo>
                  <a:lnTo>
                    <a:pt x="575574" y="719596"/>
                  </a:lnTo>
                  <a:lnTo>
                    <a:pt x="576856" y="706348"/>
                  </a:lnTo>
                  <a:lnTo>
                    <a:pt x="578138" y="677080"/>
                  </a:lnTo>
                  <a:lnTo>
                    <a:pt x="579420" y="687260"/>
                  </a:lnTo>
                  <a:lnTo>
                    <a:pt x="580702" y="696127"/>
                  </a:lnTo>
                  <a:lnTo>
                    <a:pt x="581983" y="701115"/>
                  </a:lnTo>
                  <a:lnTo>
                    <a:pt x="583265" y="680878"/>
                  </a:lnTo>
                  <a:lnTo>
                    <a:pt x="584547" y="642731"/>
                  </a:lnTo>
                  <a:lnTo>
                    <a:pt x="585829" y="626698"/>
                  </a:lnTo>
                  <a:lnTo>
                    <a:pt x="587111" y="602372"/>
                  </a:lnTo>
                  <a:lnTo>
                    <a:pt x="588393" y="547640"/>
                  </a:lnTo>
                  <a:lnTo>
                    <a:pt x="589674" y="512810"/>
                  </a:lnTo>
                  <a:lnTo>
                    <a:pt x="590956" y="512810"/>
                  </a:lnTo>
                  <a:lnTo>
                    <a:pt x="592238" y="508940"/>
                  </a:lnTo>
                  <a:lnTo>
                    <a:pt x="593520" y="510466"/>
                  </a:lnTo>
                  <a:lnTo>
                    <a:pt x="594802" y="537622"/>
                  </a:lnTo>
                  <a:lnTo>
                    <a:pt x="596084" y="486951"/>
                  </a:lnTo>
                  <a:lnTo>
                    <a:pt x="597365" y="490727"/>
                  </a:lnTo>
                  <a:lnTo>
                    <a:pt x="598647" y="428608"/>
                  </a:lnTo>
                  <a:lnTo>
                    <a:pt x="599929" y="416851"/>
                  </a:lnTo>
                  <a:lnTo>
                    <a:pt x="601211" y="405554"/>
                  </a:lnTo>
                  <a:lnTo>
                    <a:pt x="602493" y="442101"/>
                  </a:lnTo>
                  <a:lnTo>
                    <a:pt x="603775" y="488128"/>
                  </a:lnTo>
                  <a:lnTo>
                    <a:pt x="605057" y="495060"/>
                  </a:lnTo>
                  <a:lnTo>
                    <a:pt x="606338" y="528786"/>
                  </a:lnTo>
                  <a:lnTo>
                    <a:pt x="607620" y="578894"/>
                  </a:lnTo>
                  <a:lnTo>
                    <a:pt x="608902" y="621945"/>
                  </a:lnTo>
                  <a:lnTo>
                    <a:pt x="610184" y="646647"/>
                  </a:lnTo>
                  <a:lnTo>
                    <a:pt x="611466" y="674877"/>
                  </a:lnTo>
                  <a:lnTo>
                    <a:pt x="612748" y="663585"/>
                  </a:lnTo>
                  <a:lnTo>
                    <a:pt x="614029" y="675583"/>
                  </a:lnTo>
                  <a:lnTo>
                    <a:pt x="615311" y="712282"/>
                  </a:lnTo>
                  <a:lnTo>
                    <a:pt x="616593" y="732043"/>
                  </a:lnTo>
                  <a:lnTo>
                    <a:pt x="617875" y="746864"/>
                  </a:lnTo>
                  <a:lnTo>
                    <a:pt x="619157" y="768742"/>
                  </a:lnTo>
                  <a:lnTo>
                    <a:pt x="620439" y="763802"/>
                  </a:lnTo>
                  <a:lnTo>
                    <a:pt x="621721" y="715187"/>
                  </a:lnTo>
                  <a:lnTo>
                    <a:pt x="623002" y="691673"/>
                  </a:lnTo>
                  <a:lnTo>
                    <a:pt x="624284" y="724158"/>
                  </a:lnTo>
                  <a:lnTo>
                    <a:pt x="625566" y="732618"/>
                  </a:lnTo>
                  <a:lnTo>
                    <a:pt x="626848" y="762215"/>
                  </a:lnTo>
                  <a:lnTo>
                    <a:pt x="628130" y="782857"/>
                  </a:lnTo>
                  <a:lnTo>
                    <a:pt x="629412" y="764508"/>
                  </a:lnTo>
                  <a:lnTo>
                    <a:pt x="630693" y="745452"/>
                  </a:lnTo>
                  <a:lnTo>
                    <a:pt x="631975" y="733454"/>
                  </a:lnTo>
                  <a:lnTo>
                    <a:pt x="633257" y="763164"/>
                  </a:lnTo>
                  <a:lnTo>
                    <a:pt x="634539" y="778027"/>
                  </a:lnTo>
                  <a:lnTo>
                    <a:pt x="635821" y="773052"/>
                  </a:lnTo>
                  <a:lnTo>
                    <a:pt x="637103" y="770593"/>
                  </a:lnTo>
                  <a:lnTo>
                    <a:pt x="638385" y="774896"/>
                  </a:lnTo>
                  <a:lnTo>
                    <a:pt x="639666" y="791492"/>
                  </a:lnTo>
                  <a:lnTo>
                    <a:pt x="640948" y="824684"/>
                  </a:lnTo>
                  <a:lnTo>
                    <a:pt x="642230" y="842510"/>
                  </a:lnTo>
                  <a:lnTo>
                    <a:pt x="643512" y="844354"/>
                  </a:lnTo>
                  <a:lnTo>
                    <a:pt x="644794" y="843055"/>
                  </a:lnTo>
                  <a:lnTo>
                    <a:pt x="646076" y="837481"/>
                  </a:lnTo>
                  <a:lnTo>
                    <a:pt x="647357" y="791326"/>
                  </a:lnTo>
                  <a:lnTo>
                    <a:pt x="648639" y="775094"/>
                  </a:lnTo>
                  <a:lnTo>
                    <a:pt x="649921" y="773682"/>
                  </a:lnTo>
                  <a:lnTo>
                    <a:pt x="651203" y="776089"/>
                  </a:lnTo>
                  <a:lnTo>
                    <a:pt x="652485" y="751928"/>
                  </a:lnTo>
                  <a:lnTo>
                    <a:pt x="653767" y="748972"/>
                  </a:lnTo>
                  <a:lnTo>
                    <a:pt x="655048" y="720562"/>
                  </a:lnTo>
                  <a:lnTo>
                    <a:pt x="656330" y="724003"/>
                  </a:lnTo>
                  <a:lnTo>
                    <a:pt x="657612" y="724003"/>
                  </a:lnTo>
                  <a:lnTo>
                    <a:pt x="658894" y="724003"/>
                  </a:lnTo>
                  <a:lnTo>
                    <a:pt x="660176" y="712821"/>
                  </a:lnTo>
                  <a:lnTo>
                    <a:pt x="661458" y="691316"/>
                  </a:lnTo>
                  <a:lnTo>
                    <a:pt x="662740" y="719251"/>
                  </a:lnTo>
                  <a:lnTo>
                    <a:pt x="664021" y="722535"/>
                  </a:lnTo>
                  <a:lnTo>
                    <a:pt x="665303" y="698342"/>
                  </a:lnTo>
                  <a:lnTo>
                    <a:pt x="666585" y="685463"/>
                  </a:lnTo>
                  <a:lnTo>
                    <a:pt x="667867" y="717222"/>
                  </a:lnTo>
                  <a:lnTo>
                    <a:pt x="669149" y="727103"/>
                  </a:lnTo>
                  <a:lnTo>
                    <a:pt x="670431" y="746864"/>
                  </a:lnTo>
                  <a:lnTo>
                    <a:pt x="671712" y="774388"/>
                  </a:lnTo>
                  <a:lnTo>
                    <a:pt x="672994" y="762390"/>
                  </a:lnTo>
                  <a:lnTo>
                    <a:pt x="674276" y="762390"/>
                  </a:lnTo>
                  <a:lnTo>
                    <a:pt x="675558" y="753921"/>
                  </a:lnTo>
                  <a:lnTo>
                    <a:pt x="676840" y="744747"/>
                  </a:lnTo>
                  <a:lnTo>
                    <a:pt x="678122" y="726397"/>
                  </a:lnTo>
                  <a:lnTo>
                    <a:pt x="679404" y="759619"/>
                  </a:lnTo>
                  <a:lnTo>
                    <a:pt x="680685" y="792271"/>
                  </a:lnTo>
                  <a:lnTo>
                    <a:pt x="681967" y="824704"/>
                  </a:lnTo>
                  <a:lnTo>
                    <a:pt x="683249" y="813564"/>
                  </a:lnTo>
                  <a:lnTo>
                    <a:pt x="684531" y="848489"/>
                  </a:lnTo>
                  <a:lnTo>
                    <a:pt x="685813" y="880533"/>
                  </a:lnTo>
                  <a:lnTo>
                    <a:pt x="687095" y="882500"/>
                  </a:lnTo>
                  <a:lnTo>
                    <a:pt x="688376" y="883475"/>
                  </a:lnTo>
                  <a:lnTo>
                    <a:pt x="689658" y="875681"/>
                  </a:lnTo>
                  <a:lnTo>
                    <a:pt x="690940" y="862041"/>
                  </a:lnTo>
                  <a:lnTo>
                    <a:pt x="692222" y="872048"/>
                  </a:lnTo>
                  <a:lnTo>
                    <a:pt x="693504" y="869298"/>
                  </a:lnTo>
                  <a:lnTo>
                    <a:pt x="694786" y="859212"/>
                  </a:lnTo>
                  <a:lnTo>
                    <a:pt x="696067" y="856515"/>
                  </a:lnTo>
                  <a:lnTo>
                    <a:pt x="697349" y="850083"/>
                  </a:lnTo>
                  <a:lnTo>
                    <a:pt x="698631" y="827784"/>
                  </a:lnTo>
                  <a:lnTo>
                    <a:pt x="699913" y="784483"/>
                  </a:lnTo>
                  <a:lnTo>
                    <a:pt x="701195" y="750000"/>
                  </a:lnTo>
                  <a:lnTo>
                    <a:pt x="702477" y="732717"/>
                  </a:lnTo>
                  <a:lnTo>
                    <a:pt x="703759" y="716261"/>
                  </a:lnTo>
                  <a:lnTo>
                    <a:pt x="705040" y="706862"/>
                  </a:lnTo>
                  <a:lnTo>
                    <a:pt x="706322" y="680236"/>
                  </a:lnTo>
                  <a:lnTo>
                    <a:pt x="707604" y="663025"/>
                  </a:lnTo>
                  <a:lnTo>
                    <a:pt x="708886" y="697790"/>
                  </a:lnTo>
                  <a:lnTo>
                    <a:pt x="710168" y="696358"/>
                  </a:lnTo>
                  <a:lnTo>
                    <a:pt x="711450" y="703332"/>
                  </a:lnTo>
                  <a:lnTo>
                    <a:pt x="712731" y="706657"/>
                  </a:lnTo>
                  <a:lnTo>
                    <a:pt x="714013" y="693759"/>
                  </a:lnTo>
                  <a:lnTo>
                    <a:pt x="715295" y="717954"/>
                  </a:lnTo>
                  <a:lnTo>
                    <a:pt x="716577" y="726005"/>
                  </a:lnTo>
                  <a:lnTo>
                    <a:pt x="717859" y="737153"/>
                  </a:lnTo>
                  <a:lnTo>
                    <a:pt x="719141" y="747570"/>
                  </a:lnTo>
                  <a:lnTo>
                    <a:pt x="720423" y="729220"/>
                  </a:lnTo>
                  <a:lnTo>
                    <a:pt x="721704" y="745452"/>
                  </a:lnTo>
                  <a:lnTo>
                    <a:pt x="722986" y="750393"/>
                  </a:lnTo>
                  <a:lnTo>
                    <a:pt x="724268" y="762390"/>
                  </a:lnTo>
                  <a:lnTo>
                    <a:pt x="725550" y="765919"/>
                  </a:lnTo>
                  <a:lnTo>
                    <a:pt x="726832" y="793921"/>
                  </a:lnTo>
                  <a:lnTo>
                    <a:pt x="728114" y="795363"/>
                  </a:lnTo>
                  <a:lnTo>
                    <a:pt x="729395" y="791957"/>
                  </a:lnTo>
                  <a:lnTo>
                    <a:pt x="730677" y="822253"/>
                  </a:lnTo>
                  <a:lnTo>
                    <a:pt x="731959" y="812918"/>
                  </a:lnTo>
                  <a:lnTo>
                    <a:pt x="733241" y="804620"/>
                  </a:lnTo>
                  <a:lnTo>
                    <a:pt x="734523" y="804736"/>
                  </a:lnTo>
                  <a:lnTo>
                    <a:pt x="735805" y="824497"/>
                  </a:lnTo>
                  <a:lnTo>
                    <a:pt x="737086" y="854844"/>
                  </a:lnTo>
                  <a:lnTo>
                    <a:pt x="738368" y="882369"/>
                  </a:lnTo>
                  <a:lnTo>
                    <a:pt x="739650" y="903541"/>
                  </a:lnTo>
                  <a:lnTo>
                    <a:pt x="740932" y="890132"/>
                  </a:lnTo>
                  <a:lnTo>
                    <a:pt x="742214" y="889426"/>
                  </a:lnTo>
                  <a:lnTo>
                    <a:pt x="743496" y="904986"/>
                  </a:lnTo>
                  <a:lnTo>
                    <a:pt x="744778" y="904599"/>
                  </a:lnTo>
                  <a:lnTo>
                    <a:pt x="746059" y="890052"/>
                  </a:lnTo>
                  <a:lnTo>
                    <a:pt x="747341" y="903878"/>
                  </a:lnTo>
                  <a:lnTo>
                    <a:pt x="748623" y="904851"/>
                  </a:lnTo>
                  <a:lnTo>
                    <a:pt x="749905" y="889749"/>
                  </a:lnTo>
                  <a:lnTo>
                    <a:pt x="751187" y="884737"/>
                  </a:lnTo>
                  <a:lnTo>
                    <a:pt x="752469" y="881223"/>
                  </a:lnTo>
                  <a:lnTo>
                    <a:pt x="753750" y="870228"/>
                  </a:lnTo>
                  <a:lnTo>
                    <a:pt x="755032" y="864287"/>
                  </a:lnTo>
                  <a:lnTo>
                    <a:pt x="756314" y="854881"/>
                  </a:lnTo>
                  <a:lnTo>
                    <a:pt x="757596" y="844444"/>
                  </a:lnTo>
                  <a:lnTo>
                    <a:pt x="758878" y="836069"/>
                  </a:lnTo>
                  <a:lnTo>
                    <a:pt x="760160" y="836833"/>
                  </a:lnTo>
                  <a:lnTo>
                    <a:pt x="761442" y="825793"/>
                  </a:lnTo>
                  <a:lnTo>
                    <a:pt x="762723" y="816554"/>
                  </a:lnTo>
                  <a:lnTo>
                    <a:pt x="764005" y="803469"/>
                  </a:lnTo>
                  <a:lnTo>
                    <a:pt x="765287" y="815194"/>
                  </a:lnTo>
                  <a:lnTo>
                    <a:pt x="766569" y="811267"/>
                  </a:lnTo>
                  <a:lnTo>
                    <a:pt x="767851" y="814735"/>
                  </a:lnTo>
                  <a:lnTo>
                    <a:pt x="769133" y="797265"/>
                  </a:lnTo>
                  <a:lnTo>
                    <a:pt x="770414" y="797760"/>
                  </a:lnTo>
                  <a:lnTo>
                    <a:pt x="771696" y="803626"/>
                  </a:lnTo>
                  <a:lnTo>
                    <a:pt x="772978" y="798346"/>
                  </a:lnTo>
                  <a:lnTo>
                    <a:pt x="774260" y="793749"/>
                  </a:lnTo>
                  <a:lnTo>
                    <a:pt x="775542" y="779649"/>
                  </a:lnTo>
                  <a:lnTo>
                    <a:pt x="776824" y="752137"/>
                  </a:lnTo>
                  <a:lnTo>
                    <a:pt x="778106" y="748791"/>
                  </a:lnTo>
                  <a:lnTo>
                    <a:pt x="779387" y="751393"/>
                  </a:lnTo>
                  <a:lnTo>
                    <a:pt x="780669" y="762546"/>
                  </a:lnTo>
                  <a:lnTo>
                    <a:pt x="781951" y="781799"/>
                  </a:lnTo>
                  <a:lnTo>
                    <a:pt x="783233" y="769808"/>
                  </a:lnTo>
                  <a:lnTo>
                    <a:pt x="784515" y="773577"/>
                  </a:lnTo>
                  <a:lnTo>
                    <a:pt x="785797" y="776660"/>
                  </a:lnTo>
                  <a:lnTo>
                    <a:pt x="787078" y="780086"/>
                  </a:lnTo>
                  <a:lnTo>
                    <a:pt x="788360" y="783511"/>
                  </a:lnTo>
                  <a:lnTo>
                    <a:pt x="789642" y="779743"/>
                  </a:lnTo>
                  <a:lnTo>
                    <a:pt x="790924" y="776660"/>
                  </a:lnTo>
                  <a:lnTo>
                    <a:pt x="792206" y="780086"/>
                  </a:lnTo>
                  <a:lnTo>
                    <a:pt x="793488" y="794816"/>
                  </a:lnTo>
                  <a:lnTo>
                    <a:pt x="794769" y="808177"/>
                  </a:lnTo>
                  <a:lnTo>
                    <a:pt x="796051" y="819824"/>
                  </a:lnTo>
                  <a:lnTo>
                    <a:pt x="797333" y="813202"/>
                  </a:lnTo>
                  <a:lnTo>
                    <a:pt x="798615" y="848796"/>
                  </a:lnTo>
                  <a:lnTo>
                    <a:pt x="799897" y="856682"/>
                  </a:lnTo>
                  <a:lnTo>
                    <a:pt x="801179" y="863408"/>
                  </a:lnTo>
                  <a:lnTo>
                    <a:pt x="802461" y="901424"/>
                  </a:lnTo>
                  <a:lnTo>
                    <a:pt x="803742" y="896038"/>
                  </a:lnTo>
                  <a:lnTo>
                    <a:pt x="805024" y="887436"/>
                  </a:lnTo>
                  <a:lnTo>
                    <a:pt x="806306" y="878834"/>
                  </a:lnTo>
                  <a:lnTo>
                    <a:pt x="807588" y="878834"/>
                  </a:lnTo>
                  <a:lnTo>
                    <a:pt x="808870" y="888296"/>
                  </a:lnTo>
                  <a:lnTo>
                    <a:pt x="810152" y="884855"/>
                  </a:lnTo>
                  <a:lnTo>
                    <a:pt x="811433" y="866792"/>
                  </a:lnTo>
                  <a:lnTo>
                    <a:pt x="812715" y="845287"/>
                  </a:lnTo>
                  <a:lnTo>
                    <a:pt x="813997" y="844427"/>
                  </a:lnTo>
                  <a:lnTo>
                    <a:pt x="815279" y="867856"/>
                  </a:lnTo>
                  <a:lnTo>
                    <a:pt x="816561" y="875311"/>
                  </a:lnTo>
                  <a:lnTo>
                    <a:pt x="817843" y="875311"/>
                  </a:lnTo>
                  <a:lnTo>
                    <a:pt x="819125" y="856256"/>
                  </a:lnTo>
                  <a:lnTo>
                    <a:pt x="820406" y="823791"/>
                  </a:lnTo>
                  <a:lnTo>
                    <a:pt x="821688" y="813910"/>
                  </a:lnTo>
                  <a:lnTo>
                    <a:pt x="822970" y="791326"/>
                  </a:lnTo>
                  <a:lnTo>
                    <a:pt x="824252" y="786386"/>
                  </a:lnTo>
                  <a:lnTo>
                    <a:pt x="825534" y="790621"/>
                  </a:lnTo>
                  <a:lnTo>
                    <a:pt x="826816" y="790621"/>
                  </a:lnTo>
                  <a:lnTo>
                    <a:pt x="828097" y="790621"/>
                  </a:lnTo>
                  <a:lnTo>
                    <a:pt x="829379" y="799795"/>
                  </a:lnTo>
                  <a:lnTo>
                    <a:pt x="830661" y="814616"/>
                  </a:lnTo>
                  <a:lnTo>
                    <a:pt x="831943" y="832260"/>
                  </a:lnTo>
                  <a:lnTo>
                    <a:pt x="833225" y="832966"/>
                  </a:lnTo>
                  <a:lnTo>
                    <a:pt x="834507" y="825409"/>
                  </a:lnTo>
                  <a:lnTo>
                    <a:pt x="835788" y="792817"/>
                  </a:lnTo>
                  <a:lnTo>
                    <a:pt x="837070" y="792817"/>
                  </a:lnTo>
                  <a:lnTo>
                    <a:pt x="838352" y="816042"/>
                  </a:lnTo>
                  <a:lnTo>
                    <a:pt x="839634" y="828944"/>
                  </a:lnTo>
                  <a:lnTo>
                    <a:pt x="840916" y="837623"/>
                  </a:lnTo>
                  <a:lnTo>
                    <a:pt x="842198" y="846703"/>
                  </a:lnTo>
                  <a:lnTo>
                    <a:pt x="843480" y="858373"/>
                  </a:lnTo>
                  <a:lnTo>
                    <a:pt x="844761" y="876942"/>
                  </a:lnTo>
                  <a:lnTo>
                    <a:pt x="846043" y="867827"/>
                  </a:lnTo>
                  <a:lnTo>
                    <a:pt x="847325" y="867827"/>
                  </a:lnTo>
                  <a:lnTo>
                    <a:pt x="848607" y="868941"/>
                  </a:lnTo>
                  <a:lnTo>
                    <a:pt x="849889" y="861564"/>
                  </a:lnTo>
                  <a:lnTo>
                    <a:pt x="851171" y="861662"/>
                  </a:lnTo>
                  <a:lnTo>
                    <a:pt x="852452" y="861662"/>
                  </a:lnTo>
                  <a:lnTo>
                    <a:pt x="853734" y="865028"/>
                  </a:lnTo>
                  <a:lnTo>
                    <a:pt x="855016" y="851073"/>
                  </a:lnTo>
                  <a:lnTo>
                    <a:pt x="856298" y="848888"/>
                  </a:lnTo>
                  <a:lnTo>
                    <a:pt x="857580" y="864782"/>
                  </a:lnTo>
                  <a:lnTo>
                    <a:pt x="858862" y="891045"/>
                  </a:lnTo>
                  <a:lnTo>
                    <a:pt x="860144" y="903374"/>
                  </a:lnTo>
                  <a:lnTo>
                    <a:pt x="861425" y="908117"/>
                  </a:lnTo>
                  <a:lnTo>
                    <a:pt x="862707" y="894210"/>
                  </a:lnTo>
                  <a:lnTo>
                    <a:pt x="863989" y="883767"/>
                  </a:lnTo>
                  <a:lnTo>
                    <a:pt x="865271" y="886371"/>
                  </a:lnTo>
                  <a:lnTo>
                    <a:pt x="866553" y="873380"/>
                  </a:lnTo>
                  <a:lnTo>
                    <a:pt x="867835" y="862768"/>
                  </a:lnTo>
                  <a:lnTo>
                    <a:pt x="869116" y="859657"/>
                  </a:lnTo>
                  <a:lnTo>
                    <a:pt x="870398" y="862768"/>
                  </a:lnTo>
                  <a:lnTo>
                    <a:pt x="871680" y="862768"/>
                  </a:lnTo>
                  <a:lnTo>
                    <a:pt x="872962" y="865146"/>
                  </a:lnTo>
                  <a:lnTo>
                    <a:pt x="874244" y="870087"/>
                  </a:lnTo>
                  <a:lnTo>
                    <a:pt x="875526" y="874478"/>
                  </a:lnTo>
                  <a:lnTo>
                    <a:pt x="876807" y="870661"/>
                  </a:lnTo>
                  <a:lnTo>
                    <a:pt x="878089" y="854512"/>
                  </a:lnTo>
                  <a:lnTo>
                    <a:pt x="879371" y="859802"/>
                  </a:lnTo>
                  <a:lnTo>
                    <a:pt x="880653" y="839946"/>
                  </a:lnTo>
                  <a:lnTo>
                    <a:pt x="881935" y="851770"/>
                  </a:lnTo>
                  <a:lnTo>
                    <a:pt x="883217" y="836747"/>
                  </a:lnTo>
                  <a:lnTo>
                    <a:pt x="884499" y="845629"/>
                  </a:lnTo>
                  <a:lnTo>
                    <a:pt x="885780" y="846703"/>
                  </a:lnTo>
                  <a:lnTo>
                    <a:pt x="887062" y="861631"/>
                  </a:lnTo>
                  <a:lnTo>
                    <a:pt x="888344" y="886576"/>
                  </a:lnTo>
                  <a:lnTo>
                    <a:pt x="889626" y="896038"/>
                  </a:lnTo>
                  <a:lnTo>
                    <a:pt x="890908" y="896038"/>
                  </a:lnTo>
                  <a:lnTo>
                    <a:pt x="892190" y="896038"/>
                  </a:lnTo>
                  <a:lnTo>
                    <a:pt x="893471" y="889156"/>
                  </a:lnTo>
                  <a:lnTo>
                    <a:pt x="894753" y="878834"/>
                  </a:lnTo>
                  <a:lnTo>
                    <a:pt x="896035" y="878834"/>
                  </a:lnTo>
                  <a:lnTo>
                    <a:pt x="897317" y="878834"/>
                  </a:lnTo>
                  <a:lnTo>
                    <a:pt x="898599" y="892597"/>
                  </a:lnTo>
                  <a:lnTo>
                    <a:pt x="899881" y="896038"/>
                  </a:lnTo>
                  <a:lnTo>
                    <a:pt x="901163" y="896038"/>
                  </a:lnTo>
                  <a:lnTo>
                    <a:pt x="902444" y="896038"/>
                  </a:lnTo>
                  <a:lnTo>
                    <a:pt x="903726" y="878834"/>
                  </a:lnTo>
                  <a:lnTo>
                    <a:pt x="905008" y="878834"/>
                  </a:lnTo>
                  <a:lnTo>
                    <a:pt x="906290" y="878834"/>
                  </a:lnTo>
                  <a:lnTo>
                    <a:pt x="907572" y="878834"/>
                  </a:lnTo>
                  <a:lnTo>
                    <a:pt x="908854" y="878834"/>
                  </a:lnTo>
                  <a:lnTo>
                    <a:pt x="910135" y="878834"/>
                  </a:lnTo>
                  <a:lnTo>
                    <a:pt x="911417" y="878834"/>
                  </a:lnTo>
                  <a:lnTo>
                    <a:pt x="912699" y="879694"/>
                  </a:lnTo>
                  <a:lnTo>
                    <a:pt x="913981" y="878834"/>
                  </a:lnTo>
                  <a:lnTo>
                    <a:pt x="915263" y="865932"/>
                  </a:lnTo>
                  <a:lnTo>
                    <a:pt x="916545" y="861631"/>
                  </a:lnTo>
                  <a:lnTo>
                    <a:pt x="917827" y="861631"/>
                  </a:lnTo>
                  <a:lnTo>
                    <a:pt x="919108" y="861631"/>
                  </a:lnTo>
                  <a:lnTo>
                    <a:pt x="920390" y="858190"/>
                  </a:lnTo>
                  <a:lnTo>
                    <a:pt x="921672" y="844427"/>
                  </a:lnTo>
                  <a:lnTo>
                    <a:pt x="922954" y="861631"/>
                  </a:lnTo>
                  <a:lnTo>
                    <a:pt x="924236" y="856470"/>
                  </a:lnTo>
                  <a:lnTo>
                    <a:pt x="925518" y="805719"/>
                  </a:lnTo>
                  <a:lnTo>
                    <a:pt x="926799" y="792817"/>
                  </a:lnTo>
                  <a:lnTo>
                    <a:pt x="928081" y="792817"/>
                  </a:lnTo>
                  <a:lnTo>
                    <a:pt x="929363" y="792817"/>
                  </a:lnTo>
                  <a:lnTo>
                    <a:pt x="930645" y="783355"/>
                  </a:lnTo>
                  <a:lnTo>
                    <a:pt x="931927" y="801160"/>
                  </a:lnTo>
                  <a:lnTo>
                    <a:pt x="933209" y="798956"/>
                  </a:lnTo>
                  <a:lnTo>
                    <a:pt x="934490" y="787092"/>
                  </a:lnTo>
                  <a:lnTo>
                    <a:pt x="935772" y="787798"/>
                  </a:lnTo>
                  <a:lnTo>
                    <a:pt x="937054" y="776506"/>
                  </a:lnTo>
                  <a:lnTo>
                    <a:pt x="938336" y="776506"/>
                  </a:lnTo>
                  <a:lnTo>
                    <a:pt x="939618" y="779329"/>
                  </a:lnTo>
                  <a:lnTo>
                    <a:pt x="940900" y="786386"/>
                  </a:lnTo>
                  <a:lnTo>
                    <a:pt x="942182" y="765919"/>
                  </a:lnTo>
                  <a:lnTo>
                    <a:pt x="943463" y="760273"/>
                  </a:lnTo>
                  <a:lnTo>
                    <a:pt x="944745" y="782152"/>
                  </a:lnTo>
                  <a:lnTo>
                    <a:pt x="946027" y="770859"/>
                  </a:lnTo>
                  <a:lnTo>
                    <a:pt x="947309" y="748275"/>
                  </a:lnTo>
                  <a:lnTo>
                    <a:pt x="948591" y="734866"/>
                  </a:lnTo>
                  <a:lnTo>
                    <a:pt x="949873" y="735572"/>
                  </a:lnTo>
                  <a:lnTo>
                    <a:pt x="951154" y="724005"/>
                  </a:lnTo>
                  <a:lnTo>
                    <a:pt x="952436" y="729883"/>
                  </a:lnTo>
                  <a:lnTo>
                    <a:pt x="953718" y="706800"/>
                  </a:lnTo>
                  <a:lnTo>
                    <a:pt x="955000" y="710240"/>
                  </a:lnTo>
                  <a:lnTo>
                    <a:pt x="956282" y="724003"/>
                  </a:lnTo>
                  <a:lnTo>
                    <a:pt x="957564" y="724003"/>
                  </a:lnTo>
                  <a:lnTo>
                    <a:pt x="958846" y="724003"/>
                  </a:lnTo>
                  <a:lnTo>
                    <a:pt x="960127" y="729164"/>
                  </a:lnTo>
                  <a:lnTo>
                    <a:pt x="961409" y="754109"/>
                  </a:lnTo>
                  <a:lnTo>
                    <a:pt x="962691" y="766152"/>
                  </a:lnTo>
                  <a:lnTo>
                    <a:pt x="963973" y="790236"/>
                  </a:lnTo>
                  <a:lnTo>
                    <a:pt x="965255" y="816902"/>
                  </a:lnTo>
                  <a:lnTo>
                    <a:pt x="966537" y="844427"/>
                  </a:lnTo>
                  <a:lnTo>
                    <a:pt x="967818" y="860771"/>
                  </a:lnTo>
                  <a:lnTo>
                    <a:pt x="969100" y="869372"/>
                  </a:lnTo>
                  <a:lnTo>
                    <a:pt x="970382" y="894317"/>
                  </a:lnTo>
                  <a:lnTo>
                    <a:pt x="971664" y="901199"/>
                  </a:lnTo>
                  <a:lnTo>
                    <a:pt x="972946" y="913241"/>
                  </a:lnTo>
                  <a:lnTo>
                    <a:pt x="974228" y="913241"/>
                  </a:lnTo>
                  <a:lnTo>
                    <a:pt x="975509" y="913241"/>
                  </a:lnTo>
                  <a:lnTo>
                    <a:pt x="976791" y="913241"/>
                  </a:lnTo>
                  <a:lnTo>
                    <a:pt x="978073" y="910661"/>
                  </a:lnTo>
                  <a:lnTo>
                    <a:pt x="979355" y="894317"/>
                  </a:lnTo>
                  <a:lnTo>
                    <a:pt x="980637" y="878834"/>
                  </a:lnTo>
                  <a:lnTo>
                    <a:pt x="981919" y="878834"/>
                  </a:lnTo>
                  <a:lnTo>
                    <a:pt x="983201" y="878834"/>
                  </a:lnTo>
                  <a:lnTo>
                    <a:pt x="984482" y="878834"/>
                  </a:lnTo>
                  <a:lnTo>
                    <a:pt x="985764" y="878834"/>
                  </a:lnTo>
                  <a:lnTo>
                    <a:pt x="987046" y="878834"/>
                  </a:lnTo>
                  <a:lnTo>
                    <a:pt x="988328" y="866792"/>
                  </a:lnTo>
                  <a:lnTo>
                    <a:pt x="989610" y="861631"/>
                  </a:lnTo>
                  <a:lnTo>
                    <a:pt x="990892" y="861631"/>
                  </a:lnTo>
                  <a:lnTo>
                    <a:pt x="992173" y="861631"/>
                  </a:lnTo>
                  <a:lnTo>
                    <a:pt x="993455" y="861631"/>
                  </a:lnTo>
                  <a:lnTo>
                    <a:pt x="994737" y="861631"/>
                  </a:lnTo>
                  <a:lnTo>
                    <a:pt x="996019" y="855610"/>
                  </a:lnTo>
                  <a:lnTo>
                    <a:pt x="997301" y="829804"/>
                  </a:lnTo>
                  <a:lnTo>
                    <a:pt x="998583" y="814321"/>
                  </a:lnTo>
                  <a:lnTo>
                    <a:pt x="999865" y="827224"/>
                  </a:lnTo>
                  <a:lnTo>
                    <a:pt x="1001146" y="827224"/>
                  </a:lnTo>
                  <a:lnTo>
                    <a:pt x="1002428" y="827224"/>
                  </a:lnTo>
                  <a:lnTo>
                    <a:pt x="1003710" y="824643"/>
                  </a:lnTo>
                  <a:lnTo>
                    <a:pt x="1004992" y="810020"/>
                  </a:lnTo>
                  <a:lnTo>
                    <a:pt x="1006274" y="810643"/>
                  </a:lnTo>
                  <a:lnTo>
                    <a:pt x="1007556" y="795282"/>
                  </a:lnTo>
                  <a:lnTo>
                    <a:pt x="1008837" y="819232"/>
                  </a:lnTo>
                  <a:lnTo>
                    <a:pt x="1010119" y="813328"/>
                  </a:lnTo>
                  <a:lnTo>
                    <a:pt x="1011401" y="807473"/>
                  </a:lnTo>
                  <a:lnTo>
                    <a:pt x="1012683" y="804400"/>
                  </a:lnTo>
                  <a:lnTo>
                    <a:pt x="1013965" y="795180"/>
                  </a:lnTo>
                  <a:lnTo>
                    <a:pt x="1015247" y="783501"/>
                  </a:lnTo>
                  <a:lnTo>
                    <a:pt x="1016529" y="781042"/>
                  </a:lnTo>
                  <a:lnTo>
                    <a:pt x="1017810" y="780428"/>
                  </a:lnTo>
                  <a:lnTo>
                    <a:pt x="1019092" y="770593"/>
                  </a:lnTo>
                  <a:lnTo>
                    <a:pt x="1020374" y="770593"/>
                  </a:lnTo>
                  <a:lnTo>
                    <a:pt x="1021656" y="770593"/>
                  </a:lnTo>
                  <a:lnTo>
                    <a:pt x="1022938" y="772437"/>
                  </a:lnTo>
                  <a:lnTo>
                    <a:pt x="1024220" y="782886"/>
                  </a:lnTo>
                  <a:lnTo>
                    <a:pt x="1025501" y="804038"/>
                  </a:lnTo>
                  <a:lnTo>
                    <a:pt x="1026783" y="823037"/>
                  </a:lnTo>
                  <a:lnTo>
                    <a:pt x="1028065" y="804100"/>
                  </a:lnTo>
                  <a:lnTo>
                    <a:pt x="1029347" y="813290"/>
                  </a:lnTo>
                  <a:lnTo>
                    <a:pt x="1030629" y="806185"/>
                  </a:lnTo>
                  <a:lnTo>
                    <a:pt x="1031911" y="795282"/>
                  </a:lnTo>
                  <a:lnTo>
                    <a:pt x="1033192" y="790621"/>
                  </a:lnTo>
                  <a:lnTo>
                    <a:pt x="1034474" y="776506"/>
                  </a:lnTo>
                  <a:lnTo>
                    <a:pt x="1035756" y="791328"/>
                  </a:lnTo>
                  <a:lnTo>
                    <a:pt x="1037038" y="792891"/>
                  </a:lnTo>
                  <a:lnTo>
                    <a:pt x="1038320" y="786574"/>
                  </a:lnTo>
                  <a:lnTo>
                    <a:pt x="1039602" y="776740"/>
                  </a:lnTo>
                  <a:lnTo>
                    <a:pt x="1040884" y="770593"/>
                  </a:lnTo>
                  <a:lnTo>
                    <a:pt x="1042165" y="770593"/>
                  </a:lnTo>
                  <a:lnTo>
                    <a:pt x="1043447" y="770593"/>
                  </a:lnTo>
                  <a:lnTo>
                    <a:pt x="1044729" y="770593"/>
                  </a:lnTo>
                  <a:lnTo>
                    <a:pt x="1046011" y="770593"/>
                  </a:lnTo>
                  <a:lnTo>
                    <a:pt x="1047293" y="770593"/>
                  </a:lnTo>
                  <a:lnTo>
                    <a:pt x="1048575" y="770593"/>
                  </a:lnTo>
                  <a:lnTo>
                    <a:pt x="1049856" y="781743"/>
                  </a:lnTo>
                  <a:lnTo>
                    <a:pt x="1051138" y="772303"/>
                  </a:lnTo>
                  <a:lnTo>
                    <a:pt x="1052420" y="793510"/>
                  </a:lnTo>
                  <a:lnTo>
                    <a:pt x="1053702" y="821998"/>
                  </a:lnTo>
                  <a:lnTo>
                    <a:pt x="1054984" y="837481"/>
                  </a:lnTo>
                  <a:lnTo>
                    <a:pt x="1056266" y="845532"/>
                  </a:lnTo>
                  <a:lnTo>
                    <a:pt x="1057548" y="860396"/>
                  </a:lnTo>
                  <a:lnTo>
                    <a:pt x="1058829" y="854632"/>
                  </a:lnTo>
                  <a:lnTo>
                    <a:pt x="1060111" y="836343"/>
                  </a:lnTo>
                  <a:lnTo>
                    <a:pt x="1061393" y="828491"/>
                  </a:lnTo>
                  <a:lnTo>
                    <a:pt x="1062675" y="828491"/>
                  </a:lnTo>
                  <a:lnTo>
                    <a:pt x="1063957" y="828491"/>
                  </a:lnTo>
                  <a:lnTo>
                    <a:pt x="1065239" y="806929"/>
                  </a:lnTo>
                  <a:lnTo>
                    <a:pt x="1066520" y="799906"/>
                  </a:lnTo>
                  <a:lnTo>
                    <a:pt x="1067802" y="761143"/>
                  </a:lnTo>
                  <a:lnTo>
                    <a:pt x="1069084" y="738402"/>
                  </a:lnTo>
                  <a:lnTo>
                    <a:pt x="1070366" y="740986"/>
                  </a:lnTo>
                  <a:lnTo>
                    <a:pt x="1071648" y="723413"/>
                  </a:lnTo>
                  <a:lnTo>
                    <a:pt x="1072930" y="705841"/>
                  </a:lnTo>
                  <a:lnTo>
                    <a:pt x="1074211" y="670079"/>
                  </a:lnTo>
                  <a:lnTo>
                    <a:pt x="1075493" y="682826"/>
                  </a:lnTo>
                  <a:lnTo>
                    <a:pt x="1076775" y="672296"/>
                  </a:lnTo>
                  <a:lnTo>
                    <a:pt x="1078057" y="653805"/>
                  </a:lnTo>
                  <a:lnTo>
                    <a:pt x="1079339" y="655034"/>
                  </a:lnTo>
                  <a:lnTo>
                    <a:pt x="1080621" y="647044"/>
                  </a:lnTo>
                  <a:lnTo>
                    <a:pt x="1081903" y="653453"/>
                  </a:lnTo>
                  <a:lnTo>
                    <a:pt x="1083184" y="650682"/>
                  </a:lnTo>
                  <a:lnTo>
                    <a:pt x="1084466" y="656224"/>
                  </a:lnTo>
                  <a:lnTo>
                    <a:pt x="1085748" y="661212"/>
                  </a:lnTo>
                  <a:lnTo>
                    <a:pt x="1087030" y="695019"/>
                  </a:lnTo>
                  <a:lnTo>
                    <a:pt x="1088312" y="661181"/>
                  </a:lnTo>
                  <a:lnTo>
                    <a:pt x="1089594" y="668557"/>
                  </a:lnTo>
                  <a:lnTo>
                    <a:pt x="1090875" y="685768"/>
                  </a:lnTo>
                  <a:lnTo>
                    <a:pt x="1092157" y="697447"/>
                  </a:lnTo>
                  <a:lnTo>
                    <a:pt x="1093439" y="726336"/>
                  </a:lnTo>
                  <a:lnTo>
                    <a:pt x="1094721" y="742127"/>
                  </a:lnTo>
                  <a:lnTo>
                    <a:pt x="1096003" y="719578"/>
                  </a:lnTo>
                  <a:lnTo>
                    <a:pt x="1097285" y="700561"/>
                  </a:lnTo>
                  <a:lnTo>
                    <a:pt x="1098567" y="710536"/>
                  </a:lnTo>
                  <a:lnTo>
                    <a:pt x="1099848" y="668557"/>
                  </a:lnTo>
                  <a:lnTo>
                    <a:pt x="1101130" y="670267"/>
                  </a:lnTo>
                  <a:lnTo>
                    <a:pt x="1102412" y="644256"/>
                  </a:lnTo>
                  <a:lnTo>
                    <a:pt x="1103694" y="630881"/>
                  </a:lnTo>
                  <a:lnTo>
                    <a:pt x="1104976" y="600773"/>
                  </a:lnTo>
                  <a:lnTo>
                    <a:pt x="1106258" y="625173"/>
                  </a:lnTo>
                  <a:lnTo>
                    <a:pt x="1107539" y="656023"/>
                  </a:lnTo>
                  <a:lnTo>
                    <a:pt x="1108821" y="661796"/>
                  </a:lnTo>
                  <a:lnTo>
                    <a:pt x="1110103" y="655649"/>
                  </a:lnTo>
                  <a:lnTo>
                    <a:pt x="1111385" y="658108"/>
                  </a:lnTo>
                  <a:lnTo>
                    <a:pt x="1112667" y="626915"/>
                  </a:lnTo>
                  <a:lnTo>
                    <a:pt x="1113949" y="629393"/>
                  </a:lnTo>
                  <a:lnTo>
                    <a:pt x="1115230" y="612771"/>
                  </a:lnTo>
                  <a:lnTo>
                    <a:pt x="1116512" y="627591"/>
                  </a:lnTo>
                  <a:lnTo>
                    <a:pt x="1117794" y="638883"/>
                  </a:lnTo>
                  <a:lnTo>
                    <a:pt x="1119076" y="668525"/>
                  </a:lnTo>
                  <a:lnTo>
                    <a:pt x="1120358" y="693226"/>
                  </a:lnTo>
                  <a:lnTo>
                    <a:pt x="1121640" y="706636"/>
                  </a:lnTo>
                  <a:lnTo>
                    <a:pt x="1122922" y="732043"/>
                  </a:lnTo>
                  <a:lnTo>
                    <a:pt x="1124203" y="740512"/>
                  </a:lnTo>
                  <a:lnTo>
                    <a:pt x="1125485" y="753397"/>
                  </a:lnTo>
                  <a:lnTo>
                    <a:pt x="1126767" y="728884"/>
                  </a:lnTo>
                  <a:lnTo>
                    <a:pt x="1128049" y="619062"/>
                  </a:lnTo>
                  <a:lnTo>
                    <a:pt x="1129331" y="619062"/>
                  </a:lnTo>
                  <a:lnTo>
                    <a:pt x="1130613" y="613901"/>
                  </a:lnTo>
                  <a:lnTo>
                    <a:pt x="1131894" y="649168"/>
                  </a:lnTo>
                  <a:lnTo>
                    <a:pt x="1133176" y="672393"/>
                  </a:lnTo>
                  <a:lnTo>
                    <a:pt x="1134458" y="682715"/>
                  </a:lnTo>
                  <a:lnTo>
                    <a:pt x="1135740" y="646587"/>
                  </a:lnTo>
                  <a:lnTo>
                    <a:pt x="1137022" y="593257"/>
                  </a:lnTo>
                  <a:lnTo>
                    <a:pt x="1138304" y="514981"/>
                  </a:lnTo>
                  <a:lnTo>
                    <a:pt x="1139586" y="442726"/>
                  </a:lnTo>
                  <a:lnTo>
                    <a:pt x="1140867" y="455629"/>
                  </a:lnTo>
                  <a:lnTo>
                    <a:pt x="1142149" y="448747"/>
                  </a:lnTo>
                  <a:lnTo>
                    <a:pt x="1143431" y="444447"/>
                  </a:lnTo>
                  <a:lnTo>
                    <a:pt x="1144713" y="430684"/>
                  </a:lnTo>
                  <a:lnTo>
                    <a:pt x="1145995" y="442726"/>
                  </a:lnTo>
                  <a:lnTo>
                    <a:pt x="1147277" y="490036"/>
                  </a:lnTo>
                  <a:lnTo>
                    <a:pt x="1148558" y="495197"/>
                  </a:lnTo>
                  <a:lnTo>
                    <a:pt x="1149840" y="563215"/>
                  </a:lnTo>
                  <a:lnTo>
                    <a:pt x="1151122" y="578894"/>
                  </a:lnTo>
                  <a:lnTo>
                    <a:pt x="1152404" y="568308"/>
                  </a:lnTo>
                  <a:lnTo>
                    <a:pt x="1153686" y="567602"/>
                  </a:lnTo>
                  <a:lnTo>
                    <a:pt x="1154968" y="623357"/>
                  </a:lnTo>
                  <a:lnTo>
                    <a:pt x="1156250" y="672054"/>
                  </a:lnTo>
                  <a:lnTo>
                    <a:pt x="1157531" y="736278"/>
                  </a:lnTo>
                  <a:lnTo>
                    <a:pt x="1158813" y="804030"/>
                  </a:lnTo>
                  <a:lnTo>
                    <a:pt x="1160095" y="813205"/>
                  </a:lnTo>
                  <a:lnTo>
                    <a:pt x="1161377" y="826842"/>
                  </a:lnTo>
                  <a:lnTo>
                    <a:pt x="1162659" y="830049"/>
                  </a:lnTo>
                  <a:lnTo>
                    <a:pt x="1163941" y="838207"/>
                  </a:lnTo>
                  <a:lnTo>
                    <a:pt x="1165222" y="846812"/>
                  </a:lnTo>
                  <a:lnTo>
                    <a:pt x="1166504" y="857262"/>
                  </a:lnTo>
                  <a:lnTo>
                    <a:pt x="1167786" y="868941"/>
                  </a:lnTo>
                  <a:lnTo>
                    <a:pt x="1169068" y="880833"/>
                  </a:lnTo>
                  <a:lnTo>
                    <a:pt x="1170350" y="875311"/>
                  </a:lnTo>
                  <a:lnTo>
                    <a:pt x="1171632" y="882369"/>
                  </a:lnTo>
                  <a:lnTo>
                    <a:pt x="1172913" y="875311"/>
                  </a:lnTo>
                  <a:lnTo>
                    <a:pt x="1174195" y="873194"/>
                  </a:lnTo>
                  <a:lnTo>
                    <a:pt x="1175477" y="840729"/>
                  </a:lnTo>
                  <a:lnTo>
                    <a:pt x="1176759" y="832966"/>
                  </a:lnTo>
                  <a:lnTo>
                    <a:pt x="1178041" y="832966"/>
                  </a:lnTo>
                  <a:lnTo>
                    <a:pt x="1179323" y="832966"/>
                  </a:lnTo>
                  <a:lnTo>
                    <a:pt x="1180605" y="839371"/>
                  </a:lnTo>
                  <a:lnTo>
                    <a:pt x="1181886" y="836120"/>
                  </a:lnTo>
                  <a:lnTo>
                    <a:pt x="1183168" y="797118"/>
                  </a:lnTo>
                  <a:lnTo>
                    <a:pt x="1184450" y="773033"/>
                  </a:lnTo>
                  <a:lnTo>
                    <a:pt x="1185732" y="742067"/>
                  </a:lnTo>
                  <a:lnTo>
                    <a:pt x="1187014" y="724003"/>
                  </a:lnTo>
                  <a:lnTo>
                    <a:pt x="1188296" y="714541"/>
                  </a:lnTo>
                  <a:lnTo>
                    <a:pt x="1189577" y="706800"/>
                  </a:lnTo>
                  <a:lnTo>
                    <a:pt x="1190859" y="703359"/>
                  </a:lnTo>
                  <a:lnTo>
                    <a:pt x="1192141" y="706800"/>
                  </a:lnTo>
                  <a:lnTo>
                    <a:pt x="1193423" y="686155"/>
                  </a:lnTo>
                  <a:lnTo>
                    <a:pt x="1194705" y="687876"/>
                  </a:lnTo>
                  <a:lnTo>
                    <a:pt x="1195987" y="672393"/>
                  </a:lnTo>
                  <a:lnTo>
                    <a:pt x="1197269" y="690938"/>
                  </a:lnTo>
                  <a:lnTo>
                    <a:pt x="1198550" y="691815"/>
                  </a:lnTo>
                  <a:lnTo>
                    <a:pt x="1199832" y="731579"/>
                  </a:lnTo>
                  <a:lnTo>
                    <a:pt x="1201114" y="722909"/>
                  </a:lnTo>
                  <a:lnTo>
                    <a:pt x="1202396" y="740869"/>
                  </a:lnTo>
                  <a:lnTo>
                    <a:pt x="1203678" y="765061"/>
                  </a:lnTo>
                  <a:lnTo>
                    <a:pt x="1204960" y="785960"/>
                  </a:lnTo>
                  <a:lnTo>
                    <a:pt x="1206241" y="795180"/>
                  </a:lnTo>
                  <a:lnTo>
                    <a:pt x="1207523" y="801941"/>
                  </a:lnTo>
                  <a:lnTo>
                    <a:pt x="1208805" y="807473"/>
                  </a:lnTo>
                  <a:lnTo>
                    <a:pt x="1210087" y="813005"/>
                  </a:lnTo>
                  <a:lnTo>
                    <a:pt x="1211369" y="819767"/>
                  </a:lnTo>
                  <a:lnTo>
                    <a:pt x="1212651" y="836363"/>
                  </a:lnTo>
                  <a:lnTo>
                    <a:pt x="1213932" y="863408"/>
                  </a:lnTo>
                  <a:lnTo>
                    <a:pt x="1215214" y="881234"/>
                  </a:lnTo>
                  <a:lnTo>
                    <a:pt x="1216496" y="906844"/>
                  </a:lnTo>
                  <a:lnTo>
                    <a:pt x="1217778" y="898059"/>
                  </a:lnTo>
                  <a:lnTo>
                    <a:pt x="1219060" y="884195"/>
                  </a:lnTo>
                  <a:lnTo>
                    <a:pt x="1220342" y="898891"/>
                  </a:lnTo>
                  <a:lnTo>
                    <a:pt x="1221624" y="897578"/>
                  </a:lnTo>
                  <a:lnTo>
                    <a:pt x="1222905" y="859050"/>
                  </a:lnTo>
                  <a:lnTo>
                    <a:pt x="1224187" y="856470"/>
                  </a:lnTo>
                  <a:lnTo>
                    <a:pt x="1225469" y="861631"/>
                  </a:lnTo>
                  <a:lnTo>
                    <a:pt x="1226751" y="861631"/>
                  </a:lnTo>
                  <a:lnTo>
                    <a:pt x="1228033" y="812601"/>
                  </a:lnTo>
                  <a:lnTo>
                    <a:pt x="1229315" y="788516"/>
                  </a:lnTo>
                  <a:lnTo>
                    <a:pt x="1230596" y="752389"/>
                  </a:lnTo>
                  <a:lnTo>
                    <a:pt x="1231878" y="741206"/>
                  </a:lnTo>
                  <a:lnTo>
                    <a:pt x="1233160" y="741206"/>
                  </a:lnTo>
                  <a:lnTo>
                    <a:pt x="1234442" y="705939"/>
                  </a:lnTo>
                  <a:lnTo>
                    <a:pt x="1235724" y="734111"/>
                  </a:lnTo>
                  <a:lnTo>
                    <a:pt x="1237006" y="749698"/>
                  </a:lnTo>
                  <a:lnTo>
                    <a:pt x="1238288" y="744747"/>
                  </a:lnTo>
                  <a:lnTo>
                    <a:pt x="1239569" y="726397"/>
                  </a:lnTo>
                  <a:lnTo>
                    <a:pt x="1240851" y="720045"/>
                  </a:lnTo>
                  <a:lnTo>
                    <a:pt x="1242133" y="736278"/>
                  </a:lnTo>
                  <a:lnTo>
                    <a:pt x="1243415" y="742629"/>
                  </a:lnTo>
                  <a:lnTo>
                    <a:pt x="1244697" y="712282"/>
                  </a:lnTo>
                  <a:lnTo>
                    <a:pt x="1245979" y="705930"/>
                  </a:lnTo>
                  <a:lnTo>
                    <a:pt x="1247260" y="720751"/>
                  </a:lnTo>
                  <a:lnTo>
                    <a:pt x="1248542" y="715811"/>
                  </a:lnTo>
                  <a:lnTo>
                    <a:pt x="1249824" y="715105"/>
                  </a:lnTo>
                  <a:lnTo>
                    <a:pt x="1251106" y="755113"/>
                  </a:lnTo>
                  <a:lnTo>
                    <a:pt x="1252388" y="746006"/>
                  </a:lnTo>
                  <a:lnTo>
                    <a:pt x="1253670" y="766512"/>
                  </a:lnTo>
                  <a:lnTo>
                    <a:pt x="1254951" y="772608"/>
                  </a:lnTo>
                  <a:lnTo>
                    <a:pt x="1256233" y="734942"/>
                  </a:lnTo>
                  <a:lnTo>
                    <a:pt x="1257515" y="734327"/>
                  </a:lnTo>
                  <a:lnTo>
                    <a:pt x="1258797" y="740474"/>
                  </a:lnTo>
                  <a:lnTo>
                    <a:pt x="1260079" y="736786"/>
                  </a:lnTo>
                  <a:lnTo>
                    <a:pt x="1261361" y="733712"/>
                  </a:lnTo>
                  <a:lnTo>
                    <a:pt x="1262643" y="738630"/>
                  </a:lnTo>
                  <a:lnTo>
                    <a:pt x="1263924" y="765061"/>
                  </a:lnTo>
                  <a:lnTo>
                    <a:pt x="1265206" y="770593"/>
                  </a:lnTo>
                  <a:lnTo>
                    <a:pt x="1266488" y="792721"/>
                  </a:lnTo>
                  <a:lnTo>
                    <a:pt x="1267770" y="808703"/>
                  </a:lnTo>
                  <a:lnTo>
                    <a:pt x="1269052" y="822618"/>
                  </a:lnTo>
                  <a:lnTo>
                    <a:pt x="1270334" y="819521"/>
                  </a:lnTo>
                  <a:lnTo>
                    <a:pt x="1271615" y="802480"/>
                  </a:lnTo>
                  <a:lnTo>
                    <a:pt x="1272897" y="832191"/>
                  </a:lnTo>
                  <a:lnTo>
                    <a:pt x="1274179" y="810020"/>
                  </a:lnTo>
                  <a:lnTo>
                    <a:pt x="1275461" y="825503"/>
                  </a:lnTo>
                  <a:lnTo>
                    <a:pt x="1276743" y="847868"/>
                  </a:lnTo>
                  <a:lnTo>
                    <a:pt x="1278025" y="845287"/>
                  </a:lnTo>
                  <a:lnTo>
                    <a:pt x="1279307" y="850449"/>
                  </a:lnTo>
                  <a:lnTo>
                    <a:pt x="1280588" y="844427"/>
                  </a:lnTo>
                  <a:lnTo>
                    <a:pt x="1281870" y="844427"/>
                  </a:lnTo>
                  <a:lnTo>
                    <a:pt x="1283152" y="844427"/>
                  </a:lnTo>
                  <a:lnTo>
                    <a:pt x="1284434" y="833245"/>
                  </a:lnTo>
                  <a:lnTo>
                    <a:pt x="1285716" y="827224"/>
                  </a:lnTo>
                  <a:lnTo>
                    <a:pt x="1286998" y="834965"/>
                  </a:lnTo>
                  <a:lnTo>
                    <a:pt x="1288279" y="842707"/>
                  </a:lnTo>
                  <a:lnTo>
                    <a:pt x="1289561" y="838406"/>
                  </a:lnTo>
                  <a:lnTo>
                    <a:pt x="1290843" y="827224"/>
                  </a:lnTo>
                  <a:lnTo>
                    <a:pt x="1292125" y="810881"/>
                  </a:lnTo>
                  <a:lnTo>
                    <a:pt x="1293407" y="796258"/>
                  </a:lnTo>
                  <a:lnTo>
                    <a:pt x="1294689" y="796526"/>
                  </a:lnTo>
                  <a:lnTo>
                    <a:pt x="1295971" y="787092"/>
                  </a:lnTo>
                  <a:lnTo>
                    <a:pt x="1297252" y="802743"/>
                  </a:lnTo>
                  <a:lnTo>
                    <a:pt x="1298534" y="776740"/>
                  </a:lnTo>
                  <a:lnTo>
                    <a:pt x="1299816" y="781042"/>
                  </a:lnTo>
                  <a:lnTo>
                    <a:pt x="1301098" y="770593"/>
                  </a:lnTo>
                  <a:lnTo>
                    <a:pt x="1302380" y="763217"/>
                  </a:lnTo>
                  <a:lnTo>
                    <a:pt x="1303662" y="761987"/>
                  </a:lnTo>
                  <a:lnTo>
                    <a:pt x="1304943" y="758299"/>
                  </a:lnTo>
                  <a:lnTo>
                    <a:pt x="1306225" y="750309"/>
                  </a:lnTo>
                  <a:lnTo>
                    <a:pt x="1307507" y="751538"/>
                  </a:lnTo>
                  <a:lnTo>
                    <a:pt x="1308789" y="762602"/>
                  </a:lnTo>
                  <a:lnTo>
                    <a:pt x="1310071" y="763831"/>
                  </a:lnTo>
                  <a:lnTo>
                    <a:pt x="1311353" y="762602"/>
                  </a:lnTo>
                  <a:lnTo>
                    <a:pt x="1312634" y="768134"/>
                  </a:lnTo>
                  <a:lnTo>
                    <a:pt x="1313916" y="782982"/>
                  </a:lnTo>
                  <a:lnTo>
                    <a:pt x="1315198" y="745452"/>
                  </a:lnTo>
                  <a:lnTo>
                    <a:pt x="1316480" y="756831"/>
                  </a:lnTo>
                  <a:lnTo>
                    <a:pt x="1317762" y="746367"/>
                  </a:lnTo>
                  <a:lnTo>
                    <a:pt x="1319044" y="743787"/>
                  </a:lnTo>
                  <a:lnTo>
                    <a:pt x="1320326" y="758410"/>
                  </a:lnTo>
                  <a:lnTo>
                    <a:pt x="1321607" y="768732"/>
                  </a:lnTo>
                  <a:lnTo>
                    <a:pt x="1322889" y="781635"/>
                  </a:lnTo>
                  <a:lnTo>
                    <a:pt x="1324171" y="792817"/>
                  </a:lnTo>
                  <a:lnTo>
                    <a:pt x="1325453" y="803999"/>
                  </a:lnTo>
                  <a:lnTo>
                    <a:pt x="1326735" y="810020"/>
                  </a:lnTo>
                  <a:lnTo>
                    <a:pt x="1328017" y="800558"/>
                  </a:lnTo>
                  <a:lnTo>
                    <a:pt x="1329298" y="802279"/>
                  </a:lnTo>
                  <a:lnTo>
                    <a:pt x="1330580" y="820342"/>
                  </a:lnTo>
                  <a:lnTo>
                    <a:pt x="1331862" y="827224"/>
                  </a:lnTo>
                  <a:lnTo>
                    <a:pt x="1333144" y="838406"/>
                  </a:lnTo>
                  <a:lnTo>
                    <a:pt x="1334426" y="860771"/>
                  </a:lnTo>
                  <a:lnTo>
                    <a:pt x="1335708" y="861631"/>
                  </a:lnTo>
                  <a:lnTo>
                    <a:pt x="1336990" y="853029"/>
                  </a:lnTo>
                  <a:lnTo>
                    <a:pt x="1338271" y="840126"/>
                  </a:lnTo>
                  <a:lnTo>
                    <a:pt x="1339553" y="816042"/>
                  </a:lnTo>
                  <a:lnTo>
                    <a:pt x="1340835" y="810020"/>
                  </a:lnTo>
                  <a:lnTo>
                    <a:pt x="1342117" y="810020"/>
                  </a:lnTo>
                  <a:lnTo>
                    <a:pt x="1343399" y="810020"/>
                  </a:lnTo>
                  <a:lnTo>
                    <a:pt x="1344681" y="810020"/>
                  </a:lnTo>
                  <a:lnTo>
                    <a:pt x="1345962" y="810020"/>
                  </a:lnTo>
                  <a:lnTo>
                    <a:pt x="1347244" y="811741"/>
                  </a:lnTo>
                  <a:lnTo>
                    <a:pt x="1348526" y="810020"/>
                  </a:lnTo>
                  <a:lnTo>
                    <a:pt x="1349808" y="792817"/>
                  </a:lnTo>
                  <a:lnTo>
                    <a:pt x="1351090" y="775613"/>
                  </a:lnTo>
                  <a:lnTo>
                    <a:pt x="1352372" y="775613"/>
                  </a:lnTo>
                  <a:lnTo>
                    <a:pt x="1353653" y="772173"/>
                  </a:lnTo>
                  <a:lnTo>
                    <a:pt x="1354935" y="775613"/>
                  </a:lnTo>
                  <a:lnTo>
                    <a:pt x="1356217" y="792817"/>
                  </a:lnTo>
                  <a:lnTo>
                    <a:pt x="1357499" y="797118"/>
                  </a:lnTo>
                  <a:lnTo>
                    <a:pt x="1358781" y="821203"/>
                  </a:lnTo>
                  <a:lnTo>
                    <a:pt x="1360063" y="804859"/>
                  </a:lnTo>
                  <a:lnTo>
                    <a:pt x="1361345" y="792817"/>
                  </a:lnTo>
                  <a:lnTo>
                    <a:pt x="1362626" y="792817"/>
                  </a:lnTo>
                  <a:lnTo>
                    <a:pt x="1363908" y="792817"/>
                  </a:lnTo>
                  <a:lnTo>
                    <a:pt x="1365190" y="792817"/>
                  </a:lnTo>
                  <a:lnTo>
                    <a:pt x="1366472" y="790236"/>
                  </a:lnTo>
                  <a:lnTo>
                    <a:pt x="1367754" y="779054"/>
                  </a:lnTo>
                  <a:lnTo>
                    <a:pt x="1369036" y="825409"/>
                  </a:lnTo>
                  <a:lnTo>
                    <a:pt x="1370317" y="834962"/>
                  </a:lnTo>
                  <a:lnTo>
                    <a:pt x="1371599" y="818172"/>
                  </a:lnTo>
                  <a:lnTo>
                    <a:pt x="1372881" y="828731"/>
                  </a:lnTo>
                  <a:lnTo>
                    <a:pt x="1374163" y="832966"/>
                  </a:lnTo>
                  <a:lnTo>
                    <a:pt x="1375445" y="834377"/>
                  </a:lnTo>
                  <a:lnTo>
                    <a:pt x="1376727" y="837906"/>
                  </a:lnTo>
                  <a:lnTo>
                    <a:pt x="1378009" y="832966"/>
                  </a:lnTo>
                  <a:lnTo>
                    <a:pt x="1379290" y="844964"/>
                  </a:lnTo>
                  <a:lnTo>
                    <a:pt x="1380572" y="840023"/>
                  </a:lnTo>
                  <a:lnTo>
                    <a:pt x="1381854" y="811088"/>
                  </a:lnTo>
                  <a:lnTo>
                    <a:pt x="1383136" y="804736"/>
                  </a:lnTo>
                  <a:lnTo>
                    <a:pt x="1384418" y="781446"/>
                  </a:lnTo>
                  <a:lnTo>
                    <a:pt x="1385700" y="767331"/>
                  </a:lnTo>
                  <a:lnTo>
                    <a:pt x="1386981" y="773682"/>
                  </a:lnTo>
                  <a:lnTo>
                    <a:pt x="1388263" y="749723"/>
                  </a:lnTo>
                  <a:lnTo>
                    <a:pt x="1389545" y="736496"/>
                  </a:lnTo>
                  <a:lnTo>
                    <a:pt x="1390827" y="732424"/>
                  </a:lnTo>
                  <a:lnTo>
                    <a:pt x="1392109" y="673253"/>
                  </a:lnTo>
                  <a:lnTo>
                    <a:pt x="1393391" y="655189"/>
                  </a:lnTo>
                  <a:lnTo>
                    <a:pt x="1394672" y="655189"/>
                  </a:lnTo>
                  <a:lnTo>
                    <a:pt x="1395954" y="663791"/>
                  </a:lnTo>
                  <a:lnTo>
                    <a:pt x="1397236" y="655189"/>
                  </a:lnTo>
                  <a:lnTo>
                    <a:pt x="1398518" y="662931"/>
                  </a:lnTo>
                  <a:lnTo>
                    <a:pt x="1399800" y="676693"/>
                  </a:lnTo>
                  <a:lnTo>
                    <a:pt x="1401082" y="695617"/>
                  </a:lnTo>
                  <a:lnTo>
                    <a:pt x="1402364" y="689596"/>
                  </a:lnTo>
                  <a:lnTo>
                    <a:pt x="1403645" y="717982"/>
                  </a:lnTo>
                  <a:lnTo>
                    <a:pt x="1404927" y="745507"/>
                  </a:lnTo>
                  <a:lnTo>
                    <a:pt x="1406209" y="758410"/>
                  </a:lnTo>
                  <a:lnTo>
                    <a:pt x="1407491" y="778194"/>
                  </a:lnTo>
                  <a:lnTo>
                    <a:pt x="1408773" y="799698"/>
                  </a:lnTo>
                  <a:lnTo>
                    <a:pt x="1410055" y="823783"/>
                  </a:lnTo>
                  <a:lnTo>
                    <a:pt x="1411336" y="828944"/>
                  </a:lnTo>
                  <a:lnTo>
                    <a:pt x="1412618" y="844427"/>
                  </a:lnTo>
                  <a:lnTo>
                    <a:pt x="1413900" y="844427"/>
                  </a:lnTo>
                  <a:lnTo>
                    <a:pt x="1415182" y="847008"/>
                  </a:lnTo>
                  <a:lnTo>
                    <a:pt x="1416464" y="861631"/>
                  </a:lnTo>
                  <a:lnTo>
                    <a:pt x="1417746" y="861631"/>
                  </a:lnTo>
                  <a:lnTo>
                    <a:pt x="1419028" y="837546"/>
                  </a:lnTo>
                  <a:lnTo>
                    <a:pt x="1420309" y="847868"/>
                  </a:lnTo>
                  <a:lnTo>
                    <a:pt x="1421591" y="835826"/>
                  </a:lnTo>
                  <a:lnTo>
                    <a:pt x="1422873" y="792817"/>
                  </a:lnTo>
                  <a:lnTo>
                    <a:pt x="1424155" y="783355"/>
                  </a:lnTo>
                  <a:lnTo>
                    <a:pt x="1425437" y="775613"/>
                  </a:lnTo>
                  <a:lnTo>
                    <a:pt x="1426719" y="775613"/>
                  </a:lnTo>
                  <a:lnTo>
                    <a:pt x="1428000" y="775613"/>
                  </a:lnTo>
                  <a:lnTo>
                    <a:pt x="1429282" y="775613"/>
                  </a:lnTo>
                  <a:lnTo>
                    <a:pt x="1430564" y="790236"/>
                  </a:lnTo>
                  <a:lnTo>
                    <a:pt x="1431846" y="792817"/>
                  </a:lnTo>
                  <a:lnTo>
                    <a:pt x="1433128" y="792817"/>
                  </a:lnTo>
                  <a:lnTo>
                    <a:pt x="1434410" y="792817"/>
                  </a:lnTo>
                  <a:lnTo>
                    <a:pt x="1435692" y="792817"/>
                  </a:lnTo>
                  <a:lnTo>
                    <a:pt x="1436973" y="792817"/>
                  </a:lnTo>
                  <a:lnTo>
                    <a:pt x="1438255" y="818622"/>
                  </a:lnTo>
                  <a:lnTo>
                    <a:pt x="1439537" y="810020"/>
                  </a:lnTo>
                  <a:lnTo>
                    <a:pt x="1440819" y="828084"/>
                  </a:lnTo>
                  <a:lnTo>
                    <a:pt x="1442101" y="861631"/>
                  </a:lnTo>
                  <a:lnTo>
                    <a:pt x="1443383" y="854749"/>
                  </a:lnTo>
                  <a:lnTo>
                    <a:pt x="1444664" y="861631"/>
                  </a:lnTo>
                  <a:lnTo>
                    <a:pt x="1445946" y="861631"/>
                  </a:lnTo>
                  <a:lnTo>
                    <a:pt x="1447228" y="859050"/>
                  </a:lnTo>
                  <a:lnTo>
                    <a:pt x="1448510" y="844427"/>
                  </a:lnTo>
                  <a:lnTo>
                    <a:pt x="1449792" y="844427"/>
                  </a:lnTo>
                  <a:lnTo>
                    <a:pt x="1451074" y="844427"/>
                  </a:lnTo>
                  <a:lnTo>
                    <a:pt x="1452355" y="835826"/>
                  </a:lnTo>
                  <a:lnTo>
                    <a:pt x="1453637" y="827224"/>
                  </a:lnTo>
                  <a:lnTo>
                    <a:pt x="1454919" y="827224"/>
                  </a:lnTo>
                  <a:lnTo>
                    <a:pt x="1456201" y="827224"/>
                  </a:lnTo>
                  <a:lnTo>
                    <a:pt x="1457483" y="815181"/>
                  </a:lnTo>
                  <a:lnTo>
                    <a:pt x="1458765" y="827224"/>
                  </a:lnTo>
                  <a:lnTo>
                    <a:pt x="1460047" y="834965"/>
                  </a:lnTo>
                  <a:lnTo>
                    <a:pt x="1461328" y="844427"/>
                  </a:lnTo>
                  <a:lnTo>
                    <a:pt x="1462610" y="860771"/>
                  </a:lnTo>
                  <a:lnTo>
                    <a:pt x="1463892" y="861631"/>
                  </a:lnTo>
                  <a:lnTo>
                    <a:pt x="1465174" y="861631"/>
                  </a:lnTo>
                  <a:lnTo>
                    <a:pt x="1466456" y="864211"/>
                  </a:lnTo>
                  <a:lnTo>
                    <a:pt x="1467738" y="878834"/>
                  </a:lnTo>
                  <a:lnTo>
                    <a:pt x="1469019" y="869372"/>
                  </a:lnTo>
                  <a:lnTo>
                    <a:pt x="1470301" y="861631"/>
                  </a:lnTo>
                  <a:lnTo>
                    <a:pt x="1471583" y="865932"/>
                  </a:lnTo>
                  <a:lnTo>
                    <a:pt x="1472865" y="861631"/>
                  </a:lnTo>
                  <a:lnTo>
                    <a:pt x="1474147" y="861631"/>
                  </a:lnTo>
                  <a:lnTo>
                    <a:pt x="1475429" y="861631"/>
                  </a:lnTo>
                  <a:lnTo>
                    <a:pt x="1476711" y="868512"/>
                  </a:lnTo>
                  <a:lnTo>
                    <a:pt x="1477992" y="861631"/>
                  </a:lnTo>
                  <a:lnTo>
                    <a:pt x="1479274" y="861631"/>
                  </a:lnTo>
                  <a:lnTo>
                    <a:pt x="1480556" y="861631"/>
                  </a:lnTo>
                  <a:lnTo>
                    <a:pt x="1481838" y="861631"/>
                  </a:lnTo>
                  <a:lnTo>
                    <a:pt x="1483120" y="861631"/>
                  </a:lnTo>
                  <a:lnTo>
                    <a:pt x="1484402" y="853029"/>
                  </a:lnTo>
                  <a:lnTo>
                    <a:pt x="1485683" y="844427"/>
                  </a:lnTo>
                  <a:lnTo>
                    <a:pt x="1486965" y="844427"/>
                  </a:lnTo>
                  <a:lnTo>
                    <a:pt x="1488247" y="853889"/>
                  </a:lnTo>
                  <a:lnTo>
                    <a:pt x="1489529" y="861631"/>
                  </a:lnTo>
                  <a:lnTo>
                    <a:pt x="1490811" y="865932"/>
                  </a:lnTo>
                  <a:lnTo>
                    <a:pt x="1492093" y="878834"/>
                  </a:lnTo>
                  <a:lnTo>
                    <a:pt x="1493374" y="878834"/>
                  </a:lnTo>
                  <a:lnTo>
                    <a:pt x="1494656" y="878834"/>
                  </a:lnTo>
                  <a:lnTo>
                    <a:pt x="1495938" y="903672"/>
                  </a:lnTo>
                  <a:lnTo>
                    <a:pt x="1497180" y="91327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061888" y="1963030"/>
              <a:ext cx="44163" cy="103258"/>
            </a:xfrm>
            <a:custGeom>
              <a:avLst/>
              <a:pathLst>
                <a:path w="44163" h="103258">
                  <a:moveTo>
                    <a:pt x="0" y="103258"/>
                  </a:moveTo>
                  <a:lnTo>
                    <a:pt x="1022" y="86071"/>
                  </a:lnTo>
                  <a:lnTo>
                    <a:pt x="2304" y="92289"/>
                  </a:lnTo>
                  <a:lnTo>
                    <a:pt x="3586" y="81340"/>
                  </a:lnTo>
                  <a:lnTo>
                    <a:pt x="4867" y="84514"/>
                  </a:lnTo>
                  <a:lnTo>
                    <a:pt x="6149" y="84813"/>
                  </a:lnTo>
                  <a:lnTo>
                    <a:pt x="7431" y="92736"/>
                  </a:lnTo>
                  <a:lnTo>
                    <a:pt x="8713" y="92736"/>
                  </a:lnTo>
                  <a:lnTo>
                    <a:pt x="9995" y="91186"/>
                  </a:lnTo>
                  <a:lnTo>
                    <a:pt x="11277" y="82399"/>
                  </a:lnTo>
                  <a:lnTo>
                    <a:pt x="12559" y="82399"/>
                  </a:lnTo>
                  <a:lnTo>
                    <a:pt x="13840" y="73096"/>
                  </a:lnTo>
                  <a:lnTo>
                    <a:pt x="15122" y="72063"/>
                  </a:lnTo>
                  <a:lnTo>
                    <a:pt x="16404" y="72063"/>
                  </a:lnTo>
                  <a:lnTo>
                    <a:pt x="17686" y="72063"/>
                  </a:lnTo>
                  <a:lnTo>
                    <a:pt x="18968" y="75164"/>
                  </a:lnTo>
                  <a:lnTo>
                    <a:pt x="20250" y="80849"/>
                  </a:lnTo>
                  <a:lnTo>
                    <a:pt x="21531" y="73430"/>
                  </a:lnTo>
                  <a:lnTo>
                    <a:pt x="22813" y="72442"/>
                  </a:lnTo>
                  <a:lnTo>
                    <a:pt x="24095" y="78337"/>
                  </a:lnTo>
                  <a:lnTo>
                    <a:pt x="25377" y="49521"/>
                  </a:lnTo>
                  <a:lnTo>
                    <a:pt x="26659" y="32862"/>
                  </a:lnTo>
                  <a:lnTo>
                    <a:pt x="27941" y="0"/>
                  </a:lnTo>
                  <a:lnTo>
                    <a:pt x="29223" y="2580"/>
                  </a:lnTo>
                  <a:lnTo>
                    <a:pt x="30504" y="42111"/>
                  </a:lnTo>
                  <a:lnTo>
                    <a:pt x="31786" y="44781"/>
                  </a:lnTo>
                  <a:lnTo>
                    <a:pt x="33068" y="58008"/>
                  </a:lnTo>
                  <a:lnTo>
                    <a:pt x="34350" y="65290"/>
                  </a:lnTo>
                  <a:lnTo>
                    <a:pt x="35632" y="65290"/>
                  </a:lnTo>
                  <a:lnTo>
                    <a:pt x="36914" y="65290"/>
                  </a:lnTo>
                  <a:lnTo>
                    <a:pt x="38195" y="70231"/>
                  </a:lnTo>
                  <a:lnTo>
                    <a:pt x="39477" y="82934"/>
                  </a:lnTo>
                  <a:lnTo>
                    <a:pt x="40759" y="93520"/>
                  </a:lnTo>
                  <a:lnTo>
                    <a:pt x="42041" y="93520"/>
                  </a:lnTo>
                  <a:lnTo>
                    <a:pt x="43323" y="94932"/>
                  </a:lnTo>
                  <a:lnTo>
                    <a:pt x="44163" y="10325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7135238" y="1904203"/>
              <a:ext cx="84834" cy="162086"/>
            </a:xfrm>
            <a:custGeom>
              <a:avLst/>
              <a:pathLst>
                <a:path w="84834" h="162086">
                  <a:moveTo>
                    <a:pt x="0" y="162086"/>
                  </a:moveTo>
                  <a:lnTo>
                    <a:pt x="737" y="152348"/>
                  </a:lnTo>
                  <a:lnTo>
                    <a:pt x="2019" y="150637"/>
                  </a:lnTo>
                  <a:lnTo>
                    <a:pt x="3301" y="127641"/>
                  </a:lnTo>
                  <a:lnTo>
                    <a:pt x="4582" y="127641"/>
                  </a:lnTo>
                  <a:lnTo>
                    <a:pt x="5864" y="127641"/>
                  </a:lnTo>
                  <a:lnTo>
                    <a:pt x="7146" y="120760"/>
                  </a:lnTo>
                  <a:lnTo>
                    <a:pt x="8428" y="109577"/>
                  </a:lnTo>
                  <a:lnTo>
                    <a:pt x="9710" y="93234"/>
                  </a:lnTo>
                  <a:lnTo>
                    <a:pt x="10992" y="93234"/>
                  </a:lnTo>
                  <a:lnTo>
                    <a:pt x="12273" y="93234"/>
                  </a:lnTo>
                  <a:lnTo>
                    <a:pt x="13555" y="59687"/>
                  </a:lnTo>
                  <a:lnTo>
                    <a:pt x="14837" y="15818"/>
                  </a:lnTo>
                  <a:lnTo>
                    <a:pt x="16119" y="29322"/>
                  </a:lnTo>
                  <a:lnTo>
                    <a:pt x="17401" y="0"/>
                  </a:lnTo>
                  <a:lnTo>
                    <a:pt x="18683" y="31256"/>
                  </a:lnTo>
                  <a:lnTo>
                    <a:pt x="19965" y="42317"/>
                  </a:lnTo>
                  <a:lnTo>
                    <a:pt x="21246" y="70186"/>
                  </a:lnTo>
                  <a:lnTo>
                    <a:pt x="22528" y="73511"/>
                  </a:lnTo>
                  <a:lnTo>
                    <a:pt x="23810" y="60712"/>
                  </a:lnTo>
                  <a:lnTo>
                    <a:pt x="25092" y="55183"/>
                  </a:lnTo>
                  <a:lnTo>
                    <a:pt x="26374" y="56842"/>
                  </a:lnTo>
                  <a:lnTo>
                    <a:pt x="27656" y="54630"/>
                  </a:lnTo>
                  <a:lnTo>
                    <a:pt x="28937" y="68869"/>
                  </a:lnTo>
                  <a:lnTo>
                    <a:pt x="30219" y="68869"/>
                  </a:lnTo>
                  <a:lnTo>
                    <a:pt x="31501" y="68869"/>
                  </a:lnTo>
                  <a:lnTo>
                    <a:pt x="32783" y="89026"/>
                  </a:lnTo>
                  <a:lnTo>
                    <a:pt x="34065" y="115385"/>
                  </a:lnTo>
                  <a:lnTo>
                    <a:pt x="35347" y="127789"/>
                  </a:lnTo>
                  <a:lnTo>
                    <a:pt x="36629" y="137006"/>
                  </a:lnTo>
                  <a:lnTo>
                    <a:pt x="37910" y="143342"/>
                  </a:lnTo>
                  <a:lnTo>
                    <a:pt x="39192" y="137246"/>
                  </a:lnTo>
                  <a:lnTo>
                    <a:pt x="40474" y="105454"/>
                  </a:lnTo>
                  <a:lnTo>
                    <a:pt x="41756" y="109142"/>
                  </a:lnTo>
                  <a:lnTo>
                    <a:pt x="43038" y="123894"/>
                  </a:lnTo>
                  <a:lnTo>
                    <a:pt x="44320" y="130041"/>
                  </a:lnTo>
                  <a:lnTo>
                    <a:pt x="45601" y="133114"/>
                  </a:lnTo>
                  <a:lnTo>
                    <a:pt x="46883" y="135833"/>
                  </a:lnTo>
                  <a:lnTo>
                    <a:pt x="48165" y="141406"/>
                  </a:lnTo>
                  <a:lnTo>
                    <a:pt x="49447" y="138433"/>
                  </a:lnTo>
                  <a:lnTo>
                    <a:pt x="50729" y="141406"/>
                  </a:lnTo>
                  <a:lnTo>
                    <a:pt x="52011" y="142334"/>
                  </a:lnTo>
                  <a:lnTo>
                    <a:pt x="53292" y="154426"/>
                  </a:lnTo>
                  <a:lnTo>
                    <a:pt x="54574" y="138112"/>
                  </a:lnTo>
                  <a:lnTo>
                    <a:pt x="55856" y="132958"/>
                  </a:lnTo>
                  <a:lnTo>
                    <a:pt x="57138" y="129359"/>
                  </a:lnTo>
                  <a:lnTo>
                    <a:pt x="58420" y="136196"/>
                  </a:lnTo>
                  <a:lnTo>
                    <a:pt x="59702" y="146158"/>
                  </a:lnTo>
                  <a:lnTo>
                    <a:pt x="60984" y="134481"/>
                  </a:lnTo>
                  <a:lnTo>
                    <a:pt x="62265" y="128048"/>
                  </a:lnTo>
                  <a:lnTo>
                    <a:pt x="63547" y="132337"/>
                  </a:lnTo>
                  <a:lnTo>
                    <a:pt x="64829" y="127052"/>
                  </a:lnTo>
                  <a:lnTo>
                    <a:pt x="66111" y="139984"/>
                  </a:lnTo>
                  <a:lnTo>
                    <a:pt x="67393" y="137010"/>
                  </a:lnTo>
                  <a:lnTo>
                    <a:pt x="68675" y="131433"/>
                  </a:lnTo>
                  <a:lnTo>
                    <a:pt x="69956" y="131433"/>
                  </a:lnTo>
                  <a:lnTo>
                    <a:pt x="71238" y="130690"/>
                  </a:lnTo>
                  <a:lnTo>
                    <a:pt x="72520" y="123998"/>
                  </a:lnTo>
                  <a:lnTo>
                    <a:pt x="73802" y="122987"/>
                  </a:lnTo>
                  <a:lnTo>
                    <a:pt x="75084" y="138841"/>
                  </a:lnTo>
                  <a:lnTo>
                    <a:pt x="76366" y="151037"/>
                  </a:lnTo>
                  <a:lnTo>
                    <a:pt x="77648" y="155493"/>
                  </a:lnTo>
                  <a:lnTo>
                    <a:pt x="78929" y="144695"/>
                  </a:lnTo>
                  <a:lnTo>
                    <a:pt x="80211" y="139193"/>
                  </a:lnTo>
                  <a:lnTo>
                    <a:pt x="81493" y="145201"/>
                  </a:lnTo>
                  <a:lnTo>
                    <a:pt x="82775" y="148598"/>
                  </a:lnTo>
                  <a:lnTo>
                    <a:pt x="84057" y="159071"/>
                  </a:lnTo>
                  <a:lnTo>
                    <a:pt x="84834" y="16208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7221073" y="2063177"/>
              <a:ext cx="1163" cy="3112"/>
            </a:xfrm>
            <a:custGeom>
              <a:avLst/>
              <a:pathLst>
                <a:path w="1163" h="3112">
                  <a:moveTo>
                    <a:pt x="0" y="3112"/>
                  </a:moveTo>
                  <a:lnTo>
                    <a:pt x="786" y="0"/>
                  </a:lnTo>
                  <a:lnTo>
                    <a:pt x="1163" y="311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7230325" y="2064696"/>
              <a:ext cx="1894" cy="1593"/>
            </a:xfrm>
            <a:custGeom>
              <a:avLst/>
              <a:pathLst>
                <a:path w="1894" h="1593">
                  <a:moveTo>
                    <a:pt x="0" y="1593"/>
                  </a:moveTo>
                  <a:lnTo>
                    <a:pt x="506" y="0"/>
                  </a:lnTo>
                  <a:lnTo>
                    <a:pt x="1788" y="1007"/>
                  </a:lnTo>
                  <a:lnTo>
                    <a:pt x="1894" y="159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234989" y="1993061"/>
              <a:ext cx="126100" cy="73228"/>
            </a:xfrm>
            <a:custGeom>
              <a:avLst/>
              <a:pathLst>
                <a:path w="126100" h="73228">
                  <a:moveTo>
                    <a:pt x="0" y="73228"/>
                  </a:moveTo>
                  <a:lnTo>
                    <a:pt x="970" y="64834"/>
                  </a:lnTo>
                  <a:lnTo>
                    <a:pt x="2252" y="56523"/>
                  </a:lnTo>
                  <a:lnTo>
                    <a:pt x="3534" y="53500"/>
                  </a:lnTo>
                  <a:lnTo>
                    <a:pt x="4816" y="32997"/>
                  </a:lnTo>
                  <a:lnTo>
                    <a:pt x="6098" y="33636"/>
                  </a:lnTo>
                  <a:lnTo>
                    <a:pt x="7380" y="25678"/>
                  </a:lnTo>
                  <a:lnTo>
                    <a:pt x="8661" y="31844"/>
                  </a:lnTo>
                  <a:lnTo>
                    <a:pt x="9943" y="30474"/>
                  </a:lnTo>
                  <a:lnTo>
                    <a:pt x="11225" y="41759"/>
                  </a:lnTo>
                  <a:lnTo>
                    <a:pt x="12507" y="28637"/>
                  </a:lnTo>
                  <a:lnTo>
                    <a:pt x="13789" y="34965"/>
                  </a:lnTo>
                  <a:lnTo>
                    <a:pt x="15071" y="43174"/>
                  </a:lnTo>
                  <a:lnTo>
                    <a:pt x="16352" y="40403"/>
                  </a:lnTo>
                  <a:lnTo>
                    <a:pt x="17634" y="35618"/>
                  </a:lnTo>
                  <a:lnTo>
                    <a:pt x="18916" y="29903"/>
                  </a:lnTo>
                  <a:lnTo>
                    <a:pt x="20198" y="47901"/>
                  </a:lnTo>
                  <a:lnTo>
                    <a:pt x="21480" y="61117"/>
                  </a:lnTo>
                  <a:lnTo>
                    <a:pt x="22762" y="63315"/>
                  </a:lnTo>
                  <a:lnTo>
                    <a:pt x="24044" y="67472"/>
                  </a:lnTo>
                  <a:lnTo>
                    <a:pt x="25325" y="64881"/>
                  </a:lnTo>
                  <a:lnTo>
                    <a:pt x="26607" y="54455"/>
                  </a:lnTo>
                  <a:lnTo>
                    <a:pt x="27889" y="54455"/>
                  </a:lnTo>
                  <a:lnTo>
                    <a:pt x="29171" y="52422"/>
                  </a:lnTo>
                  <a:lnTo>
                    <a:pt x="30453" y="49482"/>
                  </a:lnTo>
                  <a:lnTo>
                    <a:pt x="31735" y="62255"/>
                  </a:lnTo>
                  <a:lnTo>
                    <a:pt x="33016" y="45384"/>
                  </a:lnTo>
                  <a:lnTo>
                    <a:pt x="34298" y="55645"/>
                  </a:lnTo>
                  <a:lnTo>
                    <a:pt x="35580" y="62258"/>
                  </a:lnTo>
                  <a:lnTo>
                    <a:pt x="36862" y="58105"/>
                  </a:lnTo>
                  <a:lnTo>
                    <a:pt x="38144" y="58840"/>
                  </a:lnTo>
                  <a:lnTo>
                    <a:pt x="39426" y="58840"/>
                  </a:lnTo>
                  <a:lnTo>
                    <a:pt x="40708" y="58840"/>
                  </a:lnTo>
                  <a:lnTo>
                    <a:pt x="41989" y="58840"/>
                  </a:lnTo>
                  <a:lnTo>
                    <a:pt x="43271" y="55166"/>
                  </a:lnTo>
                  <a:lnTo>
                    <a:pt x="44553" y="44143"/>
                  </a:lnTo>
                  <a:lnTo>
                    <a:pt x="45835" y="44143"/>
                  </a:lnTo>
                  <a:lnTo>
                    <a:pt x="47117" y="44143"/>
                  </a:lnTo>
                  <a:lnTo>
                    <a:pt x="48399" y="31041"/>
                  </a:lnTo>
                  <a:lnTo>
                    <a:pt x="49680" y="38783"/>
                  </a:lnTo>
                  <a:lnTo>
                    <a:pt x="50962" y="40503"/>
                  </a:lnTo>
                  <a:lnTo>
                    <a:pt x="52244" y="55986"/>
                  </a:lnTo>
                  <a:lnTo>
                    <a:pt x="53526" y="55986"/>
                  </a:lnTo>
                  <a:lnTo>
                    <a:pt x="54808" y="40503"/>
                  </a:lnTo>
                  <a:lnTo>
                    <a:pt x="56090" y="52426"/>
                  </a:lnTo>
                  <a:lnTo>
                    <a:pt x="57371" y="44143"/>
                  </a:lnTo>
                  <a:lnTo>
                    <a:pt x="58653" y="62258"/>
                  </a:lnTo>
                  <a:lnTo>
                    <a:pt x="59935" y="64935"/>
                  </a:lnTo>
                  <a:lnTo>
                    <a:pt x="61217" y="65286"/>
                  </a:lnTo>
                  <a:lnTo>
                    <a:pt x="62499" y="65290"/>
                  </a:lnTo>
                  <a:lnTo>
                    <a:pt x="63781" y="69942"/>
                  </a:lnTo>
                  <a:lnTo>
                    <a:pt x="65063" y="62706"/>
                  </a:lnTo>
                  <a:lnTo>
                    <a:pt x="66344" y="69241"/>
                  </a:lnTo>
                  <a:lnTo>
                    <a:pt x="67626" y="67780"/>
                  </a:lnTo>
                  <a:lnTo>
                    <a:pt x="68908" y="56089"/>
                  </a:lnTo>
                  <a:lnTo>
                    <a:pt x="70190" y="46346"/>
                  </a:lnTo>
                  <a:lnTo>
                    <a:pt x="71472" y="31732"/>
                  </a:lnTo>
                  <a:lnTo>
                    <a:pt x="72754" y="30271"/>
                  </a:lnTo>
                  <a:lnTo>
                    <a:pt x="74035" y="39039"/>
                  </a:lnTo>
                  <a:lnTo>
                    <a:pt x="75317" y="42449"/>
                  </a:lnTo>
                  <a:lnTo>
                    <a:pt x="76599" y="49756"/>
                  </a:lnTo>
                  <a:lnTo>
                    <a:pt x="77881" y="42032"/>
                  </a:lnTo>
                  <a:lnTo>
                    <a:pt x="79163" y="32668"/>
                  </a:lnTo>
                  <a:lnTo>
                    <a:pt x="80445" y="28395"/>
                  </a:lnTo>
                  <a:lnTo>
                    <a:pt x="81727" y="21145"/>
                  </a:lnTo>
                  <a:lnTo>
                    <a:pt x="83008" y="25379"/>
                  </a:lnTo>
                  <a:lnTo>
                    <a:pt x="84290" y="35260"/>
                  </a:lnTo>
                  <a:lnTo>
                    <a:pt x="85572" y="33756"/>
                  </a:lnTo>
                  <a:lnTo>
                    <a:pt x="86854" y="28380"/>
                  </a:lnTo>
                  <a:lnTo>
                    <a:pt x="88136" y="27601"/>
                  </a:lnTo>
                  <a:lnTo>
                    <a:pt x="89418" y="44804"/>
                  </a:lnTo>
                  <a:lnTo>
                    <a:pt x="90699" y="70609"/>
                  </a:lnTo>
                  <a:lnTo>
                    <a:pt x="91981" y="73190"/>
                  </a:lnTo>
                  <a:lnTo>
                    <a:pt x="93263" y="73190"/>
                  </a:lnTo>
                  <a:lnTo>
                    <a:pt x="94545" y="73190"/>
                  </a:lnTo>
                  <a:lnTo>
                    <a:pt x="95827" y="64588"/>
                  </a:lnTo>
                  <a:lnTo>
                    <a:pt x="97109" y="51686"/>
                  </a:lnTo>
                  <a:lnTo>
                    <a:pt x="98390" y="53910"/>
                  </a:lnTo>
                  <a:lnTo>
                    <a:pt x="99672" y="35966"/>
                  </a:lnTo>
                  <a:lnTo>
                    <a:pt x="100954" y="0"/>
                  </a:lnTo>
                  <a:lnTo>
                    <a:pt x="102236" y="21933"/>
                  </a:lnTo>
                  <a:lnTo>
                    <a:pt x="103518" y="15058"/>
                  </a:lnTo>
                  <a:lnTo>
                    <a:pt x="104800" y="4893"/>
                  </a:lnTo>
                  <a:lnTo>
                    <a:pt x="106082" y="11691"/>
                  </a:lnTo>
                  <a:lnTo>
                    <a:pt x="107363" y="17504"/>
                  </a:lnTo>
                  <a:lnTo>
                    <a:pt x="108645" y="21595"/>
                  </a:lnTo>
                  <a:lnTo>
                    <a:pt x="109927" y="29489"/>
                  </a:lnTo>
                  <a:lnTo>
                    <a:pt x="111209" y="23721"/>
                  </a:lnTo>
                  <a:lnTo>
                    <a:pt x="112491" y="16762"/>
                  </a:lnTo>
                  <a:lnTo>
                    <a:pt x="113773" y="23420"/>
                  </a:lnTo>
                  <a:lnTo>
                    <a:pt x="115054" y="21620"/>
                  </a:lnTo>
                  <a:lnTo>
                    <a:pt x="116336" y="23420"/>
                  </a:lnTo>
                  <a:lnTo>
                    <a:pt x="117618" y="21140"/>
                  </a:lnTo>
                  <a:lnTo>
                    <a:pt x="118900" y="25100"/>
                  </a:lnTo>
                  <a:lnTo>
                    <a:pt x="120182" y="34339"/>
                  </a:lnTo>
                  <a:lnTo>
                    <a:pt x="121464" y="34673"/>
                  </a:lnTo>
                  <a:lnTo>
                    <a:pt x="122746" y="46399"/>
                  </a:lnTo>
                  <a:lnTo>
                    <a:pt x="124027" y="56449"/>
                  </a:lnTo>
                  <a:lnTo>
                    <a:pt x="125309" y="62887"/>
                  </a:lnTo>
                  <a:lnTo>
                    <a:pt x="126100" y="7322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67441" y="2056136"/>
              <a:ext cx="3563" cy="10152"/>
            </a:xfrm>
            <a:custGeom>
              <a:avLst/>
              <a:pathLst>
                <a:path w="3563" h="10152">
                  <a:moveTo>
                    <a:pt x="0" y="10152"/>
                  </a:moveTo>
                  <a:lnTo>
                    <a:pt x="548" y="0"/>
                  </a:lnTo>
                  <a:lnTo>
                    <a:pt x="1830" y="1859"/>
                  </a:lnTo>
                  <a:lnTo>
                    <a:pt x="3111" y="1859"/>
                  </a:lnTo>
                  <a:lnTo>
                    <a:pt x="3563" y="1015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410694" y="2058831"/>
              <a:ext cx="1756" cy="7458"/>
            </a:xfrm>
            <a:custGeom>
              <a:avLst/>
              <a:pathLst>
                <a:path w="1756" h="7458">
                  <a:moveTo>
                    <a:pt x="0" y="7458"/>
                  </a:moveTo>
                  <a:lnTo>
                    <a:pt x="878" y="0"/>
                  </a:lnTo>
                  <a:lnTo>
                    <a:pt x="1756" y="745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414796" y="2053299"/>
              <a:ext cx="10153" cy="12990"/>
            </a:xfrm>
            <a:custGeom>
              <a:avLst/>
              <a:pathLst>
                <a:path w="10153" h="12990">
                  <a:moveTo>
                    <a:pt x="0" y="12990"/>
                  </a:moveTo>
                  <a:lnTo>
                    <a:pt x="621" y="9764"/>
                  </a:lnTo>
                  <a:lnTo>
                    <a:pt x="1903" y="5330"/>
                  </a:lnTo>
                  <a:lnTo>
                    <a:pt x="3185" y="0"/>
                  </a:lnTo>
                  <a:lnTo>
                    <a:pt x="4467" y="5316"/>
                  </a:lnTo>
                  <a:lnTo>
                    <a:pt x="5749" y="3252"/>
                  </a:lnTo>
                  <a:lnTo>
                    <a:pt x="7030" y="3252"/>
                  </a:lnTo>
                  <a:lnTo>
                    <a:pt x="8312" y="3252"/>
                  </a:lnTo>
                  <a:lnTo>
                    <a:pt x="9594" y="9604"/>
                  </a:lnTo>
                  <a:lnTo>
                    <a:pt x="10153" y="129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437205" y="2066251"/>
              <a:ext cx="6416" cy="37"/>
            </a:xfrm>
            <a:custGeom>
              <a:avLst/>
              <a:pathLst>
                <a:path w="6416" h="37">
                  <a:moveTo>
                    <a:pt x="0" y="37"/>
                  </a:moveTo>
                  <a:lnTo>
                    <a:pt x="3" y="0"/>
                  </a:lnTo>
                  <a:lnTo>
                    <a:pt x="1285" y="0"/>
                  </a:lnTo>
                  <a:lnTo>
                    <a:pt x="2567" y="0"/>
                  </a:lnTo>
                  <a:lnTo>
                    <a:pt x="3849" y="0"/>
                  </a:lnTo>
                  <a:lnTo>
                    <a:pt x="5131" y="0"/>
                  </a:lnTo>
                  <a:lnTo>
                    <a:pt x="6412" y="0"/>
                  </a:lnTo>
                  <a:lnTo>
                    <a:pt x="6416" y="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460385" y="1997437"/>
              <a:ext cx="49342" cy="68851"/>
            </a:xfrm>
            <a:custGeom>
              <a:avLst/>
              <a:pathLst>
                <a:path w="49342" h="68851">
                  <a:moveTo>
                    <a:pt x="0" y="68851"/>
                  </a:moveTo>
                  <a:lnTo>
                    <a:pt x="1179" y="59114"/>
                  </a:lnTo>
                  <a:lnTo>
                    <a:pt x="2460" y="48527"/>
                  </a:lnTo>
                  <a:lnTo>
                    <a:pt x="3742" y="29380"/>
                  </a:lnTo>
                  <a:lnTo>
                    <a:pt x="5024" y="23429"/>
                  </a:lnTo>
                  <a:lnTo>
                    <a:pt x="6306" y="0"/>
                  </a:lnTo>
                  <a:lnTo>
                    <a:pt x="7588" y="0"/>
                  </a:lnTo>
                  <a:lnTo>
                    <a:pt x="8870" y="0"/>
                  </a:lnTo>
                  <a:lnTo>
                    <a:pt x="10151" y="1720"/>
                  </a:lnTo>
                  <a:lnTo>
                    <a:pt x="11433" y="6881"/>
                  </a:lnTo>
                  <a:lnTo>
                    <a:pt x="12715" y="23429"/>
                  </a:lnTo>
                  <a:lnTo>
                    <a:pt x="13997" y="27240"/>
                  </a:lnTo>
                  <a:lnTo>
                    <a:pt x="15279" y="16768"/>
                  </a:lnTo>
                  <a:lnTo>
                    <a:pt x="16561" y="16768"/>
                  </a:lnTo>
                  <a:lnTo>
                    <a:pt x="17843" y="16768"/>
                  </a:lnTo>
                  <a:lnTo>
                    <a:pt x="19124" y="20297"/>
                  </a:lnTo>
                  <a:lnTo>
                    <a:pt x="20406" y="30883"/>
                  </a:lnTo>
                  <a:lnTo>
                    <a:pt x="21688" y="41470"/>
                  </a:lnTo>
                  <a:lnTo>
                    <a:pt x="22970" y="50644"/>
                  </a:lnTo>
                  <a:lnTo>
                    <a:pt x="24252" y="32295"/>
                  </a:lnTo>
                  <a:lnTo>
                    <a:pt x="25534" y="30883"/>
                  </a:lnTo>
                  <a:lnTo>
                    <a:pt x="26815" y="30883"/>
                  </a:lnTo>
                  <a:lnTo>
                    <a:pt x="28097" y="23120"/>
                  </a:lnTo>
                  <a:lnTo>
                    <a:pt x="29379" y="16768"/>
                  </a:lnTo>
                  <a:lnTo>
                    <a:pt x="30661" y="11828"/>
                  </a:lnTo>
                  <a:lnTo>
                    <a:pt x="31943" y="10374"/>
                  </a:lnTo>
                  <a:lnTo>
                    <a:pt x="33225" y="9945"/>
                  </a:lnTo>
                  <a:lnTo>
                    <a:pt x="34507" y="0"/>
                  </a:lnTo>
                  <a:lnTo>
                    <a:pt x="35788" y="0"/>
                  </a:lnTo>
                  <a:lnTo>
                    <a:pt x="37070" y="0"/>
                  </a:lnTo>
                  <a:lnTo>
                    <a:pt x="38352" y="0"/>
                  </a:lnTo>
                  <a:lnTo>
                    <a:pt x="39634" y="0"/>
                  </a:lnTo>
                  <a:lnTo>
                    <a:pt x="40916" y="0"/>
                  </a:lnTo>
                  <a:lnTo>
                    <a:pt x="42198" y="10322"/>
                  </a:lnTo>
                  <a:lnTo>
                    <a:pt x="43479" y="32686"/>
                  </a:lnTo>
                  <a:lnTo>
                    <a:pt x="44761" y="34406"/>
                  </a:lnTo>
                  <a:lnTo>
                    <a:pt x="46043" y="34406"/>
                  </a:lnTo>
                  <a:lnTo>
                    <a:pt x="47325" y="43868"/>
                  </a:lnTo>
                  <a:lnTo>
                    <a:pt x="48607" y="51610"/>
                  </a:lnTo>
                  <a:lnTo>
                    <a:pt x="49342" y="6885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541035" y="2049047"/>
              <a:ext cx="15006" cy="17241"/>
            </a:xfrm>
            <a:custGeom>
              <a:avLst/>
              <a:pathLst>
                <a:path w="15006" h="17241">
                  <a:moveTo>
                    <a:pt x="0" y="17241"/>
                  </a:moveTo>
                  <a:lnTo>
                    <a:pt x="3" y="17203"/>
                  </a:lnTo>
                  <a:lnTo>
                    <a:pt x="1285" y="0"/>
                  </a:lnTo>
                  <a:lnTo>
                    <a:pt x="2567" y="4323"/>
                  </a:lnTo>
                  <a:lnTo>
                    <a:pt x="3848" y="7503"/>
                  </a:lnTo>
                  <a:lnTo>
                    <a:pt x="5130" y="7503"/>
                  </a:lnTo>
                  <a:lnTo>
                    <a:pt x="6412" y="7503"/>
                  </a:lnTo>
                  <a:lnTo>
                    <a:pt x="7694" y="7503"/>
                  </a:lnTo>
                  <a:lnTo>
                    <a:pt x="8976" y="7503"/>
                  </a:lnTo>
                  <a:lnTo>
                    <a:pt x="10258" y="7503"/>
                  </a:lnTo>
                  <a:lnTo>
                    <a:pt x="11540" y="7503"/>
                  </a:lnTo>
                  <a:lnTo>
                    <a:pt x="12821" y="7503"/>
                  </a:lnTo>
                  <a:lnTo>
                    <a:pt x="14103" y="7503"/>
                  </a:lnTo>
                  <a:lnTo>
                    <a:pt x="15006" y="1724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571578" y="2058085"/>
              <a:ext cx="8635" cy="8203"/>
            </a:xfrm>
            <a:custGeom>
              <a:avLst/>
              <a:pathLst>
                <a:path w="8635" h="8203">
                  <a:moveTo>
                    <a:pt x="0" y="8203"/>
                  </a:moveTo>
                  <a:lnTo>
                    <a:pt x="224" y="7292"/>
                  </a:lnTo>
                  <a:lnTo>
                    <a:pt x="1506" y="7292"/>
                  </a:lnTo>
                  <a:lnTo>
                    <a:pt x="2788" y="7292"/>
                  </a:lnTo>
                  <a:lnTo>
                    <a:pt x="4069" y="7292"/>
                  </a:lnTo>
                  <a:lnTo>
                    <a:pt x="5351" y="7292"/>
                  </a:lnTo>
                  <a:lnTo>
                    <a:pt x="6633" y="0"/>
                  </a:lnTo>
                  <a:lnTo>
                    <a:pt x="7915" y="5691"/>
                  </a:lnTo>
                  <a:lnTo>
                    <a:pt x="8635" y="820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583388" y="2047843"/>
              <a:ext cx="5811" cy="18445"/>
            </a:xfrm>
            <a:custGeom>
              <a:avLst/>
              <a:pathLst>
                <a:path w="5811" h="18445">
                  <a:moveTo>
                    <a:pt x="0" y="18445"/>
                  </a:moveTo>
                  <a:lnTo>
                    <a:pt x="1233" y="11599"/>
                  </a:lnTo>
                  <a:lnTo>
                    <a:pt x="2515" y="3271"/>
                  </a:lnTo>
                  <a:lnTo>
                    <a:pt x="3797" y="0"/>
                  </a:lnTo>
                  <a:lnTo>
                    <a:pt x="5079" y="8294"/>
                  </a:lnTo>
                  <a:lnTo>
                    <a:pt x="5811" y="1844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592308" y="1997437"/>
              <a:ext cx="38462" cy="68851"/>
            </a:xfrm>
            <a:custGeom>
              <a:avLst/>
              <a:pathLst>
                <a:path w="38462" h="68851">
                  <a:moveTo>
                    <a:pt x="0" y="68851"/>
                  </a:moveTo>
                  <a:lnTo>
                    <a:pt x="3" y="68813"/>
                  </a:lnTo>
                  <a:lnTo>
                    <a:pt x="1285" y="68813"/>
                  </a:lnTo>
                  <a:lnTo>
                    <a:pt x="2567" y="68813"/>
                  </a:lnTo>
                  <a:lnTo>
                    <a:pt x="3849" y="68813"/>
                  </a:lnTo>
                  <a:lnTo>
                    <a:pt x="5131" y="68813"/>
                  </a:lnTo>
                  <a:lnTo>
                    <a:pt x="6412" y="68813"/>
                  </a:lnTo>
                  <a:lnTo>
                    <a:pt x="7694" y="68813"/>
                  </a:lnTo>
                  <a:lnTo>
                    <a:pt x="8976" y="56771"/>
                  </a:lnTo>
                  <a:lnTo>
                    <a:pt x="10258" y="51610"/>
                  </a:lnTo>
                  <a:lnTo>
                    <a:pt x="11540" y="51610"/>
                  </a:lnTo>
                  <a:lnTo>
                    <a:pt x="12822" y="51610"/>
                  </a:lnTo>
                  <a:lnTo>
                    <a:pt x="14103" y="51610"/>
                  </a:lnTo>
                  <a:lnTo>
                    <a:pt x="15385" y="49890"/>
                  </a:lnTo>
                  <a:lnTo>
                    <a:pt x="16667" y="24945"/>
                  </a:lnTo>
                  <a:lnTo>
                    <a:pt x="17949" y="11182"/>
                  </a:lnTo>
                  <a:lnTo>
                    <a:pt x="19231" y="0"/>
                  </a:lnTo>
                  <a:lnTo>
                    <a:pt x="20513" y="0"/>
                  </a:lnTo>
                  <a:lnTo>
                    <a:pt x="21795" y="0"/>
                  </a:lnTo>
                  <a:lnTo>
                    <a:pt x="23076" y="0"/>
                  </a:lnTo>
                  <a:lnTo>
                    <a:pt x="24358" y="0"/>
                  </a:lnTo>
                  <a:lnTo>
                    <a:pt x="25640" y="0"/>
                  </a:lnTo>
                  <a:lnTo>
                    <a:pt x="26922" y="0"/>
                  </a:lnTo>
                  <a:lnTo>
                    <a:pt x="28204" y="12042"/>
                  </a:lnTo>
                  <a:lnTo>
                    <a:pt x="29486" y="17203"/>
                  </a:lnTo>
                  <a:lnTo>
                    <a:pt x="30767" y="17203"/>
                  </a:lnTo>
                  <a:lnTo>
                    <a:pt x="32049" y="17203"/>
                  </a:lnTo>
                  <a:lnTo>
                    <a:pt x="33331" y="17203"/>
                  </a:lnTo>
                  <a:lnTo>
                    <a:pt x="34613" y="18923"/>
                  </a:lnTo>
                  <a:lnTo>
                    <a:pt x="35895" y="43868"/>
                  </a:lnTo>
                  <a:lnTo>
                    <a:pt x="37177" y="57631"/>
                  </a:lnTo>
                  <a:lnTo>
                    <a:pt x="38459" y="68813"/>
                  </a:lnTo>
                  <a:lnTo>
                    <a:pt x="38462" y="6885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634665" y="1985976"/>
              <a:ext cx="53308" cy="80313"/>
            </a:xfrm>
            <a:custGeom>
              <a:avLst/>
              <a:pathLst>
                <a:path w="53308" h="80313">
                  <a:moveTo>
                    <a:pt x="0" y="80313"/>
                  </a:moveTo>
                  <a:lnTo>
                    <a:pt x="1230" y="72938"/>
                  </a:lnTo>
                  <a:lnTo>
                    <a:pt x="2512" y="67046"/>
                  </a:lnTo>
                  <a:lnTo>
                    <a:pt x="3794" y="56460"/>
                  </a:lnTo>
                  <a:lnTo>
                    <a:pt x="5075" y="56460"/>
                  </a:lnTo>
                  <a:lnTo>
                    <a:pt x="6357" y="56460"/>
                  </a:lnTo>
                  <a:lnTo>
                    <a:pt x="7639" y="52931"/>
                  </a:lnTo>
                  <a:lnTo>
                    <a:pt x="8921" y="42345"/>
                  </a:lnTo>
                  <a:lnTo>
                    <a:pt x="10203" y="42345"/>
                  </a:lnTo>
                  <a:lnTo>
                    <a:pt x="11485" y="42345"/>
                  </a:lnTo>
                  <a:lnTo>
                    <a:pt x="12766" y="42345"/>
                  </a:lnTo>
                  <a:lnTo>
                    <a:pt x="14048" y="42345"/>
                  </a:lnTo>
                  <a:lnTo>
                    <a:pt x="15330" y="42345"/>
                  </a:lnTo>
                  <a:lnTo>
                    <a:pt x="16612" y="40841"/>
                  </a:lnTo>
                  <a:lnTo>
                    <a:pt x="17894" y="44615"/>
                  </a:lnTo>
                  <a:lnTo>
                    <a:pt x="19176" y="51228"/>
                  </a:lnTo>
                  <a:lnTo>
                    <a:pt x="20458" y="60248"/>
                  </a:lnTo>
                  <a:lnTo>
                    <a:pt x="21739" y="50169"/>
                  </a:lnTo>
                  <a:lnTo>
                    <a:pt x="23021" y="63071"/>
                  </a:lnTo>
                  <a:lnTo>
                    <a:pt x="24303" y="63071"/>
                  </a:lnTo>
                  <a:lnTo>
                    <a:pt x="25585" y="63071"/>
                  </a:lnTo>
                  <a:lnTo>
                    <a:pt x="26867" y="67372"/>
                  </a:lnTo>
                  <a:lnTo>
                    <a:pt x="28149" y="73393"/>
                  </a:lnTo>
                  <a:lnTo>
                    <a:pt x="29430" y="58770"/>
                  </a:lnTo>
                  <a:lnTo>
                    <a:pt x="30712" y="45868"/>
                  </a:lnTo>
                  <a:lnTo>
                    <a:pt x="31994" y="12321"/>
                  </a:lnTo>
                  <a:lnTo>
                    <a:pt x="33276" y="26576"/>
                  </a:lnTo>
                  <a:lnTo>
                    <a:pt x="34558" y="12703"/>
                  </a:lnTo>
                  <a:lnTo>
                    <a:pt x="35840" y="0"/>
                  </a:lnTo>
                  <a:lnTo>
                    <a:pt x="37121" y="22475"/>
                  </a:lnTo>
                  <a:lnTo>
                    <a:pt x="38403" y="23681"/>
                  </a:lnTo>
                  <a:lnTo>
                    <a:pt x="39685" y="23681"/>
                  </a:lnTo>
                  <a:lnTo>
                    <a:pt x="40967" y="23681"/>
                  </a:lnTo>
                  <a:lnTo>
                    <a:pt x="42249" y="23681"/>
                  </a:lnTo>
                  <a:lnTo>
                    <a:pt x="43531" y="23681"/>
                  </a:lnTo>
                  <a:lnTo>
                    <a:pt x="44813" y="23681"/>
                  </a:lnTo>
                  <a:lnTo>
                    <a:pt x="46094" y="23681"/>
                  </a:lnTo>
                  <a:lnTo>
                    <a:pt x="47376" y="28598"/>
                  </a:lnTo>
                  <a:lnTo>
                    <a:pt x="48658" y="39048"/>
                  </a:lnTo>
                  <a:lnTo>
                    <a:pt x="49940" y="48268"/>
                  </a:lnTo>
                  <a:lnTo>
                    <a:pt x="51222" y="72240"/>
                  </a:lnTo>
                  <a:lnTo>
                    <a:pt x="52504" y="70575"/>
                  </a:lnTo>
                  <a:lnTo>
                    <a:pt x="53308" y="8031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690897" y="2003458"/>
              <a:ext cx="25669" cy="62830"/>
            </a:xfrm>
            <a:custGeom>
              <a:avLst/>
              <a:pathLst>
                <a:path w="25669" h="62830">
                  <a:moveTo>
                    <a:pt x="0" y="62830"/>
                  </a:moveTo>
                  <a:lnTo>
                    <a:pt x="117" y="61246"/>
                  </a:lnTo>
                  <a:lnTo>
                    <a:pt x="1399" y="28385"/>
                  </a:lnTo>
                  <a:lnTo>
                    <a:pt x="2681" y="28385"/>
                  </a:lnTo>
                  <a:lnTo>
                    <a:pt x="3963" y="22364"/>
                  </a:lnTo>
                  <a:lnTo>
                    <a:pt x="5245" y="11182"/>
                  </a:lnTo>
                  <a:lnTo>
                    <a:pt x="6526" y="0"/>
                  </a:lnTo>
                  <a:lnTo>
                    <a:pt x="7808" y="19049"/>
                  </a:lnTo>
                  <a:lnTo>
                    <a:pt x="9090" y="13171"/>
                  </a:lnTo>
                  <a:lnTo>
                    <a:pt x="10372" y="10747"/>
                  </a:lnTo>
                  <a:lnTo>
                    <a:pt x="11654" y="23572"/>
                  </a:lnTo>
                  <a:lnTo>
                    <a:pt x="12936" y="17378"/>
                  </a:lnTo>
                  <a:lnTo>
                    <a:pt x="14217" y="18492"/>
                  </a:lnTo>
                  <a:lnTo>
                    <a:pt x="15499" y="18492"/>
                  </a:lnTo>
                  <a:lnTo>
                    <a:pt x="16781" y="18492"/>
                  </a:lnTo>
                  <a:lnTo>
                    <a:pt x="18063" y="20950"/>
                  </a:lnTo>
                  <a:lnTo>
                    <a:pt x="19345" y="31400"/>
                  </a:lnTo>
                  <a:lnTo>
                    <a:pt x="20627" y="43078"/>
                  </a:lnTo>
                  <a:lnTo>
                    <a:pt x="21909" y="43078"/>
                  </a:lnTo>
                  <a:lnTo>
                    <a:pt x="23190" y="47381"/>
                  </a:lnTo>
                  <a:lnTo>
                    <a:pt x="24472" y="55372"/>
                  </a:lnTo>
                  <a:lnTo>
                    <a:pt x="25669" y="6283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7724339" y="2066251"/>
              <a:ext cx="35898" cy="37"/>
            </a:xfrm>
            <a:custGeom>
              <a:avLst/>
              <a:pathLst>
                <a:path w="35898" h="37">
                  <a:moveTo>
                    <a:pt x="0" y="37"/>
                  </a:moveTo>
                  <a:lnTo>
                    <a:pt x="3" y="0"/>
                  </a:lnTo>
                  <a:lnTo>
                    <a:pt x="1285" y="0"/>
                  </a:lnTo>
                  <a:lnTo>
                    <a:pt x="2567" y="0"/>
                  </a:lnTo>
                  <a:lnTo>
                    <a:pt x="3849" y="0"/>
                  </a:lnTo>
                  <a:lnTo>
                    <a:pt x="5130" y="0"/>
                  </a:lnTo>
                  <a:lnTo>
                    <a:pt x="6412" y="0"/>
                  </a:lnTo>
                  <a:lnTo>
                    <a:pt x="7694" y="0"/>
                  </a:lnTo>
                  <a:lnTo>
                    <a:pt x="8976" y="0"/>
                  </a:lnTo>
                  <a:lnTo>
                    <a:pt x="10258" y="0"/>
                  </a:lnTo>
                  <a:lnTo>
                    <a:pt x="11540" y="0"/>
                  </a:lnTo>
                  <a:lnTo>
                    <a:pt x="12822" y="0"/>
                  </a:lnTo>
                  <a:lnTo>
                    <a:pt x="14103" y="0"/>
                  </a:lnTo>
                  <a:lnTo>
                    <a:pt x="15385" y="0"/>
                  </a:lnTo>
                  <a:lnTo>
                    <a:pt x="16667" y="0"/>
                  </a:lnTo>
                  <a:lnTo>
                    <a:pt x="17949" y="0"/>
                  </a:lnTo>
                  <a:lnTo>
                    <a:pt x="19231" y="0"/>
                  </a:lnTo>
                  <a:lnTo>
                    <a:pt x="20513" y="0"/>
                  </a:lnTo>
                  <a:lnTo>
                    <a:pt x="21794" y="0"/>
                  </a:lnTo>
                  <a:lnTo>
                    <a:pt x="23076" y="0"/>
                  </a:lnTo>
                  <a:lnTo>
                    <a:pt x="24358" y="0"/>
                  </a:lnTo>
                  <a:lnTo>
                    <a:pt x="25640" y="0"/>
                  </a:lnTo>
                  <a:lnTo>
                    <a:pt x="26922" y="0"/>
                  </a:lnTo>
                  <a:lnTo>
                    <a:pt x="28204" y="0"/>
                  </a:lnTo>
                  <a:lnTo>
                    <a:pt x="29485" y="0"/>
                  </a:lnTo>
                  <a:lnTo>
                    <a:pt x="30767" y="0"/>
                  </a:lnTo>
                  <a:lnTo>
                    <a:pt x="32049" y="0"/>
                  </a:lnTo>
                  <a:lnTo>
                    <a:pt x="33331" y="0"/>
                  </a:lnTo>
                  <a:lnTo>
                    <a:pt x="34613" y="0"/>
                  </a:lnTo>
                  <a:lnTo>
                    <a:pt x="35895" y="0"/>
                  </a:lnTo>
                  <a:lnTo>
                    <a:pt x="35898" y="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7788431" y="2066251"/>
              <a:ext cx="15388" cy="37"/>
            </a:xfrm>
            <a:custGeom>
              <a:avLst/>
              <a:pathLst>
                <a:path w="15388" h="37">
                  <a:moveTo>
                    <a:pt x="0" y="37"/>
                  </a:moveTo>
                  <a:lnTo>
                    <a:pt x="3" y="0"/>
                  </a:lnTo>
                  <a:lnTo>
                    <a:pt x="1285" y="0"/>
                  </a:lnTo>
                  <a:lnTo>
                    <a:pt x="2567" y="0"/>
                  </a:lnTo>
                  <a:lnTo>
                    <a:pt x="3848" y="0"/>
                  </a:lnTo>
                  <a:lnTo>
                    <a:pt x="5130" y="0"/>
                  </a:lnTo>
                  <a:lnTo>
                    <a:pt x="6412" y="0"/>
                  </a:lnTo>
                  <a:lnTo>
                    <a:pt x="7694" y="0"/>
                  </a:lnTo>
                  <a:lnTo>
                    <a:pt x="8976" y="0"/>
                  </a:lnTo>
                  <a:lnTo>
                    <a:pt x="10258" y="0"/>
                  </a:lnTo>
                  <a:lnTo>
                    <a:pt x="11540" y="0"/>
                  </a:lnTo>
                  <a:lnTo>
                    <a:pt x="12821" y="0"/>
                  </a:lnTo>
                  <a:lnTo>
                    <a:pt x="14103" y="0"/>
                  </a:lnTo>
                  <a:lnTo>
                    <a:pt x="15385" y="0"/>
                  </a:lnTo>
                  <a:lnTo>
                    <a:pt x="15388" y="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7826461" y="1967331"/>
              <a:ext cx="20575" cy="98957"/>
            </a:xfrm>
            <a:custGeom>
              <a:avLst/>
              <a:pathLst>
                <a:path w="20575" h="98957">
                  <a:moveTo>
                    <a:pt x="0" y="98957"/>
                  </a:moveTo>
                  <a:lnTo>
                    <a:pt x="428" y="89469"/>
                  </a:lnTo>
                  <a:lnTo>
                    <a:pt x="1710" y="88435"/>
                  </a:lnTo>
                  <a:lnTo>
                    <a:pt x="2991" y="80512"/>
                  </a:lnTo>
                  <a:lnTo>
                    <a:pt x="4273" y="81618"/>
                  </a:lnTo>
                  <a:lnTo>
                    <a:pt x="5555" y="84382"/>
                  </a:lnTo>
                  <a:lnTo>
                    <a:pt x="6837" y="80213"/>
                  </a:lnTo>
                  <a:lnTo>
                    <a:pt x="8119" y="80213"/>
                  </a:lnTo>
                  <a:lnTo>
                    <a:pt x="9401" y="55233"/>
                  </a:lnTo>
                  <a:lnTo>
                    <a:pt x="10683" y="53506"/>
                  </a:lnTo>
                  <a:lnTo>
                    <a:pt x="11964" y="49937"/>
                  </a:lnTo>
                  <a:lnTo>
                    <a:pt x="13246" y="23814"/>
                  </a:lnTo>
                  <a:lnTo>
                    <a:pt x="14528" y="0"/>
                  </a:lnTo>
                  <a:lnTo>
                    <a:pt x="15810" y="37810"/>
                  </a:lnTo>
                  <a:lnTo>
                    <a:pt x="17092" y="45220"/>
                  </a:lnTo>
                  <a:lnTo>
                    <a:pt x="18374" y="72085"/>
                  </a:lnTo>
                  <a:lnTo>
                    <a:pt x="19655" y="90270"/>
                  </a:lnTo>
                  <a:lnTo>
                    <a:pt x="20575" y="9895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7861757" y="2042436"/>
              <a:ext cx="10759" cy="23852"/>
            </a:xfrm>
            <a:custGeom>
              <a:avLst/>
              <a:pathLst>
                <a:path w="10759" h="23852">
                  <a:moveTo>
                    <a:pt x="0" y="23852"/>
                  </a:moveTo>
                  <a:lnTo>
                    <a:pt x="1024" y="10247"/>
                  </a:lnTo>
                  <a:lnTo>
                    <a:pt x="2305" y="5031"/>
                  </a:lnTo>
                  <a:lnTo>
                    <a:pt x="3587" y="15559"/>
                  </a:lnTo>
                  <a:lnTo>
                    <a:pt x="4869" y="12883"/>
                  </a:lnTo>
                  <a:lnTo>
                    <a:pt x="6151" y="0"/>
                  </a:lnTo>
                  <a:lnTo>
                    <a:pt x="7433" y="12883"/>
                  </a:lnTo>
                  <a:lnTo>
                    <a:pt x="8715" y="15559"/>
                  </a:lnTo>
                  <a:lnTo>
                    <a:pt x="9996" y="16394"/>
                  </a:lnTo>
                  <a:lnTo>
                    <a:pt x="10759" y="2385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7893542" y="1945827"/>
              <a:ext cx="104120" cy="120462"/>
            </a:xfrm>
            <a:custGeom>
              <a:avLst/>
              <a:pathLst>
                <a:path w="104120" h="120462">
                  <a:moveTo>
                    <a:pt x="0" y="120462"/>
                  </a:moveTo>
                  <a:lnTo>
                    <a:pt x="3" y="120424"/>
                  </a:lnTo>
                  <a:lnTo>
                    <a:pt x="1285" y="120424"/>
                  </a:lnTo>
                  <a:lnTo>
                    <a:pt x="2567" y="105801"/>
                  </a:lnTo>
                  <a:lnTo>
                    <a:pt x="3849" y="103220"/>
                  </a:lnTo>
                  <a:lnTo>
                    <a:pt x="5130" y="103220"/>
                  </a:lnTo>
                  <a:lnTo>
                    <a:pt x="6412" y="102360"/>
                  </a:lnTo>
                  <a:lnTo>
                    <a:pt x="7694" y="86017"/>
                  </a:lnTo>
                  <a:lnTo>
                    <a:pt x="8976" y="86017"/>
                  </a:lnTo>
                  <a:lnTo>
                    <a:pt x="10258" y="68813"/>
                  </a:lnTo>
                  <a:lnTo>
                    <a:pt x="11540" y="60212"/>
                  </a:lnTo>
                  <a:lnTo>
                    <a:pt x="12822" y="51610"/>
                  </a:lnTo>
                  <a:lnTo>
                    <a:pt x="14103" y="36987"/>
                  </a:lnTo>
                  <a:lnTo>
                    <a:pt x="15385" y="34406"/>
                  </a:lnTo>
                  <a:lnTo>
                    <a:pt x="16667" y="22364"/>
                  </a:lnTo>
                  <a:lnTo>
                    <a:pt x="17949" y="17203"/>
                  </a:lnTo>
                  <a:lnTo>
                    <a:pt x="19231" y="4300"/>
                  </a:lnTo>
                  <a:lnTo>
                    <a:pt x="20513" y="0"/>
                  </a:lnTo>
                  <a:lnTo>
                    <a:pt x="21794" y="14622"/>
                  </a:lnTo>
                  <a:lnTo>
                    <a:pt x="23076" y="17203"/>
                  </a:lnTo>
                  <a:lnTo>
                    <a:pt x="24358" y="17203"/>
                  </a:lnTo>
                  <a:lnTo>
                    <a:pt x="25640" y="18063"/>
                  </a:lnTo>
                  <a:lnTo>
                    <a:pt x="26922" y="34406"/>
                  </a:lnTo>
                  <a:lnTo>
                    <a:pt x="28204" y="34406"/>
                  </a:lnTo>
                  <a:lnTo>
                    <a:pt x="29485" y="51610"/>
                  </a:lnTo>
                  <a:lnTo>
                    <a:pt x="30767" y="60212"/>
                  </a:lnTo>
                  <a:lnTo>
                    <a:pt x="32049" y="56771"/>
                  </a:lnTo>
                  <a:lnTo>
                    <a:pt x="33331" y="66233"/>
                  </a:lnTo>
                  <a:lnTo>
                    <a:pt x="34613" y="68813"/>
                  </a:lnTo>
                  <a:lnTo>
                    <a:pt x="35895" y="80856"/>
                  </a:lnTo>
                  <a:lnTo>
                    <a:pt x="37177" y="86017"/>
                  </a:lnTo>
                  <a:lnTo>
                    <a:pt x="38458" y="98919"/>
                  </a:lnTo>
                  <a:lnTo>
                    <a:pt x="39740" y="103220"/>
                  </a:lnTo>
                  <a:lnTo>
                    <a:pt x="41022" y="95479"/>
                  </a:lnTo>
                  <a:lnTo>
                    <a:pt x="42304" y="86017"/>
                  </a:lnTo>
                  <a:lnTo>
                    <a:pt x="43586" y="86017"/>
                  </a:lnTo>
                  <a:lnTo>
                    <a:pt x="44868" y="86017"/>
                  </a:lnTo>
                  <a:lnTo>
                    <a:pt x="46149" y="86017"/>
                  </a:lnTo>
                  <a:lnTo>
                    <a:pt x="47431" y="86017"/>
                  </a:lnTo>
                  <a:lnTo>
                    <a:pt x="48713" y="86017"/>
                  </a:lnTo>
                  <a:lnTo>
                    <a:pt x="49995" y="83436"/>
                  </a:lnTo>
                  <a:lnTo>
                    <a:pt x="51277" y="80856"/>
                  </a:lnTo>
                  <a:lnTo>
                    <a:pt x="52559" y="86017"/>
                  </a:lnTo>
                  <a:lnTo>
                    <a:pt x="53841" y="86017"/>
                  </a:lnTo>
                  <a:lnTo>
                    <a:pt x="55122" y="86017"/>
                  </a:lnTo>
                  <a:lnTo>
                    <a:pt x="56404" y="86017"/>
                  </a:lnTo>
                  <a:lnTo>
                    <a:pt x="57686" y="86017"/>
                  </a:lnTo>
                  <a:lnTo>
                    <a:pt x="58968" y="73974"/>
                  </a:lnTo>
                  <a:lnTo>
                    <a:pt x="60250" y="76555"/>
                  </a:lnTo>
                  <a:lnTo>
                    <a:pt x="61532" y="86017"/>
                  </a:lnTo>
                  <a:lnTo>
                    <a:pt x="62813" y="86017"/>
                  </a:lnTo>
                  <a:lnTo>
                    <a:pt x="64095" y="75695"/>
                  </a:lnTo>
                  <a:lnTo>
                    <a:pt x="65377" y="68813"/>
                  </a:lnTo>
                  <a:lnTo>
                    <a:pt x="66659" y="68813"/>
                  </a:lnTo>
                  <a:lnTo>
                    <a:pt x="67941" y="68813"/>
                  </a:lnTo>
                  <a:lnTo>
                    <a:pt x="69223" y="71394"/>
                  </a:lnTo>
                  <a:lnTo>
                    <a:pt x="70504" y="86017"/>
                  </a:lnTo>
                  <a:lnTo>
                    <a:pt x="71786" y="86017"/>
                  </a:lnTo>
                  <a:lnTo>
                    <a:pt x="73068" y="86017"/>
                  </a:lnTo>
                  <a:lnTo>
                    <a:pt x="74350" y="86017"/>
                  </a:lnTo>
                  <a:lnTo>
                    <a:pt x="75632" y="86017"/>
                  </a:lnTo>
                  <a:lnTo>
                    <a:pt x="76914" y="86017"/>
                  </a:lnTo>
                  <a:lnTo>
                    <a:pt x="78196" y="98059"/>
                  </a:lnTo>
                  <a:lnTo>
                    <a:pt x="79477" y="103220"/>
                  </a:lnTo>
                  <a:lnTo>
                    <a:pt x="80759" y="103220"/>
                  </a:lnTo>
                  <a:lnTo>
                    <a:pt x="82041" y="103220"/>
                  </a:lnTo>
                  <a:lnTo>
                    <a:pt x="83323" y="113542"/>
                  </a:lnTo>
                  <a:lnTo>
                    <a:pt x="84605" y="110102"/>
                  </a:lnTo>
                  <a:lnTo>
                    <a:pt x="85887" y="103220"/>
                  </a:lnTo>
                  <a:lnTo>
                    <a:pt x="87168" y="96339"/>
                  </a:lnTo>
                  <a:lnTo>
                    <a:pt x="88450" y="86017"/>
                  </a:lnTo>
                  <a:lnTo>
                    <a:pt x="89732" y="86017"/>
                  </a:lnTo>
                  <a:lnTo>
                    <a:pt x="91014" y="86017"/>
                  </a:lnTo>
                  <a:lnTo>
                    <a:pt x="92296" y="103417"/>
                  </a:lnTo>
                  <a:lnTo>
                    <a:pt x="93578" y="106074"/>
                  </a:lnTo>
                  <a:lnTo>
                    <a:pt x="94860" y="110724"/>
                  </a:lnTo>
                  <a:lnTo>
                    <a:pt x="96141" y="110724"/>
                  </a:lnTo>
                  <a:lnTo>
                    <a:pt x="97423" y="110724"/>
                  </a:lnTo>
                  <a:lnTo>
                    <a:pt x="98705" y="110724"/>
                  </a:lnTo>
                  <a:lnTo>
                    <a:pt x="99987" y="110724"/>
                  </a:lnTo>
                  <a:lnTo>
                    <a:pt x="101269" y="110724"/>
                  </a:lnTo>
                  <a:lnTo>
                    <a:pt x="102551" y="110724"/>
                  </a:lnTo>
                  <a:lnTo>
                    <a:pt x="103832" y="119193"/>
                  </a:lnTo>
                  <a:lnTo>
                    <a:pt x="104120" y="12046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007626" y="1997437"/>
              <a:ext cx="39649" cy="68851"/>
            </a:xfrm>
            <a:custGeom>
              <a:avLst/>
              <a:pathLst>
                <a:path w="39649" h="68851">
                  <a:moveTo>
                    <a:pt x="0" y="68851"/>
                  </a:moveTo>
                  <a:lnTo>
                    <a:pt x="3" y="68813"/>
                  </a:lnTo>
                  <a:lnTo>
                    <a:pt x="1285" y="68813"/>
                  </a:lnTo>
                  <a:lnTo>
                    <a:pt x="2566" y="68813"/>
                  </a:lnTo>
                  <a:lnTo>
                    <a:pt x="3848" y="68813"/>
                  </a:lnTo>
                  <a:lnTo>
                    <a:pt x="5130" y="68813"/>
                  </a:lnTo>
                  <a:lnTo>
                    <a:pt x="6412" y="68813"/>
                  </a:lnTo>
                  <a:lnTo>
                    <a:pt x="7694" y="68813"/>
                  </a:lnTo>
                  <a:lnTo>
                    <a:pt x="8976" y="68813"/>
                  </a:lnTo>
                  <a:lnTo>
                    <a:pt x="10257" y="68813"/>
                  </a:lnTo>
                  <a:lnTo>
                    <a:pt x="11539" y="68813"/>
                  </a:lnTo>
                  <a:lnTo>
                    <a:pt x="12821" y="68813"/>
                  </a:lnTo>
                  <a:lnTo>
                    <a:pt x="14103" y="68813"/>
                  </a:lnTo>
                  <a:lnTo>
                    <a:pt x="15385" y="68813"/>
                  </a:lnTo>
                  <a:lnTo>
                    <a:pt x="16667" y="68813"/>
                  </a:lnTo>
                  <a:lnTo>
                    <a:pt x="17949" y="59351"/>
                  </a:lnTo>
                  <a:lnTo>
                    <a:pt x="19230" y="47309"/>
                  </a:lnTo>
                  <a:lnTo>
                    <a:pt x="20512" y="20644"/>
                  </a:lnTo>
                  <a:lnTo>
                    <a:pt x="21794" y="5161"/>
                  </a:lnTo>
                  <a:lnTo>
                    <a:pt x="23076" y="0"/>
                  </a:lnTo>
                  <a:lnTo>
                    <a:pt x="24358" y="22643"/>
                  </a:lnTo>
                  <a:lnTo>
                    <a:pt x="25640" y="25071"/>
                  </a:lnTo>
                  <a:lnTo>
                    <a:pt x="26921" y="25071"/>
                  </a:lnTo>
                  <a:lnTo>
                    <a:pt x="28203" y="30883"/>
                  </a:lnTo>
                  <a:lnTo>
                    <a:pt x="29485" y="30883"/>
                  </a:lnTo>
                  <a:lnTo>
                    <a:pt x="30767" y="30883"/>
                  </a:lnTo>
                  <a:lnTo>
                    <a:pt x="32049" y="30883"/>
                  </a:lnTo>
                  <a:lnTo>
                    <a:pt x="33331" y="30883"/>
                  </a:lnTo>
                  <a:lnTo>
                    <a:pt x="34613" y="30883"/>
                  </a:lnTo>
                  <a:lnTo>
                    <a:pt x="35894" y="30883"/>
                  </a:lnTo>
                  <a:lnTo>
                    <a:pt x="37176" y="38647"/>
                  </a:lnTo>
                  <a:lnTo>
                    <a:pt x="38458" y="48527"/>
                  </a:lnTo>
                  <a:lnTo>
                    <a:pt x="39649" y="6885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071707" y="2066104"/>
              <a:ext cx="55" cy="185"/>
            </a:xfrm>
            <a:custGeom>
              <a:avLst/>
              <a:pathLst>
                <a:path w="55" h="185">
                  <a:moveTo>
                    <a:pt x="0" y="185"/>
                  </a:moveTo>
                  <a:lnTo>
                    <a:pt x="15" y="0"/>
                  </a:lnTo>
                  <a:lnTo>
                    <a:pt x="55" y="18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102407" y="2065535"/>
              <a:ext cx="310" cy="753"/>
            </a:xfrm>
            <a:custGeom>
              <a:avLst/>
              <a:pathLst>
                <a:path w="310" h="753">
                  <a:moveTo>
                    <a:pt x="0" y="753"/>
                  </a:moveTo>
                  <a:lnTo>
                    <a:pt x="78" y="0"/>
                  </a:lnTo>
                  <a:lnTo>
                    <a:pt x="310" y="75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104143" y="2034215"/>
              <a:ext cx="9688" cy="32073"/>
            </a:xfrm>
            <a:custGeom>
              <a:avLst/>
              <a:pathLst>
                <a:path w="9688" h="32073">
                  <a:moveTo>
                    <a:pt x="0" y="32073"/>
                  </a:moveTo>
                  <a:lnTo>
                    <a:pt x="907" y="23780"/>
                  </a:lnTo>
                  <a:lnTo>
                    <a:pt x="2189" y="8220"/>
                  </a:lnTo>
                  <a:lnTo>
                    <a:pt x="3470" y="6867"/>
                  </a:lnTo>
                  <a:lnTo>
                    <a:pt x="4752" y="0"/>
                  </a:lnTo>
                  <a:lnTo>
                    <a:pt x="6034" y="5193"/>
                  </a:lnTo>
                  <a:lnTo>
                    <a:pt x="7316" y="17685"/>
                  </a:lnTo>
                  <a:lnTo>
                    <a:pt x="8598" y="22335"/>
                  </a:lnTo>
                  <a:lnTo>
                    <a:pt x="9688" y="3207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140938" y="2066251"/>
              <a:ext cx="21798" cy="37"/>
            </a:xfrm>
            <a:custGeom>
              <a:avLst/>
              <a:pathLst>
                <a:path w="21798" h="37">
                  <a:moveTo>
                    <a:pt x="0" y="37"/>
                  </a:moveTo>
                  <a:lnTo>
                    <a:pt x="3" y="0"/>
                  </a:lnTo>
                  <a:lnTo>
                    <a:pt x="1285" y="0"/>
                  </a:lnTo>
                  <a:lnTo>
                    <a:pt x="2567" y="0"/>
                  </a:lnTo>
                  <a:lnTo>
                    <a:pt x="3848" y="0"/>
                  </a:lnTo>
                  <a:lnTo>
                    <a:pt x="5130" y="0"/>
                  </a:lnTo>
                  <a:lnTo>
                    <a:pt x="6412" y="0"/>
                  </a:lnTo>
                  <a:lnTo>
                    <a:pt x="7694" y="0"/>
                  </a:lnTo>
                  <a:lnTo>
                    <a:pt x="8976" y="0"/>
                  </a:lnTo>
                  <a:lnTo>
                    <a:pt x="10258" y="0"/>
                  </a:lnTo>
                  <a:lnTo>
                    <a:pt x="11540" y="0"/>
                  </a:lnTo>
                  <a:lnTo>
                    <a:pt x="12821" y="0"/>
                  </a:lnTo>
                  <a:lnTo>
                    <a:pt x="14103" y="0"/>
                  </a:lnTo>
                  <a:lnTo>
                    <a:pt x="15385" y="0"/>
                  </a:lnTo>
                  <a:lnTo>
                    <a:pt x="16667" y="0"/>
                  </a:lnTo>
                  <a:lnTo>
                    <a:pt x="17949" y="0"/>
                  </a:lnTo>
                  <a:lnTo>
                    <a:pt x="19231" y="0"/>
                  </a:lnTo>
                  <a:lnTo>
                    <a:pt x="20512" y="0"/>
                  </a:lnTo>
                  <a:lnTo>
                    <a:pt x="21794" y="0"/>
                  </a:lnTo>
                  <a:lnTo>
                    <a:pt x="21798" y="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230668" y="2066251"/>
              <a:ext cx="10261" cy="37"/>
            </a:xfrm>
            <a:custGeom>
              <a:avLst/>
              <a:pathLst>
                <a:path w="10261" h="37">
                  <a:moveTo>
                    <a:pt x="0" y="37"/>
                  </a:moveTo>
                  <a:lnTo>
                    <a:pt x="2" y="0"/>
                  </a:lnTo>
                  <a:lnTo>
                    <a:pt x="1284" y="0"/>
                  </a:lnTo>
                  <a:lnTo>
                    <a:pt x="2566" y="0"/>
                  </a:lnTo>
                  <a:lnTo>
                    <a:pt x="3848" y="0"/>
                  </a:lnTo>
                  <a:lnTo>
                    <a:pt x="5129" y="0"/>
                  </a:lnTo>
                  <a:lnTo>
                    <a:pt x="6411" y="0"/>
                  </a:lnTo>
                  <a:lnTo>
                    <a:pt x="7693" y="0"/>
                  </a:lnTo>
                  <a:lnTo>
                    <a:pt x="8975" y="0"/>
                  </a:lnTo>
                  <a:lnTo>
                    <a:pt x="10257" y="0"/>
                  </a:lnTo>
                  <a:lnTo>
                    <a:pt x="10261" y="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263096" y="2006039"/>
              <a:ext cx="34233" cy="60249"/>
            </a:xfrm>
            <a:custGeom>
              <a:avLst/>
              <a:pathLst>
                <a:path w="34233" h="60249">
                  <a:moveTo>
                    <a:pt x="0" y="60249"/>
                  </a:moveTo>
                  <a:lnTo>
                    <a:pt x="902" y="50512"/>
                  </a:lnTo>
                  <a:lnTo>
                    <a:pt x="2184" y="50512"/>
                  </a:lnTo>
                  <a:lnTo>
                    <a:pt x="3466" y="50512"/>
                  </a:lnTo>
                  <a:lnTo>
                    <a:pt x="4748" y="42748"/>
                  </a:lnTo>
                  <a:lnTo>
                    <a:pt x="6029" y="36397"/>
                  </a:lnTo>
                  <a:lnTo>
                    <a:pt x="7311" y="36397"/>
                  </a:lnTo>
                  <a:lnTo>
                    <a:pt x="8593" y="35043"/>
                  </a:lnTo>
                  <a:lnTo>
                    <a:pt x="9875" y="31165"/>
                  </a:lnTo>
                  <a:lnTo>
                    <a:pt x="11157" y="8601"/>
                  </a:lnTo>
                  <a:lnTo>
                    <a:pt x="12439" y="0"/>
                  </a:lnTo>
                  <a:lnTo>
                    <a:pt x="13720" y="8601"/>
                  </a:lnTo>
                  <a:lnTo>
                    <a:pt x="15002" y="8601"/>
                  </a:lnTo>
                  <a:lnTo>
                    <a:pt x="16284" y="15483"/>
                  </a:lnTo>
                  <a:lnTo>
                    <a:pt x="17566" y="25805"/>
                  </a:lnTo>
                  <a:lnTo>
                    <a:pt x="18848" y="25805"/>
                  </a:lnTo>
                  <a:lnTo>
                    <a:pt x="20130" y="25805"/>
                  </a:lnTo>
                  <a:lnTo>
                    <a:pt x="21411" y="25805"/>
                  </a:lnTo>
                  <a:lnTo>
                    <a:pt x="22693" y="25805"/>
                  </a:lnTo>
                  <a:lnTo>
                    <a:pt x="23975" y="35267"/>
                  </a:lnTo>
                  <a:lnTo>
                    <a:pt x="25257" y="43008"/>
                  </a:lnTo>
                  <a:lnTo>
                    <a:pt x="26539" y="43008"/>
                  </a:lnTo>
                  <a:lnTo>
                    <a:pt x="27821" y="43008"/>
                  </a:lnTo>
                  <a:lnTo>
                    <a:pt x="29103" y="43008"/>
                  </a:lnTo>
                  <a:lnTo>
                    <a:pt x="30384" y="43008"/>
                  </a:lnTo>
                  <a:lnTo>
                    <a:pt x="31666" y="55051"/>
                  </a:lnTo>
                  <a:lnTo>
                    <a:pt x="32948" y="60212"/>
                  </a:lnTo>
                  <a:lnTo>
                    <a:pt x="34230" y="60212"/>
                  </a:lnTo>
                  <a:lnTo>
                    <a:pt x="34233" y="602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317879" y="2031844"/>
              <a:ext cx="39727" cy="34444"/>
            </a:xfrm>
            <a:custGeom>
              <a:avLst/>
              <a:pathLst>
                <a:path w="39727" h="34444">
                  <a:moveTo>
                    <a:pt x="0" y="34444"/>
                  </a:moveTo>
                  <a:lnTo>
                    <a:pt x="1238" y="25584"/>
                  </a:lnTo>
                  <a:lnTo>
                    <a:pt x="2520" y="0"/>
                  </a:lnTo>
                  <a:lnTo>
                    <a:pt x="3802" y="0"/>
                  </a:lnTo>
                  <a:lnTo>
                    <a:pt x="5084" y="0"/>
                  </a:lnTo>
                  <a:lnTo>
                    <a:pt x="6366" y="0"/>
                  </a:lnTo>
                  <a:lnTo>
                    <a:pt x="7647" y="0"/>
                  </a:lnTo>
                  <a:lnTo>
                    <a:pt x="8929" y="0"/>
                  </a:lnTo>
                  <a:lnTo>
                    <a:pt x="10211" y="0"/>
                  </a:lnTo>
                  <a:lnTo>
                    <a:pt x="11493" y="0"/>
                  </a:lnTo>
                  <a:lnTo>
                    <a:pt x="12775" y="0"/>
                  </a:lnTo>
                  <a:lnTo>
                    <a:pt x="14057" y="0"/>
                  </a:lnTo>
                  <a:lnTo>
                    <a:pt x="15338" y="0"/>
                  </a:lnTo>
                  <a:lnTo>
                    <a:pt x="16620" y="0"/>
                  </a:lnTo>
                  <a:lnTo>
                    <a:pt x="17902" y="12042"/>
                  </a:lnTo>
                  <a:lnTo>
                    <a:pt x="19184" y="17203"/>
                  </a:lnTo>
                  <a:lnTo>
                    <a:pt x="20466" y="25805"/>
                  </a:lnTo>
                  <a:lnTo>
                    <a:pt x="21748" y="34406"/>
                  </a:lnTo>
                  <a:lnTo>
                    <a:pt x="23030" y="34406"/>
                  </a:lnTo>
                  <a:lnTo>
                    <a:pt x="24311" y="34406"/>
                  </a:lnTo>
                  <a:lnTo>
                    <a:pt x="25593" y="34406"/>
                  </a:lnTo>
                  <a:lnTo>
                    <a:pt x="26875" y="34406"/>
                  </a:lnTo>
                  <a:lnTo>
                    <a:pt x="28157" y="34406"/>
                  </a:lnTo>
                  <a:lnTo>
                    <a:pt x="29439" y="34406"/>
                  </a:lnTo>
                  <a:lnTo>
                    <a:pt x="30721" y="34406"/>
                  </a:lnTo>
                  <a:lnTo>
                    <a:pt x="32002" y="34406"/>
                  </a:lnTo>
                  <a:lnTo>
                    <a:pt x="33284" y="34406"/>
                  </a:lnTo>
                  <a:lnTo>
                    <a:pt x="34566" y="34406"/>
                  </a:lnTo>
                  <a:lnTo>
                    <a:pt x="35848" y="34406"/>
                  </a:lnTo>
                  <a:lnTo>
                    <a:pt x="37130" y="34406"/>
                  </a:lnTo>
                  <a:lnTo>
                    <a:pt x="38412" y="34406"/>
                  </a:lnTo>
                  <a:lnTo>
                    <a:pt x="39694" y="34406"/>
                  </a:lnTo>
                  <a:lnTo>
                    <a:pt x="39727" y="3444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359058" y="2056551"/>
              <a:ext cx="9859" cy="9737"/>
            </a:xfrm>
            <a:custGeom>
              <a:avLst/>
              <a:pathLst>
                <a:path w="9859" h="9737">
                  <a:moveTo>
                    <a:pt x="0" y="9737"/>
                  </a:moveTo>
                  <a:lnTo>
                    <a:pt x="1078" y="2363"/>
                  </a:lnTo>
                  <a:lnTo>
                    <a:pt x="2360" y="0"/>
                  </a:lnTo>
                  <a:lnTo>
                    <a:pt x="3642" y="0"/>
                  </a:lnTo>
                  <a:lnTo>
                    <a:pt x="4924" y="0"/>
                  </a:lnTo>
                  <a:lnTo>
                    <a:pt x="6206" y="0"/>
                  </a:lnTo>
                  <a:lnTo>
                    <a:pt x="7487" y="0"/>
                  </a:lnTo>
                  <a:lnTo>
                    <a:pt x="8769" y="0"/>
                  </a:lnTo>
                  <a:lnTo>
                    <a:pt x="9859" y="97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395958" y="2035285"/>
              <a:ext cx="3413" cy="31004"/>
            </a:xfrm>
            <a:custGeom>
              <a:avLst/>
              <a:pathLst>
                <a:path w="3413" h="31004">
                  <a:moveTo>
                    <a:pt x="0" y="31004"/>
                  </a:moveTo>
                  <a:lnTo>
                    <a:pt x="70" y="30163"/>
                  </a:lnTo>
                  <a:lnTo>
                    <a:pt x="1352" y="0"/>
                  </a:lnTo>
                  <a:lnTo>
                    <a:pt x="2634" y="24218"/>
                  </a:lnTo>
                  <a:lnTo>
                    <a:pt x="3413" y="3100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503175" y="2061063"/>
              <a:ext cx="12998" cy="5225"/>
            </a:xfrm>
            <a:custGeom>
              <a:avLst/>
              <a:pathLst>
                <a:path w="12998" h="5225">
                  <a:moveTo>
                    <a:pt x="0" y="5225"/>
                  </a:moveTo>
                  <a:lnTo>
                    <a:pt x="528" y="2713"/>
                  </a:lnTo>
                  <a:lnTo>
                    <a:pt x="1809" y="2713"/>
                  </a:lnTo>
                  <a:lnTo>
                    <a:pt x="3091" y="2713"/>
                  </a:lnTo>
                  <a:lnTo>
                    <a:pt x="4373" y="2713"/>
                  </a:lnTo>
                  <a:lnTo>
                    <a:pt x="5655" y="2713"/>
                  </a:lnTo>
                  <a:lnTo>
                    <a:pt x="6937" y="2713"/>
                  </a:lnTo>
                  <a:lnTo>
                    <a:pt x="8219" y="225"/>
                  </a:lnTo>
                  <a:lnTo>
                    <a:pt x="9500" y="4951"/>
                  </a:lnTo>
                  <a:lnTo>
                    <a:pt x="10782" y="3749"/>
                  </a:lnTo>
                  <a:lnTo>
                    <a:pt x="12064" y="0"/>
                  </a:lnTo>
                  <a:lnTo>
                    <a:pt x="12998" y="522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516877" y="2061208"/>
              <a:ext cx="1434" cy="5080"/>
            </a:xfrm>
            <a:custGeom>
              <a:avLst/>
              <a:pathLst>
                <a:path w="1434" h="5080">
                  <a:moveTo>
                    <a:pt x="0" y="5080"/>
                  </a:moveTo>
                  <a:lnTo>
                    <a:pt x="926" y="0"/>
                  </a:lnTo>
                  <a:lnTo>
                    <a:pt x="1434" y="508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539309" y="2042817"/>
              <a:ext cx="47717" cy="23471"/>
            </a:xfrm>
            <a:custGeom>
              <a:avLst/>
              <a:pathLst>
                <a:path w="47717" h="23471">
                  <a:moveTo>
                    <a:pt x="0" y="23471"/>
                  </a:moveTo>
                  <a:lnTo>
                    <a:pt x="285" y="20959"/>
                  </a:lnTo>
                  <a:lnTo>
                    <a:pt x="1567" y="20959"/>
                  </a:lnTo>
                  <a:lnTo>
                    <a:pt x="2849" y="7456"/>
                  </a:lnTo>
                  <a:lnTo>
                    <a:pt x="4131" y="7456"/>
                  </a:lnTo>
                  <a:lnTo>
                    <a:pt x="5413" y="0"/>
                  </a:lnTo>
                  <a:lnTo>
                    <a:pt x="6695" y="0"/>
                  </a:lnTo>
                  <a:lnTo>
                    <a:pt x="7976" y="0"/>
                  </a:lnTo>
                  <a:lnTo>
                    <a:pt x="9258" y="4680"/>
                  </a:lnTo>
                  <a:lnTo>
                    <a:pt x="10540" y="6131"/>
                  </a:lnTo>
                  <a:lnTo>
                    <a:pt x="11822" y="9604"/>
                  </a:lnTo>
                  <a:lnTo>
                    <a:pt x="13104" y="15178"/>
                  </a:lnTo>
                  <a:lnTo>
                    <a:pt x="14386" y="12322"/>
                  </a:lnTo>
                  <a:lnTo>
                    <a:pt x="15667" y="9083"/>
                  </a:lnTo>
                  <a:lnTo>
                    <a:pt x="16949" y="19658"/>
                  </a:lnTo>
                  <a:lnTo>
                    <a:pt x="18231" y="18272"/>
                  </a:lnTo>
                  <a:lnTo>
                    <a:pt x="19513" y="23433"/>
                  </a:lnTo>
                  <a:lnTo>
                    <a:pt x="20795" y="23433"/>
                  </a:lnTo>
                  <a:lnTo>
                    <a:pt x="22077" y="23433"/>
                  </a:lnTo>
                  <a:lnTo>
                    <a:pt x="23358" y="23433"/>
                  </a:lnTo>
                  <a:lnTo>
                    <a:pt x="24640" y="23433"/>
                  </a:lnTo>
                  <a:lnTo>
                    <a:pt x="25922" y="23433"/>
                  </a:lnTo>
                  <a:lnTo>
                    <a:pt x="27204" y="23433"/>
                  </a:lnTo>
                  <a:lnTo>
                    <a:pt x="28486" y="23433"/>
                  </a:lnTo>
                  <a:lnTo>
                    <a:pt x="29768" y="23433"/>
                  </a:lnTo>
                  <a:lnTo>
                    <a:pt x="31050" y="23433"/>
                  </a:lnTo>
                  <a:lnTo>
                    <a:pt x="32331" y="23433"/>
                  </a:lnTo>
                  <a:lnTo>
                    <a:pt x="33613" y="23433"/>
                  </a:lnTo>
                  <a:lnTo>
                    <a:pt x="34895" y="23433"/>
                  </a:lnTo>
                  <a:lnTo>
                    <a:pt x="36177" y="23433"/>
                  </a:lnTo>
                  <a:lnTo>
                    <a:pt x="37459" y="23433"/>
                  </a:lnTo>
                  <a:lnTo>
                    <a:pt x="38741" y="23433"/>
                  </a:lnTo>
                  <a:lnTo>
                    <a:pt x="40022" y="23433"/>
                  </a:lnTo>
                  <a:lnTo>
                    <a:pt x="41304" y="23433"/>
                  </a:lnTo>
                  <a:lnTo>
                    <a:pt x="42586" y="23433"/>
                  </a:lnTo>
                  <a:lnTo>
                    <a:pt x="43868" y="23433"/>
                  </a:lnTo>
                  <a:lnTo>
                    <a:pt x="45150" y="23433"/>
                  </a:lnTo>
                  <a:lnTo>
                    <a:pt x="46432" y="23433"/>
                  </a:lnTo>
                  <a:lnTo>
                    <a:pt x="47714" y="23433"/>
                  </a:lnTo>
                  <a:lnTo>
                    <a:pt x="47717" y="2347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613938" y="2066251"/>
              <a:ext cx="1288" cy="37"/>
            </a:xfrm>
            <a:custGeom>
              <a:avLst/>
              <a:pathLst>
                <a:path w="1288" h="37">
                  <a:moveTo>
                    <a:pt x="0" y="37"/>
                  </a:moveTo>
                  <a:lnTo>
                    <a:pt x="3" y="0"/>
                  </a:lnTo>
                  <a:lnTo>
                    <a:pt x="1285" y="0"/>
                  </a:lnTo>
                  <a:lnTo>
                    <a:pt x="1288" y="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720714" y="2031844"/>
              <a:ext cx="23978" cy="34444"/>
            </a:xfrm>
            <a:custGeom>
              <a:avLst/>
              <a:pathLst>
                <a:path w="23978" h="34444">
                  <a:moveTo>
                    <a:pt x="0" y="34444"/>
                  </a:moveTo>
                  <a:lnTo>
                    <a:pt x="902" y="24707"/>
                  </a:lnTo>
                  <a:lnTo>
                    <a:pt x="2184" y="18114"/>
                  </a:lnTo>
                  <a:lnTo>
                    <a:pt x="3466" y="0"/>
                  </a:lnTo>
                  <a:lnTo>
                    <a:pt x="4748" y="0"/>
                  </a:lnTo>
                  <a:lnTo>
                    <a:pt x="6029" y="0"/>
                  </a:lnTo>
                  <a:lnTo>
                    <a:pt x="7311" y="0"/>
                  </a:lnTo>
                  <a:lnTo>
                    <a:pt x="8593" y="0"/>
                  </a:lnTo>
                  <a:lnTo>
                    <a:pt x="9875" y="0"/>
                  </a:lnTo>
                  <a:lnTo>
                    <a:pt x="11157" y="0"/>
                  </a:lnTo>
                  <a:lnTo>
                    <a:pt x="12439" y="0"/>
                  </a:lnTo>
                  <a:lnTo>
                    <a:pt x="13720" y="0"/>
                  </a:lnTo>
                  <a:lnTo>
                    <a:pt x="15002" y="0"/>
                  </a:lnTo>
                  <a:lnTo>
                    <a:pt x="16284" y="13762"/>
                  </a:lnTo>
                  <a:lnTo>
                    <a:pt x="17566" y="19783"/>
                  </a:lnTo>
                  <a:lnTo>
                    <a:pt x="18848" y="34406"/>
                  </a:lnTo>
                  <a:lnTo>
                    <a:pt x="20130" y="34406"/>
                  </a:lnTo>
                  <a:lnTo>
                    <a:pt x="21411" y="34406"/>
                  </a:lnTo>
                  <a:lnTo>
                    <a:pt x="22693" y="34406"/>
                  </a:lnTo>
                  <a:lnTo>
                    <a:pt x="23975" y="34406"/>
                  </a:lnTo>
                  <a:lnTo>
                    <a:pt x="23978" y="3444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8748113" y="2062197"/>
              <a:ext cx="1063" cy="4091"/>
            </a:xfrm>
            <a:custGeom>
              <a:avLst/>
              <a:pathLst>
                <a:path w="1063" h="4091">
                  <a:moveTo>
                    <a:pt x="0" y="4091"/>
                  </a:moveTo>
                  <a:lnTo>
                    <a:pt x="422" y="0"/>
                  </a:lnTo>
                  <a:lnTo>
                    <a:pt x="1063" y="40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798931" y="2031844"/>
              <a:ext cx="41727" cy="34444"/>
            </a:xfrm>
            <a:custGeom>
              <a:avLst/>
              <a:pathLst>
                <a:path w="41727" h="34444">
                  <a:moveTo>
                    <a:pt x="0" y="34444"/>
                  </a:moveTo>
                  <a:lnTo>
                    <a:pt x="878" y="26986"/>
                  </a:lnTo>
                  <a:lnTo>
                    <a:pt x="2160" y="26151"/>
                  </a:lnTo>
                  <a:lnTo>
                    <a:pt x="3442" y="26151"/>
                  </a:lnTo>
                  <a:lnTo>
                    <a:pt x="4723" y="10591"/>
                  </a:lnTo>
                  <a:lnTo>
                    <a:pt x="6005" y="9180"/>
                  </a:lnTo>
                  <a:lnTo>
                    <a:pt x="7287" y="13765"/>
                  </a:lnTo>
                  <a:lnTo>
                    <a:pt x="8569" y="6833"/>
                  </a:lnTo>
                  <a:lnTo>
                    <a:pt x="9851" y="5170"/>
                  </a:lnTo>
                  <a:lnTo>
                    <a:pt x="11133" y="4616"/>
                  </a:lnTo>
                  <a:lnTo>
                    <a:pt x="12415" y="8259"/>
                  </a:lnTo>
                  <a:lnTo>
                    <a:pt x="13696" y="15999"/>
                  </a:lnTo>
                  <a:lnTo>
                    <a:pt x="14978" y="15999"/>
                  </a:lnTo>
                  <a:lnTo>
                    <a:pt x="16260" y="18763"/>
                  </a:lnTo>
                  <a:lnTo>
                    <a:pt x="17542" y="27056"/>
                  </a:lnTo>
                  <a:lnTo>
                    <a:pt x="18824" y="26503"/>
                  </a:lnTo>
                  <a:lnTo>
                    <a:pt x="20106" y="15999"/>
                  </a:lnTo>
                  <a:lnTo>
                    <a:pt x="21387" y="15999"/>
                  </a:lnTo>
                  <a:lnTo>
                    <a:pt x="22669" y="15999"/>
                  </a:lnTo>
                  <a:lnTo>
                    <a:pt x="23951" y="15999"/>
                  </a:lnTo>
                  <a:lnTo>
                    <a:pt x="25233" y="17105"/>
                  </a:lnTo>
                  <a:lnTo>
                    <a:pt x="26515" y="13765"/>
                  </a:lnTo>
                  <a:lnTo>
                    <a:pt x="27797" y="17117"/>
                  </a:lnTo>
                  <a:lnTo>
                    <a:pt x="29079" y="29609"/>
                  </a:lnTo>
                  <a:lnTo>
                    <a:pt x="30360" y="17399"/>
                  </a:lnTo>
                  <a:lnTo>
                    <a:pt x="31642" y="0"/>
                  </a:lnTo>
                  <a:lnTo>
                    <a:pt x="32924" y="0"/>
                  </a:lnTo>
                  <a:lnTo>
                    <a:pt x="34206" y="0"/>
                  </a:lnTo>
                  <a:lnTo>
                    <a:pt x="35488" y="0"/>
                  </a:lnTo>
                  <a:lnTo>
                    <a:pt x="36770" y="0"/>
                  </a:lnTo>
                  <a:lnTo>
                    <a:pt x="38051" y="860"/>
                  </a:lnTo>
                  <a:lnTo>
                    <a:pt x="39333" y="17203"/>
                  </a:lnTo>
                  <a:lnTo>
                    <a:pt x="40615" y="32428"/>
                  </a:lnTo>
                  <a:lnTo>
                    <a:pt x="41727" y="3444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8863061" y="2041083"/>
              <a:ext cx="15960" cy="25206"/>
            </a:xfrm>
            <a:custGeom>
              <a:avLst/>
              <a:pathLst>
                <a:path w="15960" h="25206">
                  <a:moveTo>
                    <a:pt x="0" y="25206"/>
                  </a:moveTo>
                  <a:lnTo>
                    <a:pt x="840" y="16879"/>
                  </a:lnTo>
                  <a:lnTo>
                    <a:pt x="2121" y="7705"/>
                  </a:lnTo>
                  <a:lnTo>
                    <a:pt x="3403" y="1353"/>
                  </a:lnTo>
                  <a:lnTo>
                    <a:pt x="4685" y="0"/>
                  </a:lnTo>
                  <a:lnTo>
                    <a:pt x="5967" y="1353"/>
                  </a:lnTo>
                  <a:lnTo>
                    <a:pt x="7249" y="13552"/>
                  </a:lnTo>
                  <a:lnTo>
                    <a:pt x="8531" y="9116"/>
                  </a:lnTo>
                  <a:lnTo>
                    <a:pt x="9813" y="1353"/>
                  </a:lnTo>
                  <a:lnTo>
                    <a:pt x="11094" y="1353"/>
                  </a:lnTo>
                  <a:lnTo>
                    <a:pt x="12376" y="1353"/>
                  </a:lnTo>
                  <a:lnTo>
                    <a:pt x="13658" y="13445"/>
                  </a:lnTo>
                  <a:lnTo>
                    <a:pt x="14940" y="16159"/>
                  </a:lnTo>
                  <a:lnTo>
                    <a:pt x="15960" y="2520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8900828" y="2049815"/>
              <a:ext cx="10168" cy="16473"/>
            </a:xfrm>
            <a:custGeom>
              <a:avLst/>
              <a:pathLst>
                <a:path w="10168" h="16473">
                  <a:moveTo>
                    <a:pt x="0" y="16473"/>
                  </a:moveTo>
                  <a:lnTo>
                    <a:pt x="247" y="12024"/>
                  </a:lnTo>
                  <a:lnTo>
                    <a:pt x="1528" y="458"/>
                  </a:lnTo>
                  <a:lnTo>
                    <a:pt x="2810" y="458"/>
                  </a:lnTo>
                  <a:lnTo>
                    <a:pt x="4092" y="458"/>
                  </a:lnTo>
                  <a:lnTo>
                    <a:pt x="5374" y="458"/>
                  </a:lnTo>
                  <a:lnTo>
                    <a:pt x="6656" y="0"/>
                  </a:lnTo>
                  <a:lnTo>
                    <a:pt x="7938" y="0"/>
                  </a:lnTo>
                  <a:lnTo>
                    <a:pt x="9220" y="5959"/>
                  </a:lnTo>
                  <a:lnTo>
                    <a:pt x="10168" y="1647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930993" y="2009657"/>
              <a:ext cx="20058" cy="56631"/>
            </a:xfrm>
            <a:custGeom>
              <a:avLst/>
              <a:pathLst>
                <a:path w="20058" h="56631">
                  <a:moveTo>
                    <a:pt x="0" y="56631"/>
                  </a:moveTo>
                  <a:lnTo>
                    <a:pt x="845" y="43367"/>
                  </a:lnTo>
                  <a:lnTo>
                    <a:pt x="2127" y="33160"/>
                  </a:lnTo>
                  <a:lnTo>
                    <a:pt x="3409" y="28020"/>
                  </a:lnTo>
                  <a:lnTo>
                    <a:pt x="4691" y="35773"/>
                  </a:lnTo>
                  <a:lnTo>
                    <a:pt x="5973" y="27129"/>
                  </a:lnTo>
                  <a:lnTo>
                    <a:pt x="7255" y="22370"/>
                  </a:lnTo>
                  <a:lnTo>
                    <a:pt x="8536" y="15719"/>
                  </a:lnTo>
                  <a:lnTo>
                    <a:pt x="9818" y="15719"/>
                  </a:lnTo>
                  <a:lnTo>
                    <a:pt x="11100" y="0"/>
                  </a:lnTo>
                  <a:lnTo>
                    <a:pt x="12382" y="0"/>
                  </a:lnTo>
                  <a:lnTo>
                    <a:pt x="13664" y="4302"/>
                  </a:lnTo>
                  <a:lnTo>
                    <a:pt x="14946" y="12293"/>
                  </a:lnTo>
                  <a:lnTo>
                    <a:pt x="16227" y="25816"/>
                  </a:lnTo>
                  <a:lnTo>
                    <a:pt x="17509" y="48339"/>
                  </a:lnTo>
                  <a:lnTo>
                    <a:pt x="18791" y="44777"/>
                  </a:lnTo>
                  <a:lnTo>
                    <a:pt x="20058" y="5663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958748" y="2066251"/>
              <a:ext cx="17959" cy="37"/>
            </a:xfrm>
            <a:custGeom>
              <a:avLst/>
              <a:pathLst>
                <a:path w="17959" h="37">
                  <a:moveTo>
                    <a:pt x="0" y="37"/>
                  </a:moveTo>
                  <a:lnTo>
                    <a:pt x="10" y="0"/>
                  </a:lnTo>
                  <a:lnTo>
                    <a:pt x="1292" y="0"/>
                  </a:lnTo>
                  <a:lnTo>
                    <a:pt x="2574" y="0"/>
                  </a:lnTo>
                  <a:lnTo>
                    <a:pt x="3856" y="0"/>
                  </a:lnTo>
                  <a:lnTo>
                    <a:pt x="5137" y="0"/>
                  </a:lnTo>
                  <a:lnTo>
                    <a:pt x="6419" y="0"/>
                  </a:lnTo>
                  <a:lnTo>
                    <a:pt x="7701" y="0"/>
                  </a:lnTo>
                  <a:lnTo>
                    <a:pt x="8983" y="0"/>
                  </a:lnTo>
                  <a:lnTo>
                    <a:pt x="10265" y="0"/>
                  </a:lnTo>
                  <a:lnTo>
                    <a:pt x="11547" y="0"/>
                  </a:lnTo>
                  <a:lnTo>
                    <a:pt x="12828" y="0"/>
                  </a:lnTo>
                  <a:lnTo>
                    <a:pt x="14110" y="0"/>
                  </a:lnTo>
                  <a:lnTo>
                    <a:pt x="15392" y="0"/>
                  </a:lnTo>
                  <a:lnTo>
                    <a:pt x="16674" y="0"/>
                  </a:lnTo>
                  <a:lnTo>
                    <a:pt x="17956" y="0"/>
                  </a:lnTo>
                  <a:lnTo>
                    <a:pt x="17959" y="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997210" y="2066251"/>
              <a:ext cx="1285" cy="37"/>
            </a:xfrm>
            <a:custGeom>
              <a:avLst/>
              <a:pathLst>
                <a:path w="1285" h="37">
                  <a:moveTo>
                    <a:pt x="0" y="37"/>
                  </a:moveTo>
                  <a:lnTo>
                    <a:pt x="3" y="0"/>
                  </a:lnTo>
                  <a:lnTo>
                    <a:pt x="1285" y="0"/>
                  </a:lnTo>
                  <a:lnTo>
                    <a:pt x="1285" y="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22670" y="1153009"/>
              <a:ext cx="8375825" cy="913279"/>
            </a:xfrm>
            <a:custGeom>
              <a:avLst/>
              <a:pathLst>
                <a:path w="8375825" h="913279">
                  <a:moveTo>
                    <a:pt x="0" y="808186"/>
                  </a:moveTo>
                  <a:lnTo>
                    <a:pt x="256" y="830669"/>
                  </a:lnTo>
                  <a:lnTo>
                    <a:pt x="1538" y="832060"/>
                  </a:lnTo>
                  <a:lnTo>
                    <a:pt x="2820" y="832675"/>
                  </a:lnTo>
                  <a:lnTo>
                    <a:pt x="4101" y="844354"/>
                  </a:lnTo>
                  <a:lnTo>
                    <a:pt x="5383" y="845583"/>
                  </a:lnTo>
                  <a:lnTo>
                    <a:pt x="6665" y="863408"/>
                  </a:lnTo>
                  <a:lnTo>
                    <a:pt x="7947" y="868940"/>
                  </a:lnTo>
                  <a:lnTo>
                    <a:pt x="9229" y="880005"/>
                  </a:lnTo>
                  <a:lnTo>
                    <a:pt x="10511" y="884922"/>
                  </a:lnTo>
                  <a:lnTo>
                    <a:pt x="11792" y="891683"/>
                  </a:lnTo>
                  <a:lnTo>
                    <a:pt x="13074" y="897215"/>
                  </a:lnTo>
                  <a:lnTo>
                    <a:pt x="14356" y="904986"/>
                  </a:lnTo>
                  <a:lnTo>
                    <a:pt x="15638" y="904986"/>
                  </a:lnTo>
                  <a:lnTo>
                    <a:pt x="16920" y="906844"/>
                  </a:lnTo>
                  <a:lnTo>
                    <a:pt x="18202" y="912010"/>
                  </a:lnTo>
                  <a:lnTo>
                    <a:pt x="19484" y="911695"/>
                  </a:lnTo>
                  <a:lnTo>
                    <a:pt x="20765" y="878834"/>
                  </a:lnTo>
                  <a:lnTo>
                    <a:pt x="22047" y="871093"/>
                  </a:lnTo>
                  <a:lnTo>
                    <a:pt x="23329" y="861631"/>
                  </a:lnTo>
                  <a:lnTo>
                    <a:pt x="24611" y="859050"/>
                  </a:lnTo>
                  <a:lnTo>
                    <a:pt x="25893" y="844427"/>
                  </a:lnTo>
                  <a:lnTo>
                    <a:pt x="27175" y="844427"/>
                  </a:lnTo>
                  <a:lnTo>
                    <a:pt x="28456" y="844427"/>
                  </a:lnTo>
                  <a:lnTo>
                    <a:pt x="29738" y="856470"/>
                  </a:lnTo>
                  <a:lnTo>
                    <a:pt x="31020" y="884195"/>
                  </a:lnTo>
                  <a:lnTo>
                    <a:pt x="32302" y="888073"/>
                  </a:lnTo>
                  <a:lnTo>
                    <a:pt x="33584" y="889426"/>
                  </a:lnTo>
                  <a:lnTo>
                    <a:pt x="34866" y="889426"/>
                  </a:lnTo>
                  <a:lnTo>
                    <a:pt x="36148" y="878134"/>
                  </a:lnTo>
                  <a:lnTo>
                    <a:pt x="37429" y="875311"/>
                  </a:lnTo>
                  <a:lnTo>
                    <a:pt x="38711" y="876017"/>
                  </a:lnTo>
                  <a:lnTo>
                    <a:pt x="39993" y="889426"/>
                  </a:lnTo>
                  <a:lnTo>
                    <a:pt x="41275" y="895778"/>
                  </a:lnTo>
                  <a:lnTo>
                    <a:pt x="42557" y="903541"/>
                  </a:lnTo>
                  <a:lnTo>
                    <a:pt x="43839" y="905659"/>
                  </a:lnTo>
                  <a:lnTo>
                    <a:pt x="45120" y="913279"/>
                  </a:lnTo>
                  <a:lnTo>
                    <a:pt x="46402" y="913279"/>
                  </a:lnTo>
                  <a:lnTo>
                    <a:pt x="47684" y="913279"/>
                  </a:lnTo>
                  <a:lnTo>
                    <a:pt x="48966" y="913279"/>
                  </a:lnTo>
                  <a:lnTo>
                    <a:pt x="50248" y="913279"/>
                  </a:lnTo>
                  <a:lnTo>
                    <a:pt x="51530" y="913279"/>
                  </a:lnTo>
                  <a:lnTo>
                    <a:pt x="52811" y="908482"/>
                  </a:lnTo>
                  <a:lnTo>
                    <a:pt x="54093" y="903541"/>
                  </a:lnTo>
                  <a:lnTo>
                    <a:pt x="55375" y="902836"/>
                  </a:lnTo>
                  <a:lnTo>
                    <a:pt x="56657" y="889426"/>
                  </a:lnTo>
                  <a:lnTo>
                    <a:pt x="57939" y="889426"/>
                  </a:lnTo>
                  <a:lnTo>
                    <a:pt x="59221" y="889426"/>
                  </a:lnTo>
                  <a:lnTo>
                    <a:pt x="60503" y="889426"/>
                  </a:lnTo>
                  <a:lnTo>
                    <a:pt x="61784" y="889426"/>
                  </a:lnTo>
                  <a:lnTo>
                    <a:pt x="63066" y="889426"/>
                  </a:lnTo>
                  <a:lnTo>
                    <a:pt x="64348" y="868959"/>
                  </a:lnTo>
                  <a:lnTo>
                    <a:pt x="65630" y="861196"/>
                  </a:lnTo>
                  <a:lnTo>
                    <a:pt x="66912" y="861196"/>
                  </a:lnTo>
                  <a:lnTo>
                    <a:pt x="68194" y="859542"/>
                  </a:lnTo>
                  <a:lnTo>
                    <a:pt x="69475" y="854802"/>
                  </a:lnTo>
                  <a:lnTo>
                    <a:pt x="70757" y="852996"/>
                  </a:lnTo>
                  <a:lnTo>
                    <a:pt x="72039" y="838406"/>
                  </a:lnTo>
                  <a:lnTo>
                    <a:pt x="73321" y="844427"/>
                  </a:lnTo>
                  <a:lnTo>
                    <a:pt x="74603" y="830665"/>
                  </a:lnTo>
                  <a:lnTo>
                    <a:pt x="75885" y="845137"/>
                  </a:lnTo>
                  <a:lnTo>
                    <a:pt x="77167" y="840106"/>
                  </a:lnTo>
                  <a:lnTo>
                    <a:pt x="78448" y="845277"/>
                  </a:lnTo>
                  <a:lnTo>
                    <a:pt x="79730" y="847081"/>
                  </a:lnTo>
                  <a:lnTo>
                    <a:pt x="81012" y="847081"/>
                  </a:lnTo>
                  <a:lnTo>
                    <a:pt x="82294" y="847081"/>
                  </a:lnTo>
                  <a:lnTo>
                    <a:pt x="83576" y="859079"/>
                  </a:lnTo>
                  <a:lnTo>
                    <a:pt x="84858" y="861196"/>
                  </a:lnTo>
                  <a:lnTo>
                    <a:pt x="86139" y="880214"/>
                  </a:lnTo>
                  <a:lnTo>
                    <a:pt x="87421" y="880214"/>
                  </a:lnTo>
                  <a:lnTo>
                    <a:pt x="88703" y="881234"/>
                  </a:lnTo>
                  <a:lnTo>
                    <a:pt x="89985" y="881234"/>
                  </a:lnTo>
                  <a:lnTo>
                    <a:pt x="91267" y="881234"/>
                  </a:lnTo>
                  <a:lnTo>
                    <a:pt x="92549" y="881234"/>
                  </a:lnTo>
                  <a:lnTo>
                    <a:pt x="93830" y="901518"/>
                  </a:lnTo>
                  <a:lnTo>
                    <a:pt x="95112" y="913279"/>
                  </a:lnTo>
                  <a:lnTo>
                    <a:pt x="96394" y="913279"/>
                  </a:lnTo>
                  <a:lnTo>
                    <a:pt x="97676" y="913279"/>
                  </a:lnTo>
                  <a:lnTo>
                    <a:pt x="98958" y="913279"/>
                  </a:lnTo>
                  <a:lnTo>
                    <a:pt x="100240" y="913279"/>
                  </a:lnTo>
                  <a:lnTo>
                    <a:pt x="101522" y="913279"/>
                  </a:lnTo>
                  <a:lnTo>
                    <a:pt x="102803" y="913279"/>
                  </a:lnTo>
                  <a:lnTo>
                    <a:pt x="104085" y="913279"/>
                  </a:lnTo>
                  <a:lnTo>
                    <a:pt x="105367" y="913279"/>
                  </a:lnTo>
                  <a:lnTo>
                    <a:pt x="106649" y="913279"/>
                  </a:lnTo>
                  <a:lnTo>
                    <a:pt x="107931" y="913279"/>
                  </a:lnTo>
                  <a:lnTo>
                    <a:pt x="109213" y="913279"/>
                  </a:lnTo>
                  <a:lnTo>
                    <a:pt x="110494" y="913279"/>
                  </a:lnTo>
                  <a:lnTo>
                    <a:pt x="111776" y="913279"/>
                  </a:lnTo>
                  <a:lnTo>
                    <a:pt x="113058" y="913279"/>
                  </a:lnTo>
                  <a:lnTo>
                    <a:pt x="114340" y="913279"/>
                  </a:lnTo>
                  <a:lnTo>
                    <a:pt x="115622" y="913279"/>
                  </a:lnTo>
                  <a:lnTo>
                    <a:pt x="116904" y="913279"/>
                  </a:lnTo>
                  <a:lnTo>
                    <a:pt x="118186" y="913279"/>
                  </a:lnTo>
                  <a:lnTo>
                    <a:pt x="119467" y="913279"/>
                  </a:lnTo>
                  <a:lnTo>
                    <a:pt x="120749" y="913279"/>
                  </a:lnTo>
                  <a:lnTo>
                    <a:pt x="122031" y="913279"/>
                  </a:lnTo>
                  <a:lnTo>
                    <a:pt x="123313" y="913279"/>
                  </a:lnTo>
                  <a:lnTo>
                    <a:pt x="124595" y="913279"/>
                  </a:lnTo>
                  <a:lnTo>
                    <a:pt x="125877" y="913279"/>
                  </a:lnTo>
                  <a:lnTo>
                    <a:pt x="127158" y="913241"/>
                  </a:lnTo>
                  <a:lnTo>
                    <a:pt x="128440" y="913241"/>
                  </a:lnTo>
                  <a:lnTo>
                    <a:pt x="129722" y="913241"/>
                  </a:lnTo>
                  <a:lnTo>
                    <a:pt x="131004" y="913241"/>
                  </a:lnTo>
                  <a:lnTo>
                    <a:pt x="132286" y="913241"/>
                  </a:lnTo>
                  <a:lnTo>
                    <a:pt x="133568" y="907220"/>
                  </a:lnTo>
                  <a:lnTo>
                    <a:pt x="134849" y="891737"/>
                  </a:lnTo>
                  <a:lnTo>
                    <a:pt x="136131" y="878834"/>
                  </a:lnTo>
                  <a:lnTo>
                    <a:pt x="137413" y="878834"/>
                  </a:lnTo>
                  <a:lnTo>
                    <a:pt x="138695" y="878834"/>
                  </a:lnTo>
                  <a:lnTo>
                    <a:pt x="139977" y="878834"/>
                  </a:lnTo>
                  <a:lnTo>
                    <a:pt x="141259" y="878834"/>
                  </a:lnTo>
                  <a:lnTo>
                    <a:pt x="142541" y="878834"/>
                  </a:lnTo>
                  <a:lnTo>
                    <a:pt x="143822" y="878834"/>
                  </a:lnTo>
                  <a:lnTo>
                    <a:pt x="145104" y="878834"/>
                  </a:lnTo>
                  <a:lnTo>
                    <a:pt x="146386" y="878834"/>
                  </a:lnTo>
                  <a:lnTo>
                    <a:pt x="147668" y="878834"/>
                  </a:lnTo>
                  <a:lnTo>
                    <a:pt x="148950" y="878834"/>
                  </a:lnTo>
                  <a:lnTo>
                    <a:pt x="150232" y="878834"/>
                  </a:lnTo>
                  <a:lnTo>
                    <a:pt x="151513" y="878834"/>
                  </a:lnTo>
                  <a:lnTo>
                    <a:pt x="152795" y="884855"/>
                  </a:lnTo>
                  <a:lnTo>
                    <a:pt x="154077" y="900339"/>
                  </a:lnTo>
                  <a:lnTo>
                    <a:pt x="155359" y="913241"/>
                  </a:lnTo>
                  <a:lnTo>
                    <a:pt x="156641" y="913241"/>
                  </a:lnTo>
                  <a:lnTo>
                    <a:pt x="157923" y="913241"/>
                  </a:lnTo>
                  <a:lnTo>
                    <a:pt x="159205" y="913241"/>
                  </a:lnTo>
                  <a:lnTo>
                    <a:pt x="160486" y="913241"/>
                  </a:lnTo>
                  <a:lnTo>
                    <a:pt x="161768" y="913241"/>
                  </a:lnTo>
                  <a:lnTo>
                    <a:pt x="163050" y="913241"/>
                  </a:lnTo>
                  <a:lnTo>
                    <a:pt x="164332" y="913241"/>
                  </a:lnTo>
                  <a:lnTo>
                    <a:pt x="165614" y="913241"/>
                  </a:lnTo>
                  <a:lnTo>
                    <a:pt x="166896" y="913241"/>
                  </a:lnTo>
                  <a:lnTo>
                    <a:pt x="168177" y="913241"/>
                  </a:lnTo>
                  <a:lnTo>
                    <a:pt x="169459" y="913241"/>
                  </a:lnTo>
                  <a:lnTo>
                    <a:pt x="170741" y="913241"/>
                  </a:lnTo>
                  <a:lnTo>
                    <a:pt x="172023" y="913241"/>
                  </a:lnTo>
                  <a:lnTo>
                    <a:pt x="173305" y="913241"/>
                  </a:lnTo>
                  <a:lnTo>
                    <a:pt x="174587" y="913279"/>
                  </a:lnTo>
                  <a:lnTo>
                    <a:pt x="175869" y="913279"/>
                  </a:lnTo>
                  <a:lnTo>
                    <a:pt x="177150" y="913279"/>
                  </a:lnTo>
                  <a:lnTo>
                    <a:pt x="178432" y="913279"/>
                  </a:lnTo>
                  <a:lnTo>
                    <a:pt x="179714" y="913279"/>
                  </a:lnTo>
                  <a:lnTo>
                    <a:pt x="180996" y="913279"/>
                  </a:lnTo>
                  <a:lnTo>
                    <a:pt x="182278" y="913279"/>
                  </a:lnTo>
                  <a:lnTo>
                    <a:pt x="183560" y="913279"/>
                  </a:lnTo>
                  <a:lnTo>
                    <a:pt x="184841" y="913279"/>
                  </a:lnTo>
                  <a:lnTo>
                    <a:pt x="186123" y="913279"/>
                  </a:lnTo>
                  <a:lnTo>
                    <a:pt x="187405" y="913279"/>
                  </a:lnTo>
                  <a:lnTo>
                    <a:pt x="188687" y="913279"/>
                  </a:lnTo>
                  <a:lnTo>
                    <a:pt x="189969" y="913279"/>
                  </a:lnTo>
                  <a:lnTo>
                    <a:pt x="191251" y="913279"/>
                  </a:lnTo>
                  <a:lnTo>
                    <a:pt x="192532" y="913279"/>
                  </a:lnTo>
                  <a:lnTo>
                    <a:pt x="193814" y="912716"/>
                  </a:lnTo>
                  <a:lnTo>
                    <a:pt x="195096" y="913279"/>
                  </a:lnTo>
                  <a:lnTo>
                    <a:pt x="196378" y="904639"/>
                  </a:lnTo>
                  <a:lnTo>
                    <a:pt x="197660" y="913241"/>
                  </a:lnTo>
                  <a:lnTo>
                    <a:pt x="198942" y="913241"/>
                  </a:lnTo>
                  <a:lnTo>
                    <a:pt x="200224" y="913241"/>
                  </a:lnTo>
                  <a:lnTo>
                    <a:pt x="201505" y="913241"/>
                  </a:lnTo>
                  <a:lnTo>
                    <a:pt x="202787" y="913241"/>
                  </a:lnTo>
                  <a:lnTo>
                    <a:pt x="204069" y="913241"/>
                  </a:lnTo>
                  <a:lnTo>
                    <a:pt x="205351" y="913241"/>
                  </a:lnTo>
                  <a:lnTo>
                    <a:pt x="206633" y="913241"/>
                  </a:lnTo>
                  <a:lnTo>
                    <a:pt x="207915" y="913279"/>
                  </a:lnTo>
                  <a:lnTo>
                    <a:pt x="209196" y="913279"/>
                  </a:lnTo>
                  <a:lnTo>
                    <a:pt x="210478" y="913279"/>
                  </a:lnTo>
                  <a:lnTo>
                    <a:pt x="211760" y="913279"/>
                  </a:lnTo>
                  <a:lnTo>
                    <a:pt x="213042" y="913279"/>
                  </a:lnTo>
                  <a:lnTo>
                    <a:pt x="214324" y="899626"/>
                  </a:lnTo>
                  <a:lnTo>
                    <a:pt x="215606" y="898891"/>
                  </a:lnTo>
                  <a:lnTo>
                    <a:pt x="216888" y="898891"/>
                  </a:lnTo>
                  <a:lnTo>
                    <a:pt x="218169" y="898891"/>
                  </a:lnTo>
                  <a:lnTo>
                    <a:pt x="219451" y="898891"/>
                  </a:lnTo>
                  <a:lnTo>
                    <a:pt x="220733" y="903541"/>
                  </a:lnTo>
                  <a:lnTo>
                    <a:pt x="222015" y="893661"/>
                  </a:lnTo>
                  <a:lnTo>
                    <a:pt x="223297" y="889426"/>
                  </a:lnTo>
                  <a:lnTo>
                    <a:pt x="224579" y="882369"/>
                  </a:lnTo>
                  <a:lnTo>
                    <a:pt x="225860" y="889626"/>
                  </a:lnTo>
                  <a:lnTo>
                    <a:pt x="227142" y="889626"/>
                  </a:lnTo>
                  <a:lnTo>
                    <a:pt x="228424" y="875311"/>
                  </a:lnTo>
                  <a:lnTo>
                    <a:pt x="229706" y="875311"/>
                  </a:lnTo>
                  <a:lnTo>
                    <a:pt x="230988" y="875311"/>
                  </a:lnTo>
                  <a:lnTo>
                    <a:pt x="232270" y="885897"/>
                  </a:lnTo>
                  <a:lnTo>
                    <a:pt x="233551" y="902836"/>
                  </a:lnTo>
                  <a:lnTo>
                    <a:pt x="234833" y="903541"/>
                  </a:lnTo>
                  <a:lnTo>
                    <a:pt x="236115" y="903541"/>
                  </a:lnTo>
                  <a:lnTo>
                    <a:pt x="237397" y="903541"/>
                  </a:lnTo>
                  <a:lnTo>
                    <a:pt x="238679" y="903541"/>
                  </a:lnTo>
                  <a:lnTo>
                    <a:pt x="239961" y="898891"/>
                  </a:lnTo>
                  <a:lnTo>
                    <a:pt x="241243" y="909179"/>
                  </a:lnTo>
                  <a:lnTo>
                    <a:pt x="242524" y="913279"/>
                  </a:lnTo>
                  <a:lnTo>
                    <a:pt x="243806" y="913279"/>
                  </a:lnTo>
                  <a:lnTo>
                    <a:pt x="245088" y="913279"/>
                  </a:lnTo>
                  <a:lnTo>
                    <a:pt x="246370" y="913279"/>
                  </a:lnTo>
                  <a:lnTo>
                    <a:pt x="247652" y="913279"/>
                  </a:lnTo>
                  <a:lnTo>
                    <a:pt x="248934" y="913279"/>
                  </a:lnTo>
                  <a:lnTo>
                    <a:pt x="250215" y="913279"/>
                  </a:lnTo>
                  <a:lnTo>
                    <a:pt x="251497" y="913279"/>
                  </a:lnTo>
                  <a:lnTo>
                    <a:pt x="252779" y="913279"/>
                  </a:lnTo>
                  <a:lnTo>
                    <a:pt x="254061" y="913279"/>
                  </a:lnTo>
                  <a:lnTo>
                    <a:pt x="255343" y="913279"/>
                  </a:lnTo>
                  <a:lnTo>
                    <a:pt x="256625" y="913279"/>
                  </a:lnTo>
                  <a:lnTo>
                    <a:pt x="257907" y="913279"/>
                  </a:lnTo>
                  <a:lnTo>
                    <a:pt x="259188" y="913279"/>
                  </a:lnTo>
                  <a:lnTo>
                    <a:pt x="260470" y="913279"/>
                  </a:lnTo>
                  <a:lnTo>
                    <a:pt x="261752" y="913279"/>
                  </a:lnTo>
                  <a:lnTo>
                    <a:pt x="263034" y="913279"/>
                  </a:lnTo>
                  <a:lnTo>
                    <a:pt x="264316" y="913279"/>
                  </a:lnTo>
                  <a:lnTo>
                    <a:pt x="265598" y="903541"/>
                  </a:lnTo>
                  <a:lnTo>
                    <a:pt x="266879" y="903541"/>
                  </a:lnTo>
                  <a:lnTo>
                    <a:pt x="268161" y="903541"/>
                  </a:lnTo>
                  <a:lnTo>
                    <a:pt x="269443" y="903541"/>
                  </a:lnTo>
                  <a:lnTo>
                    <a:pt x="270725" y="903541"/>
                  </a:lnTo>
                  <a:lnTo>
                    <a:pt x="272007" y="897895"/>
                  </a:lnTo>
                  <a:lnTo>
                    <a:pt x="273289" y="880251"/>
                  </a:lnTo>
                  <a:lnTo>
                    <a:pt x="274570" y="873807"/>
                  </a:lnTo>
                  <a:lnTo>
                    <a:pt x="275852" y="869498"/>
                  </a:lnTo>
                  <a:lnTo>
                    <a:pt x="277134" y="871703"/>
                  </a:lnTo>
                  <a:lnTo>
                    <a:pt x="278416" y="861631"/>
                  </a:lnTo>
                  <a:lnTo>
                    <a:pt x="279698" y="878834"/>
                  </a:lnTo>
                  <a:lnTo>
                    <a:pt x="280980" y="878834"/>
                  </a:lnTo>
                  <a:lnTo>
                    <a:pt x="282262" y="861631"/>
                  </a:lnTo>
                  <a:lnTo>
                    <a:pt x="283543" y="833245"/>
                  </a:lnTo>
                  <a:lnTo>
                    <a:pt x="284825" y="827224"/>
                  </a:lnTo>
                  <a:lnTo>
                    <a:pt x="286107" y="827224"/>
                  </a:lnTo>
                  <a:lnTo>
                    <a:pt x="287389" y="827224"/>
                  </a:lnTo>
                  <a:lnTo>
                    <a:pt x="288671" y="827224"/>
                  </a:lnTo>
                  <a:lnTo>
                    <a:pt x="289953" y="827224"/>
                  </a:lnTo>
                  <a:lnTo>
                    <a:pt x="291234" y="834105"/>
                  </a:lnTo>
                  <a:lnTo>
                    <a:pt x="292516" y="855610"/>
                  </a:lnTo>
                  <a:lnTo>
                    <a:pt x="293798" y="852169"/>
                  </a:lnTo>
                  <a:lnTo>
                    <a:pt x="295080" y="844427"/>
                  </a:lnTo>
                  <a:lnTo>
                    <a:pt x="296362" y="844427"/>
                  </a:lnTo>
                  <a:lnTo>
                    <a:pt x="297644" y="844427"/>
                  </a:lnTo>
                  <a:lnTo>
                    <a:pt x="298926" y="844427"/>
                  </a:lnTo>
                  <a:lnTo>
                    <a:pt x="300207" y="844427"/>
                  </a:lnTo>
                  <a:lnTo>
                    <a:pt x="301489" y="861631"/>
                  </a:lnTo>
                  <a:lnTo>
                    <a:pt x="302771" y="890016"/>
                  </a:lnTo>
                  <a:lnTo>
                    <a:pt x="304053" y="896038"/>
                  </a:lnTo>
                  <a:lnTo>
                    <a:pt x="305335" y="896038"/>
                  </a:lnTo>
                  <a:lnTo>
                    <a:pt x="306617" y="896038"/>
                  </a:lnTo>
                  <a:lnTo>
                    <a:pt x="307898" y="889156"/>
                  </a:lnTo>
                  <a:lnTo>
                    <a:pt x="309180" y="878834"/>
                  </a:lnTo>
                  <a:lnTo>
                    <a:pt x="310462" y="866792"/>
                  </a:lnTo>
                  <a:lnTo>
                    <a:pt x="311744" y="861631"/>
                  </a:lnTo>
                  <a:lnTo>
                    <a:pt x="313026" y="861631"/>
                  </a:lnTo>
                  <a:lnTo>
                    <a:pt x="314308" y="861631"/>
                  </a:lnTo>
                  <a:lnTo>
                    <a:pt x="315590" y="861631"/>
                  </a:lnTo>
                  <a:lnTo>
                    <a:pt x="316871" y="861631"/>
                  </a:lnTo>
                  <a:lnTo>
                    <a:pt x="318153" y="861631"/>
                  </a:lnTo>
                  <a:lnTo>
                    <a:pt x="319435" y="861631"/>
                  </a:lnTo>
                  <a:lnTo>
                    <a:pt x="320717" y="861631"/>
                  </a:lnTo>
                  <a:lnTo>
                    <a:pt x="321999" y="861631"/>
                  </a:lnTo>
                  <a:lnTo>
                    <a:pt x="323281" y="861631"/>
                  </a:lnTo>
                  <a:lnTo>
                    <a:pt x="324562" y="861631"/>
                  </a:lnTo>
                  <a:lnTo>
                    <a:pt x="325844" y="861631"/>
                  </a:lnTo>
                  <a:lnTo>
                    <a:pt x="327126" y="868512"/>
                  </a:lnTo>
                  <a:lnTo>
                    <a:pt x="328408" y="878834"/>
                  </a:lnTo>
                  <a:lnTo>
                    <a:pt x="329690" y="890877"/>
                  </a:lnTo>
                  <a:lnTo>
                    <a:pt x="330972" y="896038"/>
                  </a:lnTo>
                  <a:lnTo>
                    <a:pt x="332253" y="905500"/>
                  </a:lnTo>
                  <a:lnTo>
                    <a:pt x="333535" y="913241"/>
                  </a:lnTo>
                  <a:lnTo>
                    <a:pt x="334817" y="913241"/>
                  </a:lnTo>
                  <a:lnTo>
                    <a:pt x="336099" y="913241"/>
                  </a:lnTo>
                  <a:lnTo>
                    <a:pt x="337381" y="913241"/>
                  </a:lnTo>
                  <a:lnTo>
                    <a:pt x="338663" y="913241"/>
                  </a:lnTo>
                  <a:lnTo>
                    <a:pt x="339945" y="901199"/>
                  </a:lnTo>
                  <a:lnTo>
                    <a:pt x="341226" y="896038"/>
                  </a:lnTo>
                  <a:lnTo>
                    <a:pt x="342508" y="896038"/>
                  </a:lnTo>
                  <a:lnTo>
                    <a:pt x="343790" y="896038"/>
                  </a:lnTo>
                  <a:lnTo>
                    <a:pt x="345072" y="896038"/>
                  </a:lnTo>
                  <a:lnTo>
                    <a:pt x="346354" y="891737"/>
                  </a:lnTo>
                  <a:lnTo>
                    <a:pt x="347636" y="871953"/>
                  </a:lnTo>
                  <a:lnTo>
                    <a:pt x="348917" y="861631"/>
                  </a:lnTo>
                  <a:lnTo>
                    <a:pt x="350199" y="857330"/>
                  </a:lnTo>
                  <a:lnTo>
                    <a:pt x="351481" y="867856"/>
                  </a:lnTo>
                  <a:lnTo>
                    <a:pt x="352763" y="869498"/>
                  </a:lnTo>
                  <a:lnTo>
                    <a:pt x="354045" y="875311"/>
                  </a:lnTo>
                  <a:lnTo>
                    <a:pt x="355327" y="875311"/>
                  </a:lnTo>
                  <a:lnTo>
                    <a:pt x="356609" y="859785"/>
                  </a:lnTo>
                  <a:lnTo>
                    <a:pt x="357890" y="847081"/>
                  </a:lnTo>
                  <a:lnTo>
                    <a:pt x="359172" y="856962"/>
                  </a:lnTo>
                  <a:lnTo>
                    <a:pt x="360454" y="854139"/>
                  </a:lnTo>
                  <a:lnTo>
                    <a:pt x="361736" y="847081"/>
                  </a:lnTo>
                  <a:lnTo>
                    <a:pt x="363018" y="847081"/>
                  </a:lnTo>
                  <a:lnTo>
                    <a:pt x="364300" y="847081"/>
                  </a:lnTo>
                  <a:lnTo>
                    <a:pt x="365581" y="850610"/>
                  </a:lnTo>
                  <a:lnTo>
                    <a:pt x="366863" y="866842"/>
                  </a:lnTo>
                  <a:lnTo>
                    <a:pt x="368145" y="875311"/>
                  </a:lnTo>
                  <a:lnTo>
                    <a:pt x="369427" y="878840"/>
                  </a:lnTo>
                  <a:lnTo>
                    <a:pt x="370709" y="884195"/>
                  </a:lnTo>
                  <a:lnTo>
                    <a:pt x="371991" y="882717"/>
                  </a:lnTo>
                  <a:lnTo>
                    <a:pt x="373272" y="851309"/>
                  </a:lnTo>
                  <a:lnTo>
                    <a:pt x="374554" y="838406"/>
                  </a:lnTo>
                  <a:lnTo>
                    <a:pt x="375836" y="846148"/>
                  </a:lnTo>
                  <a:lnTo>
                    <a:pt x="377118" y="861631"/>
                  </a:lnTo>
                  <a:lnTo>
                    <a:pt x="378400" y="861631"/>
                  </a:lnTo>
                  <a:lnTo>
                    <a:pt x="379682" y="870232"/>
                  </a:lnTo>
                  <a:lnTo>
                    <a:pt x="380964" y="878834"/>
                  </a:lnTo>
                  <a:lnTo>
                    <a:pt x="382245" y="878834"/>
                  </a:lnTo>
                  <a:lnTo>
                    <a:pt x="383527" y="878834"/>
                  </a:lnTo>
                  <a:lnTo>
                    <a:pt x="384809" y="878834"/>
                  </a:lnTo>
                  <a:lnTo>
                    <a:pt x="386091" y="878834"/>
                  </a:lnTo>
                  <a:lnTo>
                    <a:pt x="387373" y="878834"/>
                  </a:lnTo>
                  <a:lnTo>
                    <a:pt x="388655" y="878834"/>
                  </a:lnTo>
                  <a:lnTo>
                    <a:pt x="389936" y="878834"/>
                  </a:lnTo>
                  <a:lnTo>
                    <a:pt x="391218" y="878834"/>
                  </a:lnTo>
                  <a:lnTo>
                    <a:pt x="392500" y="889156"/>
                  </a:lnTo>
                  <a:lnTo>
                    <a:pt x="393782" y="902059"/>
                  </a:lnTo>
                  <a:lnTo>
                    <a:pt x="395064" y="913241"/>
                  </a:lnTo>
                  <a:lnTo>
                    <a:pt x="396346" y="913241"/>
                  </a:lnTo>
                  <a:lnTo>
                    <a:pt x="397628" y="913241"/>
                  </a:lnTo>
                  <a:lnTo>
                    <a:pt x="398909" y="913241"/>
                  </a:lnTo>
                  <a:lnTo>
                    <a:pt x="400191" y="913241"/>
                  </a:lnTo>
                  <a:lnTo>
                    <a:pt x="401473" y="913241"/>
                  </a:lnTo>
                  <a:lnTo>
                    <a:pt x="402755" y="913241"/>
                  </a:lnTo>
                  <a:lnTo>
                    <a:pt x="404037" y="913241"/>
                  </a:lnTo>
                  <a:lnTo>
                    <a:pt x="405319" y="913241"/>
                  </a:lnTo>
                  <a:lnTo>
                    <a:pt x="406600" y="913241"/>
                  </a:lnTo>
                  <a:lnTo>
                    <a:pt x="407882" y="908940"/>
                  </a:lnTo>
                  <a:lnTo>
                    <a:pt x="409164" y="896038"/>
                  </a:lnTo>
                  <a:lnTo>
                    <a:pt x="410446" y="896038"/>
                  </a:lnTo>
                  <a:lnTo>
                    <a:pt x="411728" y="896038"/>
                  </a:lnTo>
                  <a:lnTo>
                    <a:pt x="413010" y="896038"/>
                  </a:lnTo>
                  <a:lnTo>
                    <a:pt x="414292" y="896038"/>
                  </a:lnTo>
                  <a:lnTo>
                    <a:pt x="415573" y="896038"/>
                  </a:lnTo>
                  <a:lnTo>
                    <a:pt x="416855" y="896038"/>
                  </a:lnTo>
                  <a:lnTo>
                    <a:pt x="418137" y="891737"/>
                  </a:lnTo>
                  <a:lnTo>
                    <a:pt x="419419" y="857330"/>
                  </a:lnTo>
                  <a:lnTo>
                    <a:pt x="420701" y="824643"/>
                  </a:lnTo>
                  <a:lnTo>
                    <a:pt x="421983" y="810020"/>
                  </a:lnTo>
                  <a:lnTo>
                    <a:pt x="423264" y="840106"/>
                  </a:lnTo>
                  <a:lnTo>
                    <a:pt x="424546" y="840023"/>
                  </a:lnTo>
                  <a:lnTo>
                    <a:pt x="425828" y="856647"/>
                  </a:lnTo>
                  <a:lnTo>
                    <a:pt x="427110" y="856647"/>
                  </a:lnTo>
                  <a:lnTo>
                    <a:pt x="428392" y="862215"/>
                  </a:lnTo>
                  <a:lnTo>
                    <a:pt x="429674" y="861662"/>
                  </a:lnTo>
                  <a:lnTo>
                    <a:pt x="430955" y="858898"/>
                  </a:lnTo>
                  <a:lnTo>
                    <a:pt x="432237" y="850605"/>
                  </a:lnTo>
                  <a:lnTo>
                    <a:pt x="433519" y="850605"/>
                  </a:lnTo>
                  <a:lnTo>
                    <a:pt x="434801" y="850605"/>
                  </a:lnTo>
                  <a:lnTo>
                    <a:pt x="436083" y="850605"/>
                  </a:lnTo>
                  <a:lnTo>
                    <a:pt x="437365" y="853369"/>
                  </a:lnTo>
                  <a:lnTo>
                    <a:pt x="438647" y="875484"/>
                  </a:lnTo>
                  <a:lnTo>
                    <a:pt x="439928" y="896492"/>
                  </a:lnTo>
                  <a:lnTo>
                    <a:pt x="441210" y="905891"/>
                  </a:lnTo>
                  <a:lnTo>
                    <a:pt x="442492" y="905619"/>
                  </a:lnTo>
                  <a:lnTo>
                    <a:pt x="443774" y="899674"/>
                  </a:lnTo>
                  <a:lnTo>
                    <a:pt x="445056" y="889426"/>
                  </a:lnTo>
                  <a:lnTo>
                    <a:pt x="446338" y="891639"/>
                  </a:lnTo>
                  <a:lnTo>
                    <a:pt x="447619" y="895178"/>
                  </a:lnTo>
                  <a:lnTo>
                    <a:pt x="448901" y="896038"/>
                  </a:lnTo>
                  <a:lnTo>
                    <a:pt x="450183" y="900339"/>
                  </a:lnTo>
                  <a:lnTo>
                    <a:pt x="451465" y="913241"/>
                  </a:lnTo>
                  <a:lnTo>
                    <a:pt x="452747" y="913241"/>
                  </a:lnTo>
                  <a:lnTo>
                    <a:pt x="454029" y="913241"/>
                  </a:lnTo>
                  <a:lnTo>
                    <a:pt x="455311" y="913241"/>
                  </a:lnTo>
                  <a:lnTo>
                    <a:pt x="456592" y="913241"/>
                  </a:lnTo>
                  <a:lnTo>
                    <a:pt x="457874" y="913241"/>
                  </a:lnTo>
                  <a:lnTo>
                    <a:pt x="459156" y="913241"/>
                  </a:lnTo>
                  <a:lnTo>
                    <a:pt x="460438" y="913241"/>
                  </a:lnTo>
                  <a:lnTo>
                    <a:pt x="461720" y="913241"/>
                  </a:lnTo>
                  <a:lnTo>
                    <a:pt x="463002" y="913241"/>
                  </a:lnTo>
                  <a:lnTo>
                    <a:pt x="464283" y="913241"/>
                  </a:lnTo>
                  <a:lnTo>
                    <a:pt x="465565" y="913279"/>
                  </a:lnTo>
                  <a:lnTo>
                    <a:pt x="466847" y="913279"/>
                  </a:lnTo>
                  <a:lnTo>
                    <a:pt x="468129" y="913279"/>
                  </a:lnTo>
                  <a:lnTo>
                    <a:pt x="469411" y="913279"/>
                  </a:lnTo>
                  <a:lnTo>
                    <a:pt x="470693" y="913279"/>
                  </a:lnTo>
                  <a:lnTo>
                    <a:pt x="471974" y="913279"/>
                  </a:lnTo>
                  <a:lnTo>
                    <a:pt x="473256" y="913279"/>
                  </a:lnTo>
                  <a:lnTo>
                    <a:pt x="474538" y="913279"/>
                  </a:lnTo>
                  <a:lnTo>
                    <a:pt x="475820" y="913279"/>
                  </a:lnTo>
                  <a:lnTo>
                    <a:pt x="477102" y="913279"/>
                  </a:lnTo>
                  <a:lnTo>
                    <a:pt x="478384" y="913279"/>
                  </a:lnTo>
                  <a:lnTo>
                    <a:pt x="479666" y="913279"/>
                  </a:lnTo>
                  <a:lnTo>
                    <a:pt x="480947" y="913279"/>
                  </a:lnTo>
                  <a:lnTo>
                    <a:pt x="482229" y="913279"/>
                  </a:lnTo>
                  <a:lnTo>
                    <a:pt x="483511" y="913279"/>
                  </a:lnTo>
                  <a:lnTo>
                    <a:pt x="484793" y="913279"/>
                  </a:lnTo>
                  <a:lnTo>
                    <a:pt x="486075" y="913279"/>
                  </a:lnTo>
                  <a:lnTo>
                    <a:pt x="487357" y="913279"/>
                  </a:lnTo>
                  <a:lnTo>
                    <a:pt x="488638" y="913279"/>
                  </a:lnTo>
                  <a:lnTo>
                    <a:pt x="489920" y="913279"/>
                  </a:lnTo>
                  <a:lnTo>
                    <a:pt x="491202" y="906225"/>
                  </a:lnTo>
                  <a:lnTo>
                    <a:pt x="492484" y="904986"/>
                  </a:lnTo>
                  <a:lnTo>
                    <a:pt x="493766" y="902310"/>
                  </a:lnTo>
                  <a:lnTo>
                    <a:pt x="495048" y="905821"/>
                  </a:lnTo>
                  <a:lnTo>
                    <a:pt x="496330" y="913279"/>
                  </a:lnTo>
                  <a:lnTo>
                    <a:pt x="497611" y="913279"/>
                  </a:lnTo>
                  <a:lnTo>
                    <a:pt x="498893" y="913279"/>
                  </a:lnTo>
                  <a:lnTo>
                    <a:pt x="500175" y="913279"/>
                  </a:lnTo>
                  <a:lnTo>
                    <a:pt x="501457" y="913279"/>
                  </a:lnTo>
                  <a:lnTo>
                    <a:pt x="502739" y="913279"/>
                  </a:lnTo>
                  <a:lnTo>
                    <a:pt x="504021" y="913279"/>
                  </a:lnTo>
                  <a:lnTo>
                    <a:pt x="505302" y="913279"/>
                  </a:lnTo>
                  <a:lnTo>
                    <a:pt x="506584" y="913279"/>
                  </a:lnTo>
                  <a:lnTo>
                    <a:pt x="507866" y="913279"/>
                  </a:lnTo>
                  <a:lnTo>
                    <a:pt x="509148" y="913279"/>
                  </a:lnTo>
                  <a:lnTo>
                    <a:pt x="510430" y="913279"/>
                  </a:lnTo>
                  <a:lnTo>
                    <a:pt x="511712" y="913279"/>
                  </a:lnTo>
                  <a:lnTo>
                    <a:pt x="512993" y="913279"/>
                  </a:lnTo>
                  <a:lnTo>
                    <a:pt x="514275" y="889858"/>
                  </a:lnTo>
                  <a:lnTo>
                    <a:pt x="515557" y="879017"/>
                  </a:lnTo>
                  <a:lnTo>
                    <a:pt x="516839" y="861282"/>
                  </a:lnTo>
                  <a:lnTo>
                    <a:pt x="518121" y="835234"/>
                  </a:lnTo>
                  <a:lnTo>
                    <a:pt x="519403" y="823596"/>
                  </a:lnTo>
                  <a:lnTo>
                    <a:pt x="520685" y="816945"/>
                  </a:lnTo>
                  <a:lnTo>
                    <a:pt x="521966" y="810849"/>
                  </a:lnTo>
                  <a:lnTo>
                    <a:pt x="523248" y="796978"/>
                  </a:lnTo>
                  <a:lnTo>
                    <a:pt x="524530" y="796288"/>
                  </a:lnTo>
                  <a:lnTo>
                    <a:pt x="525812" y="805074"/>
                  </a:lnTo>
                  <a:lnTo>
                    <a:pt x="527094" y="809726"/>
                  </a:lnTo>
                  <a:lnTo>
                    <a:pt x="528376" y="822583"/>
                  </a:lnTo>
                  <a:lnTo>
                    <a:pt x="529657" y="821609"/>
                  </a:lnTo>
                  <a:lnTo>
                    <a:pt x="530939" y="810405"/>
                  </a:lnTo>
                  <a:lnTo>
                    <a:pt x="532221" y="785951"/>
                  </a:lnTo>
                  <a:lnTo>
                    <a:pt x="533503" y="795791"/>
                  </a:lnTo>
                  <a:lnTo>
                    <a:pt x="534785" y="800071"/>
                  </a:lnTo>
                  <a:lnTo>
                    <a:pt x="536067" y="814742"/>
                  </a:lnTo>
                  <a:lnTo>
                    <a:pt x="537349" y="825019"/>
                  </a:lnTo>
                  <a:lnTo>
                    <a:pt x="538630" y="845917"/>
                  </a:lnTo>
                  <a:lnTo>
                    <a:pt x="539912" y="851418"/>
                  </a:lnTo>
                  <a:lnTo>
                    <a:pt x="541194" y="856461"/>
                  </a:lnTo>
                  <a:lnTo>
                    <a:pt x="542476" y="868381"/>
                  </a:lnTo>
                  <a:lnTo>
                    <a:pt x="543758" y="874219"/>
                  </a:lnTo>
                  <a:lnTo>
                    <a:pt x="545040" y="861410"/>
                  </a:lnTo>
                  <a:lnTo>
                    <a:pt x="546321" y="861410"/>
                  </a:lnTo>
                  <a:lnTo>
                    <a:pt x="547603" y="862960"/>
                  </a:lnTo>
                  <a:lnTo>
                    <a:pt x="548885" y="861662"/>
                  </a:lnTo>
                  <a:lnTo>
                    <a:pt x="550167" y="874378"/>
                  </a:lnTo>
                  <a:lnTo>
                    <a:pt x="551449" y="896752"/>
                  </a:lnTo>
                  <a:lnTo>
                    <a:pt x="552731" y="913279"/>
                  </a:lnTo>
                  <a:lnTo>
                    <a:pt x="554013" y="913279"/>
                  </a:lnTo>
                  <a:lnTo>
                    <a:pt x="555294" y="913279"/>
                  </a:lnTo>
                  <a:lnTo>
                    <a:pt x="556576" y="913279"/>
                  </a:lnTo>
                  <a:lnTo>
                    <a:pt x="557858" y="913279"/>
                  </a:lnTo>
                  <a:lnTo>
                    <a:pt x="559140" y="913279"/>
                  </a:lnTo>
                  <a:lnTo>
                    <a:pt x="560422" y="913279"/>
                  </a:lnTo>
                  <a:lnTo>
                    <a:pt x="561704" y="913279"/>
                  </a:lnTo>
                  <a:lnTo>
                    <a:pt x="562985" y="912418"/>
                  </a:lnTo>
                  <a:lnTo>
                    <a:pt x="564267" y="911968"/>
                  </a:lnTo>
                  <a:lnTo>
                    <a:pt x="565549" y="900289"/>
                  </a:lnTo>
                  <a:lnTo>
                    <a:pt x="566831" y="893527"/>
                  </a:lnTo>
                  <a:lnTo>
                    <a:pt x="568113" y="883078"/>
                  </a:lnTo>
                  <a:lnTo>
                    <a:pt x="569395" y="881234"/>
                  </a:lnTo>
                  <a:lnTo>
                    <a:pt x="570676" y="881234"/>
                  </a:lnTo>
                  <a:lnTo>
                    <a:pt x="571958" y="877546"/>
                  </a:lnTo>
                  <a:lnTo>
                    <a:pt x="573240" y="868941"/>
                  </a:lnTo>
                  <a:lnTo>
                    <a:pt x="574522" y="859720"/>
                  </a:lnTo>
                  <a:lnTo>
                    <a:pt x="575804" y="855441"/>
                  </a:lnTo>
                  <a:lnTo>
                    <a:pt x="577086" y="851575"/>
                  </a:lnTo>
                  <a:lnTo>
                    <a:pt x="578368" y="817326"/>
                  </a:lnTo>
                  <a:lnTo>
                    <a:pt x="579649" y="810713"/>
                  </a:lnTo>
                  <a:lnTo>
                    <a:pt x="580931" y="814387"/>
                  </a:lnTo>
                  <a:lnTo>
                    <a:pt x="582213" y="823275"/>
                  </a:lnTo>
                  <a:lnTo>
                    <a:pt x="583495" y="801419"/>
                  </a:lnTo>
                  <a:lnTo>
                    <a:pt x="584777" y="817762"/>
                  </a:lnTo>
                  <a:lnTo>
                    <a:pt x="586059" y="827224"/>
                  </a:lnTo>
                  <a:lnTo>
                    <a:pt x="587340" y="841847"/>
                  </a:lnTo>
                  <a:lnTo>
                    <a:pt x="588622" y="844427"/>
                  </a:lnTo>
                  <a:lnTo>
                    <a:pt x="589904" y="844427"/>
                  </a:lnTo>
                  <a:lnTo>
                    <a:pt x="591186" y="849588"/>
                  </a:lnTo>
                  <a:lnTo>
                    <a:pt x="592468" y="859050"/>
                  </a:lnTo>
                  <a:lnTo>
                    <a:pt x="593750" y="857330"/>
                  </a:lnTo>
                  <a:lnTo>
                    <a:pt x="595032" y="861631"/>
                  </a:lnTo>
                  <a:lnTo>
                    <a:pt x="596313" y="861631"/>
                  </a:lnTo>
                  <a:lnTo>
                    <a:pt x="597595" y="871093"/>
                  </a:lnTo>
                  <a:lnTo>
                    <a:pt x="598877" y="878834"/>
                  </a:lnTo>
                  <a:lnTo>
                    <a:pt x="600159" y="901494"/>
                  </a:lnTo>
                  <a:lnTo>
                    <a:pt x="601441" y="913279"/>
                  </a:lnTo>
                  <a:lnTo>
                    <a:pt x="602723" y="913279"/>
                  </a:lnTo>
                  <a:lnTo>
                    <a:pt x="604004" y="913279"/>
                  </a:lnTo>
                  <a:lnTo>
                    <a:pt x="605286" y="913279"/>
                  </a:lnTo>
                  <a:lnTo>
                    <a:pt x="606568" y="913279"/>
                  </a:lnTo>
                  <a:lnTo>
                    <a:pt x="607850" y="913279"/>
                  </a:lnTo>
                  <a:lnTo>
                    <a:pt x="609132" y="913279"/>
                  </a:lnTo>
                  <a:lnTo>
                    <a:pt x="610414" y="913279"/>
                  </a:lnTo>
                  <a:lnTo>
                    <a:pt x="611695" y="913279"/>
                  </a:lnTo>
                  <a:lnTo>
                    <a:pt x="612977" y="913279"/>
                  </a:lnTo>
                  <a:lnTo>
                    <a:pt x="614259" y="913279"/>
                  </a:lnTo>
                  <a:lnTo>
                    <a:pt x="615541" y="913279"/>
                  </a:lnTo>
                  <a:lnTo>
                    <a:pt x="616823" y="913279"/>
                  </a:lnTo>
                  <a:lnTo>
                    <a:pt x="618105" y="913279"/>
                  </a:lnTo>
                  <a:lnTo>
                    <a:pt x="619387" y="913279"/>
                  </a:lnTo>
                  <a:lnTo>
                    <a:pt x="620668" y="909293"/>
                  </a:lnTo>
                  <a:lnTo>
                    <a:pt x="621950" y="909293"/>
                  </a:lnTo>
                  <a:lnTo>
                    <a:pt x="623232" y="909293"/>
                  </a:lnTo>
                  <a:lnTo>
                    <a:pt x="624514" y="909293"/>
                  </a:lnTo>
                  <a:lnTo>
                    <a:pt x="625796" y="903791"/>
                  </a:lnTo>
                  <a:lnTo>
                    <a:pt x="627078" y="911716"/>
                  </a:lnTo>
                  <a:lnTo>
                    <a:pt x="628359" y="904986"/>
                  </a:lnTo>
                  <a:lnTo>
                    <a:pt x="629641" y="903300"/>
                  </a:lnTo>
                  <a:lnTo>
                    <a:pt x="630923" y="913279"/>
                  </a:lnTo>
                  <a:lnTo>
                    <a:pt x="632205" y="913279"/>
                  </a:lnTo>
                  <a:lnTo>
                    <a:pt x="633487" y="910648"/>
                  </a:lnTo>
                  <a:lnTo>
                    <a:pt x="634769" y="898891"/>
                  </a:lnTo>
                  <a:lnTo>
                    <a:pt x="636051" y="904770"/>
                  </a:lnTo>
                  <a:lnTo>
                    <a:pt x="637332" y="913279"/>
                  </a:lnTo>
                  <a:lnTo>
                    <a:pt x="638614" y="913279"/>
                  </a:lnTo>
                  <a:lnTo>
                    <a:pt x="639896" y="913279"/>
                  </a:lnTo>
                  <a:lnTo>
                    <a:pt x="641178" y="913279"/>
                  </a:lnTo>
                  <a:lnTo>
                    <a:pt x="642460" y="913279"/>
                  </a:lnTo>
                  <a:lnTo>
                    <a:pt x="643742" y="905751"/>
                  </a:lnTo>
                  <a:lnTo>
                    <a:pt x="645023" y="878834"/>
                  </a:lnTo>
                  <a:lnTo>
                    <a:pt x="646305" y="878834"/>
                  </a:lnTo>
                  <a:lnTo>
                    <a:pt x="647587" y="878834"/>
                  </a:lnTo>
                  <a:lnTo>
                    <a:pt x="648869" y="878834"/>
                  </a:lnTo>
                  <a:lnTo>
                    <a:pt x="650151" y="878834"/>
                  </a:lnTo>
                  <a:lnTo>
                    <a:pt x="651433" y="878834"/>
                  </a:lnTo>
                  <a:lnTo>
                    <a:pt x="652714" y="882275"/>
                  </a:lnTo>
                  <a:lnTo>
                    <a:pt x="653996" y="896038"/>
                  </a:lnTo>
                  <a:lnTo>
                    <a:pt x="655278" y="896038"/>
                  </a:lnTo>
                  <a:lnTo>
                    <a:pt x="656560" y="896038"/>
                  </a:lnTo>
                  <a:lnTo>
                    <a:pt x="657842" y="888296"/>
                  </a:lnTo>
                  <a:lnTo>
                    <a:pt x="659124" y="878834"/>
                  </a:lnTo>
                  <a:lnTo>
                    <a:pt x="660406" y="878834"/>
                  </a:lnTo>
                  <a:lnTo>
                    <a:pt x="661687" y="866792"/>
                  </a:lnTo>
                  <a:lnTo>
                    <a:pt x="662969" y="869372"/>
                  </a:lnTo>
                  <a:lnTo>
                    <a:pt x="664251" y="878834"/>
                  </a:lnTo>
                  <a:lnTo>
                    <a:pt x="665533" y="878834"/>
                  </a:lnTo>
                  <a:lnTo>
                    <a:pt x="666815" y="878834"/>
                  </a:lnTo>
                  <a:lnTo>
                    <a:pt x="668097" y="878834"/>
                  </a:lnTo>
                  <a:lnTo>
                    <a:pt x="669378" y="878834"/>
                  </a:lnTo>
                  <a:lnTo>
                    <a:pt x="670660" y="878834"/>
                  </a:lnTo>
                  <a:lnTo>
                    <a:pt x="671942" y="878834"/>
                  </a:lnTo>
                  <a:lnTo>
                    <a:pt x="673224" y="878834"/>
                  </a:lnTo>
                  <a:lnTo>
                    <a:pt x="674506" y="878834"/>
                  </a:lnTo>
                  <a:lnTo>
                    <a:pt x="675788" y="878834"/>
                  </a:lnTo>
                  <a:lnTo>
                    <a:pt x="677070" y="886576"/>
                  </a:lnTo>
                  <a:lnTo>
                    <a:pt x="678351" y="896038"/>
                  </a:lnTo>
                  <a:lnTo>
                    <a:pt x="679633" y="896038"/>
                  </a:lnTo>
                  <a:lnTo>
                    <a:pt x="680915" y="908080"/>
                  </a:lnTo>
                  <a:lnTo>
                    <a:pt x="682197" y="913241"/>
                  </a:lnTo>
                  <a:lnTo>
                    <a:pt x="683479" y="913241"/>
                  </a:lnTo>
                  <a:lnTo>
                    <a:pt x="684761" y="913241"/>
                  </a:lnTo>
                  <a:lnTo>
                    <a:pt x="686042" y="913241"/>
                  </a:lnTo>
                  <a:lnTo>
                    <a:pt x="687324" y="913241"/>
                  </a:lnTo>
                  <a:lnTo>
                    <a:pt x="688606" y="913241"/>
                  </a:lnTo>
                  <a:lnTo>
                    <a:pt x="689888" y="913241"/>
                  </a:lnTo>
                  <a:lnTo>
                    <a:pt x="691170" y="913241"/>
                  </a:lnTo>
                  <a:lnTo>
                    <a:pt x="692452" y="913241"/>
                  </a:lnTo>
                  <a:lnTo>
                    <a:pt x="693734" y="913241"/>
                  </a:lnTo>
                  <a:lnTo>
                    <a:pt x="695015" y="913241"/>
                  </a:lnTo>
                  <a:lnTo>
                    <a:pt x="696297" y="913241"/>
                  </a:lnTo>
                  <a:lnTo>
                    <a:pt x="697579" y="913241"/>
                  </a:lnTo>
                  <a:lnTo>
                    <a:pt x="698861" y="913241"/>
                  </a:lnTo>
                  <a:lnTo>
                    <a:pt x="700143" y="913241"/>
                  </a:lnTo>
                  <a:lnTo>
                    <a:pt x="701425" y="908940"/>
                  </a:lnTo>
                  <a:lnTo>
                    <a:pt x="702706" y="883995"/>
                  </a:lnTo>
                  <a:lnTo>
                    <a:pt x="703988" y="878834"/>
                  </a:lnTo>
                  <a:lnTo>
                    <a:pt x="705270" y="878834"/>
                  </a:lnTo>
                  <a:lnTo>
                    <a:pt x="706552" y="878834"/>
                  </a:lnTo>
                  <a:lnTo>
                    <a:pt x="707834" y="878834"/>
                  </a:lnTo>
                  <a:lnTo>
                    <a:pt x="709116" y="878834"/>
                  </a:lnTo>
                  <a:lnTo>
                    <a:pt x="710397" y="886466"/>
                  </a:lnTo>
                  <a:lnTo>
                    <a:pt x="711679" y="889426"/>
                  </a:lnTo>
                  <a:lnTo>
                    <a:pt x="712961" y="867548"/>
                  </a:lnTo>
                  <a:lnTo>
                    <a:pt x="714243" y="864111"/>
                  </a:lnTo>
                  <a:lnTo>
                    <a:pt x="715525" y="856647"/>
                  </a:lnTo>
                  <a:lnTo>
                    <a:pt x="716807" y="856647"/>
                  </a:lnTo>
                  <a:lnTo>
                    <a:pt x="718089" y="860174"/>
                  </a:lnTo>
                  <a:lnTo>
                    <a:pt x="719370" y="850605"/>
                  </a:lnTo>
                  <a:lnTo>
                    <a:pt x="720652" y="852816"/>
                  </a:lnTo>
                  <a:lnTo>
                    <a:pt x="721934" y="858345"/>
                  </a:lnTo>
                  <a:lnTo>
                    <a:pt x="723216" y="861109"/>
                  </a:lnTo>
                  <a:lnTo>
                    <a:pt x="724498" y="850605"/>
                  </a:lnTo>
                  <a:lnTo>
                    <a:pt x="725780" y="850605"/>
                  </a:lnTo>
                  <a:lnTo>
                    <a:pt x="727061" y="850605"/>
                  </a:lnTo>
                  <a:lnTo>
                    <a:pt x="728343" y="850605"/>
                  </a:lnTo>
                  <a:lnTo>
                    <a:pt x="729625" y="857403"/>
                  </a:lnTo>
                  <a:lnTo>
                    <a:pt x="730907" y="854632"/>
                  </a:lnTo>
                  <a:lnTo>
                    <a:pt x="732189" y="861837"/>
                  </a:lnTo>
                  <a:lnTo>
                    <a:pt x="733471" y="859157"/>
                  </a:lnTo>
                  <a:lnTo>
                    <a:pt x="734753" y="867827"/>
                  </a:lnTo>
                  <a:lnTo>
                    <a:pt x="736034" y="864259"/>
                  </a:lnTo>
                  <a:lnTo>
                    <a:pt x="737316" y="852409"/>
                  </a:lnTo>
                  <a:lnTo>
                    <a:pt x="738598" y="834227"/>
                  </a:lnTo>
                  <a:lnTo>
                    <a:pt x="739880" y="821735"/>
                  </a:lnTo>
                  <a:lnTo>
                    <a:pt x="741162" y="814387"/>
                  </a:lnTo>
                  <a:lnTo>
                    <a:pt x="742444" y="805441"/>
                  </a:lnTo>
                  <a:lnTo>
                    <a:pt x="743725" y="791326"/>
                  </a:lnTo>
                  <a:lnTo>
                    <a:pt x="745007" y="787092"/>
                  </a:lnTo>
                  <a:lnTo>
                    <a:pt x="746289" y="776506"/>
                  </a:lnTo>
                  <a:lnTo>
                    <a:pt x="747571" y="776506"/>
                  </a:lnTo>
                  <a:lnTo>
                    <a:pt x="748853" y="776506"/>
                  </a:lnTo>
                  <a:lnTo>
                    <a:pt x="750135" y="775442"/>
                  </a:lnTo>
                  <a:lnTo>
                    <a:pt x="751416" y="788668"/>
                  </a:lnTo>
                  <a:lnTo>
                    <a:pt x="752698" y="802480"/>
                  </a:lnTo>
                  <a:lnTo>
                    <a:pt x="753980" y="826208"/>
                  </a:lnTo>
                  <a:lnTo>
                    <a:pt x="755262" y="820996"/>
                  </a:lnTo>
                  <a:lnTo>
                    <a:pt x="756544" y="845764"/>
                  </a:lnTo>
                  <a:lnTo>
                    <a:pt x="757826" y="865716"/>
                  </a:lnTo>
                  <a:lnTo>
                    <a:pt x="759108" y="875692"/>
                  </a:lnTo>
                  <a:lnTo>
                    <a:pt x="760389" y="892069"/>
                  </a:lnTo>
                  <a:lnTo>
                    <a:pt x="761671" y="905619"/>
                  </a:lnTo>
                  <a:lnTo>
                    <a:pt x="762953" y="913279"/>
                  </a:lnTo>
                  <a:lnTo>
                    <a:pt x="764235" y="913279"/>
                  </a:lnTo>
                  <a:lnTo>
                    <a:pt x="765517" y="913279"/>
                  </a:lnTo>
                  <a:lnTo>
                    <a:pt x="766799" y="913279"/>
                  </a:lnTo>
                  <a:lnTo>
                    <a:pt x="768080" y="913279"/>
                  </a:lnTo>
                  <a:lnTo>
                    <a:pt x="769362" y="913279"/>
                  </a:lnTo>
                  <a:lnTo>
                    <a:pt x="770644" y="913279"/>
                  </a:lnTo>
                  <a:lnTo>
                    <a:pt x="771926" y="913279"/>
                  </a:lnTo>
                  <a:lnTo>
                    <a:pt x="773208" y="913279"/>
                  </a:lnTo>
                  <a:lnTo>
                    <a:pt x="774490" y="913279"/>
                  </a:lnTo>
                  <a:lnTo>
                    <a:pt x="775772" y="913279"/>
                  </a:lnTo>
                  <a:lnTo>
                    <a:pt x="777053" y="913279"/>
                  </a:lnTo>
                  <a:lnTo>
                    <a:pt x="778335" y="913279"/>
                  </a:lnTo>
                  <a:lnTo>
                    <a:pt x="779617" y="913279"/>
                  </a:lnTo>
                  <a:lnTo>
                    <a:pt x="780899" y="913279"/>
                  </a:lnTo>
                  <a:lnTo>
                    <a:pt x="782181" y="913279"/>
                  </a:lnTo>
                  <a:lnTo>
                    <a:pt x="783463" y="913279"/>
                  </a:lnTo>
                  <a:lnTo>
                    <a:pt x="784744" y="913279"/>
                  </a:lnTo>
                  <a:lnTo>
                    <a:pt x="786026" y="913279"/>
                  </a:lnTo>
                  <a:lnTo>
                    <a:pt x="787308" y="913279"/>
                  </a:lnTo>
                  <a:lnTo>
                    <a:pt x="788590" y="913279"/>
                  </a:lnTo>
                  <a:lnTo>
                    <a:pt x="789872" y="913279"/>
                  </a:lnTo>
                  <a:lnTo>
                    <a:pt x="791154" y="913279"/>
                  </a:lnTo>
                  <a:lnTo>
                    <a:pt x="792435" y="913279"/>
                  </a:lnTo>
                  <a:lnTo>
                    <a:pt x="793717" y="913279"/>
                  </a:lnTo>
                  <a:lnTo>
                    <a:pt x="794999" y="913279"/>
                  </a:lnTo>
                  <a:lnTo>
                    <a:pt x="796281" y="913279"/>
                  </a:lnTo>
                  <a:lnTo>
                    <a:pt x="797563" y="913279"/>
                  </a:lnTo>
                  <a:lnTo>
                    <a:pt x="798845" y="899626"/>
                  </a:lnTo>
                  <a:lnTo>
                    <a:pt x="800127" y="878834"/>
                  </a:lnTo>
                  <a:lnTo>
                    <a:pt x="801408" y="878834"/>
                  </a:lnTo>
                  <a:lnTo>
                    <a:pt x="802690" y="878834"/>
                  </a:lnTo>
                  <a:lnTo>
                    <a:pt x="803972" y="878834"/>
                  </a:lnTo>
                  <a:lnTo>
                    <a:pt x="805254" y="874533"/>
                  </a:lnTo>
                  <a:lnTo>
                    <a:pt x="806536" y="854749"/>
                  </a:lnTo>
                  <a:lnTo>
                    <a:pt x="807818" y="852169"/>
                  </a:lnTo>
                  <a:lnTo>
                    <a:pt x="809099" y="844427"/>
                  </a:lnTo>
                  <a:lnTo>
                    <a:pt x="810381" y="844427"/>
                  </a:lnTo>
                  <a:lnTo>
                    <a:pt x="811663" y="844427"/>
                  </a:lnTo>
                  <a:lnTo>
                    <a:pt x="812945" y="844427"/>
                  </a:lnTo>
                  <a:lnTo>
                    <a:pt x="814227" y="844427"/>
                  </a:lnTo>
                  <a:lnTo>
                    <a:pt x="815509" y="839266"/>
                  </a:lnTo>
                  <a:lnTo>
                    <a:pt x="816791" y="827224"/>
                  </a:lnTo>
                  <a:lnTo>
                    <a:pt x="818072" y="843567"/>
                  </a:lnTo>
                  <a:lnTo>
                    <a:pt x="819354" y="844427"/>
                  </a:lnTo>
                  <a:lnTo>
                    <a:pt x="820636" y="841847"/>
                  </a:lnTo>
                  <a:lnTo>
                    <a:pt x="821918" y="818622"/>
                  </a:lnTo>
                  <a:lnTo>
                    <a:pt x="823200" y="810020"/>
                  </a:lnTo>
                  <a:lnTo>
                    <a:pt x="824482" y="806580"/>
                  </a:lnTo>
                  <a:lnTo>
                    <a:pt x="825763" y="822923"/>
                  </a:lnTo>
                  <a:lnTo>
                    <a:pt x="827045" y="836686"/>
                  </a:lnTo>
                  <a:lnTo>
                    <a:pt x="828327" y="866177"/>
                  </a:lnTo>
                  <a:lnTo>
                    <a:pt x="829609" y="869498"/>
                  </a:lnTo>
                  <a:lnTo>
                    <a:pt x="830891" y="869498"/>
                  </a:lnTo>
                  <a:lnTo>
                    <a:pt x="832173" y="871782"/>
                  </a:lnTo>
                  <a:lnTo>
                    <a:pt x="833455" y="876942"/>
                  </a:lnTo>
                  <a:lnTo>
                    <a:pt x="834736" y="874021"/>
                  </a:lnTo>
                  <a:lnTo>
                    <a:pt x="836018" y="870305"/>
                  </a:lnTo>
                  <a:lnTo>
                    <a:pt x="837300" y="867827"/>
                  </a:lnTo>
                  <a:lnTo>
                    <a:pt x="838582" y="867827"/>
                  </a:lnTo>
                  <a:lnTo>
                    <a:pt x="839864" y="865867"/>
                  </a:lnTo>
                  <a:lnTo>
                    <a:pt x="841146" y="875087"/>
                  </a:lnTo>
                  <a:lnTo>
                    <a:pt x="842427" y="881234"/>
                  </a:lnTo>
                  <a:lnTo>
                    <a:pt x="843709" y="882463"/>
                  </a:lnTo>
                  <a:lnTo>
                    <a:pt x="844991" y="881234"/>
                  </a:lnTo>
                  <a:lnTo>
                    <a:pt x="846273" y="881234"/>
                  </a:lnTo>
                  <a:lnTo>
                    <a:pt x="847555" y="880214"/>
                  </a:lnTo>
                  <a:lnTo>
                    <a:pt x="848837" y="880214"/>
                  </a:lnTo>
                  <a:lnTo>
                    <a:pt x="850118" y="876942"/>
                  </a:lnTo>
                  <a:lnTo>
                    <a:pt x="851400" y="860490"/>
                  </a:lnTo>
                  <a:lnTo>
                    <a:pt x="852682" y="850983"/>
                  </a:lnTo>
                  <a:lnTo>
                    <a:pt x="853964" y="851863"/>
                  </a:lnTo>
                  <a:lnTo>
                    <a:pt x="855246" y="866559"/>
                  </a:lnTo>
                  <a:lnTo>
                    <a:pt x="856528" y="859211"/>
                  </a:lnTo>
                  <a:lnTo>
                    <a:pt x="857810" y="854802"/>
                  </a:lnTo>
                  <a:lnTo>
                    <a:pt x="859091" y="848894"/>
                  </a:lnTo>
                  <a:lnTo>
                    <a:pt x="860373" y="854802"/>
                  </a:lnTo>
                  <a:lnTo>
                    <a:pt x="861655" y="857402"/>
                  </a:lnTo>
                  <a:lnTo>
                    <a:pt x="862937" y="846375"/>
                  </a:lnTo>
                  <a:lnTo>
                    <a:pt x="864219" y="823085"/>
                  </a:lnTo>
                  <a:lnTo>
                    <a:pt x="865501" y="811087"/>
                  </a:lnTo>
                  <a:lnTo>
                    <a:pt x="866782" y="804736"/>
                  </a:lnTo>
                  <a:lnTo>
                    <a:pt x="868064" y="804736"/>
                  </a:lnTo>
                  <a:lnTo>
                    <a:pt x="869346" y="804736"/>
                  </a:lnTo>
                  <a:lnTo>
                    <a:pt x="870628" y="808970"/>
                  </a:lnTo>
                  <a:lnTo>
                    <a:pt x="871910" y="846502"/>
                  </a:lnTo>
                  <a:lnTo>
                    <a:pt x="873192" y="855441"/>
                  </a:lnTo>
                  <a:lnTo>
                    <a:pt x="874474" y="856647"/>
                  </a:lnTo>
                  <a:lnTo>
                    <a:pt x="875755" y="865252"/>
                  </a:lnTo>
                  <a:lnTo>
                    <a:pt x="877037" y="868941"/>
                  </a:lnTo>
                  <a:lnTo>
                    <a:pt x="878319" y="874640"/>
                  </a:lnTo>
                  <a:lnTo>
                    <a:pt x="879601" y="880214"/>
                  </a:lnTo>
                  <a:lnTo>
                    <a:pt x="880883" y="854139"/>
                  </a:lnTo>
                  <a:lnTo>
                    <a:pt x="882165" y="859079"/>
                  </a:lnTo>
                  <a:lnTo>
                    <a:pt x="883446" y="885192"/>
                  </a:lnTo>
                  <a:lnTo>
                    <a:pt x="884728" y="897190"/>
                  </a:lnTo>
                  <a:lnTo>
                    <a:pt x="886010" y="902130"/>
                  </a:lnTo>
                  <a:lnTo>
                    <a:pt x="887292" y="889426"/>
                  </a:lnTo>
                  <a:lnTo>
                    <a:pt x="888574" y="889426"/>
                  </a:lnTo>
                  <a:lnTo>
                    <a:pt x="889856" y="902310"/>
                  </a:lnTo>
                  <a:lnTo>
                    <a:pt x="891137" y="890260"/>
                  </a:lnTo>
                  <a:lnTo>
                    <a:pt x="892419" y="892600"/>
                  </a:lnTo>
                  <a:lnTo>
                    <a:pt x="893701" y="881452"/>
                  </a:lnTo>
                  <a:lnTo>
                    <a:pt x="894983" y="880214"/>
                  </a:lnTo>
                  <a:lnTo>
                    <a:pt x="896265" y="881234"/>
                  </a:lnTo>
                  <a:lnTo>
                    <a:pt x="897547" y="881234"/>
                  </a:lnTo>
                  <a:lnTo>
                    <a:pt x="898829" y="881234"/>
                  </a:lnTo>
                  <a:lnTo>
                    <a:pt x="900110" y="877546"/>
                  </a:lnTo>
                  <a:lnTo>
                    <a:pt x="901392" y="887995"/>
                  </a:lnTo>
                  <a:lnTo>
                    <a:pt x="902674" y="893527"/>
                  </a:lnTo>
                  <a:lnTo>
                    <a:pt x="903956" y="893527"/>
                  </a:lnTo>
                  <a:lnTo>
                    <a:pt x="905238" y="891069"/>
                  </a:lnTo>
                  <a:lnTo>
                    <a:pt x="906520" y="893527"/>
                  </a:lnTo>
                  <a:lnTo>
                    <a:pt x="907801" y="893527"/>
                  </a:lnTo>
                  <a:lnTo>
                    <a:pt x="909083" y="892600"/>
                  </a:lnTo>
                  <a:lnTo>
                    <a:pt x="910365" y="901676"/>
                  </a:lnTo>
                  <a:lnTo>
                    <a:pt x="911647" y="888073"/>
                  </a:lnTo>
                  <a:lnTo>
                    <a:pt x="912929" y="897422"/>
                  </a:lnTo>
                  <a:lnTo>
                    <a:pt x="914211" y="897578"/>
                  </a:lnTo>
                  <a:lnTo>
                    <a:pt x="915493" y="878834"/>
                  </a:lnTo>
                  <a:lnTo>
                    <a:pt x="916774" y="862491"/>
                  </a:lnTo>
                  <a:lnTo>
                    <a:pt x="918056" y="844427"/>
                  </a:lnTo>
                  <a:lnTo>
                    <a:pt x="919338" y="837546"/>
                  </a:lnTo>
                  <a:lnTo>
                    <a:pt x="920620" y="827224"/>
                  </a:lnTo>
                  <a:lnTo>
                    <a:pt x="921902" y="822923"/>
                  </a:lnTo>
                  <a:lnTo>
                    <a:pt x="923184" y="789376"/>
                  </a:lnTo>
                  <a:lnTo>
                    <a:pt x="924465" y="812872"/>
                  </a:lnTo>
                  <a:lnTo>
                    <a:pt x="925747" y="825409"/>
                  </a:lnTo>
                  <a:lnTo>
                    <a:pt x="927029" y="814387"/>
                  </a:lnTo>
                  <a:lnTo>
                    <a:pt x="928311" y="828111"/>
                  </a:lnTo>
                  <a:lnTo>
                    <a:pt x="929593" y="832060"/>
                  </a:lnTo>
                  <a:lnTo>
                    <a:pt x="930875" y="850605"/>
                  </a:lnTo>
                  <a:lnTo>
                    <a:pt x="932157" y="861410"/>
                  </a:lnTo>
                  <a:lnTo>
                    <a:pt x="933438" y="851073"/>
                  </a:lnTo>
                  <a:lnTo>
                    <a:pt x="934720" y="851073"/>
                  </a:lnTo>
                  <a:lnTo>
                    <a:pt x="936002" y="842804"/>
                  </a:lnTo>
                  <a:lnTo>
                    <a:pt x="937284" y="835568"/>
                  </a:lnTo>
                  <a:lnTo>
                    <a:pt x="938566" y="844354"/>
                  </a:lnTo>
                  <a:lnTo>
                    <a:pt x="939848" y="844354"/>
                  </a:lnTo>
                  <a:lnTo>
                    <a:pt x="941129" y="820579"/>
                  </a:lnTo>
                  <a:lnTo>
                    <a:pt x="942411" y="832467"/>
                  </a:lnTo>
                  <a:lnTo>
                    <a:pt x="943693" y="830916"/>
                  </a:lnTo>
                  <a:lnTo>
                    <a:pt x="944975" y="820063"/>
                  </a:lnTo>
                  <a:lnTo>
                    <a:pt x="946257" y="801401"/>
                  </a:lnTo>
                  <a:lnTo>
                    <a:pt x="947539" y="804199"/>
                  </a:lnTo>
                  <a:lnTo>
                    <a:pt x="948820" y="782886"/>
                  </a:lnTo>
                  <a:lnTo>
                    <a:pt x="950102" y="744747"/>
                  </a:lnTo>
                  <a:lnTo>
                    <a:pt x="951384" y="722535"/>
                  </a:lnTo>
                  <a:lnTo>
                    <a:pt x="952666" y="719994"/>
                  </a:lnTo>
                  <a:lnTo>
                    <a:pt x="953948" y="655189"/>
                  </a:lnTo>
                  <a:lnTo>
                    <a:pt x="955230" y="685295"/>
                  </a:lnTo>
                  <a:lnTo>
                    <a:pt x="956512" y="715401"/>
                  </a:lnTo>
                  <a:lnTo>
                    <a:pt x="957793" y="724003"/>
                  </a:lnTo>
                  <a:lnTo>
                    <a:pt x="959075" y="735185"/>
                  </a:lnTo>
                  <a:lnTo>
                    <a:pt x="960357" y="779054"/>
                  </a:lnTo>
                  <a:lnTo>
                    <a:pt x="961639" y="776474"/>
                  </a:lnTo>
                  <a:lnTo>
                    <a:pt x="962921" y="791957"/>
                  </a:lnTo>
                  <a:lnTo>
                    <a:pt x="964203" y="838135"/>
                  </a:lnTo>
                  <a:lnTo>
                    <a:pt x="965484" y="857741"/>
                  </a:lnTo>
                  <a:lnTo>
                    <a:pt x="966766" y="869498"/>
                  </a:lnTo>
                  <a:lnTo>
                    <a:pt x="968048" y="869498"/>
                  </a:lnTo>
                  <a:lnTo>
                    <a:pt x="969330" y="873173"/>
                  </a:lnTo>
                  <a:lnTo>
                    <a:pt x="970612" y="880521"/>
                  </a:lnTo>
                  <a:lnTo>
                    <a:pt x="971894" y="865090"/>
                  </a:lnTo>
                  <a:lnTo>
                    <a:pt x="973176" y="868029"/>
                  </a:lnTo>
                  <a:lnTo>
                    <a:pt x="974457" y="861196"/>
                  </a:lnTo>
                  <a:lnTo>
                    <a:pt x="975739" y="859079"/>
                  </a:lnTo>
                  <a:lnTo>
                    <a:pt x="977021" y="856649"/>
                  </a:lnTo>
                  <a:lnTo>
                    <a:pt x="978303" y="855441"/>
                  </a:lnTo>
                  <a:lnTo>
                    <a:pt x="979585" y="850500"/>
                  </a:lnTo>
                  <a:lnTo>
                    <a:pt x="980867" y="856032"/>
                  </a:lnTo>
                  <a:lnTo>
                    <a:pt x="982148" y="856647"/>
                  </a:lnTo>
                  <a:lnTo>
                    <a:pt x="983430" y="856647"/>
                  </a:lnTo>
                  <a:lnTo>
                    <a:pt x="984712" y="856647"/>
                  </a:lnTo>
                  <a:lnTo>
                    <a:pt x="985994" y="864053"/>
                  </a:lnTo>
                  <a:lnTo>
                    <a:pt x="987276" y="861282"/>
                  </a:lnTo>
                  <a:lnTo>
                    <a:pt x="988558" y="861282"/>
                  </a:lnTo>
                  <a:lnTo>
                    <a:pt x="989839" y="864053"/>
                  </a:lnTo>
                  <a:lnTo>
                    <a:pt x="991121" y="878463"/>
                  </a:lnTo>
                  <a:lnTo>
                    <a:pt x="992403" y="884882"/>
                  </a:lnTo>
                  <a:lnTo>
                    <a:pt x="993685" y="894535"/>
                  </a:lnTo>
                  <a:lnTo>
                    <a:pt x="994967" y="896198"/>
                  </a:lnTo>
                  <a:lnTo>
                    <a:pt x="996249" y="905619"/>
                  </a:lnTo>
                  <a:lnTo>
                    <a:pt x="997531" y="886776"/>
                  </a:lnTo>
                  <a:lnTo>
                    <a:pt x="998812" y="875087"/>
                  </a:lnTo>
                  <a:lnTo>
                    <a:pt x="1000094" y="868941"/>
                  </a:lnTo>
                  <a:lnTo>
                    <a:pt x="1001376" y="841280"/>
                  </a:lnTo>
                  <a:lnTo>
                    <a:pt x="1002658" y="828987"/>
                  </a:lnTo>
                  <a:lnTo>
                    <a:pt x="1003940" y="807473"/>
                  </a:lnTo>
                  <a:lnTo>
                    <a:pt x="1005222" y="804400"/>
                  </a:lnTo>
                  <a:lnTo>
                    <a:pt x="1006503" y="791492"/>
                  </a:lnTo>
                  <a:lnTo>
                    <a:pt x="1007785" y="758299"/>
                  </a:lnTo>
                  <a:lnTo>
                    <a:pt x="1009067" y="742933"/>
                  </a:lnTo>
                  <a:lnTo>
                    <a:pt x="1010349" y="723528"/>
                  </a:lnTo>
                  <a:lnTo>
                    <a:pt x="1011631" y="706806"/>
                  </a:lnTo>
                  <a:lnTo>
                    <a:pt x="1012913" y="694420"/>
                  </a:lnTo>
                  <a:lnTo>
                    <a:pt x="1014195" y="649470"/>
                  </a:lnTo>
                  <a:lnTo>
                    <a:pt x="1015476" y="657939"/>
                  </a:lnTo>
                  <a:lnTo>
                    <a:pt x="1016758" y="687580"/>
                  </a:lnTo>
                  <a:lnTo>
                    <a:pt x="1018040" y="691815"/>
                  </a:lnTo>
                  <a:lnTo>
                    <a:pt x="1019322" y="696755"/>
                  </a:lnTo>
                  <a:lnTo>
                    <a:pt x="1020604" y="720454"/>
                  </a:lnTo>
                  <a:lnTo>
                    <a:pt x="1021886" y="726209"/>
                  </a:lnTo>
                  <a:lnTo>
                    <a:pt x="1023167" y="751928"/>
                  </a:lnTo>
                  <a:lnTo>
                    <a:pt x="1024449" y="776506"/>
                  </a:lnTo>
                  <a:lnTo>
                    <a:pt x="1025731" y="794855"/>
                  </a:lnTo>
                  <a:lnTo>
                    <a:pt x="1027013" y="832966"/>
                  </a:lnTo>
                  <a:lnTo>
                    <a:pt x="1028295" y="850610"/>
                  </a:lnTo>
                  <a:lnTo>
                    <a:pt x="1029577" y="880251"/>
                  </a:lnTo>
                  <a:lnTo>
                    <a:pt x="1030858" y="903541"/>
                  </a:lnTo>
                  <a:lnTo>
                    <a:pt x="1032140" y="913279"/>
                  </a:lnTo>
                  <a:lnTo>
                    <a:pt x="1033422" y="913279"/>
                  </a:lnTo>
                  <a:lnTo>
                    <a:pt x="1034704" y="913279"/>
                  </a:lnTo>
                  <a:lnTo>
                    <a:pt x="1035986" y="913279"/>
                  </a:lnTo>
                  <a:lnTo>
                    <a:pt x="1037268" y="913279"/>
                  </a:lnTo>
                  <a:lnTo>
                    <a:pt x="1038550" y="913279"/>
                  </a:lnTo>
                  <a:lnTo>
                    <a:pt x="1039831" y="913279"/>
                  </a:lnTo>
                  <a:lnTo>
                    <a:pt x="1041113" y="913279"/>
                  </a:lnTo>
                  <a:lnTo>
                    <a:pt x="1042395" y="913279"/>
                  </a:lnTo>
                  <a:lnTo>
                    <a:pt x="1043677" y="913241"/>
                  </a:lnTo>
                  <a:lnTo>
                    <a:pt x="1044959" y="913279"/>
                  </a:lnTo>
                  <a:lnTo>
                    <a:pt x="1046241" y="913279"/>
                  </a:lnTo>
                  <a:lnTo>
                    <a:pt x="1047522" y="913279"/>
                  </a:lnTo>
                  <a:lnTo>
                    <a:pt x="1048804" y="913279"/>
                  </a:lnTo>
                  <a:lnTo>
                    <a:pt x="1050086" y="913279"/>
                  </a:lnTo>
                  <a:lnTo>
                    <a:pt x="1051368" y="913279"/>
                  </a:lnTo>
                  <a:lnTo>
                    <a:pt x="1052650" y="913279"/>
                  </a:lnTo>
                  <a:lnTo>
                    <a:pt x="1053932" y="913279"/>
                  </a:lnTo>
                  <a:lnTo>
                    <a:pt x="1055214" y="913279"/>
                  </a:lnTo>
                  <a:lnTo>
                    <a:pt x="1056495" y="913279"/>
                  </a:lnTo>
                  <a:lnTo>
                    <a:pt x="1057777" y="913279"/>
                  </a:lnTo>
                  <a:lnTo>
                    <a:pt x="1059059" y="913279"/>
                  </a:lnTo>
                  <a:lnTo>
                    <a:pt x="1060341" y="913094"/>
                  </a:lnTo>
                  <a:lnTo>
                    <a:pt x="1061623" y="913094"/>
                  </a:lnTo>
                  <a:lnTo>
                    <a:pt x="1062905" y="913279"/>
                  </a:lnTo>
                  <a:lnTo>
                    <a:pt x="1064186" y="913279"/>
                  </a:lnTo>
                  <a:lnTo>
                    <a:pt x="1065468" y="911241"/>
                  </a:lnTo>
                  <a:lnTo>
                    <a:pt x="1066750" y="909293"/>
                  </a:lnTo>
                  <a:lnTo>
                    <a:pt x="1068032" y="902757"/>
                  </a:lnTo>
                  <a:lnTo>
                    <a:pt x="1069314" y="894488"/>
                  </a:lnTo>
                  <a:lnTo>
                    <a:pt x="1070596" y="899550"/>
                  </a:lnTo>
                  <a:lnTo>
                    <a:pt x="1071878" y="912216"/>
                  </a:lnTo>
                  <a:lnTo>
                    <a:pt x="1073159" y="913094"/>
                  </a:lnTo>
                  <a:lnTo>
                    <a:pt x="1074441" y="911419"/>
                  </a:lnTo>
                  <a:lnTo>
                    <a:pt x="1075723" y="913279"/>
                  </a:lnTo>
                  <a:lnTo>
                    <a:pt x="1077005" y="913279"/>
                  </a:lnTo>
                  <a:lnTo>
                    <a:pt x="1078287" y="913279"/>
                  </a:lnTo>
                  <a:lnTo>
                    <a:pt x="1079569" y="905891"/>
                  </a:lnTo>
                  <a:lnTo>
                    <a:pt x="1080850" y="897045"/>
                  </a:lnTo>
                  <a:lnTo>
                    <a:pt x="1082132" y="881234"/>
                  </a:lnTo>
                  <a:lnTo>
                    <a:pt x="1083414" y="880214"/>
                  </a:lnTo>
                  <a:lnTo>
                    <a:pt x="1084696" y="872488"/>
                  </a:lnTo>
                  <a:lnTo>
                    <a:pt x="1085978" y="871077"/>
                  </a:lnTo>
                  <a:lnTo>
                    <a:pt x="1087260" y="854139"/>
                  </a:lnTo>
                  <a:lnTo>
                    <a:pt x="1088541" y="841710"/>
                  </a:lnTo>
                  <a:lnTo>
                    <a:pt x="1089823" y="810713"/>
                  </a:lnTo>
                  <a:lnTo>
                    <a:pt x="1091105" y="788029"/>
                  </a:lnTo>
                  <a:lnTo>
                    <a:pt x="1092387" y="741206"/>
                  </a:lnTo>
                  <a:lnTo>
                    <a:pt x="1093669" y="738626"/>
                  </a:lnTo>
                  <a:lnTo>
                    <a:pt x="1094951" y="712821"/>
                  </a:lnTo>
                  <a:lnTo>
                    <a:pt x="1096233" y="734678"/>
                  </a:lnTo>
                  <a:lnTo>
                    <a:pt x="1097514" y="718126"/>
                  </a:lnTo>
                  <a:lnTo>
                    <a:pt x="1098796" y="745418"/>
                  </a:lnTo>
                  <a:lnTo>
                    <a:pt x="1100078" y="782450"/>
                  </a:lnTo>
                  <a:lnTo>
                    <a:pt x="1101360" y="781124"/>
                  </a:lnTo>
                  <a:lnTo>
                    <a:pt x="1102642" y="781124"/>
                  </a:lnTo>
                  <a:lnTo>
                    <a:pt x="1103924" y="761987"/>
                  </a:lnTo>
                  <a:lnTo>
                    <a:pt x="1105205" y="777042"/>
                  </a:lnTo>
                  <a:lnTo>
                    <a:pt x="1106487" y="783709"/>
                  </a:lnTo>
                  <a:lnTo>
                    <a:pt x="1107769" y="795872"/>
                  </a:lnTo>
                  <a:lnTo>
                    <a:pt x="1109051" y="817434"/>
                  </a:lnTo>
                  <a:lnTo>
                    <a:pt x="1110333" y="830702"/>
                  </a:lnTo>
                  <a:lnTo>
                    <a:pt x="1111615" y="839548"/>
                  </a:lnTo>
                  <a:lnTo>
                    <a:pt x="1112897" y="832914"/>
                  </a:lnTo>
                  <a:lnTo>
                    <a:pt x="1114178" y="836784"/>
                  </a:lnTo>
                  <a:lnTo>
                    <a:pt x="1115460" y="847427"/>
                  </a:lnTo>
                  <a:lnTo>
                    <a:pt x="1116742" y="871812"/>
                  </a:lnTo>
                  <a:lnTo>
                    <a:pt x="1118024" y="856647"/>
                  </a:lnTo>
                  <a:lnTo>
                    <a:pt x="1119306" y="858538"/>
                  </a:lnTo>
                  <a:lnTo>
                    <a:pt x="1120588" y="867827"/>
                  </a:lnTo>
                  <a:lnTo>
                    <a:pt x="1121869" y="868941"/>
                  </a:lnTo>
                  <a:lnTo>
                    <a:pt x="1123151" y="877577"/>
                  </a:lnTo>
                  <a:lnTo>
                    <a:pt x="1124433" y="865431"/>
                  </a:lnTo>
                  <a:lnTo>
                    <a:pt x="1125715" y="864019"/>
                  </a:lnTo>
                  <a:lnTo>
                    <a:pt x="1126997" y="861196"/>
                  </a:lnTo>
                  <a:lnTo>
                    <a:pt x="1128279" y="861196"/>
                  </a:lnTo>
                  <a:lnTo>
                    <a:pt x="1129560" y="861196"/>
                  </a:lnTo>
                  <a:lnTo>
                    <a:pt x="1130842" y="876942"/>
                  </a:lnTo>
                  <a:lnTo>
                    <a:pt x="1132124" y="889503"/>
                  </a:lnTo>
                  <a:lnTo>
                    <a:pt x="1133406" y="904592"/>
                  </a:lnTo>
                  <a:lnTo>
                    <a:pt x="1134688" y="905821"/>
                  </a:lnTo>
                  <a:lnTo>
                    <a:pt x="1135970" y="905821"/>
                  </a:lnTo>
                  <a:lnTo>
                    <a:pt x="1137252" y="905821"/>
                  </a:lnTo>
                  <a:lnTo>
                    <a:pt x="1138533" y="892913"/>
                  </a:lnTo>
                  <a:lnTo>
                    <a:pt x="1139815" y="880214"/>
                  </a:lnTo>
                  <a:lnTo>
                    <a:pt x="1141097" y="878356"/>
                  </a:lnTo>
                  <a:lnTo>
                    <a:pt x="1142379" y="875878"/>
                  </a:lnTo>
                  <a:lnTo>
                    <a:pt x="1143661" y="884553"/>
                  </a:lnTo>
                  <a:lnTo>
                    <a:pt x="1144943" y="880251"/>
                  </a:lnTo>
                  <a:lnTo>
                    <a:pt x="1146224" y="889426"/>
                  </a:lnTo>
                  <a:lnTo>
                    <a:pt x="1147506" y="889426"/>
                  </a:lnTo>
                  <a:lnTo>
                    <a:pt x="1148788" y="889426"/>
                  </a:lnTo>
                  <a:lnTo>
                    <a:pt x="1150070" y="884195"/>
                  </a:lnTo>
                  <a:lnTo>
                    <a:pt x="1151352" y="875287"/>
                  </a:lnTo>
                  <a:lnTo>
                    <a:pt x="1152634" y="844427"/>
                  </a:lnTo>
                  <a:lnTo>
                    <a:pt x="1153916" y="844427"/>
                  </a:lnTo>
                  <a:lnTo>
                    <a:pt x="1155197" y="844427"/>
                  </a:lnTo>
                  <a:lnTo>
                    <a:pt x="1156479" y="867071"/>
                  </a:lnTo>
                  <a:lnTo>
                    <a:pt x="1157761" y="884930"/>
                  </a:lnTo>
                  <a:lnTo>
                    <a:pt x="1159043" y="889426"/>
                  </a:lnTo>
                  <a:lnTo>
                    <a:pt x="1160325" y="891543"/>
                  </a:lnTo>
                  <a:lnTo>
                    <a:pt x="1161607" y="900718"/>
                  </a:lnTo>
                  <a:lnTo>
                    <a:pt x="1162888" y="889426"/>
                  </a:lnTo>
                  <a:lnTo>
                    <a:pt x="1164170" y="878134"/>
                  </a:lnTo>
                  <a:lnTo>
                    <a:pt x="1165452" y="875311"/>
                  </a:lnTo>
                  <a:lnTo>
                    <a:pt x="1166734" y="861902"/>
                  </a:lnTo>
                  <a:lnTo>
                    <a:pt x="1168016" y="861196"/>
                  </a:lnTo>
                  <a:lnTo>
                    <a:pt x="1169298" y="849904"/>
                  </a:lnTo>
                  <a:lnTo>
                    <a:pt x="1170579" y="845669"/>
                  </a:lnTo>
                  <a:lnTo>
                    <a:pt x="1171861" y="836495"/>
                  </a:lnTo>
                  <a:lnTo>
                    <a:pt x="1173143" y="832966"/>
                  </a:lnTo>
                  <a:lnTo>
                    <a:pt x="1174425" y="832966"/>
                  </a:lnTo>
                  <a:lnTo>
                    <a:pt x="1175707" y="832966"/>
                  </a:lnTo>
                  <a:lnTo>
                    <a:pt x="1176989" y="851575"/>
                  </a:lnTo>
                  <a:lnTo>
                    <a:pt x="1178271" y="847081"/>
                  </a:lnTo>
                  <a:lnTo>
                    <a:pt x="1179552" y="847081"/>
                  </a:lnTo>
                  <a:lnTo>
                    <a:pt x="1180834" y="839318"/>
                  </a:lnTo>
                  <a:lnTo>
                    <a:pt x="1182116" y="832966"/>
                  </a:lnTo>
                  <a:lnTo>
                    <a:pt x="1183398" y="844258"/>
                  </a:lnTo>
                  <a:lnTo>
                    <a:pt x="1184680" y="847081"/>
                  </a:lnTo>
                  <a:lnTo>
                    <a:pt x="1185962" y="876308"/>
                  </a:lnTo>
                  <a:lnTo>
                    <a:pt x="1187243" y="880214"/>
                  </a:lnTo>
                  <a:lnTo>
                    <a:pt x="1188525" y="890123"/>
                  </a:lnTo>
                  <a:lnTo>
                    <a:pt x="1189807" y="899412"/>
                  </a:lnTo>
                  <a:lnTo>
                    <a:pt x="1191089" y="913279"/>
                  </a:lnTo>
                  <a:lnTo>
                    <a:pt x="1192371" y="913279"/>
                  </a:lnTo>
                  <a:lnTo>
                    <a:pt x="1193653" y="913279"/>
                  </a:lnTo>
                  <a:lnTo>
                    <a:pt x="1194935" y="913279"/>
                  </a:lnTo>
                  <a:lnTo>
                    <a:pt x="1196216" y="913279"/>
                  </a:lnTo>
                  <a:lnTo>
                    <a:pt x="1197498" y="903541"/>
                  </a:lnTo>
                  <a:lnTo>
                    <a:pt x="1198780" y="903541"/>
                  </a:lnTo>
                  <a:lnTo>
                    <a:pt x="1200062" y="913279"/>
                  </a:lnTo>
                  <a:lnTo>
                    <a:pt x="1201344" y="913279"/>
                  </a:lnTo>
                  <a:lnTo>
                    <a:pt x="1202626" y="913279"/>
                  </a:lnTo>
                  <a:lnTo>
                    <a:pt x="1203907" y="913279"/>
                  </a:lnTo>
                  <a:lnTo>
                    <a:pt x="1205189" y="913279"/>
                  </a:lnTo>
                  <a:lnTo>
                    <a:pt x="1206471" y="913279"/>
                  </a:lnTo>
                  <a:lnTo>
                    <a:pt x="1207753" y="913279"/>
                  </a:lnTo>
                  <a:lnTo>
                    <a:pt x="1209035" y="913279"/>
                  </a:lnTo>
                  <a:lnTo>
                    <a:pt x="1210317" y="913279"/>
                  </a:lnTo>
                  <a:lnTo>
                    <a:pt x="1211599" y="913279"/>
                  </a:lnTo>
                  <a:lnTo>
                    <a:pt x="1212880" y="913279"/>
                  </a:lnTo>
                  <a:lnTo>
                    <a:pt x="1214162" y="913279"/>
                  </a:lnTo>
                  <a:lnTo>
                    <a:pt x="1215444" y="913279"/>
                  </a:lnTo>
                  <a:lnTo>
                    <a:pt x="1216726" y="913279"/>
                  </a:lnTo>
                  <a:lnTo>
                    <a:pt x="1218008" y="913279"/>
                  </a:lnTo>
                  <a:lnTo>
                    <a:pt x="1219290" y="913279"/>
                  </a:lnTo>
                  <a:lnTo>
                    <a:pt x="1220571" y="913279"/>
                  </a:lnTo>
                  <a:lnTo>
                    <a:pt x="1221853" y="913279"/>
                  </a:lnTo>
                  <a:lnTo>
                    <a:pt x="1223135" y="913241"/>
                  </a:lnTo>
                  <a:lnTo>
                    <a:pt x="1224417" y="913241"/>
                  </a:lnTo>
                  <a:lnTo>
                    <a:pt x="1225699" y="913241"/>
                  </a:lnTo>
                  <a:lnTo>
                    <a:pt x="1226981" y="913241"/>
                  </a:lnTo>
                  <a:lnTo>
                    <a:pt x="1228262" y="913241"/>
                  </a:lnTo>
                  <a:lnTo>
                    <a:pt x="1229544" y="913279"/>
                  </a:lnTo>
                  <a:lnTo>
                    <a:pt x="1230826" y="913279"/>
                  </a:lnTo>
                  <a:lnTo>
                    <a:pt x="1232108" y="913279"/>
                  </a:lnTo>
                  <a:lnTo>
                    <a:pt x="1233390" y="913279"/>
                  </a:lnTo>
                  <a:lnTo>
                    <a:pt x="1234672" y="913279"/>
                  </a:lnTo>
                  <a:lnTo>
                    <a:pt x="1235954" y="913279"/>
                  </a:lnTo>
                  <a:lnTo>
                    <a:pt x="1237235" y="913279"/>
                  </a:lnTo>
                  <a:lnTo>
                    <a:pt x="1238517" y="913279"/>
                  </a:lnTo>
                  <a:lnTo>
                    <a:pt x="1239799" y="913279"/>
                  </a:lnTo>
                  <a:lnTo>
                    <a:pt x="1241081" y="913279"/>
                  </a:lnTo>
                  <a:lnTo>
                    <a:pt x="1242363" y="913279"/>
                  </a:lnTo>
                  <a:lnTo>
                    <a:pt x="1243645" y="913279"/>
                  </a:lnTo>
                  <a:lnTo>
                    <a:pt x="1244926" y="913279"/>
                  </a:lnTo>
                  <a:lnTo>
                    <a:pt x="1246208" y="913279"/>
                  </a:lnTo>
                  <a:lnTo>
                    <a:pt x="1247490" y="913279"/>
                  </a:lnTo>
                  <a:lnTo>
                    <a:pt x="1248772" y="913279"/>
                  </a:lnTo>
                  <a:lnTo>
                    <a:pt x="1250054" y="913279"/>
                  </a:lnTo>
                  <a:lnTo>
                    <a:pt x="1251336" y="913279"/>
                  </a:lnTo>
                  <a:lnTo>
                    <a:pt x="1252618" y="913279"/>
                  </a:lnTo>
                  <a:lnTo>
                    <a:pt x="1253899" y="911383"/>
                  </a:lnTo>
                  <a:lnTo>
                    <a:pt x="1255181" y="879051"/>
                  </a:lnTo>
                  <a:lnTo>
                    <a:pt x="1256463" y="869498"/>
                  </a:lnTo>
                  <a:lnTo>
                    <a:pt x="1257745" y="854154"/>
                  </a:lnTo>
                  <a:lnTo>
                    <a:pt x="1259027" y="810020"/>
                  </a:lnTo>
                  <a:lnTo>
                    <a:pt x="1260309" y="810020"/>
                  </a:lnTo>
                  <a:lnTo>
                    <a:pt x="1261590" y="806580"/>
                  </a:lnTo>
                  <a:lnTo>
                    <a:pt x="1262872" y="778194"/>
                  </a:lnTo>
                  <a:lnTo>
                    <a:pt x="1264154" y="806063"/>
                  </a:lnTo>
                  <a:lnTo>
                    <a:pt x="1265436" y="797486"/>
                  </a:lnTo>
                  <a:lnTo>
                    <a:pt x="1266718" y="781320"/>
                  </a:lnTo>
                  <a:lnTo>
                    <a:pt x="1268000" y="780586"/>
                  </a:lnTo>
                  <a:lnTo>
                    <a:pt x="1269281" y="771565"/>
                  </a:lnTo>
                  <a:lnTo>
                    <a:pt x="1270563" y="762390"/>
                  </a:lnTo>
                  <a:lnTo>
                    <a:pt x="1271845" y="758156"/>
                  </a:lnTo>
                  <a:lnTo>
                    <a:pt x="1273127" y="777376"/>
                  </a:lnTo>
                  <a:lnTo>
                    <a:pt x="1274409" y="795987"/>
                  </a:lnTo>
                  <a:lnTo>
                    <a:pt x="1275691" y="791652"/>
                  </a:lnTo>
                  <a:lnTo>
                    <a:pt x="1276973" y="803644"/>
                  </a:lnTo>
                  <a:lnTo>
                    <a:pt x="1278254" y="816945"/>
                  </a:lnTo>
                  <a:lnTo>
                    <a:pt x="1279536" y="808632"/>
                  </a:lnTo>
                  <a:lnTo>
                    <a:pt x="1280818" y="808078"/>
                  </a:lnTo>
                  <a:lnTo>
                    <a:pt x="1282100" y="826832"/>
                  </a:lnTo>
                  <a:lnTo>
                    <a:pt x="1283382" y="811957"/>
                  </a:lnTo>
                  <a:lnTo>
                    <a:pt x="1284664" y="815837"/>
                  </a:lnTo>
                  <a:lnTo>
                    <a:pt x="1285945" y="828030"/>
                  </a:lnTo>
                  <a:lnTo>
                    <a:pt x="1287227" y="808088"/>
                  </a:lnTo>
                  <a:lnTo>
                    <a:pt x="1288509" y="820996"/>
                  </a:lnTo>
                  <a:lnTo>
                    <a:pt x="1289791" y="810547"/>
                  </a:lnTo>
                  <a:lnTo>
                    <a:pt x="1291073" y="798253"/>
                  </a:lnTo>
                  <a:lnTo>
                    <a:pt x="1292355" y="805896"/>
                  </a:lnTo>
                  <a:lnTo>
                    <a:pt x="1293637" y="810851"/>
                  </a:lnTo>
                  <a:lnTo>
                    <a:pt x="1294918" y="798304"/>
                  </a:lnTo>
                  <a:lnTo>
                    <a:pt x="1296200" y="781320"/>
                  </a:lnTo>
                  <a:lnTo>
                    <a:pt x="1297482" y="781320"/>
                  </a:lnTo>
                  <a:lnTo>
                    <a:pt x="1298764" y="792343"/>
                  </a:lnTo>
                  <a:lnTo>
                    <a:pt x="1300046" y="781665"/>
                  </a:lnTo>
                  <a:lnTo>
                    <a:pt x="1301328" y="783501"/>
                  </a:lnTo>
                  <a:lnTo>
                    <a:pt x="1302609" y="824714"/>
                  </a:lnTo>
                  <a:lnTo>
                    <a:pt x="1303891" y="842878"/>
                  </a:lnTo>
                  <a:lnTo>
                    <a:pt x="1305173" y="830579"/>
                  </a:lnTo>
                  <a:lnTo>
                    <a:pt x="1306455" y="835240"/>
                  </a:lnTo>
                  <a:lnTo>
                    <a:pt x="1307737" y="847756"/>
                  </a:lnTo>
                  <a:lnTo>
                    <a:pt x="1309019" y="868268"/>
                  </a:lnTo>
                  <a:lnTo>
                    <a:pt x="1310300" y="867705"/>
                  </a:lnTo>
                  <a:lnTo>
                    <a:pt x="1311582" y="880455"/>
                  </a:lnTo>
                  <a:lnTo>
                    <a:pt x="1312864" y="884233"/>
                  </a:lnTo>
                  <a:lnTo>
                    <a:pt x="1314146" y="904717"/>
                  </a:lnTo>
                  <a:lnTo>
                    <a:pt x="1315428" y="913279"/>
                  </a:lnTo>
                  <a:lnTo>
                    <a:pt x="1316710" y="912640"/>
                  </a:lnTo>
                  <a:lnTo>
                    <a:pt x="1317992" y="909978"/>
                  </a:lnTo>
                  <a:lnTo>
                    <a:pt x="1319273" y="910388"/>
                  </a:lnTo>
                  <a:lnTo>
                    <a:pt x="1320555" y="913279"/>
                  </a:lnTo>
                  <a:lnTo>
                    <a:pt x="1321837" y="913279"/>
                  </a:lnTo>
                  <a:lnTo>
                    <a:pt x="1323119" y="913279"/>
                  </a:lnTo>
                  <a:lnTo>
                    <a:pt x="1324401" y="913279"/>
                  </a:lnTo>
                  <a:lnTo>
                    <a:pt x="1325683" y="913279"/>
                  </a:lnTo>
                  <a:lnTo>
                    <a:pt x="1326964" y="913279"/>
                  </a:lnTo>
                  <a:lnTo>
                    <a:pt x="1328246" y="913279"/>
                  </a:lnTo>
                  <a:lnTo>
                    <a:pt x="1329528" y="901317"/>
                  </a:lnTo>
                  <a:lnTo>
                    <a:pt x="1330810" y="897691"/>
                  </a:lnTo>
                  <a:lnTo>
                    <a:pt x="1332092" y="889500"/>
                  </a:lnTo>
                  <a:lnTo>
                    <a:pt x="1333374" y="887862"/>
                  </a:lnTo>
                  <a:lnTo>
                    <a:pt x="1334656" y="880695"/>
                  </a:lnTo>
                  <a:lnTo>
                    <a:pt x="1335937" y="881614"/>
                  </a:lnTo>
                  <a:lnTo>
                    <a:pt x="1337219" y="873014"/>
                  </a:lnTo>
                  <a:lnTo>
                    <a:pt x="1338501" y="875115"/>
                  </a:lnTo>
                  <a:lnTo>
                    <a:pt x="1339783" y="866136"/>
                  </a:lnTo>
                  <a:lnTo>
                    <a:pt x="1341065" y="859983"/>
                  </a:lnTo>
                  <a:lnTo>
                    <a:pt x="1342347" y="855659"/>
                  </a:lnTo>
                  <a:lnTo>
                    <a:pt x="1343628" y="844471"/>
                  </a:lnTo>
                  <a:lnTo>
                    <a:pt x="1344910" y="851973"/>
                  </a:lnTo>
                  <a:lnTo>
                    <a:pt x="1346192" y="841583"/>
                  </a:lnTo>
                  <a:lnTo>
                    <a:pt x="1347474" y="861446"/>
                  </a:lnTo>
                  <a:lnTo>
                    <a:pt x="1348756" y="878852"/>
                  </a:lnTo>
                  <a:lnTo>
                    <a:pt x="1350038" y="884998"/>
                  </a:lnTo>
                  <a:lnTo>
                    <a:pt x="1351320" y="891117"/>
                  </a:lnTo>
                  <a:lnTo>
                    <a:pt x="1352601" y="877432"/>
                  </a:lnTo>
                  <a:lnTo>
                    <a:pt x="1353883" y="875860"/>
                  </a:lnTo>
                  <a:lnTo>
                    <a:pt x="1355165" y="873951"/>
                  </a:lnTo>
                  <a:lnTo>
                    <a:pt x="1356447" y="871741"/>
                  </a:lnTo>
                  <a:lnTo>
                    <a:pt x="1357729" y="889928"/>
                  </a:lnTo>
                  <a:lnTo>
                    <a:pt x="1359011" y="886541"/>
                  </a:lnTo>
                  <a:lnTo>
                    <a:pt x="1360292" y="879390"/>
                  </a:lnTo>
                  <a:lnTo>
                    <a:pt x="1361574" y="893175"/>
                  </a:lnTo>
                  <a:lnTo>
                    <a:pt x="1362856" y="899097"/>
                  </a:lnTo>
                  <a:lnTo>
                    <a:pt x="1364138" y="883530"/>
                  </a:lnTo>
                  <a:lnTo>
                    <a:pt x="1365420" y="877026"/>
                  </a:lnTo>
                  <a:lnTo>
                    <a:pt x="1366702" y="864424"/>
                  </a:lnTo>
                  <a:lnTo>
                    <a:pt x="1367983" y="861985"/>
                  </a:lnTo>
                  <a:lnTo>
                    <a:pt x="1369265" y="857106"/>
                  </a:lnTo>
                  <a:lnTo>
                    <a:pt x="1370547" y="852635"/>
                  </a:lnTo>
                  <a:lnTo>
                    <a:pt x="1371829" y="853854"/>
                  </a:lnTo>
                  <a:lnTo>
                    <a:pt x="1373111" y="849382"/>
                  </a:lnTo>
                  <a:lnTo>
                    <a:pt x="1374393" y="837593"/>
                  </a:lnTo>
                  <a:lnTo>
                    <a:pt x="1375675" y="834341"/>
                  </a:lnTo>
                  <a:lnTo>
                    <a:pt x="1376956" y="820113"/>
                  </a:lnTo>
                  <a:lnTo>
                    <a:pt x="1378238" y="813202"/>
                  </a:lnTo>
                  <a:lnTo>
                    <a:pt x="1379520" y="822959"/>
                  </a:lnTo>
                  <a:lnTo>
                    <a:pt x="1380802" y="813366"/>
                  </a:lnTo>
                  <a:lnTo>
                    <a:pt x="1382084" y="793108"/>
                  </a:lnTo>
                  <a:lnTo>
                    <a:pt x="1383366" y="799703"/>
                  </a:lnTo>
                  <a:lnTo>
                    <a:pt x="1384647" y="790355"/>
                  </a:lnTo>
                  <a:lnTo>
                    <a:pt x="1385929" y="800426"/>
                  </a:lnTo>
                  <a:lnTo>
                    <a:pt x="1387211" y="792738"/>
                  </a:lnTo>
                  <a:lnTo>
                    <a:pt x="1388493" y="796267"/>
                  </a:lnTo>
                  <a:lnTo>
                    <a:pt x="1389775" y="825714"/>
                  </a:lnTo>
                  <a:lnTo>
                    <a:pt x="1391057" y="813525"/>
                  </a:lnTo>
                  <a:lnTo>
                    <a:pt x="1392339" y="798384"/>
                  </a:lnTo>
                  <a:lnTo>
                    <a:pt x="1393620" y="818851"/>
                  </a:lnTo>
                  <a:lnTo>
                    <a:pt x="1394902" y="824497"/>
                  </a:lnTo>
                  <a:lnTo>
                    <a:pt x="1396184" y="849198"/>
                  </a:lnTo>
                  <a:lnTo>
                    <a:pt x="1397466" y="874605"/>
                  </a:lnTo>
                  <a:lnTo>
                    <a:pt x="1398748" y="875311"/>
                  </a:lnTo>
                  <a:lnTo>
                    <a:pt x="1400030" y="849904"/>
                  </a:lnTo>
                  <a:lnTo>
                    <a:pt x="1401311" y="828731"/>
                  </a:lnTo>
                  <a:lnTo>
                    <a:pt x="1402593" y="818851"/>
                  </a:lnTo>
                  <a:lnTo>
                    <a:pt x="1403875" y="818851"/>
                  </a:lnTo>
                  <a:lnTo>
                    <a:pt x="1405157" y="842697"/>
                  </a:lnTo>
                  <a:lnTo>
                    <a:pt x="1406439" y="830849"/>
                  </a:lnTo>
                  <a:lnTo>
                    <a:pt x="1407721" y="833864"/>
                  </a:lnTo>
                  <a:lnTo>
                    <a:pt x="1409002" y="848130"/>
                  </a:lnTo>
                  <a:lnTo>
                    <a:pt x="1410284" y="861196"/>
                  </a:lnTo>
                  <a:lnTo>
                    <a:pt x="1411566" y="856962"/>
                  </a:lnTo>
                  <a:lnTo>
                    <a:pt x="1412848" y="847081"/>
                  </a:lnTo>
                  <a:lnTo>
                    <a:pt x="1414130" y="837200"/>
                  </a:lnTo>
                  <a:lnTo>
                    <a:pt x="1415412" y="832966"/>
                  </a:lnTo>
                  <a:lnTo>
                    <a:pt x="1416694" y="832966"/>
                  </a:lnTo>
                  <a:lnTo>
                    <a:pt x="1417975" y="851575"/>
                  </a:lnTo>
                  <a:lnTo>
                    <a:pt x="1419257" y="877736"/>
                  </a:lnTo>
                  <a:lnTo>
                    <a:pt x="1420539" y="896316"/>
                  </a:lnTo>
                  <a:lnTo>
                    <a:pt x="1421821" y="905821"/>
                  </a:lnTo>
                  <a:lnTo>
                    <a:pt x="1423103" y="905821"/>
                  </a:lnTo>
                  <a:lnTo>
                    <a:pt x="1424385" y="906225"/>
                  </a:lnTo>
                  <a:lnTo>
                    <a:pt x="1425666" y="913279"/>
                  </a:lnTo>
                  <a:lnTo>
                    <a:pt x="1426948" y="913279"/>
                  </a:lnTo>
                  <a:lnTo>
                    <a:pt x="1428230" y="903541"/>
                  </a:lnTo>
                  <a:lnTo>
                    <a:pt x="1429512" y="903541"/>
                  </a:lnTo>
                  <a:lnTo>
                    <a:pt x="1430794" y="907776"/>
                  </a:lnTo>
                  <a:lnTo>
                    <a:pt x="1432076" y="913279"/>
                  </a:lnTo>
                  <a:lnTo>
                    <a:pt x="1433358" y="913279"/>
                  </a:lnTo>
                  <a:lnTo>
                    <a:pt x="1434639" y="913279"/>
                  </a:lnTo>
                  <a:lnTo>
                    <a:pt x="1435921" y="903541"/>
                  </a:lnTo>
                  <a:lnTo>
                    <a:pt x="1437203" y="898891"/>
                  </a:lnTo>
                  <a:lnTo>
                    <a:pt x="1438485" y="898891"/>
                  </a:lnTo>
                  <a:lnTo>
                    <a:pt x="1439767" y="897578"/>
                  </a:lnTo>
                  <a:lnTo>
                    <a:pt x="1441049" y="876254"/>
                  </a:lnTo>
                  <a:lnTo>
                    <a:pt x="1442330" y="861631"/>
                  </a:lnTo>
                  <a:lnTo>
                    <a:pt x="1443612" y="860771"/>
                  </a:lnTo>
                  <a:lnTo>
                    <a:pt x="1444894" y="842707"/>
                  </a:lnTo>
                  <a:lnTo>
                    <a:pt x="1446176" y="827224"/>
                  </a:lnTo>
                  <a:lnTo>
                    <a:pt x="1447458" y="822923"/>
                  </a:lnTo>
                  <a:lnTo>
                    <a:pt x="1448740" y="806580"/>
                  </a:lnTo>
                  <a:lnTo>
                    <a:pt x="1450022" y="792817"/>
                  </a:lnTo>
                  <a:lnTo>
                    <a:pt x="1451303" y="783355"/>
                  </a:lnTo>
                  <a:lnTo>
                    <a:pt x="1452585" y="821506"/>
                  </a:lnTo>
                  <a:lnTo>
                    <a:pt x="1453867" y="829818"/>
                  </a:lnTo>
                  <a:lnTo>
                    <a:pt x="1455149" y="836432"/>
                  </a:lnTo>
                  <a:lnTo>
                    <a:pt x="1456431" y="825409"/>
                  </a:lnTo>
                  <a:lnTo>
                    <a:pt x="1457713" y="818851"/>
                  </a:lnTo>
                  <a:lnTo>
                    <a:pt x="1458994" y="818851"/>
                  </a:lnTo>
                  <a:lnTo>
                    <a:pt x="1460276" y="820968"/>
                  </a:lnTo>
                  <a:lnTo>
                    <a:pt x="1461558" y="832966"/>
                  </a:lnTo>
                  <a:lnTo>
                    <a:pt x="1462840" y="833672"/>
                  </a:lnTo>
                  <a:lnTo>
                    <a:pt x="1464122" y="848492"/>
                  </a:lnTo>
                  <a:lnTo>
                    <a:pt x="1465404" y="847787"/>
                  </a:lnTo>
                  <a:lnTo>
                    <a:pt x="1466685" y="843552"/>
                  </a:lnTo>
                  <a:lnTo>
                    <a:pt x="1467967" y="838612"/>
                  </a:lnTo>
                  <a:lnTo>
                    <a:pt x="1469249" y="832966"/>
                  </a:lnTo>
                  <a:lnTo>
                    <a:pt x="1470531" y="840729"/>
                  </a:lnTo>
                  <a:lnTo>
                    <a:pt x="1471813" y="845277"/>
                  </a:lnTo>
                  <a:lnTo>
                    <a:pt x="1473095" y="837167"/>
                  </a:lnTo>
                  <a:lnTo>
                    <a:pt x="1474377" y="834577"/>
                  </a:lnTo>
                  <a:lnTo>
                    <a:pt x="1475658" y="864259"/>
                  </a:lnTo>
                  <a:lnTo>
                    <a:pt x="1476940" y="852345"/>
                  </a:lnTo>
                  <a:lnTo>
                    <a:pt x="1478222" y="844354"/>
                  </a:lnTo>
                  <a:lnTo>
                    <a:pt x="1479504" y="844354"/>
                  </a:lnTo>
                  <a:lnTo>
                    <a:pt x="1480786" y="831445"/>
                  </a:lnTo>
                  <a:lnTo>
                    <a:pt x="1482068" y="802556"/>
                  </a:lnTo>
                  <a:lnTo>
                    <a:pt x="1483349" y="795180"/>
                  </a:lnTo>
                  <a:lnTo>
                    <a:pt x="1484631" y="806858"/>
                  </a:lnTo>
                  <a:lnTo>
                    <a:pt x="1485913" y="803170"/>
                  </a:lnTo>
                  <a:lnTo>
                    <a:pt x="1487195" y="817308"/>
                  </a:lnTo>
                  <a:lnTo>
                    <a:pt x="1488477" y="832060"/>
                  </a:lnTo>
                  <a:lnTo>
                    <a:pt x="1489759" y="850198"/>
                  </a:lnTo>
                  <a:lnTo>
                    <a:pt x="1491041" y="842865"/>
                  </a:lnTo>
                  <a:lnTo>
                    <a:pt x="1492322" y="840654"/>
                  </a:lnTo>
                  <a:lnTo>
                    <a:pt x="1493604" y="839114"/>
                  </a:lnTo>
                  <a:lnTo>
                    <a:pt x="1494886" y="819767"/>
                  </a:lnTo>
                  <a:lnTo>
                    <a:pt x="1496168" y="842063"/>
                  </a:lnTo>
                  <a:lnTo>
                    <a:pt x="1497450" y="832966"/>
                  </a:lnTo>
                  <a:lnTo>
                    <a:pt x="1498732" y="832966"/>
                  </a:lnTo>
                  <a:lnTo>
                    <a:pt x="1500013" y="844258"/>
                  </a:lnTo>
                  <a:lnTo>
                    <a:pt x="1501295" y="866842"/>
                  </a:lnTo>
                  <a:lnTo>
                    <a:pt x="1502577" y="875311"/>
                  </a:lnTo>
                  <a:lnTo>
                    <a:pt x="1503859" y="875311"/>
                  </a:lnTo>
                  <a:lnTo>
                    <a:pt x="1505141" y="887309"/>
                  </a:lnTo>
                  <a:lnTo>
                    <a:pt x="1506423" y="873900"/>
                  </a:lnTo>
                  <a:lnTo>
                    <a:pt x="1507704" y="858115"/>
                  </a:lnTo>
                  <a:lnTo>
                    <a:pt x="1508986" y="840106"/>
                  </a:lnTo>
                  <a:lnTo>
                    <a:pt x="1510268" y="819482"/>
                  </a:lnTo>
                  <a:lnTo>
                    <a:pt x="1511550" y="795397"/>
                  </a:lnTo>
                  <a:lnTo>
                    <a:pt x="1512832" y="810020"/>
                  </a:lnTo>
                  <a:lnTo>
                    <a:pt x="1514114" y="793677"/>
                  </a:lnTo>
                  <a:lnTo>
                    <a:pt x="1515396" y="775613"/>
                  </a:lnTo>
                  <a:lnTo>
                    <a:pt x="1516677" y="767012"/>
                  </a:lnTo>
                  <a:lnTo>
                    <a:pt x="1517959" y="758410"/>
                  </a:lnTo>
                  <a:lnTo>
                    <a:pt x="1519241" y="762711"/>
                  </a:lnTo>
                  <a:lnTo>
                    <a:pt x="1520523" y="775613"/>
                  </a:lnTo>
                  <a:lnTo>
                    <a:pt x="1521805" y="775613"/>
                  </a:lnTo>
                  <a:lnTo>
                    <a:pt x="1523087" y="775613"/>
                  </a:lnTo>
                  <a:lnTo>
                    <a:pt x="1524368" y="775613"/>
                  </a:lnTo>
                  <a:lnTo>
                    <a:pt x="1525650" y="794537"/>
                  </a:lnTo>
                  <a:lnTo>
                    <a:pt x="1526932" y="811741"/>
                  </a:lnTo>
                  <a:lnTo>
                    <a:pt x="1528214" y="827224"/>
                  </a:lnTo>
                  <a:lnTo>
                    <a:pt x="1529496" y="829804"/>
                  </a:lnTo>
                  <a:lnTo>
                    <a:pt x="1530778" y="860771"/>
                  </a:lnTo>
                  <a:lnTo>
                    <a:pt x="1532060" y="861631"/>
                  </a:lnTo>
                  <a:lnTo>
                    <a:pt x="1533341" y="877974"/>
                  </a:lnTo>
                  <a:lnTo>
                    <a:pt x="1534623" y="896038"/>
                  </a:lnTo>
                  <a:lnTo>
                    <a:pt x="1535905" y="904639"/>
                  </a:lnTo>
                  <a:lnTo>
                    <a:pt x="1537187" y="913241"/>
                  </a:lnTo>
                  <a:lnTo>
                    <a:pt x="1538469" y="913241"/>
                  </a:lnTo>
                  <a:lnTo>
                    <a:pt x="1539751" y="913241"/>
                  </a:lnTo>
                  <a:lnTo>
                    <a:pt x="1541032" y="913241"/>
                  </a:lnTo>
                  <a:lnTo>
                    <a:pt x="1542314" y="913241"/>
                  </a:lnTo>
                  <a:lnTo>
                    <a:pt x="1543596" y="913279"/>
                  </a:lnTo>
                  <a:lnTo>
                    <a:pt x="1544878" y="913279"/>
                  </a:lnTo>
                  <a:lnTo>
                    <a:pt x="1546160" y="913279"/>
                  </a:lnTo>
                  <a:lnTo>
                    <a:pt x="1547442" y="913279"/>
                  </a:lnTo>
                  <a:lnTo>
                    <a:pt x="1548723" y="913279"/>
                  </a:lnTo>
                  <a:lnTo>
                    <a:pt x="1550005" y="903541"/>
                  </a:lnTo>
                  <a:lnTo>
                    <a:pt x="1551287" y="903541"/>
                  </a:lnTo>
                  <a:lnTo>
                    <a:pt x="1552569" y="903541"/>
                  </a:lnTo>
                  <a:lnTo>
                    <a:pt x="1553851" y="903541"/>
                  </a:lnTo>
                  <a:lnTo>
                    <a:pt x="1555133" y="903541"/>
                  </a:lnTo>
                  <a:lnTo>
                    <a:pt x="1556415" y="903541"/>
                  </a:lnTo>
                  <a:lnTo>
                    <a:pt x="1557696" y="903541"/>
                  </a:lnTo>
                  <a:lnTo>
                    <a:pt x="1558978" y="903541"/>
                  </a:lnTo>
                  <a:lnTo>
                    <a:pt x="1560260" y="903541"/>
                  </a:lnTo>
                  <a:lnTo>
                    <a:pt x="1561542" y="903541"/>
                  </a:lnTo>
                  <a:lnTo>
                    <a:pt x="1562824" y="902338"/>
                  </a:lnTo>
                  <a:lnTo>
                    <a:pt x="1564106" y="898891"/>
                  </a:lnTo>
                  <a:lnTo>
                    <a:pt x="1565387" y="902338"/>
                  </a:lnTo>
                  <a:lnTo>
                    <a:pt x="1566669" y="913279"/>
                  </a:lnTo>
                  <a:lnTo>
                    <a:pt x="1567951" y="913279"/>
                  </a:lnTo>
                  <a:lnTo>
                    <a:pt x="1569233" y="913279"/>
                  </a:lnTo>
                  <a:lnTo>
                    <a:pt x="1570515" y="913279"/>
                  </a:lnTo>
                  <a:lnTo>
                    <a:pt x="1571797" y="913279"/>
                  </a:lnTo>
                  <a:lnTo>
                    <a:pt x="1573079" y="913279"/>
                  </a:lnTo>
                  <a:lnTo>
                    <a:pt x="1574360" y="913279"/>
                  </a:lnTo>
                  <a:lnTo>
                    <a:pt x="1575642" y="913279"/>
                  </a:lnTo>
                  <a:lnTo>
                    <a:pt x="1576924" y="913279"/>
                  </a:lnTo>
                  <a:lnTo>
                    <a:pt x="1578206" y="913279"/>
                  </a:lnTo>
                  <a:lnTo>
                    <a:pt x="1579488" y="913279"/>
                  </a:lnTo>
                  <a:lnTo>
                    <a:pt x="1580770" y="913279"/>
                  </a:lnTo>
                  <a:lnTo>
                    <a:pt x="1582051" y="913279"/>
                  </a:lnTo>
                  <a:lnTo>
                    <a:pt x="1583333" y="913279"/>
                  </a:lnTo>
                  <a:lnTo>
                    <a:pt x="1584615" y="913279"/>
                  </a:lnTo>
                  <a:lnTo>
                    <a:pt x="1585897" y="913279"/>
                  </a:lnTo>
                  <a:lnTo>
                    <a:pt x="1587179" y="913279"/>
                  </a:lnTo>
                  <a:lnTo>
                    <a:pt x="1588461" y="913279"/>
                  </a:lnTo>
                  <a:lnTo>
                    <a:pt x="1589743" y="913279"/>
                  </a:lnTo>
                  <a:lnTo>
                    <a:pt x="1591024" y="913279"/>
                  </a:lnTo>
                  <a:lnTo>
                    <a:pt x="1592306" y="913279"/>
                  </a:lnTo>
                  <a:lnTo>
                    <a:pt x="1593588" y="913279"/>
                  </a:lnTo>
                  <a:lnTo>
                    <a:pt x="1594870" y="913279"/>
                  </a:lnTo>
                  <a:lnTo>
                    <a:pt x="1596152" y="903541"/>
                  </a:lnTo>
                  <a:lnTo>
                    <a:pt x="1597434" y="903541"/>
                  </a:lnTo>
                  <a:lnTo>
                    <a:pt x="1598715" y="903541"/>
                  </a:lnTo>
                  <a:lnTo>
                    <a:pt x="1599997" y="903541"/>
                  </a:lnTo>
                  <a:lnTo>
                    <a:pt x="1601279" y="898891"/>
                  </a:lnTo>
                  <a:lnTo>
                    <a:pt x="1602561" y="896949"/>
                  </a:lnTo>
                  <a:lnTo>
                    <a:pt x="1603843" y="878834"/>
                  </a:lnTo>
                  <a:lnTo>
                    <a:pt x="1605125" y="878834"/>
                  </a:lnTo>
                  <a:lnTo>
                    <a:pt x="1606406" y="878834"/>
                  </a:lnTo>
                  <a:lnTo>
                    <a:pt x="1607688" y="877114"/>
                  </a:lnTo>
                  <a:lnTo>
                    <a:pt x="1608970" y="867652"/>
                  </a:lnTo>
                  <a:lnTo>
                    <a:pt x="1610252" y="893779"/>
                  </a:lnTo>
                  <a:lnTo>
                    <a:pt x="1611534" y="900718"/>
                  </a:lnTo>
                  <a:lnTo>
                    <a:pt x="1612816" y="904367"/>
                  </a:lnTo>
                  <a:lnTo>
                    <a:pt x="1614098" y="873401"/>
                  </a:lnTo>
                  <a:lnTo>
                    <a:pt x="1615379" y="868941"/>
                  </a:lnTo>
                  <a:lnTo>
                    <a:pt x="1616661" y="868941"/>
                  </a:lnTo>
                  <a:lnTo>
                    <a:pt x="1617943" y="868941"/>
                  </a:lnTo>
                  <a:lnTo>
                    <a:pt x="1619225" y="868941"/>
                  </a:lnTo>
                  <a:lnTo>
                    <a:pt x="1620507" y="868941"/>
                  </a:lnTo>
                  <a:lnTo>
                    <a:pt x="1621789" y="862794"/>
                  </a:lnTo>
                  <a:lnTo>
                    <a:pt x="1623070" y="856647"/>
                  </a:lnTo>
                  <a:lnTo>
                    <a:pt x="1624352" y="848946"/>
                  </a:lnTo>
                  <a:lnTo>
                    <a:pt x="1625634" y="849523"/>
                  </a:lnTo>
                  <a:lnTo>
                    <a:pt x="1626916" y="851811"/>
                  </a:lnTo>
                  <a:lnTo>
                    <a:pt x="1628198" y="860579"/>
                  </a:lnTo>
                  <a:lnTo>
                    <a:pt x="1629480" y="858826"/>
                  </a:lnTo>
                  <a:lnTo>
                    <a:pt x="1630762" y="863477"/>
                  </a:lnTo>
                  <a:lnTo>
                    <a:pt x="1632043" y="858826"/>
                  </a:lnTo>
                  <a:lnTo>
                    <a:pt x="1633325" y="876915"/>
                  </a:lnTo>
                  <a:lnTo>
                    <a:pt x="1634607" y="866578"/>
                  </a:lnTo>
                  <a:lnTo>
                    <a:pt x="1635889" y="857275"/>
                  </a:lnTo>
                  <a:lnTo>
                    <a:pt x="1637171" y="849006"/>
                  </a:lnTo>
                  <a:lnTo>
                    <a:pt x="1638453" y="840736"/>
                  </a:lnTo>
                  <a:lnTo>
                    <a:pt x="1639734" y="840736"/>
                  </a:lnTo>
                  <a:lnTo>
                    <a:pt x="1641016" y="845905"/>
                  </a:lnTo>
                  <a:lnTo>
                    <a:pt x="1642298" y="851073"/>
                  </a:lnTo>
                  <a:lnTo>
                    <a:pt x="1643580" y="862945"/>
                  </a:lnTo>
                  <a:lnTo>
                    <a:pt x="1644862" y="847427"/>
                  </a:lnTo>
                  <a:lnTo>
                    <a:pt x="1646144" y="832966"/>
                  </a:lnTo>
                  <a:lnTo>
                    <a:pt x="1647425" y="829437"/>
                  </a:lnTo>
                  <a:lnTo>
                    <a:pt x="1648707" y="812499"/>
                  </a:lnTo>
                  <a:lnTo>
                    <a:pt x="1649989" y="804736"/>
                  </a:lnTo>
                  <a:lnTo>
                    <a:pt x="1651271" y="815122"/>
                  </a:lnTo>
                  <a:lnTo>
                    <a:pt x="1652553" y="826144"/>
                  </a:lnTo>
                  <a:lnTo>
                    <a:pt x="1653835" y="852409"/>
                  </a:lnTo>
                  <a:lnTo>
                    <a:pt x="1655117" y="865248"/>
                  </a:lnTo>
                  <a:lnTo>
                    <a:pt x="1656398" y="878134"/>
                  </a:lnTo>
                  <a:lnTo>
                    <a:pt x="1657680" y="889426"/>
                  </a:lnTo>
                  <a:lnTo>
                    <a:pt x="1658962" y="889426"/>
                  </a:lnTo>
                  <a:lnTo>
                    <a:pt x="1660244" y="889426"/>
                  </a:lnTo>
                  <a:lnTo>
                    <a:pt x="1661526" y="889426"/>
                  </a:lnTo>
                  <a:lnTo>
                    <a:pt x="1662808" y="889426"/>
                  </a:lnTo>
                  <a:lnTo>
                    <a:pt x="1664089" y="902130"/>
                  </a:lnTo>
                  <a:lnTo>
                    <a:pt x="1665371" y="903541"/>
                  </a:lnTo>
                  <a:lnTo>
                    <a:pt x="1666653" y="906364"/>
                  </a:lnTo>
                  <a:lnTo>
                    <a:pt x="1667935" y="909893"/>
                  </a:lnTo>
                  <a:lnTo>
                    <a:pt x="1669217" y="913279"/>
                  </a:lnTo>
                  <a:lnTo>
                    <a:pt x="1670499" y="907776"/>
                  </a:lnTo>
                  <a:lnTo>
                    <a:pt x="1671781" y="903541"/>
                  </a:lnTo>
                  <a:lnTo>
                    <a:pt x="1673062" y="898891"/>
                  </a:lnTo>
                  <a:lnTo>
                    <a:pt x="1674344" y="896949"/>
                  </a:lnTo>
                  <a:lnTo>
                    <a:pt x="1675626" y="878834"/>
                  </a:lnTo>
                  <a:lnTo>
                    <a:pt x="1676908" y="878834"/>
                  </a:lnTo>
                  <a:lnTo>
                    <a:pt x="1678190" y="878834"/>
                  </a:lnTo>
                  <a:lnTo>
                    <a:pt x="1679472" y="870232"/>
                  </a:lnTo>
                  <a:lnTo>
                    <a:pt x="1680753" y="852169"/>
                  </a:lnTo>
                  <a:lnTo>
                    <a:pt x="1682035" y="844427"/>
                  </a:lnTo>
                  <a:lnTo>
                    <a:pt x="1683317" y="844427"/>
                  </a:lnTo>
                  <a:lnTo>
                    <a:pt x="1684599" y="844427"/>
                  </a:lnTo>
                  <a:lnTo>
                    <a:pt x="1685881" y="845287"/>
                  </a:lnTo>
                  <a:lnTo>
                    <a:pt x="1687163" y="860771"/>
                  </a:lnTo>
                  <a:lnTo>
                    <a:pt x="1688444" y="844427"/>
                  </a:lnTo>
                  <a:lnTo>
                    <a:pt x="1689726" y="856470"/>
                  </a:lnTo>
                  <a:lnTo>
                    <a:pt x="1691008" y="854749"/>
                  </a:lnTo>
                  <a:lnTo>
                    <a:pt x="1692290" y="844427"/>
                  </a:lnTo>
                  <a:lnTo>
                    <a:pt x="1693572" y="862589"/>
                  </a:lnTo>
                  <a:lnTo>
                    <a:pt x="1694854" y="845984"/>
                  </a:lnTo>
                  <a:lnTo>
                    <a:pt x="1696136" y="836432"/>
                  </a:lnTo>
                  <a:lnTo>
                    <a:pt x="1697417" y="832966"/>
                  </a:lnTo>
                  <a:lnTo>
                    <a:pt x="1698699" y="840023"/>
                  </a:lnTo>
                  <a:lnTo>
                    <a:pt x="1699981" y="847081"/>
                  </a:lnTo>
                  <a:lnTo>
                    <a:pt x="1701263" y="847081"/>
                  </a:lnTo>
                  <a:lnTo>
                    <a:pt x="1702545" y="861015"/>
                  </a:lnTo>
                  <a:lnTo>
                    <a:pt x="1703827" y="848042"/>
                  </a:lnTo>
                  <a:lnTo>
                    <a:pt x="1705108" y="844354"/>
                  </a:lnTo>
                  <a:lnTo>
                    <a:pt x="1706390" y="844968"/>
                  </a:lnTo>
                  <a:lnTo>
                    <a:pt x="1707672" y="856647"/>
                  </a:lnTo>
                  <a:lnTo>
                    <a:pt x="1708954" y="856647"/>
                  </a:lnTo>
                  <a:lnTo>
                    <a:pt x="1710236" y="840666"/>
                  </a:lnTo>
                  <a:lnTo>
                    <a:pt x="1711518" y="844354"/>
                  </a:lnTo>
                  <a:lnTo>
                    <a:pt x="1712800" y="846771"/>
                  </a:lnTo>
                  <a:lnTo>
                    <a:pt x="1714081" y="862873"/>
                  </a:lnTo>
                  <a:lnTo>
                    <a:pt x="1715363" y="862356"/>
                  </a:lnTo>
                  <a:lnTo>
                    <a:pt x="1716645" y="847081"/>
                  </a:lnTo>
                  <a:lnTo>
                    <a:pt x="1717927" y="847081"/>
                  </a:lnTo>
                  <a:lnTo>
                    <a:pt x="1719209" y="854844"/>
                  </a:lnTo>
                  <a:lnTo>
                    <a:pt x="1720491" y="845277"/>
                  </a:lnTo>
                  <a:lnTo>
                    <a:pt x="1721772" y="845984"/>
                  </a:lnTo>
                  <a:lnTo>
                    <a:pt x="1723054" y="821203"/>
                  </a:lnTo>
                  <a:lnTo>
                    <a:pt x="1724336" y="836120"/>
                  </a:lnTo>
                  <a:lnTo>
                    <a:pt x="1725618" y="840106"/>
                  </a:lnTo>
                  <a:lnTo>
                    <a:pt x="1726900" y="842141"/>
                  </a:lnTo>
                  <a:lnTo>
                    <a:pt x="1728182" y="832966"/>
                  </a:lnTo>
                  <a:lnTo>
                    <a:pt x="1729464" y="856962"/>
                  </a:lnTo>
                  <a:lnTo>
                    <a:pt x="1730745" y="861196"/>
                  </a:lnTo>
                  <a:lnTo>
                    <a:pt x="1732027" y="861196"/>
                  </a:lnTo>
                  <a:lnTo>
                    <a:pt x="1733309" y="861196"/>
                  </a:lnTo>
                  <a:lnTo>
                    <a:pt x="1734591" y="866842"/>
                  </a:lnTo>
                  <a:lnTo>
                    <a:pt x="1735873" y="875311"/>
                  </a:lnTo>
                  <a:lnTo>
                    <a:pt x="1737155" y="865431"/>
                  </a:lnTo>
                  <a:lnTo>
                    <a:pt x="1738436" y="854844"/>
                  </a:lnTo>
                  <a:lnTo>
                    <a:pt x="1739718" y="863625"/>
                  </a:lnTo>
                  <a:lnTo>
                    <a:pt x="1741000" y="843124"/>
                  </a:lnTo>
                  <a:lnTo>
                    <a:pt x="1742282" y="840051"/>
                  </a:lnTo>
                  <a:lnTo>
                    <a:pt x="1743564" y="844354"/>
                  </a:lnTo>
                  <a:lnTo>
                    <a:pt x="1744846" y="843055"/>
                  </a:lnTo>
                  <a:lnTo>
                    <a:pt x="1746127" y="823791"/>
                  </a:lnTo>
                  <a:lnTo>
                    <a:pt x="1747409" y="826614"/>
                  </a:lnTo>
                  <a:lnTo>
                    <a:pt x="1748691" y="818851"/>
                  </a:lnTo>
                  <a:lnTo>
                    <a:pt x="1749973" y="802618"/>
                  </a:lnTo>
                  <a:lnTo>
                    <a:pt x="1751255" y="778623"/>
                  </a:lnTo>
                  <a:lnTo>
                    <a:pt x="1752537" y="748981"/>
                  </a:lnTo>
                  <a:lnTo>
                    <a:pt x="1753819" y="748275"/>
                  </a:lnTo>
                  <a:lnTo>
                    <a:pt x="1755100" y="748275"/>
                  </a:lnTo>
                  <a:lnTo>
                    <a:pt x="1756382" y="758156"/>
                  </a:lnTo>
                  <a:lnTo>
                    <a:pt x="1757664" y="760273"/>
                  </a:lnTo>
                  <a:lnTo>
                    <a:pt x="1758946" y="767359"/>
                  </a:lnTo>
                  <a:lnTo>
                    <a:pt x="1760228" y="762711"/>
                  </a:lnTo>
                  <a:lnTo>
                    <a:pt x="1761510" y="771313"/>
                  </a:lnTo>
                  <a:lnTo>
                    <a:pt x="1762791" y="758410"/>
                  </a:lnTo>
                  <a:lnTo>
                    <a:pt x="1764073" y="743787"/>
                  </a:lnTo>
                  <a:lnTo>
                    <a:pt x="1765355" y="695617"/>
                  </a:lnTo>
                  <a:lnTo>
                    <a:pt x="1766637" y="697338"/>
                  </a:lnTo>
                  <a:lnTo>
                    <a:pt x="1767919" y="690456"/>
                  </a:lnTo>
                  <a:lnTo>
                    <a:pt x="1769201" y="692177"/>
                  </a:lnTo>
                  <a:lnTo>
                    <a:pt x="1770483" y="721422"/>
                  </a:lnTo>
                  <a:lnTo>
                    <a:pt x="1771764" y="790283"/>
                  </a:lnTo>
                  <a:lnTo>
                    <a:pt x="1773046" y="790873"/>
                  </a:lnTo>
                  <a:lnTo>
                    <a:pt x="1774328" y="781320"/>
                  </a:lnTo>
                  <a:lnTo>
                    <a:pt x="1775610" y="790621"/>
                  </a:lnTo>
                  <a:lnTo>
                    <a:pt x="1776892" y="789915"/>
                  </a:lnTo>
                  <a:lnTo>
                    <a:pt x="1778174" y="790621"/>
                  </a:lnTo>
                  <a:lnTo>
                    <a:pt x="1779455" y="790621"/>
                  </a:lnTo>
                  <a:lnTo>
                    <a:pt x="1780737" y="799795"/>
                  </a:lnTo>
                  <a:lnTo>
                    <a:pt x="1782019" y="818851"/>
                  </a:lnTo>
                  <a:lnTo>
                    <a:pt x="1783301" y="817439"/>
                  </a:lnTo>
                  <a:lnTo>
                    <a:pt x="1784583" y="856256"/>
                  </a:lnTo>
                  <a:lnTo>
                    <a:pt x="1785865" y="861196"/>
                  </a:lnTo>
                  <a:lnTo>
                    <a:pt x="1787146" y="874605"/>
                  </a:lnTo>
                  <a:lnTo>
                    <a:pt x="1788428" y="889426"/>
                  </a:lnTo>
                  <a:lnTo>
                    <a:pt x="1789710" y="889426"/>
                  </a:lnTo>
                  <a:lnTo>
                    <a:pt x="1790992" y="888073"/>
                  </a:lnTo>
                  <a:lnTo>
                    <a:pt x="1792274" y="889339"/>
                  </a:lnTo>
                  <a:lnTo>
                    <a:pt x="1793556" y="897578"/>
                  </a:lnTo>
                  <a:lnTo>
                    <a:pt x="1794838" y="878834"/>
                  </a:lnTo>
                  <a:lnTo>
                    <a:pt x="1796119" y="890016"/>
                  </a:lnTo>
                  <a:lnTo>
                    <a:pt x="1797401" y="896038"/>
                  </a:lnTo>
                  <a:lnTo>
                    <a:pt x="1798683" y="896038"/>
                  </a:lnTo>
                  <a:lnTo>
                    <a:pt x="1799965" y="896038"/>
                  </a:lnTo>
                  <a:lnTo>
                    <a:pt x="1801247" y="896038"/>
                  </a:lnTo>
                  <a:lnTo>
                    <a:pt x="1802529" y="912381"/>
                  </a:lnTo>
                  <a:lnTo>
                    <a:pt x="1803810" y="913241"/>
                  </a:lnTo>
                  <a:lnTo>
                    <a:pt x="1805092" y="913241"/>
                  </a:lnTo>
                  <a:lnTo>
                    <a:pt x="1806374" y="913241"/>
                  </a:lnTo>
                  <a:lnTo>
                    <a:pt x="1807656" y="913241"/>
                  </a:lnTo>
                  <a:lnTo>
                    <a:pt x="1808938" y="908940"/>
                  </a:lnTo>
                  <a:lnTo>
                    <a:pt x="1810220" y="896038"/>
                  </a:lnTo>
                  <a:lnTo>
                    <a:pt x="1811502" y="886576"/>
                  </a:lnTo>
                  <a:lnTo>
                    <a:pt x="1812783" y="878834"/>
                  </a:lnTo>
                  <a:lnTo>
                    <a:pt x="1814065" y="878834"/>
                  </a:lnTo>
                  <a:lnTo>
                    <a:pt x="1815347" y="878834"/>
                  </a:lnTo>
                  <a:lnTo>
                    <a:pt x="1816629" y="878834"/>
                  </a:lnTo>
                  <a:lnTo>
                    <a:pt x="1817911" y="878834"/>
                  </a:lnTo>
                  <a:lnTo>
                    <a:pt x="1819193" y="865071"/>
                  </a:lnTo>
                  <a:lnTo>
                    <a:pt x="1820474" y="855610"/>
                  </a:lnTo>
                  <a:lnTo>
                    <a:pt x="1821756" y="833245"/>
                  </a:lnTo>
                  <a:lnTo>
                    <a:pt x="1823038" y="844079"/>
                  </a:lnTo>
                  <a:lnTo>
                    <a:pt x="1824320" y="840106"/>
                  </a:lnTo>
                  <a:lnTo>
                    <a:pt x="1825602" y="847081"/>
                  </a:lnTo>
                  <a:lnTo>
                    <a:pt x="1826884" y="847081"/>
                  </a:lnTo>
                  <a:lnTo>
                    <a:pt x="1828165" y="837906"/>
                  </a:lnTo>
                  <a:lnTo>
                    <a:pt x="1829447" y="847081"/>
                  </a:lnTo>
                  <a:lnTo>
                    <a:pt x="1830729" y="854844"/>
                  </a:lnTo>
                  <a:lnTo>
                    <a:pt x="1832011" y="857667"/>
                  </a:lnTo>
                  <a:lnTo>
                    <a:pt x="1833293" y="847081"/>
                  </a:lnTo>
                  <a:lnTo>
                    <a:pt x="1834575" y="847081"/>
                  </a:lnTo>
                  <a:lnTo>
                    <a:pt x="1835857" y="834377"/>
                  </a:lnTo>
                  <a:lnTo>
                    <a:pt x="1837138" y="832966"/>
                  </a:lnTo>
                  <a:lnTo>
                    <a:pt x="1838420" y="844258"/>
                  </a:lnTo>
                  <a:lnTo>
                    <a:pt x="1839702" y="852021"/>
                  </a:lnTo>
                  <a:lnTo>
                    <a:pt x="1840984" y="888265"/>
                  </a:lnTo>
                  <a:lnTo>
                    <a:pt x="1842266" y="883693"/>
                  </a:lnTo>
                  <a:lnTo>
                    <a:pt x="1843548" y="895166"/>
                  </a:lnTo>
                  <a:lnTo>
                    <a:pt x="1844829" y="883959"/>
                  </a:lnTo>
                  <a:lnTo>
                    <a:pt x="1846111" y="865237"/>
                  </a:lnTo>
                  <a:lnTo>
                    <a:pt x="1847393" y="876678"/>
                  </a:lnTo>
                  <a:lnTo>
                    <a:pt x="1848675" y="871553"/>
                  </a:lnTo>
                  <a:lnTo>
                    <a:pt x="1849957" y="844490"/>
                  </a:lnTo>
                  <a:lnTo>
                    <a:pt x="1851239" y="812630"/>
                  </a:lnTo>
                  <a:lnTo>
                    <a:pt x="1852521" y="811516"/>
                  </a:lnTo>
                  <a:lnTo>
                    <a:pt x="1853802" y="792458"/>
                  </a:lnTo>
                  <a:lnTo>
                    <a:pt x="1855084" y="790896"/>
                  </a:lnTo>
                  <a:lnTo>
                    <a:pt x="1856366" y="791521"/>
                  </a:lnTo>
                  <a:lnTo>
                    <a:pt x="1857648" y="791521"/>
                  </a:lnTo>
                  <a:lnTo>
                    <a:pt x="1858930" y="791521"/>
                  </a:lnTo>
                  <a:lnTo>
                    <a:pt x="1860212" y="791521"/>
                  </a:lnTo>
                  <a:lnTo>
                    <a:pt x="1861493" y="775975"/>
                  </a:lnTo>
                  <a:lnTo>
                    <a:pt x="1862775" y="767007"/>
                  </a:lnTo>
                  <a:lnTo>
                    <a:pt x="1864057" y="754457"/>
                  </a:lnTo>
                  <a:lnTo>
                    <a:pt x="1865339" y="749513"/>
                  </a:lnTo>
                  <a:lnTo>
                    <a:pt x="1866621" y="744604"/>
                  </a:lnTo>
                  <a:lnTo>
                    <a:pt x="1867903" y="752102"/>
                  </a:lnTo>
                  <a:lnTo>
                    <a:pt x="1869185" y="771822"/>
                  </a:lnTo>
                  <a:lnTo>
                    <a:pt x="1870466" y="826208"/>
                  </a:lnTo>
                  <a:lnTo>
                    <a:pt x="1871748" y="858373"/>
                  </a:lnTo>
                  <a:lnTo>
                    <a:pt x="1873030" y="901424"/>
                  </a:lnTo>
                  <a:lnTo>
                    <a:pt x="1874312" y="913279"/>
                  </a:lnTo>
                  <a:lnTo>
                    <a:pt x="1875594" y="911263"/>
                  </a:lnTo>
                  <a:lnTo>
                    <a:pt x="1876876" y="896038"/>
                  </a:lnTo>
                  <a:lnTo>
                    <a:pt x="1878157" y="896038"/>
                  </a:lnTo>
                  <a:lnTo>
                    <a:pt x="1879439" y="896038"/>
                  </a:lnTo>
                  <a:lnTo>
                    <a:pt x="1880721" y="904639"/>
                  </a:lnTo>
                  <a:lnTo>
                    <a:pt x="1882003" y="913241"/>
                  </a:lnTo>
                  <a:lnTo>
                    <a:pt x="1883285" y="913241"/>
                  </a:lnTo>
                  <a:lnTo>
                    <a:pt x="1884567" y="913241"/>
                  </a:lnTo>
                  <a:lnTo>
                    <a:pt x="1885848" y="913241"/>
                  </a:lnTo>
                  <a:lnTo>
                    <a:pt x="1887130" y="913241"/>
                  </a:lnTo>
                  <a:lnTo>
                    <a:pt x="1888412" y="913241"/>
                  </a:lnTo>
                  <a:lnTo>
                    <a:pt x="1889694" y="913241"/>
                  </a:lnTo>
                  <a:lnTo>
                    <a:pt x="1890976" y="885716"/>
                  </a:lnTo>
                  <a:lnTo>
                    <a:pt x="1892258" y="861631"/>
                  </a:lnTo>
                  <a:lnTo>
                    <a:pt x="1893540" y="841847"/>
                  </a:lnTo>
                  <a:lnTo>
                    <a:pt x="1894821" y="827224"/>
                  </a:lnTo>
                  <a:lnTo>
                    <a:pt x="1896103" y="827224"/>
                  </a:lnTo>
                  <a:lnTo>
                    <a:pt x="1897385" y="827224"/>
                  </a:lnTo>
                  <a:lnTo>
                    <a:pt x="1898667" y="827224"/>
                  </a:lnTo>
                  <a:lnTo>
                    <a:pt x="1899949" y="820342"/>
                  </a:lnTo>
                  <a:lnTo>
                    <a:pt x="1901231" y="810020"/>
                  </a:lnTo>
                  <a:lnTo>
                    <a:pt x="1902512" y="810020"/>
                  </a:lnTo>
                  <a:lnTo>
                    <a:pt x="1903794" y="796258"/>
                  </a:lnTo>
                  <a:lnTo>
                    <a:pt x="1905076" y="788516"/>
                  </a:lnTo>
                  <a:lnTo>
                    <a:pt x="1906358" y="794297"/>
                  </a:lnTo>
                  <a:lnTo>
                    <a:pt x="1907640" y="784994"/>
                  </a:lnTo>
                  <a:lnTo>
                    <a:pt x="1908922" y="781320"/>
                  </a:lnTo>
                  <a:lnTo>
                    <a:pt x="1910204" y="809676"/>
                  </a:lnTo>
                  <a:lnTo>
                    <a:pt x="1911485" y="805441"/>
                  </a:lnTo>
                  <a:lnTo>
                    <a:pt x="1912767" y="828111"/>
                  </a:lnTo>
                  <a:lnTo>
                    <a:pt x="1914049" y="837481"/>
                  </a:lnTo>
                  <a:lnTo>
                    <a:pt x="1915331" y="788556"/>
                  </a:lnTo>
                  <a:lnTo>
                    <a:pt x="1916613" y="774311"/>
                  </a:lnTo>
                  <a:lnTo>
                    <a:pt x="1917895" y="749079"/>
                  </a:lnTo>
                  <a:lnTo>
                    <a:pt x="1919176" y="758199"/>
                  </a:lnTo>
                  <a:lnTo>
                    <a:pt x="1920458" y="778715"/>
                  </a:lnTo>
                  <a:lnTo>
                    <a:pt x="1921740" y="789526"/>
                  </a:lnTo>
                  <a:lnTo>
                    <a:pt x="1923022" y="794766"/>
                  </a:lnTo>
                  <a:lnTo>
                    <a:pt x="1924304" y="787047"/>
                  </a:lnTo>
                  <a:lnTo>
                    <a:pt x="1925586" y="784474"/>
                  </a:lnTo>
                  <a:lnTo>
                    <a:pt x="1926867" y="779328"/>
                  </a:lnTo>
                  <a:lnTo>
                    <a:pt x="1928149" y="751884"/>
                  </a:lnTo>
                  <a:lnTo>
                    <a:pt x="1929431" y="752742"/>
                  </a:lnTo>
                  <a:lnTo>
                    <a:pt x="1930713" y="759603"/>
                  </a:lnTo>
                  <a:lnTo>
                    <a:pt x="1931995" y="762176"/>
                  </a:lnTo>
                  <a:lnTo>
                    <a:pt x="1933277" y="763033"/>
                  </a:lnTo>
                  <a:lnTo>
                    <a:pt x="1934559" y="792193"/>
                  </a:lnTo>
                  <a:lnTo>
                    <a:pt x="1935840" y="806291"/>
                  </a:lnTo>
                  <a:lnTo>
                    <a:pt x="1937122" y="819300"/>
                  </a:lnTo>
                  <a:lnTo>
                    <a:pt x="1938404" y="825211"/>
                  </a:lnTo>
                  <a:lnTo>
                    <a:pt x="1939686" y="814742"/>
                  </a:lnTo>
                  <a:lnTo>
                    <a:pt x="1940968" y="819173"/>
                  </a:lnTo>
                  <a:lnTo>
                    <a:pt x="1942250" y="826782"/>
                  </a:lnTo>
                  <a:lnTo>
                    <a:pt x="1943531" y="828491"/>
                  </a:lnTo>
                  <a:lnTo>
                    <a:pt x="1944813" y="842865"/>
                  </a:lnTo>
                  <a:lnTo>
                    <a:pt x="1946095" y="854632"/>
                  </a:lnTo>
                  <a:lnTo>
                    <a:pt x="1947377" y="867711"/>
                  </a:lnTo>
                  <a:lnTo>
                    <a:pt x="1948659" y="867827"/>
                  </a:lnTo>
                  <a:lnTo>
                    <a:pt x="1949941" y="878975"/>
                  </a:lnTo>
                  <a:lnTo>
                    <a:pt x="1951223" y="888265"/>
                  </a:lnTo>
                  <a:lnTo>
                    <a:pt x="1952504" y="889626"/>
                  </a:lnTo>
                  <a:lnTo>
                    <a:pt x="1953786" y="883074"/>
                  </a:lnTo>
                  <a:lnTo>
                    <a:pt x="1955068" y="890073"/>
                  </a:lnTo>
                  <a:lnTo>
                    <a:pt x="1956350" y="869934"/>
                  </a:lnTo>
                  <a:lnTo>
                    <a:pt x="1957632" y="833245"/>
                  </a:lnTo>
                  <a:lnTo>
                    <a:pt x="1958914" y="802279"/>
                  </a:lnTo>
                  <a:lnTo>
                    <a:pt x="1960195" y="773033"/>
                  </a:lnTo>
                  <a:lnTo>
                    <a:pt x="1961477" y="758410"/>
                  </a:lnTo>
                  <a:lnTo>
                    <a:pt x="1962759" y="746367"/>
                  </a:lnTo>
                  <a:lnTo>
                    <a:pt x="1964041" y="753249"/>
                  </a:lnTo>
                  <a:lnTo>
                    <a:pt x="1965323" y="758410"/>
                  </a:lnTo>
                  <a:lnTo>
                    <a:pt x="1966605" y="774753"/>
                  </a:lnTo>
                  <a:lnTo>
                    <a:pt x="1967887" y="775613"/>
                  </a:lnTo>
                  <a:lnTo>
                    <a:pt x="1969168" y="775613"/>
                  </a:lnTo>
                  <a:lnTo>
                    <a:pt x="1970450" y="809243"/>
                  </a:lnTo>
                  <a:lnTo>
                    <a:pt x="1971732" y="799090"/>
                  </a:lnTo>
                  <a:lnTo>
                    <a:pt x="1973014" y="803170"/>
                  </a:lnTo>
                  <a:lnTo>
                    <a:pt x="1974296" y="811403"/>
                  </a:lnTo>
                  <a:lnTo>
                    <a:pt x="1975578" y="821613"/>
                  </a:lnTo>
                  <a:lnTo>
                    <a:pt x="1976859" y="816445"/>
                  </a:lnTo>
                  <a:lnTo>
                    <a:pt x="1978141" y="825231"/>
                  </a:lnTo>
                  <a:lnTo>
                    <a:pt x="1979423" y="838669"/>
                  </a:lnTo>
                  <a:lnTo>
                    <a:pt x="1980705" y="840736"/>
                  </a:lnTo>
                  <a:lnTo>
                    <a:pt x="1981987" y="847972"/>
                  </a:lnTo>
                  <a:lnTo>
                    <a:pt x="1983269" y="828332"/>
                  </a:lnTo>
                  <a:lnTo>
                    <a:pt x="1984550" y="820063"/>
                  </a:lnTo>
                  <a:lnTo>
                    <a:pt x="1985832" y="820063"/>
                  </a:lnTo>
                  <a:lnTo>
                    <a:pt x="1987114" y="820063"/>
                  </a:lnTo>
                  <a:lnTo>
                    <a:pt x="1988396" y="820063"/>
                  </a:lnTo>
                  <a:lnTo>
                    <a:pt x="1989678" y="819546"/>
                  </a:lnTo>
                  <a:lnTo>
                    <a:pt x="1990960" y="810799"/>
                  </a:lnTo>
                  <a:lnTo>
                    <a:pt x="1992242" y="801561"/>
                  </a:lnTo>
                  <a:lnTo>
                    <a:pt x="1993523" y="796402"/>
                  </a:lnTo>
                  <a:lnTo>
                    <a:pt x="1994805" y="790138"/>
                  </a:lnTo>
                  <a:lnTo>
                    <a:pt x="1996087" y="807314"/>
                  </a:lnTo>
                  <a:lnTo>
                    <a:pt x="1997369" y="791957"/>
                  </a:lnTo>
                  <a:lnTo>
                    <a:pt x="1998651" y="798838"/>
                  </a:lnTo>
                  <a:lnTo>
                    <a:pt x="1999933" y="790236"/>
                  </a:lnTo>
                  <a:lnTo>
                    <a:pt x="2001214" y="810713"/>
                  </a:lnTo>
                  <a:lnTo>
                    <a:pt x="2002496" y="839371"/>
                  </a:lnTo>
                  <a:lnTo>
                    <a:pt x="2003778" y="823791"/>
                  </a:lnTo>
                  <a:lnTo>
                    <a:pt x="2005060" y="818851"/>
                  </a:lnTo>
                  <a:lnTo>
                    <a:pt x="2006342" y="818851"/>
                  </a:lnTo>
                  <a:lnTo>
                    <a:pt x="2007624" y="818851"/>
                  </a:lnTo>
                  <a:lnTo>
                    <a:pt x="2008906" y="797678"/>
                  </a:lnTo>
                  <a:lnTo>
                    <a:pt x="2010187" y="814159"/>
                  </a:lnTo>
                  <a:lnTo>
                    <a:pt x="2011469" y="810547"/>
                  </a:lnTo>
                  <a:lnTo>
                    <a:pt x="2012751" y="826832"/>
                  </a:lnTo>
                  <a:lnTo>
                    <a:pt x="2014033" y="830399"/>
                  </a:lnTo>
                  <a:lnTo>
                    <a:pt x="2015315" y="835736"/>
                  </a:lnTo>
                  <a:lnTo>
                    <a:pt x="2016597" y="812840"/>
                  </a:lnTo>
                  <a:lnTo>
                    <a:pt x="2017878" y="802124"/>
                  </a:lnTo>
                  <a:lnTo>
                    <a:pt x="2019160" y="791407"/>
                  </a:lnTo>
                  <a:lnTo>
                    <a:pt x="2020442" y="793653"/>
                  </a:lnTo>
                  <a:lnTo>
                    <a:pt x="2021724" y="789526"/>
                  </a:lnTo>
                  <a:lnTo>
                    <a:pt x="2023006" y="808059"/>
                  </a:lnTo>
                  <a:lnTo>
                    <a:pt x="2024288" y="802055"/>
                  </a:lnTo>
                  <a:lnTo>
                    <a:pt x="2025569" y="802055"/>
                  </a:lnTo>
                  <a:lnTo>
                    <a:pt x="2026851" y="797767"/>
                  </a:lnTo>
                  <a:lnTo>
                    <a:pt x="2028133" y="807630"/>
                  </a:lnTo>
                  <a:lnTo>
                    <a:pt x="2029415" y="815349"/>
                  </a:lnTo>
                  <a:lnTo>
                    <a:pt x="2030697" y="809699"/>
                  </a:lnTo>
                  <a:lnTo>
                    <a:pt x="2031979" y="811866"/>
                  </a:lnTo>
                  <a:lnTo>
                    <a:pt x="2033261" y="809726"/>
                  </a:lnTo>
                  <a:lnTo>
                    <a:pt x="2034542" y="786474"/>
                  </a:lnTo>
                  <a:lnTo>
                    <a:pt x="2035824" y="792002"/>
                  </a:lnTo>
                  <a:lnTo>
                    <a:pt x="2037106" y="787027"/>
                  </a:lnTo>
                  <a:lnTo>
                    <a:pt x="2038388" y="809141"/>
                  </a:lnTo>
                  <a:lnTo>
                    <a:pt x="2039670" y="809612"/>
                  </a:lnTo>
                  <a:lnTo>
                    <a:pt x="2040952" y="807183"/>
                  </a:lnTo>
                  <a:lnTo>
                    <a:pt x="2042233" y="790283"/>
                  </a:lnTo>
                  <a:lnTo>
                    <a:pt x="2043515" y="775613"/>
                  </a:lnTo>
                  <a:lnTo>
                    <a:pt x="2044797" y="775613"/>
                  </a:lnTo>
                  <a:lnTo>
                    <a:pt x="2046079" y="818061"/>
                  </a:lnTo>
                  <a:lnTo>
                    <a:pt x="2047361" y="831011"/>
                  </a:lnTo>
                  <a:lnTo>
                    <a:pt x="2048643" y="838612"/>
                  </a:lnTo>
                  <a:lnTo>
                    <a:pt x="2049925" y="847081"/>
                  </a:lnTo>
                  <a:lnTo>
                    <a:pt x="2051206" y="836495"/>
                  </a:lnTo>
                  <a:lnTo>
                    <a:pt x="2052488" y="832966"/>
                  </a:lnTo>
                  <a:lnTo>
                    <a:pt x="2053770" y="852021"/>
                  </a:lnTo>
                  <a:lnTo>
                    <a:pt x="2055052" y="878134"/>
                  </a:lnTo>
                  <a:lnTo>
                    <a:pt x="2056334" y="900013"/>
                  </a:lnTo>
                  <a:lnTo>
                    <a:pt x="2057616" y="903541"/>
                  </a:lnTo>
                  <a:lnTo>
                    <a:pt x="2058897" y="890132"/>
                  </a:lnTo>
                  <a:lnTo>
                    <a:pt x="2060179" y="892955"/>
                  </a:lnTo>
                  <a:lnTo>
                    <a:pt x="2061461" y="889426"/>
                  </a:lnTo>
                  <a:lnTo>
                    <a:pt x="2062743" y="866842"/>
                  </a:lnTo>
                  <a:lnTo>
                    <a:pt x="2064025" y="876942"/>
                  </a:lnTo>
                  <a:lnTo>
                    <a:pt x="2065307" y="855550"/>
                  </a:lnTo>
                  <a:lnTo>
                    <a:pt x="2066588" y="840106"/>
                  </a:lnTo>
                  <a:lnTo>
                    <a:pt x="2067870" y="840729"/>
                  </a:lnTo>
                  <a:lnTo>
                    <a:pt x="2069152" y="855441"/>
                  </a:lnTo>
                  <a:lnTo>
                    <a:pt x="2070434" y="865867"/>
                  </a:lnTo>
                  <a:lnTo>
                    <a:pt x="2071716" y="875138"/>
                  </a:lnTo>
                  <a:lnTo>
                    <a:pt x="2072998" y="877091"/>
                  </a:lnTo>
                  <a:lnTo>
                    <a:pt x="2074280" y="879871"/>
                  </a:lnTo>
                  <a:lnTo>
                    <a:pt x="2075561" y="871845"/>
                  </a:lnTo>
                  <a:lnTo>
                    <a:pt x="2076843" y="898589"/>
                  </a:lnTo>
                  <a:lnTo>
                    <a:pt x="2078125" y="909773"/>
                  </a:lnTo>
                  <a:lnTo>
                    <a:pt x="2079407" y="907778"/>
                  </a:lnTo>
                  <a:lnTo>
                    <a:pt x="2080689" y="902054"/>
                  </a:lnTo>
                  <a:lnTo>
                    <a:pt x="2081971" y="909426"/>
                  </a:lnTo>
                  <a:lnTo>
                    <a:pt x="2083252" y="896479"/>
                  </a:lnTo>
                  <a:lnTo>
                    <a:pt x="2084534" y="903213"/>
                  </a:lnTo>
                  <a:lnTo>
                    <a:pt x="2085816" y="901014"/>
                  </a:lnTo>
                  <a:lnTo>
                    <a:pt x="2087098" y="907839"/>
                  </a:lnTo>
                  <a:lnTo>
                    <a:pt x="2088380" y="905649"/>
                  </a:lnTo>
                  <a:lnTo>
                    <a:pt x="2089662" y="905649"/>
                  </a:lnTo>
                  <a:lnTo>
                    <a:pt x="2090944" y="901139"/>
                  </a:lnTo>
                  <a:lnTo>
                    <a:pt x="2092225" y="902814"/>
                  </a:lnTo>
                  <a:lnTo>
                    <a:pt x="2093507" y="895985"/>
                  </a:lnTo>
                  <a:lnTo>
                    <a:pt x="2094789" y="897549"/>
                  </a:lnTo>
                  <a:lnTo>
                    <a:pt x="2096071" y="888898"/>
                  </a:lnTo>
                  <a:lnTo>
                    <a:pt x="2097353" y="878887"/>
                  </a:lnTo>
                  <a:lnTo>
                    <a:pt x="2098635" y="874763"/>
                  </a:lnTo>
                  <a:lnTo>
                    <a:pt x="2099916" y="861855"/>
                  </a:lnTo>
                  <a:lnTo>
                    <a:pt x="2101198" y="857188"/>
                  </a:lnTo>
                  <a:lnTo>
                    <a:pt x="2102480" y="864263"/>
                  </a:lnTo>
                  <a:lnTo>
                    <a:pt x="2103762" y="856586"/>
                  </a:lnTo>
                  <a:lnTo>
                    <a:pt x="2105044" y="840195"/>
                  </a:lnTo>
                  <a:lnTo>
                    <a:pt x="2106326" y="837534"/>
                  </a:lnTo>
                  <a:lnTo>
                    <a:pt x="2107608" y="814281"/>
                  </a:lnTo>
                  <a:lnTo>
                    <a:pt x="2108889" y="807877"/>
                  </a:lnTo>
                  <a:lnTo>
                    <a:pt x="2110171" y="817025"/>
                  </a:lnTo>
                  <a:lnTo>
                    <a:pt x="2111453" y="793460"/>
                  </a:lnTo>
                  <a:lnTo>
                    <a:pt x="2112735" y="807999"/>
                  </a:lnTo>
                  <a:lnTo>
                    <a:pt x="2114017" y="807932"/>
                  </a:lnTo>
                  <a:lnTo>
                    <a:pt x="2115299" y="804391"/>
                  </a:lnTo>
                  <a:lnTo>
                    <a:pt x="2116580" y="825296"/>
                  </a:lnTo>
                  <a:lnTo>
                    <a:pt x="2117862" y="813390"/>
                  </a:lnTo>
                  <a:lnTo>
                    <a:pt x="2119144" y="839946"/>
                  </a:lnTo>
                  <a:lnTo>
                    <a:pt x="2120426" y="852369"/>
                  </a:lnTo>
                  <a:lnTo>
                    <a:pt x="2121708" y="835154"/>
                  </a:lnTo>
                  <a:lnTo>
                    <a:pt x="2122990" y="848667"/>
                  </a:lnTo>
                  <a:lnTo>
                    <a:pt x="2124271" y="828491"/>
                  </a:lnTo>
                  <a:lnTo>
                    <a:pt x="2125553" y="843548"/>
                  </a:lnTo>
                  <a:lnTo>
                    <a:pt x="2126835" y="858538"/>
                  </a:lnTo>
                  <a:lnTo>
                    <a:pt x="2128117" y="854802"/>
                  </a:lnTo>
                  <a:lnTo>
                    <a:pt x="2129399" y="861196"/>
                  </a:lnTo>
                  <a:lnTo>
                    <a:pt x="2130681" y="897870"/>
                  </a:lnTo>
                  <a:lnTo>
                    <a:pt x="2131963" y="898174"/>
                  </a:lnTo>
                  <a:lnTo>
                    <a:pt x="2133244" y="904986"/>
                  </a:lnTo>
                  <a:lnTo>
                    <a:pt x="2134526" y="904986"/>
                  </a:lnTo>
                  <a:lnTo>
                    <a:pt x="2135808" y="904986"/>
                  </a:lnTo>
                  <a:lnTo>
                    <a:pt x="2137090" y="905821"/>
                  </a:lnTo>
                  <a:lnTo>
                    <a:pt x="2138372" y="913279"/>
                  </a:lnTo>
                  <a:lnTo>
                    <a:pt x="2139654" y="913279"/>
                  </a:lnTo>
                  <a:lnTo>
                    <a:pt x="2140935" y="913279"/>
                  </a:lnTo>
                  <a:lnTo>
                    <a:pt x="2142217" y="913279"/>
                  </a:lnTo>
                  <a:lnTo>
                    <a:pt x="2143499" y="913279"/>
                  </a:lnTo>
                  <a:lnTo>
                    <a:pt x="2144781" y="913279"/>
                  </a:lnTo>
                  <a:lnTo>
                    <a:pt x="2146063" y="913279"/>
                  </a:lnTo>
                  <a:lnTo>
                    <a:pt x="2147345" y="913279"/>
                  </a:lnTo>
                  <a:lnTo>
                    <a:pt x="2148627" y="913279"/>
                  </a:lnTo>
                  <a:lnTo>
                    <a:pt x="2149908" y="908045"/>
                  </a:lnTo>
                  <a:lnTo>
                    <a:pt x="2151190" y="879786"/>
                  </a:lnTo>
                  <a:lnTo>
                    <a:pt x="2152472" y="854802"/>
                  </a:lnTo>
                  <a:lnTo>
                    <a:pt x="2153754" y="854802"/>
                  </a:lnTo>
                  <a:lnTo>
                    <a:pt x="2155036" y="851149"/>
                  </a:lnTo>
                  <a:lnTo>
                    <a:pt x="2156318" y="808300"/>
                  </a:lnTo>
                  <a:lnTo>
                    <a:pt x="2157599" y="790236"/>
                  </a:lnTo>
                  <a:lnTo>
                    <a:pt x="2158881" y="802832"/>
                  </a:lnTo>
                  <a:lnTo>
                    <a:pt x="2160163" y="791326"/>
                  </a:lnTo>
                  <a:lnTo>
                    <a:pt x="2161445" y="832463"/>
                  </a:lnTo>
                  <a:lnTo>
                    <a:pt x="2162727" y="811905"/>
                  </a:lnTo>
                  <a:lnTo>
                    <a:pt x="2164009" y="812310"/>
                  </a:lnTo>
                  <a:lnTo>
                    <a:pt x="2165290" y="797322"/>
                  </a:lnTo>
                  <a:lnTo>
                    <a:pt x="2166572" y="789052"/>
                  </a:lnTo>
                  <a:lnTo>
                    <a:pt x="2167854" y="783884"/>
                  </a:lnTo>
                  <a:lnTo>
                    <a:pt x="2169136" y="781300"/>
                  </a:lnTo>
                  <a:lnTo>
                    <a:pt x="2170418" y="802490"/>
                  </a:lnTo>
                  <a:lnTo>
                    <a:pt x="2171700" y="820063"/>
                  </a:lnTo>
                  <a:lnTo>
                    <a:pt x="2172982" y="809726"/>
                  </a:lnTo>
                  <a:lnTo>
                    <a:pt x="2174263" y="798355"/>
                  </a:lnTo>
                  <a:lnTo>
                    <a:pt x="2175545" y="800423"/>
                  </a:lnTo>
                  <a:lnTo>
                    <a:pt x="2176827" y="801456"/>
                  </a:lnTo>
                  <a:lnTo>
                    <a:pt x="2178109" y="811793"/>
                  </a:lnTo>
                  <a:lnTo>
                    <a:pt x="2179391" y="805824"/>
                  </a:lnTo>
                  <a:lnTo>
                    <a:pt x="2180673" y="788556"/>
                  </a:lnTo>
                  <a:lnTo>
                    <a:pt x="2181954" y="768956"/>
                  </a:lnTo>
                  <a:lnTo>
                    <a:pt x="2183236" y="773701"/>
                  </a:lnTo>
                  <a:lnTo>
                    <a:pt x="2184518" y="761851"/>
                  </a:lnTo>
                  <a:lnTo>
                    <a:pt x="2185800" y="803809"/>
                  </a:lnTo>
                  <a:lnTo>
                    <a:pt x="2187082" y="803365"/>
                  </a:lnTo>
                  <a:lnTo>
                    <a:pt x="2188364" y="821025"/>
                  </a:lnTo>
                  <a:lnTo>
                    <a:pt x="2189646" y="818851"/>
                  </a:lnTo>
                  <a:lnTo>
                    <a:pt x="2190927" y="806853"/>
                  </a:lnTo>
                  <a:lnTo>
                    <a:pt x="2192209" y="818851"/>
                  </a:lnTo>
                  <a:lnTo>
                    <a:pt x="2193491" y="834377"/>
                  </a:lnTo>
                  <a:lnTo>
                    <a:pt x="2194773" y="847081"/>
                  </a:lnTo>
                  <a:lnTo>
                    <a:pt x="2196055" y="860490"/>
                  </a:lnTo>
                  <a:lnTo>
                    <a:pt x="2197337" y="862608"/>
                  </a:lnTo>
                  <a:lnTo>
                    <a:pt x="2198618" y="872488"/>
                  </a:lnTo>
                  <a:lnTo>
                    <a:pt x="2199900" y="876942"/>
                  </a:lnTo>
                  <a:lnTo>
                    <a:pt x="2201182" y="890742"/>
                  </a:lnTo>
                  <a:lnTo>
                    <a:pt x="2202464" y="893527"/>
                  </a:lnTo>
                  <a:lnTo>
                    <a:pt x="2203746" y="893527"/>
                  </a:lnTo>
                  <a:lnTo>
                    <a:pt x="2205028" y="894458"/>
                  </a:lnTo>
                  <a:lnTo>
                    <a:pt x="2206309" y="895696"/>
                  </a:lnTo>
                  <a:lnTo>
                    <a:pt x="2207591" y="877428"/>
                  </a:lnTo>
                  <a:lnTo>
                    <a:pt x="2208873" y="886603"/>
                  </a:lnTo>
                  <a:lnTo>
                    <a:pt x="2210155" y="887309"/>
                  </a:lnTo>
                  <a:lnTo>
                    <a:pt x="2211437" y="889426"/>
                  </a:lnTo>
                  <a:lnTo>
                    <a:pt x="2212719" y="889426"/>
                  </a:lnTo>
                  <a:lnTo>
                    <a:pt x="2214001" y="889426"/>
                  </a:lnTo>
                  <a:lnTo>
                    <a:pt x="2215282" y="876723"/>
                  </a:lnTo>
                  <a:lnTo>
                    <a:pt x="2216564" y="875311"/>
                  </a:lnTo>
                  <a:lnTo>
                    <a:pt x="2217846" y="878134"/>
                  </a:lnTo>
                  <a:lnTo>
                    <a:pt x="2219128" y="902310"/>
                  </a:lnTo>
                  <a:lnTo>
                    <a:pt x="2220410" y="904986"/>
                  </a:lnTo>
                  <a:lnTo>
                    <a:pt x="2221692" y="905821"/>
                  </a:lnTo>
                  <a:lnTo>
                    <a:pt x="2222973" y="891683"/>
                  </a:lnTo>
                  <a:lnTo>
                    <a:pt x="2224255" y="881234"/>
                  </a:lnTo>
                  <a:lnTo>
                    <a:pt x="2225537" y="890454"/>
                  </a:lnTo>
                  <a:lnTo>
                    <a:pt x="2226819" y="886151"/>
                  </a:lnTo>
                  <a:lnTo>
                    <a:pt x="2228101" y="883693"/>
                  </a:lnTo>
                  <a:lnTo>
                    <a:pt x="2229383" y="893527"/>
                  </a:lnTo>
                  <a:lnTo>
                    <a:pt x="2230665" y="893527"/>
                  </a:lnTo>
                  <a:lnTo>
                    <a:pt x="2231946" y="893527"/>
                  </a:lnTo>
                  <a:lnTo>
                    <a:pt x="2233228" y="883693"/>
                  </a:lnTo>
                  <a:lnTo>
                    <a:pt x="2234510" y="892298"/>
                  </a:lnTo>
                  <a:lnTo>
                    <a:pt x="2235792" y="886766"/>
                  </a:lnTo>
                  <a:lnTo>
                    <a:pt x="2237074" y="881234"/>
                  </a:lnTo>
                  <a:lnTo>
                    <a:pt x="2238356" y="876942"/>
                  </a:lnTo>
                  <a:lnTo>
                    <a:pt x="2239637" y="859542"/>
                  </a:lnTo>
                  <a:lnTo>
                    <a:pt x="2240919" y="826364"/>
                  </a:lnTo>
                  <a:lnTo>
                    <a:pt x="2242201" y="827224"/>
                  </a:lnTo>
                  <a:lnTo>
                    <a:pt x="2243483" y="822063"/>
                  </a:lnTo>
                  <a:lnTo>
                    <a:pt x="2244765" y="810020"/>
                  </a:lnTo>
                  <a:lnTo>
                    <a:pt x="2246047" y="820342"/>
                  </a:lnTo>
                  <a:lnTo>
                    <a:pt x="2247329" y="827224"/>
                  </a:lnTo>
                  <a:lnTo>
                    <a:pt x="2248610" y="822063"/>
                  </a:lnTo>
                  <a:lnTo>
                    <a:pt x="2249892" y="810020"/>
                  </a:lnTo>
                  <a:lnTo>
                    <a:pt x="2251174" y="791096"/>
                  </a:lnTo>
                  <a:lnTo>
                    <a:pt x="2252456" y="820303"/>
                  </a:lnTo>
                  <a:lnTo>
                    <a:pt x="2253738" y="815122"/>
                  </a:lnTo>
                  <a:lnTo>
                    <a:pt x="2255020" y="804835"/>
                  </a:lnTo>
                  <a:lnTo>
                    <a:pt x="2256301" y="805441"/>
                  </a:lnTo>
                  <a:lnTo>
                    <a:pt x="2257583" y="776506"/>
                  </a:lnTo>
                  <a:lnTo>
                    <a:pt x="2258865" y="769448"/>
                  </a:lnTo>
                  <a:lnTo>
                    <a:pt x="2260147" y="749687"/>
                  </a:lnTo>
                  <a:lnTo>
                    <a:pt x="2261429" y="758862"/>
                  </a:lnTo>
                  <a:lnTo>
                    <a:pt x="2262711" y="734866"/>
                  </a:lnTo>
                  <a:lnTo>
                    <a:pt x="2263992" y="734160"/>
                  </a:lnTo>
                  <a:lnTo>
                    <a:pt x="2265274" y="734160"/>
                  </a:lnTo>
                  <a:lnTo>
                    <a:pt x="2266556" y="715105"/>
                  </a:lnTo>
                  <a:lnTo>
                    <a:pt x="2267838" y="697461"/>
                  </a:lnTo>
                  <a:lnTo>
                    <a:pt x="2269120" y="705930"/>
                  </a:lnTo>
                  <a:lnTo>
                    <a:pt x="2270402" y="698167"/>
                  </a:lnTo>
                  <a:lnTo>
                    <a:pt x="2271684" y="693142"/>
                  </a:lnTo>
                  <a:lnTo>
                    <a:pt x="2272965" y="684757"/>
                  </a:lnTo>
                  <a:lnTo>
                    <a:pt x="2274247" y="697470"/>
                  </a:lnTo>
                  <a:lnTo>
                    <a:pt x="2275529" y="648764"/>
                  </a:lnTo>
                  <a:lnTo>
                    <a:pt x="2276811" y="677700"/>
                  </a:lnTo>
                  <a:lnTo>
                    <a:pt x="2278093" y="664996"/>
                  </a:lnTo>
                  <a:lnTo>
                    <a:pt x="2279375" y="676994"/>
                  </a:lnTo>
                  <a:lnTo>
                    <a:pt x="2280656" y="676288"/>
                  </a:lnTo>
                  <a:lnTo>
                    <a:pt x="2281938" y="691109"/>
                  </a:lnTo>
                  <a:lnTo>
                    <a:pt x="2283220" y="677700"/>
                  </a:lnTo>
                  <a:lnTo>
                    <a:pt x="2284502" y="677700"/>
                  </a:lnTo>
                  <a:lnTo>
                    <a:pt x="2285784" y="696755"/>
                  </a:lnTo>
                  <a:lnTo>
                    <a:pt x="2287066" y="718634"/>
                  </a:lnTo>
                  <a:lnTo>
                    <a:pt x="2288348" y="709459"/>
                  </a:lnTo>
                  <a:lnTo>
                    <a:pt x="2289629" y="729220"/>
                  </a:lnTo>
                  <a:lnTo>
                    <a:pt x="2290911" y="712988"/>
                  </a:lnTo>
                  <a:lnTo>
                    <a:pt x="2292193" y="725474"/>
                  </a:lnTo>
                  <a:lnTo>
                    <a:pt x="2293475" y="762481"/>
                  </a:lnTo>
                  <a:lnTo>
                    <a:pt x="2294757" y="758410"/>
                  </a:lnTo>
                  <a:lnTo>
                    <a:pt x="2296039" y="758410"/>
                  </a:lnTo>
                  <a:lnTo>
                    <a:pt x="2297320" y="782495"/>
                  </a:lnTo>
                  <a:lnTo>
                    <a:pt x="2298602" y="792817"/>
                  </a:lnTo>
                  <a:lnTo>
                    <a:pt x="2299884" y="801419"/>
                  </a:lnTo>
                  <a:lnTo>
                    <a:pt x="2301166" y="832385"/>
                  </a:lnTo>
                  <a:lnTo>
                    <a:pt x="2302448" y="860771"/>
                  </a:lnTo>
                  <a:lnTo>
                    <a:pt x="2303730" y="858107"/>
                  </a:lnTo>
                  <a:lnTo>
                    <a:pt x="2305011" y="840106"/>
                  </a:lnTo>
                  <a:lnTo>
                    <a:pt x="2306293" y="832260"/>
                  </a:lnTo>
                  <a:lnTo>
                    <a:pt x="2307575" y="853574"/>
                  </a:lnTo>
                  <a:lnTo>
                    <a:pt x="2308857" y="872719"/>
                  </a:lnTo>
                  <a:lnTo>
                    <a:pt x="2310139" y="895653"/>
                  </a:lnTo>
                  <a:lnTo>
                    <a:pt x="2311421" y="892243"/>
                  </a:lnTo>
                  <a:lnTo>
                    <a:pt x="2312703" y="870809"/>
                  </a:lnTo>
                  <a:lnTo>
                    <a:pt x="2313984" y="863015"/>
                  </a:lnTo>
                  <a:lnTo>
                    <a:pt x="2315266" y="855708"/>
                  </a:lnTo>
                  <a:lnTo>
                    <a:pt x="2316548" y="830864"/>
                  </a:lnTo>
                  <a:lnTo>
                    <a:pt x="2317830" y="821609"/>
                  </a:lnTo>
                  <a:lnTo>
                    <a:pt x="2319112" y="809431"/>
                  </a:lnTo>
                  <a:lnTo>
                    <a:pt x="2320394" y="782638"/>
                  </a:lnTo>
                  <a:lnTo>
                    <a:pt x="2321675" y="763153"/>
                  </a:lnTo>
                  <a:lnTo>
                    <a:pt x="2322957" y="768998"/>
                  </a:lnTo>
                  <a:lnTo>
                    <a:pt x="2324239" y="782638"/>
                  </a:lnTo>
                  <a:lnTo>
                    <a:pt x="2325521" y="776648"/>
                  </a:lnTo>
                  <a:lnTo>
                    <a:pt x="2326803" y="761524"/>
                  </a:lnTo>
                  <a:lnTo>
                    <a:pt x="2328085" y="720804"/>
                  </a:lnTo>
                  <a:lnTo>
                    <a:pt x="2329367" y="654932"/>
                  </a:lnTo>
                  <a:lnTo>
                    <a:pt x="2330648" y="645379"/>
                  </a:lnTo>
                  <a:lnTo>
                    <a:pt x="2331930" y="619922"/>
                  </a:lnTo>
                  <a:lnTo>
                    <a:pt x="2333212" y="633685"/>
                  </a:lnTo>
                  <a:lnTo>
                    <a:pt x="2334494" y="646587"/>
                  </a:lnTo>
                  <a:lnTo>
                    <a:pt x="2335776" y="690456"/>
                  </a:lnTo>
                  <a:lnTo>
                    <a:pt x="2337058" y="706800"/>
                  </a:lnTo>
                  <a:lnTo>
                    <a:pt x="2338339" y="728304"/>
                  </a:lnTo>
                  <a:lnTo>
                    <a:pt x="2339621" y="775613"/>
                  </a:lnTo>
                  <a:lnTo>
                    <a:pt x="2340903" y="810881"/>
                  </a:lnTo>
                  <a:lnTo>
                    <a:pt x="2342185" y="808300"/>
                  </a:lnTo>
                  <a:lnTo>
                    <a:pt x="2343467" y="823275"/>
                  </a:lnTo>
                  <a:lnTo>
                    <a:pt x="2344749" y="826018"/>
                  </a:lnTo>
                  <a:lnTo>
                    <a:pt x="2346031" y="832966"/>
                  </a:lnTo>
                  <a:lnTo>
                    <a:pt x="2347312" y="842436"/>
                  </a:lnTo>
                  <a:lnTo>
                    <a:pt x="2348594" y="842510"/>
                  </a:lnTo>
                  <a:lnTo>
                    <a:pt x="2349876" y="856032"/>
                  </a:lnTo>
                  <a:lnTo>
                    <a:pt x="2351158" y="807473"/>
                  </a:lnTo>
                  <a:lnTo>
                    <a:pt x="2352440" y="787804"/>
                  </a:lnTo>
                  <a:lnTo>
                    <a:pt x="2353722" y="782886"/>
                  </a:lnTo>
                  <a:lnTo>
                    <a:pt x="2355003" y="761373"/>
                  </a:lnTo>
                  <a:lnTo>
                    <a:pt x="2356285" y="732483"/>
                  </a:lnTo>
                  <a:lnTo>
                    <a:pt x="2357567" y="709126"/>
                  </a:lnTo>
                  <a:lnTo>
                    <a:pt x="2358849" y="709126"/>
                  </a:lnTo>
                  <a:lnTo>
                    <a:pt x="2360131" y="700520"/>
                  </a:lnTo>
                  <a:lnTo>
                    <a:pt x="2361413" y="699905"/>
                  </a:lnTo>
                  <a:lnTo>
                    <a:pt x="2362694" y="706806"/>
                  </a:lnTo>
                  <a:lnTo>
                    <a:pt x="2363976" y="706982"/>
                  </a:lnTo>
                  <a:lnTo>
                    <a:pt x="2365258" y="677700"/>
                  </a:lnTo>
                  <a:lnTo>
                    <a:pt x="2366540" y="691016"/>
                  </a:lnTo>
                  <a:lnTo>
                    <a:pt x="2367822" y="666371"/>
                  </a:lnTo>
                  <a:lnTo>
                    <a:pt x="2369104" y="673253"/>
                  </a:lnTo>
                  <a:lnTo>
                    <a:pt x="2370386" y="741207"/>
                  </a:lnTo>
                  <a:lnTo>
                    <a:pt x="2371667" y="768732"/>
                  </a:lnTo>
                  <a:lnTo>
                    <a:pt x="2372949" y="775613"/>
                  </a:lnTo>
                  <a:lnTo>
                    <a:pt x="2374231" y="796258"/>
                  </a:lnTo>
                  <a:lnTo>
                    <a:pt x="2375513" y="826364"/>
                  </a:lnTo>
                  <a:lnTo>
                    <a:pt x="2376795" y="821203"/>
                  </a:lnTo>
                  <a:lnTo>
                    <a:pt x="2378077" y="810020"/>
                  </a:lnTo>
                  <a:lnTo>
                    <a:pt x="2379358" y="809160"/>
                  </a:lnTo>
                  <a:lnTo>
                    <a:pt x="2380640" y="824643"/>
                  </a:lnTo>
                  <a:lnTo>
                    <a:pt x="2381922" y="827224"/>
                  </a:lnTo>
                  <a:lnTo>
                    <a:pt x="2383204" y="813461"/>
                  </a:lnTo>
                  <a:lnTo>
                    <a:pt x="2384486" y="783355"/>
                  </a:lnTo>
                  <a:lnTo>
                    <a:pt x="2385768" y="761851"/>
                  </a:lnTo>
                  <a:lnTo>
                    <a:pt x="2387050" y="758410"/>
                  </a:lnTo>
                  <a:lnTo>
                    <a:pt x="2388331" y="758410"/>
                  </a:lnTo>
                  <a:lnTo>
                    <a:pt x="2389613" y="726584"/>
                  </a:lnTo>
                  <a:lnTo>
                    <a:pt x="2390895" y="724003"/>
                  </a:lnTo>
                  <a:lnTo>
                    <a:pt x="2392177" y="724003"/>
                  </a:lnTo>
                  <a:lnTo>
                    <a:pt x="2393459" y="708520"/>
                  </a:lnTo>
                  <a:lnTo>
                    <a:pt x="2394741" y="679274"/>
                  </a:lnTo>
                  <a:lnTo>
                    <a:pt x="2396022" y="685295"/>
                  </a:lnTo>
                  <a:lnTo>
                    <a:pt x="2397304" y="668952"/>
                  </a:lnTo>
                  <a:lnTo>
                    <a:pt x="2398586" y="668092"/>
                  </a:lnTo>
                  <a:lnTo>
                    <a:pt x="2399868" y="668952"/>
                  </a:lnTo>
                  <a:lnTo>
                    <a:pt x="2401150" y="655189"/>
                  </a:lnTo>
                  <a:lnTo>
                    <a:pt x="2402432" y="668952"/>
                  </a:lnTo>
                  <a:lnTo>
                    <a:pt x="2403713" y="699058"/>
                  </a:lnTo>
                  <a:lnTo>
                    <a:pt x="2404995" y="712821"/>
                  </a:lnTo>
                  <a:lnTo>
                    <a:pt x="2406277" y="706800"/>
                  </a:lnTo>
                  <a:lnTo>
                    <a:pt x="2407559" y="699058"/>
                  </a:lnTo>
                  <a:lnTo>
                    <a:pt x="2408841" y="704219"/>
                  </a:lnTo>
                  <a:lnTo>
                    <a:pt x="2410123" y="671532"/>
                  </a:lnTo>
                  <a:lnTo>
                    <a:pt x="2411405" y="631964"/>
                  </a:lnTo>
                  <a:lnTo>
                    <a:pt x="2412686" y="635405"/>
                  </a:lnTo>
                  <a:lnTo>
                    <a:pt x="2413968" y="637125"/>
                  </a:lnTo>
                  <a:lnTo>
                    <a:pt x="2415250" y="659490"/>
                  </a:lnTo>
                  <a:lnTo>
                    <a:pt x="2416532" y="675833"/>
                  </a:lnTo>
                  <a:lnTo>
                    <a:pt x="2417814" y="689596"/>
                  </a:lnTo>
                  <a:lnTo>
                    <a:pt x="2419096" y="652609"/>
                  </a:lnTo>
                  <a:lnTo>
                    <a:pt x="2420377" y="624223"/>
                  </a:lnTo>
                  <a:lnTo>
                    <a:pt x="2421659" y="620782"/>
                  </a:lnTo>
                  <a:lnTo>
                    <a:pt x="2422941" y="584655"/>
                  </a:lnTo>
                  <a:lnTo>
                    <a:pt x="2424223" y="556269"/>
                  </a:lnTo>
                  <a:lnTo>
                    <a:pt x="2425505" y="551968"/>
                  </a:lnTo>
                  <a:lnTo>
                    <a:pt x="2426787" y="547667"/>
                  </a:lnTo>
                  <a:lnTo>
                    <a:pt x="2428069" y="568312"/>
                  </a:lnTo>
                  <a:lnTo>
                    <a:pt x="2429350" y="586375"/>
                  </a:lnTo>
                  <a:lnTo>
                    <a:pt x="2430632" y="609600"/>
                  </a:lnTo>
                  <a:lnTo>
                    <a:pt x="2431914" y="631104"/>
                  </a:lnTo>
                  <a:lnTo>
                    <a:pt x="2433196" y="649168"/>
                  </a:lnTo>
                  <a:lnTo>
                    <a:pt x="2434478" y="628524"/>
                  </a:lnTo>
                  <a:lnTo>
                    <a:pt x="2435760" y="619922"/>
                  </a:lnTo>
                  <a:lnTo>
                    <a:pt x="2437041" y="603579"/>
                  </a:lnTo>
                  <a:lnTo>
                    <a:pt x="2438323" y="632825"/>
                  </a:lnTo>
                  <a:lnTo>
                    <a:pt x="2439605" y="668952"/>
                  </a:lnTo>
                  <a:lnTo>
                    <a:pt x="2440887" y="672393"/>
                  </a:lnTo>
                  <a:lnTo>
                    <a:pt x="2442169" y="693897"/>
                  </a:lnTo>
                  <a:lnTo>
                    <a:pt x="2443451" y="672393"/>
                  </a:lnTo>
                  <a:lnTo>
                    <a:pt x="2444732" y="666371"/>
                  </a:lnTo>
                  <a:lnTo>
                    <a:pt x="2446014" y="662071"/>
                  </a:lnTo>
                  <a:lnTo>
                    <a:pt x="2447296" y="637125"/>
                  </a:lnTo>
                  <a:lnTo>
                    <a:pt x="2448578" y="607880"/>
                  </a:lnTo>
                  <a:lnTo>
                    <a:pt x="2449860" y="620782"/>
                  </a:lnTo>
                  <a:lnTo>
                    <a:pt x="2451142" y="620782"/>
                  </a:lnTo>
                  <a:lnTo>
                    <a:pt x="2452424" y="640566"/>
                  </a:lnTo>
                  <a:lnTo>
                    <a:pt x="2453705" y="670672"/>
                  </a:lnTo>
                  <a:lnTo>
                    <a:pt x="2454987" y="690456"/>
                  </a:lnTo>
                  <a:lnTo>
                    <a:pt x="2456269" y="704219"/>
                  </a:lnTo>
                  <a:lnTo>
                    <a:pt x="2457551" y="700778"/>
                  </a:lnTo>
                  <a:lnTo>
                    <a:pt x="2458833" y="706800"/>
                  </a:lnTo>
                  <a:lnTo>
                    <a:pt x="2460115" y="706800"/>
                  </a:lnTo>
                  <a:lnTo>
                    <a:pt x="2461396" y="721423"/>
                  </a:lnTo>
                  <a:lnTo>
                    <a:pt x="2462678" y="779054"/>
                  </a:lnTo>
                  <a:lnTo>
                    <a:pt x="2463960" y="790236"/>
                  </a:lnTo>
                  <a:lnTo>
                    <a:pt x="2465242" y="797978"/>
                  </a:lnTo>
                  <a:lnTo>
                    <a:pt x="2466524" y="828944"/>
                  </a:lnTo>
                  <a:lnTo>
                    <a:pt x="2467806" y="871953"/>
                  </a:lnTo>
                  <a:lnTo>
                    <a:pt x="2469088" y="860771"/>
                  </a:lnTo>
                  <a:lnTo>
                    <a:pt x="2470369" y="844427"/>
                  </a:lnTo>
                  <a:lnTo>
                    <a:pt x="2471651" y="844427"/>
                  </a:lnTo>
                  <a:lnTo>
                    <a:pt x="2472933" y="844427"/>
                  </a:lnTo>
                  <a:lnTo>
                    <a:pt x="2474215" y="844427"/>
                  </a:lnTo>
                  <a:lnTo>
                    <a:pt x="2475497" y="863620"/>
                  </a:lnTo>
                  <a:lnTo>
                    <a:pt x="2476779" y="869498"/>
                  </a:lnTo>
                  <a:lnTo>
                    <a:pt x="2478060" y="869498"/>
                  </a:lnTo>
                  <a:lnTo>
                    <a:pt x="2479342" y="869498"/>
                  </a:lnTo>
                  <a:lnTo>
                    <a:pt x="2480624" y="867294"/>
                  </a:lnTo>
                  <a:lnTo>
                    <a:pt x="2481906" y="854802"/>
                  </a:lnTo>
                  <a:lnTo>
                    <a:pt x="2483188" y="862150"/>
                  </a:lnTo>
                  <a:lnTo>
                    <a:pt x="2484470" y="869498"/>
                  </a:lnTo>
                  <a:lnTo>
                    <a:pt x="2485752" y="869498"/>
                  </a:lnTo>
                  <a:lnTo>
                    <a:pt x="2487033" y="878134"/>
                  </a:lnTo>
                  <a:lnTo>
                    <a:pt x="2488315" y="890132"/>
                  </a:lnTo>
                  <a:lnTo>
                    <a:pt x="2489597" y="903541"/>
                  </a:lnTo>
                  <a:lnTo>
                    <a:pt x="2490879" y="903541"/>
                  </a:lnTo>
                  <a:lnTo>
                    <a:pt x="2492161" y="903541"/>
                  </a:lnTo>
                  <a:lnTo>
                    <a:pt x="2493443" y="903541"/>
                  </a:lnTo>
                  <a:lnTo>
                    <a:pt x="2494724" y="906974"/>
                  </a:lnTo>
                  <a:lnTo>
                    <a:pt x="2496006" y="913279"/>
                  </a:lnTo>
                  <a:lnTo>
                    <a:pt x="2497288" y="913279"/>
                  </a:lnTo>
                  <a:lnTo>
                    <a:pt x="2498570" y="913279"/>
                  </a:lnTo>
                  <a:lnTo>
                    <a:pt x="2499852" y="913279"/>
                  </a:lnTo>
                  <a:lnTo>
                    <a:pt x="2501134" y="913279"/>
                  </a:lnTo>
                  <a:lnTo>
                    <a:pt x="2502415" y="913279"/>
                  </a:lnTo>
                  <a:lnTo>
                    <a:pt x="2503697" y="913279"/>
                  </a:lnTo>
                  <a:lnTo>
                    <a:pt x="2504979" y="913279"/>
                  </a:lnTo>
                  <a:lnTo>
                    <a:pt x="2506261" y="896038"/>
                  </a:lnTo>
                  <a:lnTo>
                    <a:pt x="2507543" y="871953"/>
                  </a:lnTo>
                  <a:lnTo>
                    <a:pt x="2508825" y="845287"/>
                  </a:lnTo>
                  <a:lnTo>
                    <a:pt x="2510107" y="835826"/>
                  </a:lnTo>
                  <a:lnTo>
                    <a:pt x="2511388" y="827224"/>
                  </a:lnTo>
                  <a:lnTo>
                    <a:pt x="2512670" y="822923"/>
                  </a:lnTo>
                  <a:lnTo>
                    <a:pt x="2513952" y="810020"/>
                  </a:lnTo>
                  <a:lnTo>
                    <a:pt x="2515234" y="794537"/>
                  </a:lnTo>
                  <a:lnTo>
                    <a:pt x="2516516" y="775613"/>
                  </a:lnTo>
                  <a:lnTo>
                    <a:pt x="2517798" y="775613"/>
                  </a:lnTo>
                  <a:lnTo>
                    <a:pt x="2519079" y="775613"/>
                  </a:lnTo>
                  <a:lnTo>
                    <a:pt x="2520361" y="775613"/>
                  </a:lnTo>
                  <a:lnTo>
                    <a:pt x="2521643" y="775613"/>
                  </a:lnTo>
                  <a:lnTo>
                    <a:pt x="2522925" y="775613"/>
                  </a:lnTo>
                  <a:lnTo>
                    <a:pt x="2524207" y="778194"/>
                  </a:lnTo>
                  <a:lnTo>
                    <a:pt x="2525489" y="792817"/>
                  </a:lnTo>
                  <a:lnTo>
                    <a:pt x="2526771" y="810020"/>
                  </a:lnTo>
                  <a:lnTo>
                    <a:pt x="2528052" y="826364"/>
                  </a:lnTo>
                  <a:lnTo>
                    <a:pt x="2529334" y="850024"/>
                  </a:lnTo>
                  <a:lnTo>
                    <a:pt x="2530616" y="854802"/>
                  </a:lnTo>
                  <a:lnTo>
                    <a:pt x="2531898" y="864725"/>
                  </a:lnTo>
                  <a:lnTo>
                    <a:pt x="2533180" y="875311"/>
                  </a:lnTo>
                  <a:lnTo>
                    <a:pt x="2534462" y="888015"/>
                  </a:lnTo>
                  <a:lnTo>
                    <a:pt x="2535743" y="903541"/>
                  </a:lnTo>
                  <a:lnTo>
                    <a:pt x="2537025" y="903541"/>
                  </a:lnTo>
                  <a:lnTo>
                    <a:pt x="2538307" y="903541"/>
                  </a:lnTo>
                  <a:lnTo>
                    <a:pt x="2539589" y="902130"/>
                  </a:lnTo>
                  <a:lnTo>
                    <a:pt x="2540871" y="888015"/>
                  </a:lnTo>
                  <a:lnTo>
                    <a:pt x="2542153" y="875311"/>
                  </a:lnTo>
                  <a:lnTo>
                    <a:pt x="2543434" y="868959"/>
                  </a:lnTo>
                  <a:lnTo>
                    <a:pt x="2544716" y="840023"/>
                  </a:lnTo>
                  <a:lnTo>
                    <a:pt x="2545998" y="837200"/>
                  </a:lnTo>
                  <a:lnTo>
                    <a:pt x="2547280" y="810382"/>
                  </a:lnTo>
                  <a:lnTo>
                    <a:pt x="2548562" y="774388"/>
                  </a:lnTo>
                  <a:lnTo>
                    <a:pt x="2549844" y="770154"/>
                  </a:lnTo>
                  <a:lnTo>
                    <a:pt x="2551126" y="762790"/>
                  </a:lnTo>
                  <a:lnTo>
                    <a:pt x="2552407" y="770593"/>
                  </a:lnTo>
                  <a:lnTo>
                    <a:pt x="2553689" y="789789"/>
                  </a:lnTo>
                  <a:lnTo>
                    <a:pt x="2554971" y="779287"/>
                  </a:lnTo>
                  <a:lnTo>
                    <a:pt x="2556253" y="773205"/>
                  </a:lnTo>
                  <a:lnTo>
                    <a:pt x="2557535" y="773205"/>
                  </a:lnTo>
                  <a:lnTo>
                    <a:pt x="2558817" y="787502"/>
                  </a:lnTo>
                  <a:lnTo>
                    <a:pt x="2560098" y="791407"/>
                  </a:lnTo>
                  <a:lnTo>
                    <a:pt x="2561380" y="795945"/>
                  </a:lnTo>
                  <a:lnTo>
                    <a:pt x="2562662" y="805915"/>
                  </a:lnTo>
                  <a:lnTo>
                    <a:pt x="2563944" y="823496"/>
                  </a:lnTo>
                  <a:lnTo>
                    <a:pt x="2565226" y="822210"/>
                  </a:lnTo>
                  <a:lnTo>
                    <a:pt x="2566508" y="835932"/>
                  </a:lnTo>
                  <a:lnTo>
                    <a:pt x="2567790" y="860803"/>
                  </a:lnTo>
                  <a:lnTo>
                    <a:pt x="2569071" y="865949"/>
                  </a:lnTo>
                  <a:lnTo>
                    <a:pt x="2570353" y="878925"/>
                  </a:lnTo>
                  <a:lnTo>
                    <a:pt x="2571635" y="870322"/>
                  </a:lnTo>
                  <a:lnTo>
                    <a:pt x="2572917" y="874706"/>
                  </a:lnTo>
                  <a:lnTo>
                    <a:pt x="2574199" y="876398"/>
                  </a:lnTo>
                  <a:lnTo>
                    <a:pt x="2575481" y="882083"/>
                  </a:lnTo>
                  <a:lnTo>
                    <a:pt x="2576762" y="882083"/>
                  </a:lnTo>
                  <a:lnTo>
                    <a:pt x="2578044" y="875484"/>
                  </a:lnTo>
                  <a:lnTo>
                    <a:pt x="2579326" y="896752"/>
                  </a:lnTo>
                  <a:lnTo>
                    <a:pt x="2580608" y="905605"/>
                  </a:lnTo>
                  <a:lnTo>
                    <a:pt x="2581890" y="898891"/>
                  </a:lnTo>
                  <a:lnTo>
                    <a:pt x="2583172" y="902338"/>
                  </a:lnTo>
                  <a:lnTo>
                    <a:pt x="2584453" y="913279"/>
                  </a:lnTo>
                  <a:lnTo>
                    <a:pt x="2585735" y="913279"/>
                  </a:lnTo>
                  <a:lnTo>
                    <a:pt x="2587017" y="913279"/>
                  </a:lnTo>
                  <a:lnTo>
                    <a:pt x="2588299" y="913279"/>
                  </a:lnTo>
                  <a:lnTo>
                    <a:pt x="2589581" y="913279"/>
                  </a:lnTo>
                  <a:lnTo>
                    <a:pt x="2590863" y="913279"/>
                  </a:lnTo>
                  <a:lnTo>
                    <a:pt x="2592145" y="913279"/>
                  </a:lnTo>
                  <a:lnTo>
                    <a:pt x="2593426" y="913279"/>
                  </a:lnTo>
                  <a:lnTo>
                    <a:pt x="2594708" y="913279"/>
                  </a:lnTo>
                  <a:lnTo>
                    <a:pt x="2595990" y="913279"/>
                  </a:lnTo>
                  <a:lnTo>
                    <a:pt x="2597272" y="912010"/>
                  </a:lnTo>
                  <a:lnTo>
                    <a:pt x="2598554" y="903541"/>
                  </a:lnTo>
                  <a:lnTo>
                    <a:pt x="2599836" y="896632"/>
                  </a:lnTo>
                  <a:lnTo>
                    <a:pt x="2601117" y="884195"/>
                  </a:lnTo>
                  <a:lnTo>
                    <a:pt x="2602399" y="881206"/>
                  </a:lnTo>
                  <a:lnTo>
                    <a:pt x="2603681" y="861631"/>
                  </a:lnTo>
                  <a:lnTo>
                    <a:pt x="2604963" y="845287"/>
                  </a:lnTo>
                  <a:lnTo>
                    <a:pt x="2606245" y="834105"/>
                  </a:lnTo>
                  <a:lnTo>
                    <a:pt x="2607527" y="827224"/>
                  </a:lnTo>
                  <a:lnTo>
                    <a:pt x="2608809" y="816042"/>
                  </a:lnTo>
                  <a:lnTo>
                    <a:pt x="2610090" y="810020"/>
                  </a:lnTo>
                  <a:lnTo>
                    <a:pt x="2611372" y="810020"/>
                  </a:lnTo>
                  <a:lnTo>
                    <a:pt x="2612654" y="810020"/>
                  </a:lnTo>
                  <a:lnTo>
                    <a:pt x="2613936" y="810020"/>
                  </a:lnTo>
                  <a:lnTo>
                    <a:pt x="2615218" y="810020"/>
                  </a:lnTo>
                  <a:lnTo>
                    <a:pt x="2616500" y="834105"/>
                  </a:lnTo>
                  <a:lnTo>
                    <a:pt x="2617781" y="844427"/>
                  </a:lnTo>
                  <a:lnTo>
                    <a:pt x="2619063" y="851309"/>
                  </a:lnTo>
                  <a:lnTo>
                    <a:pt x="2620345" y="861631"/>
                  </a:lnTo>
                  <a:lnTo>
                    <a:pt x="2621627" y="861631"/>
                  </a:lnTo>
                  <a:lnTo>
                    <a:pt x="2622909" y="861631"/>
                  </a:lnTo>
                  <a:lnTo>
                    <a:pt x="2624191" y="877974"/>
                  </a:lnTo>
                  <a:lnTo>
                    <a:pt x="2625473" y="889156"/>
                  </a:lnTo>
                  <a:lnTo>
                    <a:pt x="2626754" y="896038"/>
                  </a:lnTo>
                  <a:lnTo>
                    <a:pt x="2628036" y="907220"/>
                  </a:lnTo>
                  <a:lnTo>
                    <a:pt x="2629318" y="913241"/>
                  </a:lnTo>
                  <a:lnTo>
                    <a:pt x="2630600" y="913241"/>
                  </a:lnTo>
                  <a:lnTo>
                    <a:pt x="2631882" y="913241"/>
                  </a:lnTo>
                  <a:lnTo>
                    <a:pt x="2633164" y="913241"/>
                  </a:lnTo>
                  <a:lnTo>
                    <a:pt x="2634445" y="913241"/>
                  </a:lnTo>
                  <a:lnTo>
                    <a:pt x="2635727" y="913241"/>
                  </a:lnTo>
                  <a:lnTo>
                    <a:pt x="2637009" y="901199"/>
                  </a:lnTo>
                  <a:lnTo>
                    <a:pt x="2638291" y="894317"/>
                  </a:lnTo>
                  <a:lnTo>
                    <a:pt x="2639573" y="878834"/>
                  </a:lnTo>
                  <a:lnTo>
                    <a:pt x="2640855" y="878834"/>
                  </a:lnTo>
                  <a:lnTo>
                    <a:pt x="2642136" y="878834"/>
                  </a:lnTo>
                  <a:lnTo>
                    <a:pt x="2643418" y="878834"/>
                  </a:lnTo>
                  <a:lnTo>
                    <a:pt x="2644700" y="878834"/>
                  </a:lnTo>
                  <a:lnTo>
                    <a:pt x="2645982" y="878834"/>
                  </a:lnTo>
                  <a:lnTo>
                    <a:pt x="2647264" y="878834"/>
                  </a:lnTo>
                  <a:lnTo>
                    <a:pt x="2648546" y="878834"/>
                  </a:lnTo>
                  <a:lnTo>
                    <a:pt x="2649828" y="878834"/>
                  </a:lnTo>
                  <a:lnTo>
                    <a:pt x="2651109" y="878834"/>
                  </a:lnTo>
                  <a:lnTo>
                    <a:pt x="2652391" y="864211"/>
                  </a:lnTo>
                  <a:lnTo>
                    <a:pt x="2653673" y="861631"/>
                  </a:lnTo>
                  <a:lnTo>
                    <a:pt x="2654955" y="861631"/>
                  </a:lnTo>
                  <a:lnTo>
                    <a:pt x="2656237" y="871093"/>
                  </a:lnTo>
                  <a:lnTo>
                    <a:pt x="2657519" y="847008"/>
                  </a:lnTo>
                  <a:lnTo>
                    <a:pt x="2658800" y="861631"/>
                  </a:lnTo>
                  <a:lnTo>
                    <a:pt x="2660082" y="861631"/>
                  </a:lnTo>
                  <a:lnTo>
                    <a:pt x="2661364" y="848728"/>
                  </a:lnTo>
                  <a:lnTo>
                    <a:pt x="2662646" y="844427"/>
                  </a:lnTo>
                  <a:lnTo>
                    <a:pt x="2663928" y="827224"/>
                  </a:lnTo>
                  <a:lnTo>
                    <a:pt x="2665210" y="816902"/>
                  </a:lnTo>
                  <a:lnTo>
                    <a:pt x="2666492" y="810020"/>
                  </a:lnTo>
                  <a:lnTo>
                    <a:pt x="2667773" y="807440"/>
                  </a:lnTo>
                  <a:lnTo>
                    <a:pt x="2669055" y="792817"/>
                  </a:lnTo>
                  <a:lnTo>
                    <a:pt x="2670337" y="792817"/>
                  </a:lnTo>
                  <a:lnTo>
                    <a:pt x="2671619" y="807440"/>
                  </a:lnTo>
                  <a:lnTo>
                    <a:pt x="2672901" y="810020"/>
                  </a:lnTo>
                  <a:lnTo>
                    <a:pt x="2674183" y="810020"/>
                  </a:lnTo>
                  <a:lnTo>
                    <a:pt x="2675464" y="812601"/>
                  </a:lnTo>
                  <a:lnTo>
                    <a:pt x="2676746" y="839266"/>
                  </a:lnTo>
                  <a:lnTo>
                    <a:pt x="2678028" y="819482"/>
                  </a:lnTo>
                  <a:lnTo>
                    <a:pt x="2679310" y="792817"/>
                  </a:lnTo>
                  <a:lnTo>
                    <a:pt x="2680592" y="805719"/>
                  </a:lnTo>
                  <a:lnTo>
                    <a:pt x="2681874" y="810020"/>
                  </a:lnTo>
                  <a:lnTo>
                    <a:pt x="2683155" y="827224"/>
                  </a:lnTo>
                  <a:lnTo>
                    <a:pt x="2684437" y="863620"/>
                  </a:lnTo>
                  <a:lnTo>
                    <a:pt x="2685719" y="873807"/>
                  </a:lnTo>
                  <a:lnTo>
                    <a:pt x="2687001" y="877428"/>
                  </a:lnTo>
                  <a:lnTo>
                    <a:pt x="2688283" y="889426"/>
                  </a:lnTo>
                  <a:lnTo>
                    <a:pt x="2689565" y="889426"/>
                  </a:lnTo>
                  <a:lnTo>
                    <a:pt x="2690847" y="889426"/>
                  </a:lnTo>
                  <a:lnTo>
                    <a:pt x="2692128" y="885897"/>
                  </a:lnTo>
                  <a:lnTo>
                    <a:pt x="2693410" y="874605"/>
                  </a:lnTo>
                  <a:lnTo>
                    <a:pt x="2694692" y="857667"/>
                  </a:lnTo>
                  <a:lnTo>
                    <a:pt x="2695974" y="850610"/>
                  </a:lnTo>
                  <a:lnTo>
                    <a:pt x="2697256" y="856962"/>
                  </a:lnTo>
                  <a:lnTo>
                    <a:pt x="2698538" y="875311"/>
                  </a:lnTo>
                  <a:lnTo>
                    <a:pt x="2699819" y="875311"/>
                  </a:lnTo>
                  <a:lnTo>
                    <a:pt x="2701101" y="875311"/>
                  </a:lnTo>
                  <a:lnTo>
                    <a:pt x="2702383" y="875311"/>
                  </a:lnTo>
                  <a:lnTo>
                    <a:pt x="2703665" y="869498"/>
                  </a:lnTo>
                  <a:lnTo>
                    <a:pt x="2704947" y="866177"/>
                  </a:lnTo>
                  <a:lnTo>
                    <a:pt x="2706229" y="844427"/>
                  </a:lnTo>
                  <a:lnTo>
                    <a:pt x="2707511" y="844427"/>
                  </a:lnTo>
                  <a:lnTo>
                    <a:pt x="2708792" y="828944"/>
                  </a:lnTo>
                  <a:lnTo>
                    <a:pt x="2710074" y="827224"/>
                  </a:lnTo>
                  <a:lnTo>
                    <a:pt x="2711356" y="818622"/>
                  </a:lnTo>
                  <a:lnTo>
                    <a:pt x="2712638" y="828084"/>
                  </a:lnTo>
                  <a:lnTo>
                    <a:pt x="2713920" y="848728"/>
                  </a:lnTo>
                  <a:lnTo>
                    <a:pt x="2715202" y="861631"/>
                  </a:lnTo>
                  <a:lnTo>
                    <a:pt x="2716483" y="874533"/>
                  </a:lnTo>
                  <a:lnTo>
                    <a:pt x="2717765" y="878834"/>
                  </a:lnTo>
                  <a:lnTo>
                    <a:pt x="2719047" y="878834"/>
                  </a:lnTo>
                  <a:lnTo>
                    <a:pt x="2720329" y="878834"/>
                  </a:lnTo>
                  <a:lnTo>
                    <a:pt x="2721611" y="878834"/>
                  </a:lnTo>
                  <a:lnTo>
                    <a:pt x="2722893" y="878834"/>
                  </a:lnTo>
                  <a:lnTo>
                    <a:pt x="2724174" y="896949"/>
                  </a:lnTo>
                  <a:lnTo>
                    <a:pt x="2725456" y="894492"/>
                  </a:lnTo>
                  <a:lnTo>
                    <a:pt x="2726738" y="873900"/>
                  </a:lnTo>
                  <a:lnTo>
                    <a:pt x="2728020" y="880748"/>
                  </a:lnTo>
                  <a:lnTo>
                    <a:pt x="2729302" y="880214"/>
                  </a:lnTo>
                  <a:lnTo>
                    <a:pt x="2730584" y="880619"/>
                  </a:lnTo>
                  <a:lnTo>
                    <a:pt x="2731866" y="881234"/>
                  </a:lnTo>
                  <a:lnTo>
                    <a:pt x="2733147" y="885114"/>
                  </a:lnTo>
                  <a:lnTo>
                    <a:pt x="2734429" y="883117"/>
                  </a:lnTo>
                  <a:lnTo>
                    <a:pt x="2735711" y="887859"/>
                  </a:lnTo>
                  <a:lnTo>
                    <a:pt x="2736993" y="870673"/>
                  </a:lnTo>
                  <a:lnTo>
                    <a:pt x="2738275" y="870237"/>
                  </a:lnTo>
                  <a:lnTo>
                    <a:pt x="2739557" y="870115"/>
                  </a:lnTo>
                  <a:lnTo>
                    <a:pt x="2740838" y="874448"/>
                  </a:lnTo>
                  <a:lnTo>
                    <a:pt x="2742120" y="848424"/>
                  </a:lnTo>
                  <a:lnTo>
                    <a:pt x="2743402" y="838015"/>
                  </a:lnTo>
                  <a:lnTo>
                    <a:pt x="2744684" y="831695"/>
                  </a:lnTo>
                  <a:lnTo>
                    <a:pt x="2745966" y="831323"/>
                  </a:lnTo>
                  <a:lnTo>
                    <a:pt x="2747248" y="842476"/>
                  </a:lnTo>
                  <a:lnTo>
                    <a:pt x="2748530" y="845450"/>
                  </a:lnTo>
                  <a:lnTo>
                    <a:pt x="2749811" y="835967"/>
                  </a:lnTo>
                  <a:lnTo>
                    <a:pt x="2751093" y="821333"/>
                  </a:lnTo>
                  <a:lnTo>
                    <a:pt x="2752375" y="820113"/>
                  </a:lnTo>
                  <a:lnTo>
                    <a:pt x="2753657" y="818350"/>
                  </a:lnTo>
                  <a:lnTo>
                    <a:pt x="2754939" y="806948"/>
                  </a:lnTo>
                  <a:lnTo>
                    <a:pt x="2756221" y="810892"/>
                  </a:lnTo>
                  <a:lnTo>
                    <a:pt x="2757502" y="800940"/>
                  </a:lnTo>
                  <a:lnTo>
                    <a:pt x="2758784" y="778181"/>
                  </a:lnTo>
                  <a:lnTo>
                    <a:pt x="2760066" y="746621"/>
                  </a:lnTo>
                  <a:lnTo>
                    <a:pt x="2761348" y="768738"/>
                  </a:lnTo>
                  <a:lnTo>
                    <a:pt x="2762630" y="781124"/>
                  </a:lnTo>
                  <a:lnTo>
                    <a:pt x="2763912" y="793231"/>
                  </a:lnTo>
                  <a:lnTo>
                    <a:pt x="2765194" y="811470"/>
                  </a:lnTo>
                  <a:lnTo>
                    <a:pt x="2766475" y="807473"/>
                  </a:lnTo>
                  <a:lnTo>
                    <a:pt x="2767757" y="828030"/>
                  </a:lnTo>
                  <a:lnTo>
                    <a:pt x="2769039" y="828030"/>
                  </a:lnTo>
                  <a:lnTo>
                    <a:pt x="2770321" y="850605"/>
                  </a:lnTo>
                  <a:lnTo>
                    <a:pt x="2771603" y="861662"/>
                  </a:lnTo>
                  <a:lnTo>
                    <a:pt x="2772885" y="861662"/>
                  </a:lnTo>
                  <a:lnTo>
                    <a:pt x="2774166" y="862215"/>
                  </a:lnTo>
                  <a:lnTo>
                    <a:pt x="2775448" y="872719"/>
                  </a:lnTo>
                  <a:lnTo>
                    <a:pt x="2776730" y="882343"/>
                  </a:lnTo>
                  <a:lnTo>
                    <a:pt x="2778012" y="900632"/>
                  </a:lnTo>
                  <a:lnTo>
                    <a:pt x="2779294" y="905206"/>
                  </a:lnTo>
                  <a:lnTo>
                    <a:pt x="2780576" y="913197"/>
                  </a:lnTo>
                  <a:lnTo>
                    <a:pt x="2781857" y="913279"/>
                  </a:lnTo>
                  <a:lnTo>
                    <a:pt x="2783139" y="896198"/>
                  </a:lnTo>
                  <a:lnTo>
                    <a:pt x="2784421" y="872163"/>
                  </a:lnTo>
                  <a:lnTo>
                    <a:pt x="2785703" y="852345"/>
                  </a:lnTo>
                  <a:lnTo>
                    <a:pt x="2786985" y="830669"/>
                  </a:lnTo>
                  <a:lnTo>
                    <a:pt x="2788267" y="825095"/>
                  </a:lnTo>
                  <a:lnTo>
                    <a:pt x="2789549" y="790621"/>
                  </a:lnTo>
                  <a:lnTo>
                    <a:pt x="2790830" y="790621"/>
                  </a:lnTo>
                  <a:lnTo>
                    <a:pt x="2792112" y="783563"/>
                  </a:lnTo>
                  <a:lnTo>
                    <a:pt x="2793394" y="776506"/>
                  </a:lnTo>
                  <a:lnTo>
                    <a:pt x="2794676" y="776506"/>
                  </a:lnTo>
                  <a:lnTo>
                    <a:pt x="2795958" y="776506"/>
                  </a:lnTo>
                  <a:lnTo>
                    <a:pt x="2797240" y="776506"/>
                  </a:lnTo>
                  <a:lnTo>
                    <a:pt x="2798521" y="777917"/>
                  </a:lnTo>
                  <a:lnTo>
                    <a:pt x="2799803" y="790621"/>
                  </a:lnTo>
                  <a:lnTo>
                    <a:pt x="2801085" y="783525"/>
                  </a:lnTo>
                  <a:lnTo>
                    <a:pt x="2802367" y="808509"/>
                  </a:lnTo>
                  <a:lnTo>
                    <a:pt x="2803649" y="828349"/>
                  </a:lnTo>
                  <a:lnTo>
                    <a:pt x="2804931" y="844386"/>
                  </a:lnTo>
                  <a:lnTo>
                    <a:pt x="2806213" y="844427"/>
                  </a:lnTo>
                  <a:lnTo>
                    <a:pt x="2807494" y="873793"/>
                  </a:lnTo>
                  <a:lnTo>
                    <a:pt x="2808776" y="888073"/>
                  </a:lnTo>
                  <a:lnTo>
                    <a:pt x="2810058" y="885897"/>
                  </a:lnTo>
                  <a:lnTo>
                    <a:pt x="2811340" y="882369"/>
                  </a:lnTo>
                  <a:lnTo>
                    <a:pt x="2812622" y="904986"/>
                  </a:lnTo>
                  <a:lnTo>
                    <a:pt x="2813904" y="899412"/>
                  </a:lnTo>
                  <a:lnTo>
                    <a:pt x="2815185" y="895644"/>
                  </a:lnTo>
                  <a:lnTo>
                    <a:pt x="2816467" y="894535"/>
                  </a:lnTo>
                  <a:lnTo>
                    <a:pt x="2817749" y="887330"/>
                  </a:lnTo>
                  <a:lnTo>
                    <a:pt x="2819031" y="872719"/>
                  </a:lnTo>
                  <a:lnTo>
                    <a:pt x="2820313" y="878248"/>
                  </a:lnTo>
                  <a:lnTo>
                    <a:pt x="2821595" y="883776"/>
                  </a:lnTo>
                  <a:lnTo>
                    <a:pt x="2822876" y="883776"/>
                  </a:lnTo>
                  <a:lnTo>
                    <a:pt x="2824158" y="891516"/>
                  </a:lnTo>
                  <a:lnTo>
                    <a:pt x="2825440" y="894834"/>
                  </a:lnTo>
                  <a:lnTo>
                    <a:pt x="2826722" y="894535"/>
                  </a:lnTo>
                  <a:lnTo>
                    <a:pt x="2828004" y="881234"/>
                  </a:lnTo>
                  <a:lnTo>
                    <a:pt x="2829286" y="884307"/>
                  </a:lnTo>
                  <a:lnTo>
                    <a:pt x="2830568" y="887995"/>
                  </a:lnTo>
                  <a:lnTo>
                    <a:pt x="2831849" y="880214"/>
                  </a:lnTo>
                  <a:lnTo>
                    <a:pt x="2833131" y="867548"/>
                  </a:lnTo>
                  <a:lnTo>
                    <a:pt x="2834413" y="882725"/>
                  </a:lnTo>
                  <a:lnTo>
                    <a:pt x="2835695" y="884195"/>
                  </a:lnTo>
                  <a:lnTo>
                    <a:pt x="2836977" y="891720"/>
                  </a:lnTo>
                  <a:lnTo>
                    <a:pt x="2838259" y="896038"/>
                  </a:lnTo>
                  <a:lnTo>
                    <a:pt x="2839540" y="896038"/>
                  </a:lnTo>
                  <a:lnTo>
                    <a:pt x="2840822" y="896038"/>
                  </a:lnTo>
                  <a:lnTo>
                    <a:pt x="2842104" y="896038"/>
                  </a:lnTo>
                  <a:lnTo>
                    <a:pt x="2843386" y="896038"/>
                  </a:lnTo>
                  <a:lnTo>
                    <a:pt x="2844668" y="896038"/>
                  </a:lnTo>
                  <a:lnTo>
                    <a:pt x="2845950" y="896038"/>
                  </a:lnTo>
                  <a:lnTo>
                    <a:pt x="2847232" y="896038"/>
                  </a:lnTo>
                  <a:lnTo>
                    <a:pt x="2848513" y="896038"/>
                  </a:lnTo>
                  <a:lnTo>
                    <a:pt x="2849795" y="903779"/>
                  </a:lnTo>
                  <a:lnTo>
                    <a:pt x="2851077" y="904639"/>
                  </a:lnTo>
                  <a:lnTo>
                    <a:pt x="2852359" y="896038"/>
                  </a:lnTo>
                  <a:lnTo>
                    <a:pt x="2853641" y="896038"/>
                  </a:lnTo>
                  <a:lnTo>
                    <a:pt x="2854923" y="896038"/>
                  </a:lnTo>
                  <a:lnTo>
                    <a:pt x="2856204" y="896038"/>
                  </a:lnTo>
                  <a:lnTo>
                    <a:pt x="2857486" y="896038"/>
                  </a:lnTo>
                  <a:lnTo>
                    <a:pt x="2858768" y="896038"/>
                  </a:lnTo>
                  <a:lnTo>
                    <a:pt x="2860050" y="890877"/>
                  </a:lnTo>
                  <a:lnTo>
                    <a:pt x="2861332" y="865932"/>
                  </a:lnTo>
                  <a:lnTo>
                    <a:pt x="2862614" y="860771"/>
                  </a:lnTo>
                  <a:lnTo>
                    <a:pt x="2863896" y="844427"/>
                  </a:lnTo>
                  <a:lnTo>
                    <a:pt x="2865177" y="844427"/>
                  </a:lnTo>
                  <a:lnTo>
                    <a:pt x="2866459" y="844427"/>
                  </a:lnTo>
                  <a:lnTo>
                    <a:pt x="2867741" y="844427"/>
                  </a:lnTo>
                  <a:lnTo>
                    <a:pt x="2869023" y="840987"/>
                  </a:lnTo>
                  <a:lnTo>
                    <a:pt x="2870305" y="835826"/>
                  </a:lnTo>
                  <a:lnTo>
                    <a:pt x="2871587" y="844427"/>
                  </a:lnTo>
                  <a:lnTo>
                    <a:pt x="2872868" y="843567"/>
                  </a:lnTo>
                  <a:lnTo>
                    <a:pt x="2874150" y="854802"/>
                  </a:lnTo>
                  <a:lnTo>
                    <a:pt x="2875432" y="854802"/>
                  </a:lnTo>
                  <a:lnTo>
                    <a:pt x="2876714" y="859542"/>
                  </a:lnTo>
                  <a:lnTo>
                    <a:pt x="2877996" y="856962"/>
                  </a:lnTo>
                  <a:lnTo>
                    <a:pt x="2879278" y="851315"/>
                  </a:lnTo>
                  <a:lnTo>
                    <a:pt x="2880559" y="871077"/>
                  </a:lnTo>
                  <a:lnTo>
                    <a:pt x="2881841" y="861902"/>
                  </a:lnTo>
                  <a:lnTo>
                    <a:pt x="2883123" y="875311"/>
                  </a:lnTo>
                  <a:lnTo>
                    <a:pt x="2884405" y="875311"/>
                  </a:lnTo>
                  <a:lnTo>
                    <a:pt x="2885687" y="874605"/>
                  </a:lnTo>
                  <a:lnTo>
                    <a:pt x="2886969" y="861196"/>
                  </a:lnTo>
                  <a:lnTo>
                    <a:pt x="2888251" y="861196"/>
                  </a:lnTo>
                  <a:lnTo>
                    <a:pt x="2889532" y="861196"/>
                  </a:lnTo>
                  <a:lnTo>
                    <a:pt x="2890814" y="861196"/>
                  </a:lnTo>
                  <a:lnTo>
                    <a:pt x="2892096" y="861902"/>
                  </a:lnTo>
                  <a:lnTo>
                    <a:pt x="2893378" y="869498"/>
                  </a:lnTo>
                  <a:lnTo>
                    <a:pt x="2894660" y="869498"/>
                  </a:lnTo>
                  <a:lnTo>
                    <a:pt x="2895942" y="866177"/>
                  </a:lnTo>
                  <a:lnTo>
                    <a:pt x="2897223" y="849588"/>
                  </a:lnTo>
                  <a:lnTo>
                    <a:pt x="2898505" y="870828"/>
                  </a:lnTo>
                  <a:lnTo>
                    <a:pt x="2899787" y="859211"/>
                  </a:lnTo>
                  <a:lnTo>
                    <a:pt x="2901069" y="873807"/>
                  </a:lnTo>
                  <a:lnTo>
                    <a:pt x="2902351" y="875311"/>
                  </a:lnTo>
                  <a:lnTo>
                    <a:pt x="2903633" y="868254"/>
                  </a:lnTo>
                  <a:lnTo>
                    <a:pt x="2904915" y="861902"/>
                  </a:lnTo>
                  <a:lnTo>
                    <a:pt x="2906196" y="871782"/>
                  </a:lnTo>
                  <a:lnTo>
                    <a:pt x="2907478" y="855550"/>
                  </a:lnTo>
                  <a:lnTo>
                    <a:pt x="2908760" y="861196"/>
                  </a:lnTo>
                  <a:lnTo>
                    <a:pt x="2910042" y="861196"/>
                  </a:lnTo>
                  <a:lnTo>
                    <a:pt x="2911324" y="856256"/>
                  </a:lnTo>
                  <a:lnTo>
                    <a:pt x="2912606" y="847081"/>
                  </a:lnTo>
                  <a:lnTo>
                    <a:pt x="2913887" y="847081"/>
                  </a:lnTo>
                  <a:lnTo>
                    <a:pt x="2915169" y="846375"/>
                  </a:lnTo>
                  <a:lnTo>
                    <a:pt x="2916451" y="855441"/>
                  </a:lnTo>
                  <a:lnTo>
                    <a:pt x="2917733" y="858551"/>
                  </a:lnTo>
                  <a:lnTo>
                    <a:pt x="2919015" y="855441"/>
                  </a:lnTo>
                  <a:lnTo>
                    <a:pt x="2920297" y="839339"/>
                  </a:lnTo>
                  <a:lnTo>
                    <a:pt x="2921578" y="807473"/>
                  </a:lnTo>
                  <a:lnTo>
                    <a:pt x="2922860" y="825259"/>
                  </a:lnTo>
                  <a:lnTo>
                    <a:pt x="2924142" y="805271"/>
                  </a:lnTo>
                  <a:lnTo>
                    <a:pt x="2925424" y="763807"/>
                  </a:lnTo>
                  <a:lnTo>
                    <a:pt x="2926706" y="765465"/>
                  </a:lnTo>
                  <a:lnTo>
                    <a:pt x="2927988" y="729529"/>
                  </a:lnTo>
                  <a:lnTo>
                    <a:pt x="2929270" y="717919"/>
                  </a:lnTo>
                  <a:lnTo>
                    <a:pt x="2930551" y="715155"/>
                  </a:lnTo>
                  <a:lnTo>
                    <a:pt x="2931833" y="712391"/>
                  </a:lnTo>
                  <a:lnTo>
                    <a:pt x="2933115" y="698570"/>
                  </a:lnTo>
                  <a:lnTo>
                    <a:pt x="2934397" y="681431"/>
                  </a:lnTo>
                  <a:lnTo>
                    <a:pt x="2935679" y="673404"/>
                  </a:lnTo>
                  <a:lnTo>
                    <a:pt x="2936961" y="675621"/>
                  </a:lnTo>
                  <a:lnTo>
                    <a:pt x="2938242" y="654165"/>
                  </a:lnTo>
                  <a:lnTo>
                    <a:pt x="2939524" y="668409"/>
                  </a:lnTo>
                  <a:lnTo>
                    <a:pt x="2940806" y="636766"/>
                  </a:lnTo>
                  <a:lnTo>
                    <a:pt x="2942088" y="612196"/>
                  </a:lnTo>
                  <a:lnTo>
                    <a:pt x="2943370" y="588095"/>
                  </a:lnTo>
                  <a:lnTo>
                    <a:pt x="2944652" y="637986"/>
                  </a:lnTo>
                  <a:lnTo>
                    <a:pt x="2945934" y="643147"/>
                  </a:lnTo>
                  <a:lnTo>
                    <a:pt x="2947215" y="705939"/>
                  </a:lnTo>
                  <a:lnTo>
                    <a:pt x="2948497" y="763832"/>
                  </a:lnTo>
                  <a:lnTo>
                    <a:pt x="2949779" y="775442"/>
                  </a:lnTo>
                  <a:lnTo>
                    <a:pt x="2951061" y="788668"/>
                  </a:lnTo>
                  <a:lnTo>
                    <a:pt x="2952343" y="807039"/>
                  </a:lnTo>
                  <a:lnTo>
                    <a:pt x="2953625" y="804835"/>
                  </a:lnTo>
                  <a:lnTo>
                    <a:pt x="2954906" y="813652"/>
                  </a:lnTo>
                  <a:lnTo>
                    <a:pt x="2956188" y="790138"/>
                  </a:lnTo>
                  <a:lnTo>
                    <a:pt x="2957470" y="781320"/>
                  </a:lnTo>
                  <a:lnTo>
                    <a:pt x="2958752" y="787199"/>
                  </a:lnTo>
                  <a:lnTo>
                    <a:pt x="2960034" y="809243"/>
                  </a:lnTo>
                  <a:lnTo>
                    <a:pt x="2961316" y="820266"/>
                  </a:lnTo>
                  <a:lnTo>
                    <a:pt x="2962597" y="825409"/>
                  </a:lnTo>
                  <a:lnTo>
                    <a:pt x="2963879" y="837901"/>
                  </a:lnTo>
                  <a:lnTo>
                    <a:pt x="2965161" y="825409"/>
                  </a:lnTo>
                  <a:lnTo>
                    <a:pt x="2966443" y="825409"/>
                  </a:lnTo>
                  <a:lnTo>
                    <a:pt x="2967725" y="792817"/>
                  </a:lnTo>
                  <a:lnTo>
                    <a:pt x="2969007" y="792817"/>
                  </a:lnTo>
                  <a:lnTo>
                    <a:pt x="2970289" y="792817"/>
                  </a:lnTo>
                  <a:lnTo>
                    <a:pt x="2971570" y="792817"/>
                  </a:lnTo>
                  <a:lnTo>
                    <a:pt x="2972852" y="848843"/>
                  </a:lnTo>
                  <a:lnTo>
                    <a:pt x="2974134" y="853433"/>
                  </a:lnTo>
                  <a:lnTo>
                    <a:pt x="2975416" y="882016"/>
                  </a:lnTo>
                  <a:lnTo>
                    <a:pt x="2976698" y="892600"/>
                  </a:lnTo>
                  <a:lnTo>
                    <a:pt x="2977980" y="892600"/>
                  </a:lnTo>
                  <a:lnTo>
                    <a:pt x="2979261" y="892600"/>
                  </a:lnTo>
                  <a:lnTo>
                    <a:pt x="2980543" y="892600"/>
                  </a:lnTo>
                  <a:lnTo>
                    <a:pt x="2981825" y="892600"/>
                  </a:lnTo>
                  <a:lnTo>
                    <a:pt x="2983107" y="889503"/>
                  </a:lnTo>
                  <a:lnTo>
                    <a:pt x="2984389" y="903747"/>
                  </a:lnTo>
                  <a:lnTo>
                    <a:pt x="2985671" y="892600"/>
                  </a:lnTo>
                  <a:lnTo>
                    <a:pt x="2986953" y="891980"/>
                  </a:lnTo>
                  <a:lnTo>
                    <a:pt x="2988234" y="874021"/>
                  </a:lnTo>
                  <a:lnTo>
                    <a:pt x="2989516" y="867827"/>
                  </a:lnTo>
                  <a:lnTo>
                    <a:pt x="2990798" y="855380"/>
                  </a:lnTo>
                  <a:lnTo>
                    <a:pt x="2992080" y="838144"/>
                  </a:lnTo>
                  <a:lnTo>
                    <a:pt x="2993362" y="844515"/>
                  </a:lnTo>
                  <a:lnTo>
                    <a:pt x="2994644" y="851149"/>
                  </a:lnTo>
                  <a:lnTo>
                    <a:pt x="2995925" y="827224"/>
                  </a:lnTo>
                  <a:lnTo>
                    <a:pt x="2997207" y="851149"/>
                  </a:lnTo>
                  <a:lnTo>
                    <a:pt x="2998489" y="841575"/>
                  </a:lnTo>
                  <a:lnTo>
                    <a:pt x="2999771" y="835291"/>
                  </a:lnTo>
                  <a:lnTo>
                    <a:pt x="3001053" y="821674"/>
                  </a:lnTo>
                  <a:lnTo>
                    <a:pt x="3002335" y="811793"/>
                  </a:lnTo>
                  <a:lnTo>
                    <a:pt x="3003617" y="820262"/>
                  </a:lnTo>
                  <a:lnTo>
                    <a:pt x="3004898" y="825908"/>
                  </a:lnTo>
                  <a:lnTo>
                    <a:pt x="3006180" y="819557"/>
                  </a:lnTo>
                  <a:lnTo>
                    <a:pt x="3007462" y="840023"/>
                  </a:lnTo>
                  <a:lnTo>
                    <a:pt x="3008744" y="847081"/>
                  </a:lnTo>
                  <a:lnTo>
                    <a:pt x="3010026" y="844964"/>
                  </a:lnTo>
                  <a:lnTo>
                    <a:pt x="3011308" y="837200"/>
                  </a:lnTo>
                  <a:lnTo>
                    <a:pt x="3012589" y="818851"/>
                  </a:lnTo>
                  <a:lnTo>
                    <a:pt x="3013871" y="818851"/>
                  </a:lnTo>
                  <a:lnTo>
                    <a:pt x="3015153" y="818851"/>
                  </a:lnTo>
                  <a:lnTo>
                    <a:pt x="3016435" y="816746"/>
                  </a:lnTo>
                  <a:lnTo>
                    <a:pt x="3017717" y="823940"/>
                  </a:lnTo>
                  <a:lnTo>
                    <a:pt x="3018999" y="831612"/>
                  </a:lnTo>
                  <a:lnTo>
                    <a:pt x="3020280" y="815181"/>
                  </a:lnTo>
                  <a:lnTo>
                    <a:pt x="3021562" y="827224"/>
                  </a:lnTo>
                  <a:lnTo>
                    <a:pt x="3022844" y="812601"/>
                  </a:lnTo>
                  <a:lnTo>
                    <a:pt x="3024126" y="815181"/>
                  </a:lnTo>
                  <a:lnTo>
                    <a:pt x="3025408" y="796258"/>
                  </a:lnTo>
                  <a:lnTo>
                    <a:pt x="3026690" y="773893"/>
                  </a:lnTo>
                  <a:lnTo>
                    <a:pt x="3027972" y="758410"/>
                  </a:lnTo>
                  <a:lnTo>
                    <a:pt x="3029253" y="770452"/>
                  </a:lnTo>
                  <a:lnTo>
                    <a:pt x="3030535" y="791608"/>
                  </a:lnTo>
                  <a:lnTo>
                    <a:pt x="3031817" y="818851"/>
                  </a:lnTo>
                  <a:lnTo>
                    <a:pt x="3033099" y="843055"/>
                  </a:lnTo>
                  <a:lnTo>
                    <a:pt x="3034381" y="844354"/>
                  </a:lnTo>
                  <a:lnTo>
                    <a:pt x="3035663" y="844354"/>
                  </a:lnTo>
                  <a:lnTo>
                    <a:pt x="3036944" y="844354"/>
                  </a:lnTo>
                  <a:lnTo>
                    <a:pt x="3038226" y="844354"/>
                  </a:lnTo>
                  <a:lnTo>
                    <a:pt x="3039508" y="850500"/>
                  </a:lnTo>
                  <a:lnTo>
                    <a:pt x="3040790" y="856647"/>
                  </a:lnTo>
                  <a:lnTo>
                    <a:pt x="3042072" y="881788"/>
                  </a:lnTo>
                  <a:lnTo>
                    <a:pt x="3043354" y="885114"/>
                  </a:lnTo>
                  <a:lnTo>
                    <a:pt x="3044636" y="892622"/>
                  </a:lnTo>
                  <a:lnTo>
                    <a:pt x="3045917" y="906996"/>
                  </a:lnTo>
                  <a:lnTo>
                    <a:pt x="3047199" y="908655"/>
                  </a:lnTo>
                  <a:lnTo>
                    <a:pt x="3048481" y="907549"/>
                  </a:lnTo>
                  <a:lnTo>
                    <a:pt x="3049763" y="913279"/>
                  </a:lnTo>
                  <a:lnTo>
                    <a:pt x="3051045" y="913279"/>
                  </a:lnTo>
                  <a:lnTo>
                    <a:pt x="3052327" y="903541"/>
                  </a:lnTo>
                  <a:lnTo>
                    <a:pt x="3053608" y="903541"/>
                  </a:lnTo>
                  <a:lnTo>
                    <a:pt x="3054890" y="903541"/>
                  </a:lnTo>
                  <a:lnTo>
                    <a:pt x="3056172" y="903541"/>
                  </a:lnTo>
                  <a:lnTo>
                    <a:pt x="3057454" y="903541"/>
                  </a:lnTo>
                  <a:lnTo>
                    <a:pt x="3058736" y="903541"/>
                  </a:lnTo>
                  <a:lnTo>
                    <a:pt x="3060018" y="902338"/>
                  </a:lnTo>
                  <a:lnTo>
                    <a:pt x="3061299" y="898891"/>
                  </a:lnTo>
                  <a:lnTo>
                    <a:pt x="3062581" y="896986"/>
                  </a:lnTo>
                  <a:lnTo>
                    <a:pt x="3063863" y="896038"/>
                  </a:lnTo>
                  <a:lnTo>
                    <a:pt x="3065145" y="883995"/>
                  </a:lnTo>
                  <a:lnTo>
                    <a:pt x="3066427" y="889156"/>
                  </a:lnTo>
                  <a:lnTo>
                    <a:pt x="3067709" y="868512"/>
                  </a:lnTo>
                  <a:lnTo>
                    <a:pt x="3068991" y="853029"/>
                  </a:lnTo>
                  <a:lnTo>
                    <a:pt x="3070272" y="869498"/>
                  </a:lnTo>
                  <a:lnTo>
                    <a:pt x="3071554" y="869498"/>
                  </a:lnTo>
                  <a:lnTo>
                    <a:pt x="3072836" y="875311"/>
                  </a:lnTo>
                  <a:lnTo>
                    <a:pt x="3074118" y="875311"/>
                  </a:lnTo>
                  <a:lnTo>
                    <a:pt x="3075400" y="865431"/>
                  </a:lnTo>
                  <a:lnTo>
                    <a:pt x="3076682" y="861196"/>
                  </a:lnTo>
                  <a:lnTo>
                    <a:pt x="3077963" y="861196"/>
                  </a:lnTo>
                  <a:lnTo>
                    <a:pt x="3079245" y="861196"/>
                  </a:lnTo>
                  <a:lnTo>
                    <a:pt x="3080527" y="861196"/>
                  </a:lnTo>
                  <a:lnTo>
                    <a:pt x="3081809" y="861196"/>
                  </a:lnTo>
                  <a:lnTo>
                    <a:pt x="3083091" y="861196"/>
                  </a:lnTo>
                  <a:lnTo>
                    <a:pt x="3084373" y="871077"/>
                  </a:lnTo>
                  <a:lnTo>
                    <a:pt x="3085655" y="873900"/>
                  </a:lnTo>
                  <a:lnTo>
                    <a:pt x="3086936" y="871077"/>
                  </a:lnTo>
                  <a:lnTo>
                    <a:pt x="3088218" y="881663"/>
                  </a:lnTo>
                  <a:lnTo>
                    <a:pt x="3089500" y="869498"/>
                  </a:lnTo>
                  <a:lnTo>
                    <a:pt x="3090782" y="867856"/>
                  </a:lnTo>
                  <a:lnTo>
                    <a:pt x="3092064" y="843567"/>
                  </a:lnTo>
                  <a:lnTo>
                    <a:pt x="3093346" y="812601"/>
                  </a:lnTo>
                  <a:lnTo>
                    <a:pt x="3094627" y="819482"/>
                  </a:lnTo>
                  <a:lnTo>
                    <a:pt x="3095909" y="810020"/>
                  </a:lnTo>
                  <a:lnTo>
                    <a:pt x="3097191" y="810020"/>
                  </a:lnTo>
                  <a:lnTo>
                    <a:pt x="3098473" y="792817"/>
                  </a:lnTo>
                  <a:lnTo>
                    <a:pt x="3099755" y="792817"/>
                  </a:lnTo>
                  <a:lnTo>
                    <a:pt x="3101037" y="792817"/>
                  </a:lnTo>
                  <a:lnTo>
                    <a:pt x="3102318" y="788516"/>
                  </a:lnTo>
                  <a:lnTo>
                    <a:pt x="3103600" y="772173"/>
                  </a:lnTo>
                  <a:lnTo>
                    <a:pt x="3104882" y="749808"/>
                  </a:lnTo>
                  <a:lnTo>
                    <a:pt x="3106164" y="745507"/>
                  </a:lnTo>
                  <a:lnTo>
                    <a:pt x="3107446" y="741207"/>
                  </a:lnTo>
                  <a:lnTo>
                    <a:pt x="3108728" y="741207"/>
                  </a:lnTo>
                  <a:lnTo>
                    <a:pt x="3110010" y="741207"/>
                  </a:lnTo>
                  <a:lnTo>
                    <a:pt x="3111291" y="742067"/>
                  </a:lnTo>
                  <a:lnTo>
                    <a:pt x="3112573" y="773033"/>
                  </a:lnTo>
                  <a:lnTo>
                    <a:pt x="3113855" y="778194"/>
                  </a:lnTo>
                  <a:lnTo>
                    <a:pt x="3115137" y="792817"/>
                  </a:lnTo>
                  <a:lnTo>
                    <a:pt x="3116419" y="792817"/>
                  </a:lnTo>
                  <a:lnTo>
                    <a:pt x="3117701" y="810020"/>
                  </a:lnTo>
                  <a:lnTo>
                    <a:pt x="3118982" y="810020"/>
                  </a:lnTo>
                  <a:lnTo>
                    <a:pt x="3120264" y="810020"/>
                  </a:lnTo>
                  <a:lnTo>
                    <a:pt x="3121546" y="814321"/>
                  </a:lnTo>
                  <a:lnTo>
                    <a:pt x="3122828" y="830665"/>
                  </a:lnTo>
                  <a:lnTo>
                    <a:pt x="3124110" y="857330"/>
                  </a:lnTo>
                  <a:lnTo>
                    <a:pt x="3125392" y="890016"/>
                  </a:lnTo>
                  <a:lnTo>
                    <a:pt x="3126674" y="896898"/>
                  </a:lnTo>
                  <a:lnTo>
                    <a:pt x="3127955" y="913241"/>
                  </a:lnTo>
                  <a:lnTo>
                    <a:pt x="3129237" y="913241"/>
                  </a:lnTo>
                  <a:lnTo>
                    <a:pt x="3130519" y="908940"/>
                  </a:lnTo>
                  <a:lnTo>
                    <a:pt x="3131801" y="895178"/>
                  </a:lnTo>
                  <a:lnTo>
                    <a:pt x="3133083" y="878834"/>
                  </a:lnTo>
                  <a:lnTo>
                    <a:pt x="3134365" y="878834"/>
                  </a:lnTo>
                  <a:lnTo>
                    <a:pt x="3135646" y="878834"/>
                  </a:lnTo>
                  <a:lnTo>
                    <a:pt x="3136928" y="878834"/>
                  </a:lnTo>
                  <a:lnTo>
                    <a:pt x="3138210" y="878834"/>
                  </a:lnTo>
                  <a:lnTo>
                    <a:pt x="3139492" y="878834"/>
                  </a:lnTo>
                  <a:lnTo>
                    <a:pt x="3140774" y="878834"/>
                  </a:lnTo>
                  <a:lnTo>
                    <a:pt x="3142056" y="878834"/>
                  </a:lnTo>
                  <a:lnTo>
                    <a:pt x="3143338" y="878834"/>
                  </a:lnTo>
                  <a:lnTo>
                    <a:pt x="3144619" y="878834"/>
                  </a:lnTo>
                  <a:lnTo>
                    <a:pt x="3145901" y="878834"/>
                  </a:lnTo>
                  <a:lnTo>
                    <a:pt x="3147183" y="878834"/>
                  </a:lnTo>
                  <a:lnTo>
                    <a:pt x="3148465" y="867652"/>
                  </a:lnTo>
                  <a:lnTo>
                    <a:pt x="3149747" y="840126"/>
                  </a:lnTo>
                  <a:lnTo>
                    <a:pt x="3151029" y="845287"/>
                  </a:lnTo>
                  <a:lnTo>
                    <a:pt x="3152310" y="861631"/>
                  </a:lnTo>
                  <a:lnTo>
                    <a:pt x="3153592" y="861631"/>
                  </a:lnTo>
                  <a:lnTo>
                    <a:pt x="3154874" y="861631"/>
                  </a:lnTo>
                  <a:lnTo>
                    <a:pt x="3156156" y="861631"/>
                  </a:lnTo>
                  <a:lnTo>
                    <a:pt x="3157438" y="861631"/>
                  </a:lnTo>
                  <a:lnTo>
                    <a:pt x="3158720" y="861631"/>
                  </a:lnTo>
                  <a:lnTo>
                    <a:pt x="3160001" y="861631"/>
                  </a:lnTo>
                  <a:lnTo>
                    <a:pt x="3161283" y="842707"/>
                  </a:lnTo>
                  <a:lnTo>
                    <a:pt x="3162565" y="811741"/>
                  </a:lnTo>
                  <a:lnTo>
                    <a:pt x="3163847" y="796258"/>
                  </a:lnTo>
                  <a:lnTo>
                    <a:pt x="3165129" y="792817"/>
                  </a:lnTo>
                  <a:lnTo>
                    <a:pt x="3166411" y="805569"/>
                  </a:lnTo>
                  <a:lnTo>
                    <a:pt x="3167693" y="794634"/>
                  </a:lnTo>
                  <a:lnTo>
                    <a:pt x="3168974" y="811793"/>
                  </a:lnTo>
                  <a:lnTo>
                    <a:pt x="3170256" y="805441"/>
                  </a:lnTo>
                  <a:lnTo>
                    <a:pt x="3171538" y="796972"/>
                  </a:lnTo>
                  <a:lnTo>
                    <a:pt x="3172820" y="782857"/>
                  </a:lnTo>
                  <a:lnTo>
                    <a:pt x="3174102" y="776506"/>
                  </a:lnTo>
                  <a:lnTo>
                    <a:pt x="3175384" y="776506"/>
                  </a:lnTo>
                  <a:lnTo>
                    <a:pt x="3176665" y="776506"/>
                  </a:lnTo>
                  <a:lnTo>
                    <a:pt x="3177947" y="776506"/>
                  </a:lnTo>
                  <a:lnTo>
                    <a:pt x="3179229" y="776506"/>
                  </a:lnTo>
                  <a:lnTo>
                    <a:pt x="3180511" y="792032"/>
                  </a:lnTo>
                  <a:lnTo>
                    <a:pt x="3181793" y="806853"/>
                  </a:lnTo>
                  <a:lnTo>
                    <a:pt x="3183075" y="815322"/>
                  </a:lnTo>
                  <a:lnTo>
                    <a:pt x="3184357" y="826208"/>
                  </a:lnTo>
                  <a:lnTo>
                    <a:pt x="3185638" y="823791"/>
                  </a:lnTo>
                  <a:lnTo>
                    <a:pt x="3186920" y="848130"/>
                  </a:lnTo>
                  <a:lnTo>
                    <a:pt x="3188202" y="856689"/>
                  </a:lnTo>
                  <a:lnTo>
                    <a:pt x="3189484" y="862356"/>
                  </a:lnTo>
                  <a:lnTo>
                    <a:pt x="3190766" y="841280"/>
                  </a:lnTo>
                  <a:lnTo>
                    <a:pt x="3192048" y="860728"/>
                  </a:lnTo>
                  <a:lnTo>
                    <a:pt x="3193329" y="861662"/>
                  </a:lnTo>
                  <a:lnTo>
                    <a:pt x="3194611" y="861662"/>
                  </a:lnTo>
                  <a:lnTo>
                    <a:pt x="3195893" y="861662"/>
                  </a:lnTo>
                  <a:lnTo>
                    <a:pt x="3197175" y="861662"/>
                  </a:lnTo>
                  <a:lnTo>
                    <a:pt x="3198457" y="861662"/>
                  </a:lnTo>
                  <a:lnTo>
                    <a:pt x="3199739" y="861662"/>
                  </a:lnTo>
                  <a:lnTo>
                    <a:pt x="3201020" y="869955"/>
                  </a:lnTo>
                  <a:lnTo>
                    <a:pt x="3202302" y="873272"/>
                  </a:lnTo>
                  <a:lnTo>
                    <a:pt x="3203584" y="883451"/>
                  </a:lnTo>
                  <a:lnTo>
                    <a:pt x="3204866" y="883451"/>
                  </a:lnTo>
                  <a:lnTo>
                    <a:pt x="3206148" y="882897"/>
                  </a:lnTo>
                  <a:lnTo>
                    <a:pt x="3207430" y="846812"/>
                  </a:lnTo>
                  <a:lnTo>
                    <a:pt x="3208712" y="857918"/>
                  </a:lnTo>
                  <a:lnTo>
                    <a:pt x="3209993" y="856689"/>
                  </a:lnTo>
                  <a:lnTo>
                    <a:pt x="3211275" y="860166"/>
                  </a:lnTo>
                  <a:lnTo>
                    <a:pt x="3212557" y="861169"/>
                  </a:lnTo>
                  <a:lnTo>
                    <a:pt x="3213839" y="854549"/>
                  </a:lnTo>
                  <a:lnTo>
                    <a:pt x="3215121" y="847081"/>
                  </a:lnTo>
                  <a:lnTo>
                    <a:pt x="3216403" y="847081"/>
                  </a:lnTo>
                  <a:lnTo>
                    <a:pt x="3217684" y="854112"/>
                  </a:lnTo>
                  <a:lnTo>
                    <a:pt x="3218966" y="843055"/>
                  </a:lnTo>
                  <a:lnTo>
                    <a:pt x="3220248" y="841895"/>
                  </a:lnTo>
                  <a:lnTo>
                    <a:pt x="3221530" y="847981"/>
                  </a:lnTo>
                  <a:lnTo>
                    <a:pt x="3222812" y="834126"/>
                  </a:lnTo>
                  <a:lnTo>
                    <a:pt x="3224094" y="817987"/>
                  </a:lnTo>
                  <a:lnTo>
                    <a:pt x="3225376" y="817987"/>
                  </a:lnTo>
                  <a:lnTo>
                    <a:pt x="3226657" y="839548"/>
                  </a:lnTo>
                  <a:lnTo>
                    <a:pt x="3227939" y="849499"/>
                  </a:lnTo>
                  <a:lnTo>
                    <a:pt x="3229221" y="871747"/>
                  </a:lnTo>
                  <a:lnTo>
                    <a:pt x="3230503" y="868646"/>
                  </a:lnTo>
                  <a:lnTo>
                    <a:pt x="3231785" y="858826"/>
                  </a:lnTo>
                  <a:lnTo>
                    <a:pt x="3233067" y="854475"/>
                  </a:lnTo>
                  <a:lnTo>
                    <a:pt x="3234348" y="861662"/>
                  </a:lnTo>
                  <a:lnTo>
                    <a:pt x="3235630" y="861662"/>
                  </a:lnTo>
                  <a:lnTo>
                    <a:pt x="3236912" y="870150"/>
                  </a:lnTo>
                  <a:lnTo>
                    <a:pt x="3238194" y="883451"/>
                  </a:lnTo>
                  <a:lnTo>
                    <a:pt x="3239476" y="870305"/>
                  </a:lnTo>
                  <a:lnTo>
                    <a:pt x="3240758" y="882691"/>
                  </a:lnTo>
                  <a:lnTo>
                    <a:pt x="3242039" y="898174"/>
                  </a:lnTo>
                  <a:lnTo>
                    <a:pt x="3243321" y="902836"/>
                  </a:lnTo>
                  <a:lnTo>
                    <a:pt x="3244603" y="903541"/>
                  </a:lnTo>
                  <a:lnTo>
                    <a:pt x="3245885" y="903541"/>
                  </a:lnTo>
                  <a:lnTo>
                    <a:pt x="3247167" y="902338"/>
                  </a:lnTo>
                  <a:lnTo>
                    <a:pt x="3248449" y="898891"/>
                  </a:lnTo>
                  <a:lnTo>
                    <a:pt x="3249731" y="900743"/>
                  </a:lnTo>
                  <a:lnTo>
                    <a:pt x="3251012" y="908080"/>
                  </a:lnTo>
                  <a:lnTo>
                    <a:pt x="3252294" y="913241"/>
                  </a:lnTo>
                  <a:lnTo>
                    <a:pt x="3253576" y="913241"/>
                  </a:lnTo>
                  <a:lnTo>
                    <a:pt x="3254858" y="913241"/>
                  </a:lnTo>
                  <a:lnTo>
                    <a:pt x="3256140" y="913241"/>
                  </a:lnTo>
                  <a:lnTo>
                    <a:pt x="3257422" y="913241"/>
                  </a:lnTo>
                  <a:lnTo>
                    <a:pt x="3258703" y="913241"/>
                  </a:lnTo>
                  <a:lnTo>
                    <a:pt x="3259985" y="913241"/>
                  </a:lnTo>
                  <a:lnTo>
                    <a:pt x="3261267" y="913241"/>
                  </a:lnTo>
                  <a:lnTo>
                    <a:pt x="3262549" y="901199"/>
                  </a:lnTo>
                  <a:lnTo>
                    <a:pt x="3263831" y="896038"/>
                  </a:lnTo>
                  <a:lnTo>
                    <a:pt x="3265113" y="896038"/>
                  </a:lnTo>
                  <a:lnTo>
                    <a:pt x="3266395" y="896038"/>
                  </a:lnTo>
                  <a:lnTo>
                    <a:pt x="3267676" y="890877"/>
                  </a:lnTo>
                  <a:lnTo>
                    <a:pt x="3268958" y="878834"/>
                  </a:lnTo>
                  <a:lnTo>
                    <a:pt x="3270240" y="877974"/>
                  </a:lnTo>
                  <a:lnTo>
                    <a:pt x="3271522" y="861631"/>
                  </a:lnTo>
                  <a:lnTo>
                    <a:pt x="3272804" y="861631"/>
                  </a:lnTo>
                  <a:lnTo>
                    <a:pt x="3274086" y="861631"/>
                  </a:lnTo>
                  <a:lnTo>
                    <a:pt x="3275367" y="861631"/>
                  </a:lnTo>
                  <a:lnTo>
                    <a:pt x="3276649" y="861631"/>
                  </a:lnTo>
                  <a:lnTo>
                    <a:pt x="3277931" y="861631"/>
                  </a:lnTo>
                  <a:lnTo>
                    <a:pt x="3279213" y="861631"/>
                  </a:lnTo>
                  <a:lnTo>
                    <a:pt x="3280495" y="861631"/>
                  </a:lnTo>
                  <a:lnTo>
                    <a:pt x="3281777" y="873673"/>
                  </a:lnTo>
                  <a:lnTo>
                    <a:pt x="3283059" y="877974"/>
                  </a:lnTo>
                  <a:lnTo>
                    <a:pt x="3284340" y="861631"/>
                  </a:lnTo>
                  <a:lnTo>
                    <a:pt x="3285622" y="851309"/>
                  </a:lnTo>
                  <a:lnTo>
                    <a:pt x="3286904" y="820342"/>
                  </a:lnTo>
                  <a:lnTo>
                    <a:pt x="3288186" y="808300"/>
                  </a:lnTo>
                  <a:lnTo>
                    <a:pt x="3289468" y="784215"/>
                  </a:lnTo>
                  <a:lnTo>
                    <a:pt x="3290750" y="784215"/>
                  </a:lnTo>
                  <a:lnTo>
                    <a:pt x="3292031" y="775613"/>
                  </a:lnTo>
                  <a:lnTo>
                    <a:pt x="3293313" y="775613"/>
                  </a:lnTo>
                  <a:lnTo>
                    <a:pt x="3294595" y="756690"/>
                  </a:lnTo>
                  <a:lnTo>
                    <a:pt x="3295877" y="741207"/>
                  </a:lnTo>
                  <a:lnTo>
                    <a:pt x="3297159" y="732605"/>
                  </a:lnTo>
                  <a:lnTo>
                    <a:pt x="3298441" y="724003"/>
                  </a:lnTo>
                  <a:lnTo>
                    <a:pt x="3299722" y="724003"/>
                  </a:lnTo>
                  <a:lnTo>
                    <a:pt x="3301004" y="724003"/>
                  </a:lnTo>
                  <a:lnTo>
                    <a:pt x="3302286" y="724863"/>
                  </a:lnTo>
                  <a:lnTo>
                    <a:pt x="3303568" y="766061"/>
                  </a:lnTo>
                  <a:lnTo>
                    <a:pt x="3304850" y="768036"/>
                  </a:lnTo>
                  <a:lnTo>
                    <a:pt x="3306132" y="798938"/>
                  </a:lnTo>
                  <a:lnTo>
                    <a:pt x="3307414" y="814793"/>
                  </a:lnTo>
                  <a:lnTo>
                    <a:pt x="3308695" y="833184"/>
                  </a:lnTo>
                  <a:lnTo>
                    <a:pt x="3309977" y="845233"/>
                  </a:lnTo>
                  <a:lnTo>
                    <a:pt x="3311259" y="851575"/>
                  </a:lnTo>
                  <a:lnTo>
                    <a:pt x="3312541" y="851575"/>
                  </a:lnTo>
                  <a:lnTo>
                    <a:pt x="3313823" y="865527"/>
                  </a:lnTo>
                  <a:lnTo>
                    <a:pt x="3315105" y="876942"/>
                  </a:lnTo>
                  <a:lnTo>
                    <a:pt x="3316386" y="868447"/>
                  </a:lnTo>
                  <a:lnTo>
                    <a:pt x="3317668" y="872367"/>
                  </a:lnTo>
                  <a:lnTo>
                    <a:pt x="3318950" y="872719"/>
                  </a:lnTo>
                  <a:lnTo>
                    <a:pt x="3320232" y="861662"/>
                  </a:lnTo>
                  <a:lnTo>
                    <a:pt x="3321514" y="853369"/>
                  </a:lnTo>
                  <a:lnTo>
                    <a:pt x="3322796" y="859620"/>
                  </a:lnTo>
                  <a:lnTo>
                    <a:pt x="3324078" y="859106"/>
                  </a:lnTo>
                  <a:lnTo>
                    <a:pt x="3325359" y="875087"/>
                  </a:lnTo>
                  <a:lnTo>
                    <a:pt x="3326641" y="856647"/>
                  </a:lnTo>
                  <a:lnTo>
                    <a:pt x="3327923" y="861662"/>
                  </a:lnTo>
                  <a:lnTo>
                    <a:pt x="3329205" y="850605"/>
                  </a:lnTo>
                  <a:lnTo>
                    <a:pt x="3330487" y="836784"/>
                  </a:lnTo>
                  <a:lnTo>
                    <a:pt x="3331769" y="830399"/>
                  </a:lnTo>
                  <a:lnTo>
                    <a:pt x="3333050" y="834274"/>
                  </a:lnTo>
                  <a:lnTo>
                    <a:pt x="3334332" y="837206"/>
                  </a:lnTo>
                  <a:lnTo>
                    <a:pt x="3335614" y="840874"/>
                  </a:lnTo>
                  <a:lnTo>
                    <a:pt x="3336896" y="836223"/>
                  </a:lnTo>
                  <a:lnTo>
                    <a:pt x="3338178" y="820063"/>
                  </a:lnTo>
                  <a:lnTo>
                    <a:pt x="3339460" y="830399"/>
                  </a:lnTo>
                  <a:lnTo>
                    <a:pt x="3340741" y="838152"/>
                  </a:lnTo>
                  <a:lnTo>
                    <a:pt x="3342023" y="840736"/>
                  </a:lnTo>
                  <a:lnTo>
                    <a:pt x="3343305" y="840736"/>
                  </a:lnTo>
                  <a:lnTo>
                    <a:pt x="3344587" y="844354"/>
                  </a:lnTo>
                  <a:lnTo>
                    <a:pt x="3345869" y="850605"/>
                  </a:lnTo>
                  <a:lnTo>
                    <a:pt x="3347151" y="861282"/>
                  </a:lnTo>
                  <a:lnTo>
                    <a:pt x="3348433" y="872367"/>
                  </a:lnTo>
                  <a:lnTo>
                    <a:pt x="3349714" y="886222"/>
                  </a:lnTo>
                  <a:lnTo>
                    <a:pt x="3350996" y="893527"/>
                  </a:lnTo>
                  <a:lnTo>
                    <a:pt x="3352278" y="898505"/>
                  </a:lnTo>
                  <a:lnTo>
                    <a:pt x="3353560" y="881990"/>
                  </a:lnTo>
                  <a:lnTo>
                    <a:pt x="3354842" y="890213"/>
                  </a:lnTo>
                  <a:lnTo>
                    <a:pt x="3356124" y="896484"/>
                  </a:lnTo>
                  <a:lnTo>
                    <a:pt x="3357405" y="903541"/>
                  </a:lnTo>
                  <a:lnTo>
                    <a:pt x="3358687" y="903541"/>
                  </a:lnTo>
                  <a:lnTo>
                    <a:pt x="3359969" y="903541"/>
                  </a:lnTo>
                  <a:lnTo>
                    <a:pt x="3361251" y="903541"/>
                  </a:lnTo>
                  <a:lnTo>
                    <a:pt x="3362533" y="903541"/>
                  </a:lnTo>
                  <a:lnTo>
                    <a:pt x="3363815" y="903541"/>
                  </a:lnTo>
                  <a:lnTo>
                    <a:pt x="3365097" y="900718"/>
                  </a:lnTo>
                  <a:lnTo>
                    <a:pt x="3366378" y="889426"/>
                  </a:lnTo>
                  <a:lnTo>
                    <a:pt x="3367660" y="889426"/>
                  </a:lnTo>
                  <a:lnTo>
                    <a:pt x="3368942" y="878134"/>
                  </a:lnTo>
                  <a:lnTo>
                    <a:pt x="3370224" y="873807"/>
                  </a:lnTo>
                  <a:lnTo>
                    <a:pt x="3371506" y="869498"/>
                  </a:lnTo>
                  <a:lnTo>
                    <a:pt x="3372788" y="879786"/>
                  </a:lnTo>
                  <a:lnTo>
                    <a:pt x="3374069" y="888732"/>
                  </a:lnTo>
                  <a:lnTo>
                    <a:pt x="3375351" y="878834"/>
                  </a:lnTo>
                  <a:lnTo>
                    <a:pt x="3376633" y="873673"/>
                  </a:lnTo>
                  <a:lnTo>
                    <a:pt x="3377915" y="861631"/>
                  </a:lnTo>
                  <a:lnTo>
                    <a:pt x="3379197" y="861631"/>
                  </a:lnTo>
                  <a:lnTo>
                    <a:pt x="3380479" y="861631"/>
                  </a:lnTo>
                  <a:lnTo>
                    <a:pt x="3381761" y="861631"/>
                  </a:lnTo>
                  <a:lnTo>
                    <a:pt x="3383042" y="859050"/>
                  </a:lnTo>
                  <a:lnTo>
                    <a:pt x="3384324" y="843567"/>
                  </a:lnTo>
                  <a:lnTo>
                    <a:pt x="3385606" y="844427"/>
                  </a:lnTo>
                  <a:lnTo>
                    <a:pt x="3386888" y="856613"/>
                  </a:lnTo>
                  <a:lnTo>
                    <a:pt x="3388170" y="861196"/>
                  </a:lnTo>
                  <a:lnTo>
                    <a:pt x="3389452" y="861015"/>
                  </a:lnTo>
                  <a:lnTo>
                    <a:pt x="3390733" y="849499"/>
                  </a:lnTo>
                  <a:lnTo>
                    <a:pt x="3392015" y="842804"/>
                  </a:lnTo>
                  <a:lnTo>
                    <a:pt x="3393297" y="844991"/>
                  </a:lnTo>
                  <a:lnTo>
                    <a:pt x="3394579" y="837197"/>
                  </a:lnTo>
                  <a:lnTo>
                    <a:pt x="3395861" y="830864"/>
                  </a:lnTo>
                  <a:lnTo>
                    <a:pt x="3397143" y="842249"/>
                  </a:lnTo>
                  <a:lnTo>
                    <a:pt x="3398424" y="833538"/>
                  </a:lnTo>
                  <a:lnTo>
                    <a:pt x="3399706" y="818868"/>
                  </a:lnTo>
                  <a:lnTo>
                    <a:pt x="3400988" y="819637"/>
                  </a:lnTo>
                  <a:lnTo>
                    <a:pt x="3402270" y="824991"/>
                  </a:lnTo>
                  <a:lnTo>
                    <a:pt x="3403552" y="819706"/>
                  </a:lnTo>
                  <a:lnTo>
                    <a:pt x="3404834" y="821333"/>
                  </a:lnTo>
                  <a:lnTo>
                    <a:pt x="3406116" y="827024"/>
                  </a:lnTo>
                  <a:lnTo>
                    <a:pt x="3407397" y="835967"/>
                  </a:lnTo>
                  <a:lnTo>
                    <a:pt x="3408679" y="841077"/>
                  </a:lnTo>
                  <a:lnTo>
                    <a:pt x="3409961" y="852335"/>
                  </a:lnTo>
                  <a:lnTo>
                    <a:pt x="3411243" y="867922"/>
                  </a:lnTo>
                  <a:lnTo>
                    <a:pt x="3412525" y="866425"/>
                  </a:lnTo>
                  <a:lnTo>
                    <a:pt x="3413807" y="874219"/>
                  </a:lnTo>
                  <a:lnTo>
                    <a:pt x="3415088" y="875365"/>
                  </a:lnTo>
                  <a:lnTo>
                    <a:pt x="3416370" y="882083"/>
                  </a:lnTo>
                  <a:lnTo>
                    <a:pt x="3417652" y="881567"/>
                  </a:lnTo>
                  <a:lnTo>
                    <a:pt x="3418934" y="889858"/>
                  </a:lnTo>
                  <a:lnTo>
                    <a:pt x="3420216" y="892913"/>
                  </a:lnTo>
                  <a:lnTo>
                    <a:pt x="3421498" y="898505"/>
                  </a:lnTo>
                  <a:lnTo>
                    <a:pt x="3422780" y="909893"/>
                  </a:lnTo>
                  <a:lnTo>
                    <a:pt x="3424061" y="913279"/>
                  </a:lnTo>
                  <a:lnTo>
                    <a:pt x="3425343" y="913279"/>
                  </a:lnTo>
                  <a:lnTo>
                    <a:pt x="3426625" y="913279"/>
                  </a:lnTo>
                  <a:lnTo>
                    <a:pt x="3427907" y="893961"/>
                  </a:lnTo>
                  <a:lnTo>
                    <a:pt x="3429189" y="861631"/>
                  </a:lnTo>
                  <a:lnTo>
                    <a:pt x="3430471" y="861631"/>
                  </a:lnTo>
                  <a:lnTo>
                    <a:pt x="3431752" y="861631"/>
                  </a:lnTo>
                  <a:lnTo>
                    <a:pt x="3433034" y="840987"/>
                  </a:lnTo>
                  <a:lnTo>
                    <a:pt x="3434316" y="822923"/>
                  </a:lnTo>
                  <a:lnTo>
                    <a:pt x="3435598" y="803139"/>
                  </a:lnTo>
                  <a:lnTo>
                    <a:pt x="3436880" y="786796"/>
                  </a:lnTo>
                  <a:lnTo>
                    <a:pt x="3438162" y="761851"/>
                  </a:lnTo>
                  <a:lnTo>
                    <a:pt x="3439443" y="758410"/>
                  </a:lnTo>
                  <a:lnTo>
                    <a:pt x="3440725" y="758410"/>
                  </a:lnTo>
                  <a:lnTo>
                    <a:pt x="3442007" y="758410"/>
                  </a:lnTo>
                  <a:lnTo>
                    <a:pt x="3443289" y="751529"/>
                  </a:lnTo>
                  <a:lnTo>
                    <a:pt x="3444571" y="741206"/>
                  </a:lnTo>
                  <a:lnTo>
                    <a:pt x="3445853" y="724863"/>
                  </a:lnTo>
                  <a:lnTo>
                    <a:pt x="3447135" y="744647"/>
                  </a:lnTo>
                  <a:lnTo>
                    <a:pt x="3448416" y="742067"/>
                  </a:lnTo>
                  <a:lnTo>
                    <a:pt x="3449698" y="741206"/>
                  </a:lnTo>
                  <a:lnTo>
                    <a:pt x="3450980" y="741206"/>
                  </a:lnTo>
                  <a:lnTo>
                    <a:pt x="3452262" y="746367"/>
                  </a:lnTo>
                  <a:lnTo>
                    <a:pt x="3453544" y="751529"/>
                  </a:lnTo>
                  <a:lnTo>
                    <a:pt x="3454826" y="750668"/>
                  </a:lnTo>
                  <a:lnTo>
                    <a:pt x="3456107" y="758410"/>
                  </a:lnTo>
                  <a:lnTo>
                    <a:pt x="3457389" y="772173"/>
                  </a:lnTo>
                  <a:lnTo>
                    <a:pt x="3458671" y="767012"/>
                  </a:lnTo>
                  <a:lnTo>
                    <a:pt x="3459953" y="736045"/>
                  </a:lnTo>
                  <a:lnTo>
                    <a:pt x="3461235" y="717122"/>
                  </a:lnTo>
                  <a:lnTo>
                    <a:pt x="3462517" y="713681"/>
                  </a:lnTo>
                  <a:lnTo>
                    <a:pt x="3463799" y="724003"/>
                  </a:lnTo>
                  <a:lnTo>
                    <a:pt x="3465080" y="740346"/>
                  </a:lnTo>
                  <a:lnTo>
                    <a:pt x="3466362" y="741206"/>
                  </a:lnTo>
                  <a:lnTo>
                    <a:pt x="3467644" y="757550"/>
                  </a:lnTo>
                  <a:lnTo>
                    <a:pt x="3468926" y="758410"/>
                  </a:lnTo>
                  <a:lnTo>
                    <a:pt x="3470208" y="758410"/>
                  </a:lnTo>
                  <a:lnTo>
                    <a:pt x="3471490" y="773893"/>
                  </a:lnTo>
                  <a:lnTo>
                    <a:pt x="3472771" y="786796"/>
                  </a:lnTo>
                  <a:lnTo>
                    <a:pt x="3474053" y="807440"/>
                  </a:lnTo>
                  <a:lnTo>
                    <a:pt x="3475335" y="833245"/>
                  </a:lnTo>
                  <a:lnTo>
                    <a:pt x="3476617" y="866177"/>
                  </a:lnTo>
                  <a:lnTo>
                    <a:pt x="3477899" y="876847"/>
                  </a:lnTo>
                  <a:lnTo>
                    <a:pt x="3479181" y="904478"/>
                  </a:lnTo>
                  <a:lnTo>
                    <a:pt x="3480462" y="895072"/>
                  </a:lnTo>
                  <a:lnTo>
                    <a:pt x="3481744" y="878840"/>
                  </a:lnTo>
                  <a:lnTo>
                    <a:pt x="3483026" y="875311"/>
                  </a:lnTo>
                  <a:lnTo>
                    <a:pt x="3484308" y="875311"/>
                  </a:lnTo>
                  <a:lnTo>
                    <a:pt x="3485590" y="868959"/>
                  </a:lnTo>
                  <a:lnTo>
                    <a:pt x="3486872" y="861196"/>
                  </a:lnTo>
                  <a:lnTo>
                    <a:pt x="3488154" y="861196"/>
                  </a:lnTo>
                  <a:lnTo>
                    <a:pt x="3489435" y="850610"/>
                  </a:lnTo>
                  <a:lnTo>
                    <a:pt x="3490717" y="832966"/>
                  </a:lnTo>
                  <a:lnTo>
                    <a:pt x="3491999" y="832966"/>
                  </a:lnTo>
                  <a:lnTo>
                    <a:pt x="3493281" y="832966"/>
                  </a:lnTo>
                  <a:lnTo>
                    <a:pt x="3494563" y="832966"/>
                  </a:lnTo>
                  <a:lnTo>
                    <a:pt x="3495845" y="831011"/>
                  </a:lnTo>
                  <a:lnTo>
                    <a:pt x="3497126" y="825409"/>
                  </a:lnTo>
                  <a:lnTo>
                    <a:pt x="3498408" y="824494"/>
                  </a:lnTo>
                  <a:lnTo>
                    <a:pt x="3499690" y="818622"/>
                  </a:lnTo>
                  <a:lnTo>
                    <a:pt x="3500972" y="840126"/>
                  </a:lnTo>
                  <a:lnTo>
                    <a:pt x="3502254" y="867856"/>
                  </a:lnTo>
                  <a:lnTo>
                    <a:pt x="3503536" y="870954"/>
                  </a:lnTo>
                  <a:lnTo>
                    <a:pt x="3504818" y="867548"/>
                  </a:lnTo>
                  <a:lnTo>
                    <a:pt x="3506099" y="861902"/>
                  </a:lnTo>
                  <a:lnTo>
                    <a:pt x="3507381" y="843552"/>
                  </a:lnTo>
                  <a:lnTo>
                    <a:pt x="3508663" y="843552"/>
                  </a:lnTo>
                  <a:lnTo>
                    <a:pt x="3509945" y="852727"/>
                  </a:lnTo>
                  <a:lnTo>
                    <a:pt x="3511227" y="847081"/>
                  </a:lnTo>
                  <a:lnTo>
                    <a:pt x="3512509" y="847081"/>
                  </a:lnTo>
                  <a:lnTo>
                    <a:pt x="3513790" y="847081"/>
                  </a:lnTo>
                  <a:lnTo>
                    <a:pt x="3515072" y="847081"/>
                  </a:lnTo>
                  <a:lnTo>
                    <a:pt x="3516354" y="847081"/>
                  </a:lnTo>
                  <a:lnTo>
                    <a:pt x="3517636" y="847081"/>
                  </a:lnTo>
                  <a:lnTo>
                    <a:pt x="3518918" y="854139"/>
                  </a:lnTo>
                  <a:lnTo>
                    <a:pt x="3520200" y="861196"/>
                  </a:lnTo>
                  <a:lnTo>
                    <a:pt x="3521482" y="854802"/>
                  </a:lnTo>
                  <a:lnTo>
                    <a:pt x="3522763" y="855119"/>
                  </a:lnTo>
                  <a:lnTo>
                    <a:pt x="3524045" y="844427"/>
                  </a:lnTo>
                  <a:lnTo>
                    <a:pt x="3525327" y="860771"/>
                  </a:lnTo>
                  <a:lnTo>
                    <a:pt x="3526609" y="902565"/>
                  </a:lnTo>
                  <a:lnTo>
                    <a:pt x="3527891" y="909187"/>
                  </a:lnTo>
                  <a:lnTo>
                    <a:pt x="3529173" y="912010"/>
                  </a:lnTo>
                  <a:lnTo>
                    <a:pt x="3530454" y="913279"/>
                  </a:lnTo>
                  <a:lnTo>
                    <a:pt x="3531736" y="913279"/>
                  </a:lnTo>
                  <a:lnTo>
                    <a:pt x="3533018" y="913279"/>
                  </a:lnTo>
                  <a:lnTo>
                    <a:pt x="3534300" y="913279"/>
                  </a:lnTo>
                  <a:lnTo>
                    <a:pt x="3535582" y="913279"/>
                  </a:lnTo>
                  <a:lnTo>
                    <a:pt x="3536864" y="913279"/>
                  </a:lnTo>
                  <a:lnTo>
                    <a:pt x="3538145" y="910599"/>
                  </a:lnTo>
                  <a:lnTo>
                    <a:pt x="3539427" y="897190"/>
                  </a:lnTo>
                  <a:lnTo>
                    <a:pt x="3540709" y="866842"/>
                  </a:lnTo>
                  <a:lnTo>
                    <a:pt x="3541991" y="835083"/>
                  </a:lnTo>
                  <a:lnTo>
                    <a:pt x="3543273" y="823085"/>
                  </a:lnTo>
                  <a:lnTo>
                    <a:pt x="3544555" y="836355"/>
                  </a:lnTo>
                  <a:lnTo>
                    <a:pt x="3545837" y="795561"/>
                  </a:lnTo>
                  <a:lnTo>
                    <a:pt x="3547118" y="813525"/>
                  </a:lnTo>
                  <a:lnTo>
                    <a:pt x="3548400" y="805896"/>
                  </a:lnTo>
                  <a:lnTo>
                    <a:pt x="3549682" y="810295"/>
                  </a:lnTo>
                  <a:lnTo>
                    <a:pt x="3550964" y="791452"/>
                  </a:lnTo>
                  <a:lnTo>
                    <a:pt x="3552246" y="768729"/>
                  </a:lnTo>
                  <a:lnTo>
                    <a:pt x="3553528" y="739910"/>
                  </a:lnTo>
                  <a:lnTo>
                    <a:pt x="3554809" y="717741"/>
                  </a:lnTo>
                  <a:lnTo>
                    <a:pt x="3556091" y="717187"/>
                  </a:lnTo>
                  <a:lnTo>
                    <a:pt x="3557373" y="722729"/>
                  </a:lnTo>
                  <a:lnTo>
                    <a:pt x="3558655" y="733259"/>
                  </a:lnTo>
                  <a:lnTo>
                    <a:pt x="3559937" y="755514"/>
                  </a:lnTo>
                  <a:lnTo>
                    <a:pt x="3561219" y="800662"/>
                  </a:lnTo>
                  <a:lnTo>
                    <a:pt x="3562501" y="785561"/>
                  </a:lnTo>
                  <a:lnTo>
                    <a:pt x="3563782" y="798237"/>
                  </a:lnTo>
                  <a:lnTo>
                    <a:pt x="3565064" y="808059"/>
                  </a:lnTo>
                  <a:lnTo>
                    <a:pt x="3566346" y="807201"/>
                  </a:lnTo>
                  <a:lnTo>
                    <a:pt x="3567628" y="814062"/>
                  </a:lnTo>
                  <a:lnTo>
                    <a:pt x="3568910" y="818350"/>
                  </a:lnTo>
                  <a:lnTo>
                    <a:pt x="3570192" y="840032"/>
                  </a:lnTo>
                  <a:lnTo>
                    <a:pt x="3571473" y="856700"/>
                  </a:lnTo>
                  <a:lnTo>
                    <a:pt x="3572755" y="877839"/>
                  </a:lnTo>
                  <a:lnTo>
                    <a:pt x="3574037" y="894100"/>
                  </a:lnTo>
                  <a:lnTo>
                    <a:pt x="3575319" y="894506"/>
                  </a:lnTo>
                  <a:lnTo>
                    <a:pt x="3576601" y="894506"/>
                  </a:lnTo>
                  <a:lnTo>
                    <a:pt x="3577883" y="890847"/>
                  </a:lnTo>
                  <a:lnTo>
                    <a:pt x="3579164" y="888002"/>
                  </a:lnTo>
                  <a:lnTo>
                    <a:pt x="3580446" y="887818"/>
                  </a:lnTo>
                  <a:lnTo>
                    <a:pt x="3581728" y="908401"/>
                  </a:lnTo>
                  <a:lnTo>
                    <a:pt x="3583010" y="906433"/>
                  </a:lnTo>
                  <a:lnTo>
                    <a:pt x="3584292" y="912577"/>
                  </a:lnTo>
                  <a:lnTo>
                    <a:pt x="3585574" y="908102"/>
                  </a:lnTo>
                  <a:lnTo>
                    <a:pt x="3586856" y="906728"/>
                  </a:lnTo>
                  <a:lnTo>
                    <a:pt x="3588137" y="902133"/>
                  </a:lnTo>
                  <a:lnTo>
                    <a:pt x="3589419" y="888073"/>
                  </a:lnTo>
                  <a:lnTo>
                    <a:pt x="3590701" y="870233"/>
                  </a:lnTo>
                  <a:lnTo>
                    <a:pt x="3591983" y="844427"/>
                  </a:lnTo>
                  <a:lnTo>
                    <a:pt x="3593265" y="835826"/>
                  </a:lnTo>
                  <a:lnTo>
                    <a:pt x="3594547" y="825503"/>
                  </a:lnTo>
                  <a:lnTo>
                    <a:pt x="3595828" y="824097"/>
                  </a:lnTo>
                  <a:lnTo>
                    <a:pt x="3597110" y="796017"/>
                  </a:lnTo>
                  <a:lnTo>
                    <a:pt x="3598392" y="776802"/>
                  </a:lnTo>
                  <a:lnTo>
                    <a:pt x="3599674" y="760273"/>
                  </a:lnTo>
                  <a:lnTo>
                    <a:pt x="3600956" y="759448"/>
                  </a:lnTo>
                  <a:lnTo>
                    <a:pt x="3602238" y="736533"/>
                  </a:lnTo>
                  <a:lnTo>
                    <a:pt x="3603520" y="709126"/>
                  </a:lnTo>
                  <a:lnTo>
                    <a:pt x="3604801" y="707281"/>
                  </a:lnTo>
                  <a:lnTo>
                    <a:pt x="3606083" y="715272"/>
                  </a:lnTo>
                  <a:lnTo>
                    <a:pt x="3607365" y="721419"/>
                  </a:lnTo>
                  <a:lnTo>
                    <a:pt x="3608647" y="721419"/>
                  </a:lnTo>
                  <a:lnTo>
                    <a:pt x="3609929" y="733098"/>
                  </a:lnTo>
                  <a:lnTo>
                    <a:pt x="3611211" y="728180"/>
                  </a:lnTo>
                  <a:lnTo>
                    <a:pt x="3612492" y="727566"/>
                  </a:lnTo>
                  <a:lnTo>
                    <a:pt x="3613774" y="710970"/>
                  </a:lnTo>
                  <a:lnTo>
                    <a:pt x="3615056" y="696278"/>
                  </a:lnTo>
                  <a:lnTo>
                    <a:pt x="3616338" y="724767"/>
                  </a:lnTo>
                  <a:lnTo>
                    <a:pt x="3617620" y="703813"/>
                  </a:lnTo>
                  <a:lnTo>
                    <a:pt x="3618902" y="708047"/>
                  </a:lnTo>
                  <a:lnTo>
                    <a:pt x="3620183" y="734719"/>
                  </a:lnTo>
                  <a:lnTo>
                    <a:pt x="3621465" y="748271"/>
                  </a:lnTo>
                  <a:lnTo>
                    <a:pt x="3622747" y="757071"/>
                  </a:lnTo>
                  <a:lnTo>
                    <a:pt x="3624029" y="730618"/>
                  </a:lnTo>
                  <a:lnTo>
                    <a:pt x="3625311" y="693877"/>
                  </a:lnTo>
                  <a:lnTo>
                    <a:pt x="3626593" y="679181"/>
                  </a:lnTo>
                  <a:lnTo>
                    <a:pt x="3627875" y="663750"/>
                  </a:lnTo>
                  <a:lnTo>
                    <a:pt x="3629156" y="712056"/>
                  </a:lnTo>
                  <a:lnTo>
                    <a:pt x="3630438" y="726951"/>
                  </a:lnTo>
                  <a:lnTo>
                    <a:pt x="3631720" y="762148"/>
                  </a:lnTo>
                  <a:lnTo>
                    <a:pt x="3633002" y="763254"/>
                  </a:lnTo>
                  <a:lnTo>
                    <a:pt x="3634284" y="769335"/>
                  </a:lnTo>
                  <a:lnTo>
                    <a:pt x="3635566" y="738928"/>
                  </a:lnTo>
                  <a:lnTo>
                    <a:pt x="3636847" y="722342"/>
                  </a:lnTo>
                  <a:lnTo>
                    <a:pt x="3638129" y="728977"/>
                  </a:lnTo>
                  <a:lnTo>
                    <a:pt x="3639411" y="733813"/>
                  </a:lnTo>
                  <a:lnTo>
                    <a:pt x="3640693" y="743789"/>
                  </a:lnTo>
                  <a:lnTo>
                    <a:pt x="3641975" y="757645"/>
                  </a:lnTo>
                  <a:lnTo>
                    <a:pt x="3643257" y="788126"/>
                  </a:lnTo>
                  <a:lnTo>
                    <a:pt x="3644539" y="805271"/>
                  </a:lnTo>
                  <a:lnTo>
                    <a:pt x="3645820" y="805824"/>
                  </a:lnTo>
                  <a:lnTo>
                    <a:pt x="3647102" y="825748"/>
                  </a:lnTo>
                  <a:lnTo>
                    <a:pt x="3648384" y="805861"/>
                  </a:lnTo>
                  <a:lnTo>
                    <a:pt x="3649666" y="782886"/>
                  </a:lnTo>
                  <a:lnTo>
                    <a:pt x="3650948" y="748275"/>
                  </a:lnTo>
                  <a:lnTo>
                    <a:pt x="3652230" y="772271"/>
                  </a:lnTo>
                  <a:lnTo>
                    <a:pt x="3653511" y="781446"/>
                  </a:lnTo>
                  <a:lnTo>
                    <a:pt x="3654793" y="818145"/>
                  </a:lnTo>
                  <a:lnTo>
                    <a:pt x="3656075" y="840729"/>
                  </a:lnTo>
                  <a:lnTo>
                    <a:pt x="3657357" y="845669"/>
                  </a:lnTo>
                  <a:lnTo>
                    <a:pt x="3658639" y="832966"/>
                  </a:lnTo>
                  <a:lnTo>
                    <a:pt x="3659921" y="826614"/>
                  </a:lnTo>
                  <a:lnTo>
                    <a:pt x="3661203" y="807559"/>
                  </a:lnTo>
                  <a:lnTo>
                    <a:pt x="3662484" y="779329"/>
                  </a:lnTo>
                  <a:lnTo>
                    <a:pt x="3663766" y="763685"/>
                  </a:lnTo>
                  <a:lnTo>
                    <a:pt x="3665048" y="719920"/>
                  </a:lnTo>
                  <a:lnTo>
                    <a:pt x="3666330" y="640566"/>
                  </a:lnTo>
                  <a:lnTo>
                    <a:pt x="3667612" y="625943"/>
                  </a:lnTo>
                  <a:lnTo>
                    <a:pt x="3668894" y="595837"/>
                  </a:lnTo>
                  <a:lnTo>
                    <a:pt x="3670175" y="554549"/>
                  </a:lnTo>
                  <a:lnTo>
                    <a:pt x="3671457" y="543366"/>
                  </a:lnTo>
                  <a:lnTo>
                    <a:pt x="3672739" y="500358"/>
                  </a:lnTo>
                  <a:lnTo>
                    <a:pt x="3674021" y="485735"/>
                  </a:lnTo>
                  <a:lnTo>
                    <a:pt x="3675303" y="471972"/>
                  </a:lnTo>
                  <a:lnTo>
                    <a:pt x="3676585" y="409179"/>
                  </a:lnTo>
                  <a:lnTo>
                    <a:pt x="3677866" y="360149"/>
                  </a:lnTo>
                  <a:lnTo>
                    <a:pt x="3679148" y="321442"/>
                  </a:lnTo>
                  <a:lnTo>
                    <a:pt x="3680430" y="304238"/>
                  </a:lnTo>
                  <a:lnTo>
                    <a:pt x="3681712" y="272412"/>
                  </a:lnTo>
                  <a:lnTo>
                    <a:pt x="3682994" y="237145"/>
                  </a:lnTo>
                  <a:lnTo>
                    <a:pt x="3684276" y="382314"/>
                  </a:lnTo>
                  <a:lnTo>
                    <a:pt x="3685558" y="381579"/>
                  </a:lnTo>
                  <a:lnTo>
                    <a:pt x="3686839" y="382695"/>
                  </a:lnTo>
                  <a:lnTo>
                    <a:pt x="3688121" y="351641"/>
                  </a:lnTo>
                  <a:lnTo>
                    <a:pt x="3689403" y="369285"/>
                  </a:lnTo>
                  <a:lnTo>
                    <a:pt x="3690685" y="376343"/>
                  </a:lnTo>
                  <a:lnTo>
                    <a:pt x="3691967" y="415865"/>
                  </a:lnTo>
                  <a:lnTo>
                    <a:pt x="3693249" y="423628"/>
                  </a:lnTo>
                  <a:lnTo>
                    <a:pt x="3694530" y="446918"/>
                  </a:lnTo>
                  <a:lnTo>
                    <a:pt x="3695812" y="499850"/>
                  </a:lnTo>
                  <a:lnTo>
                    <a:pt x="3697094" y="552781"/>
                  </a:lnTo>
                  <a:lnTo>
                    <a:pt x="3698376" y="590892"/>
                  </a:lnTo>
                  <a:lnTo>
                    <a:pt x="3699658" y="613476"/>
                  </a:lnTo>
                  <a:lnTo>
                    <a:pt x="3700940" y="639589"/>
                  </a:lnTo>
                  <a:lnTo>
                    <a:pt x="3702222" y="648058"/>
                  </a:lnTo>
                  <a:lnTo>
                    <a:pt x="3703503" y="637296"/>
                  </a:lnTo>
                  <a:lnTo>
                    <a:pt x="3704785" y="653864"/>
                  </a:lnTo>
                  <a:lnTo>
                    <a:pt x="3706067" y="631104"/>
                  </a:lnTo>
                  <a:lnTo>
                    <a:pt x="3707349" y="688736"/>
                  </a:lnTo>
                  <a:lnTo>
                    <a:pt x="3708631" y="740689"/>
                  </a:lnTo>
                  <a:lnTo>
                    <a:pt x="3709913" y="727679"/>
                  </a:lnTo>
                  <a:lnTo>
                    <a:pt x="3711194" y="731337"/>
                  </a:lnTo>
                  <a:lnTo>
                    <a:pt x="3712476" y="732043"/>
                  </a:lnTo>
                  <a:lnTo>
                    <a:pt x="3713758" y="734676"/>
                  </a:lnTo>
                  <a:lnTo>
                    <a:pt x="3715040" y="710970"/>
                  </a:lnTo>
                  <a:lnTo>
                    <a:pt x="3716322" y="696832"/>
                  </a:lnTo>
                  <a:lnTo>
                    <a:pt x="3717604" y="684539"/>
                  </a:lnTo>
                  <a:lnTo>
                    <a:pt x="3718885" y="692529"/>
                  </a:lnTo>
                  <a:lnTo>
                    <a:pt x="3720167" y="699291"/>
                  </a:lnTo>
                  <a:lnTo>
                    <a:pt x="3721449" y="726951"/>
                  </a:lnTo>
                  <a:lnTo>
                    <a:pt x="3722731" y="731254"/>
                  </a:lnTo>
                  <a:lnTo>
                    <a:pt x="3724013" y="734327"/>
                  </a:lnTo>
                  <a:lnTo>
                    <a:pt x="3725295" y="736171"/>
                  </a:lnTo>
                  <a:lnTo>
                    <a:pt x="3726577" y="741088"/>
                  </a:lnTo>
                  <a:lnTo>
                    <a:pt x="3727858" y="744585"/>
                  </a:lnTo>
                  <a:lnTo>
                    <a:pt x="3729140" y="764402"/>
                  </a:lnTo>
                  <a:lnTo>
                    <a:pt x="3730422" y="753921"/>
                  </a:lnTo>
                  <a:lnTo>
                    <a:pt x="3731704" y="764508"/>
                  </a:lnTo>
                  <a:lnTo>
                    <a:pt x="3732986" y="777646"/>
                  </a:lnTo>
                  <a:lnTo>
                    <a:pt x="3734268" y="764431"/>
                  </a:lnTo>
                  <a:lnTo>
                    <a:pt x="3735549" y="772173"/>
                  </a:lnTo>
                  <a:lnTo>
                    <a:pt x="3736831" y="749808"/>
                  </a:lnTo>
                  <a:lnTo>
                    <a:pt x="3738113" y="746701"/>
                  </a:lnTo>
                  <a:lnTo>
                    <a:pt x="3739395" y="748988"/>
                  </a:lnTo>
                  <a:lnTo>
                    <a:pt x="3740677" y="746784"/>
                  </a:lnTo>
                  <a:lnTo>
                    <a:pt x="3741959" y="737966"/>
                  </a:lnTo>
                  <a:lnTo>
                    <a:pt x="3743241" y="743279"/>
                  </a:lnTo>
                  <a:lnTo>
                    <a:pt x="3744522" y="749687"/>
                  </a:lnTo>
                  <a:lnTo>
                    <a:pt x="3745804" y="734160"/>
                  </a:lnTo>
                  <a:lnTo>
                    <a:pt x="3747086" y="719339"/>
                  </a:lnTo>
                  <a:lnTo>
                    <a:pt x="3748368" y="680523"/>
                  </a:lnTo>
                  <a:lnTo>
                    <a:pt x="3749650" y="650175"/>
                  </a:lnTo>
                  <a:lnTo>
                    <a:pt x="3750932" y="636060"/>
                  </a:lnTo>
                  <a:lnTo>
                    <a:pt x="3752213" y="633943"/>
                  </a:lnTo>
                  <a:lnTo>
                    <a:pt x="3753495" y="663224"/>
                  </a:lnTo>
                  <a:lnTo>
                    <a:pt x="3754777" y="659739"/>
                  </a:lnTo>
                  <a:lnTo>
                    <a:pt x="3756059" y="678318"/>
                  </a:lnTo>
                  <a:lnTo>
                    <a:pt x="3757341" y="658500"/>
                  </a:lnTo>
                  <a:lnTo>
                    <a:pt x="3758623" y="657262"/>
                  </a:lnTo>
                  <a:lnTo>
                    <a:pt x="3759904" y="651688"/>
                  </a:lnTo>
                  <a:lnTo>
                    <a:pt x="3761186" y="667171"/>
                  </a:lnTo>
                  <a:lnTo>
                    <a:pt x="3762468" y="658785"/>
                  </a:lnTo>
                  <a:lnTo>
                    <a:pt x="3763750" y="617005"/>
                  </a:lnTo>
                  <a:lnTo>
                    <a:pt x="3765032" y="635355"/>
                  </a:lnTo>
                  <a:lnTo>
                    <a:pt x="3766314" y="650176"/>
                  </a:lnTo>
                  <a:lnTo>
                    <a:pt x="3767596" y="688992"/>
                  </a:lnTo>
                  <a:lnTo>
                    <a:pt x="3768877" y="719339"/>
                  </a:lnTo>
                  <a:lnTo>
                    <a:pt x="3770159" y="733454"/>
                  </a:lnTo>
                  <a:lnTo>
                    <a:pt x="3771441" y="749687"/>
                  </a:lnTo>
                  <a:lnTo>
                    <a:pt x="3772723" y="748988"/>
                  </a:lnTo>
                  <a:lnTo>
                    <a:pt x="3774005" y="766624"/>
                  </a:lnTo>
                  <a:lnTo>
                    <a:pt x="3775287" y="775721"/>
                  </a:lnTo>
                  <a:lnTo>
                    <a:pt x="3776568" y="809160"/>
                  </a:lnTo>
                  <a:lnTo>
                    <a:pt x="3777850" y="840126"/>
                  </a:lnTo>
                  <a:lnTo>
                    <a:pt x="3779132" y="861631"/>
                  </a:lnTo>
                  <a:lnTo>
                    <a:pt x="3780414" y="864211"/>
                  </a:lnTo>
                  <a:lnTo>
                    <a:pt x="3781696" y="868512"/>
                  </a:lnTo>
                  <a:lnTo>
                    <a:pt x="3782978" y="861631"/>
                  </a:lnTo>
                  <a:lnTo>
                    <a:pt x="3784260" y="857330"/>
                  </a:lnTo>
                  <a:lnTo>
                    <a:pt x="3785541" y="841847"/>
                  </a:lnTo>
                  <a:lnTo>
                    <a:pt x="3786823" y="806580"/>
                  </a:lnTo>
                  <a:lnTo>
                    <a:pt x="3788105" y="792817"/>
                  </a:lnTo>
                  <a:lnTo>
                    <a:pt x="3789387" y="792817"/>
                  </a:lnTo>
                  <a:lnTo>
                    <a:pt x="3790669" y="781635"/>
                  </a:lnTo>
                  <a:lnTo>
                    <a:pt x="3791951" y="785075"/>
                  </a:lnTo>
                  <a:lnTo>
                    <a:pt x="3793232" y="784215"/>
                  </a:lnTo>
                  <a:lnTo>
                    <a:pt x="3794514" y="760990"/>
                  </a:lnTo>
                  <a:lnTo>
                    <a:pt x="3795796" y="736906"/>
                  </a:lnTo>
                  <a:lnTo>
                    <a:pt x="3797078" y="700778"/>
                  </a:lnTo>
                  <a:lnTo>
                    <a:pt x="3798360" y="670672"/>
                  </a:lnTo>
                  <a:lnTo>
                    <a:pt x="3799642" y="655189"/>
                  </a:lnTo>
                  <a:lnTo>
                    <a:pt x="3800924" y="668092"/>
                  </a:lnTo>
                  <a:lnTo>
                    <a:pt x="3802205" y="672393"/>
                  </a:lnTo>
                  <a:lnTo>
                    <a:pt x="3803487" y="676693"/>
                  </a:lnTo>
                  <a:lnTo>
                    <a:pt x="3804769" y="692177"/>
                  </a:lnTo>
                  <a:lnTo>
                    <a:pt x="3806051" y="714541"/>
                  </a:lnTo>
                  <a:lnTo>
                    <a:pt x="3807333" y="724003"/>
                  </a:lnTo>
                  <a:lnTo>
                    <a:pt x="3808615" y="724003"/>
                  </a:lnTo>
                  <a:lnTo>
                    <a:pt x="3809896" y="720562"/>
                  </a:lnTo>
                  <a:lnTo>
                    <a:pt x="3811178" y="680994"/>
                  </a:lnTo>
                  <a:lnTo>
                    <a:pt x="3812460" y="667232"/>
                  </a:lnTo>
                  <a:lnTo>
                    <a:pt x="3813742" y="674973"/>
                  </a:lnTo>
                  <a:lnTo>
                    <a:pt x="3815024" y="672393"/>
                  </a:lnTo>
                  <a:lnTo>
                    <a:pt x="3816306" y="695617"/>
                  </a:lnTo>
                  <a:lnTo>
                    <a:pt x="3817587" y="716261"/>
                  </a:lnTo>
                  <a:lnTo>
                    <a:pt x="3818869" y="715401"/>
                  </a:lnTo>
                  <a:lnTo>
                    <a:pt x="3820151" y="693897"/>
                  </a:lnTo>
                  <a:lnTo>
                    <a:pt x="3821433" y="680134"/>
                  </a:lnTo>
                  <a:lnTo>
                    <a:pt x="3822715" y="672393"/>
                  </a:lnTo>
                  <a:lnTo>
                    <a:pt x="3823997" y="672393"/>
                  </a:lnTo>
                  <a:lnTo>
                    <a:pt x="3825279" y="673253"/>
                  </a:lnTo>
                  <a:lnTo>
                    <a:pt x="3826560" y="672393"/>
                  </a:lnTo>
                  <a:lnTo>
                    <a:pt x="3827842" y="672393"/>
                  </a:lnTo>
                  <a:lnTo>
                    <a:pt x="3829124" y="680994"/>
                  </a:lnTo>
                  <a:lnTo>
                    <a:pt x="3830406" y="714541"/>
                  </a:lnTo>
                  <a:lnTo>
                    <a:pt x="3831688" y="704219"/>
                  </a:lnTo>
                  <a:lnTo>
                    <a:pt x="3832970" y="711961"/>
                  </a:lnTo>
                  <a:lnTo>
                    <a:pt x="3834251" y="728304"/>
                  </a:lnTo>
                  <a:lnTo>
                    <a:pt x="3835533" y="739486"/>
                  </a:lnTo>
                  <a:lnTo>
                    <a:pt x="3836815" y="705079"/>
                  </a:lnTo>
                  <a:lnTo>
                    <a:pt x="3838097" y="696477"/>
                  </a:lnTo>
                  <a:lnTo>
                    <a:pt x="3839379" y="683575"/>
                  </a:lnTo>
                  <a:lnTo>
                    <a:pt x="3840661" y="699058"/>
                  </a:lnTo>
                  <a:lnTo>
                    <a:pt x="3841943" y="676693"/>
                  </a:lnTo>
                  <a:lnTo>
                    <a:pt x="3843224" y="638846"/>
                  </a:lnTo>
                  <a:lnTo>
                    <a:pt x="3844506" y="650028"/>
                  </a:lnTo>
                  <a:lnTo>
                    <a:pt x="3845788" y="625943"/>
                  </a:lnTo>
                  <a:lnTo>
                    <a:pt x="3847070" y="607880"/>
                  </a:lnTo>
                  <a:lnTo>
                    <a:pt x="3848352" y="592396"/>
                  </a:lnTo>
                  <a:lnTo>
                    <a:pt x="3849634" y="588095"/>
                  </a:lnTo>
                  <a:lnTo>
                    <a:pt x="3850915" y="602718"/>
                  </a:lnTo>
                  <a:lnTo>
                    <a:pt x="3852197" y="610460"/>
                  </a:lnTo>
                  <a:lnTo>
                    <a:pt x="3853479" y="620782"/>
                  </a:lnTo>
                  <a:lnTo>
                    <a:pt x="3854761" y="622503"/>
                  </a:lnTo>
                  <a:lnTo>
                    <a:pt x="3856043" y="666371"/>
                  </a:lnTo>
                  <a:lnTo>
                    <a:pt x="3857325" y="685295"/>
                  </a:lnTo>
                  <a:lnTo>
                    <a:pt x="3858606" y="699918"/>
                  </a:lnTo>
                  <a:lnTo>
                    <a:pt x="3859888" y="690456"/>
                  </a:lnTo>
                  <a:lnTo>
                    <a:pt x="3861170" y="693037"/>
                  </a:lnTo>
                  <a:lnTo>
                    <a:pt x="3862452" y="668952"/>
                  </a:lnTo>
                  <a:lnTo>
                    <a:pt x="3863734" y="628524"/>
                  </a:lnTo>
                  <a:lnTo>
                    <a:pt x="3865016" y="650028"/>
                  </a:lnTo>
                  <a:lnTo>
                    <a:pt x="3866298" y="668092"/>
                  </a:lnTo>
                  <a:lnTo>
                    <a:pt x="3867579" y="688736"/>
                  </a:lnTo>
                  <a:lnTo>
                    <a:pt x="3868861" y="671532"/>
                  </a:lnTo>
                  <a:lnTo>
                    <a:pt x="3870143" y="672393"/>
                  </a:lnTo>
                  <a:lnTo>
                    <a:pt x="3871425" y="672393"/>
                  </a:lnTo>
                  <a:lnTo>
                    <a:pt x="3872707" y="672393"/>
                  </a:lnTo>
                  <a:lnTo>
                    <a:pt x="3873989" y="644867"/>
                  </a:lnTo>
                  <a:lnTo>
                    <a:pt x="3875270" y="637986"/>
                  </a:lnTo>
                  <a:lnTo>
                    <a:pt x="3876552" y="644007"/>
                  </a:lnTo>
                  <a:lnTo>
                    <a:pt x="3877834" y="655189"/>
                  </a:lnTo>
                  <a:lnTo>
                    <a:pt x="3879116" y="654329"/>
                  </a:lnTo>
                  <a:lnTo>
                    <a:pt x="3880398" y="658630"/>
                  </a:lnTo>
                  <a:lnTo>
                    <a:pt x="3881680" y="699058"/>
                  </a:lnTo>
                  <a:lnTo>
                    <a:pt x="3882962" y="733465"/>
                  </a:lnTo>
                  <a:lnTo>
                    <a:pt x="3884243" y="774663"/>
                  </a:lnTo>
                  <a:lnTo>
                    <a:pt x="3885525" y="775474"/>
                  </a:lnTo>
                  <a:lnTo>
                    <a:pt x="3886807" y="777408"/>
                  </a:lnTo>
                  <a:lnTo>
                    <a:pt x="3888089" y="795180"/>
                  </a:lnTo>
                  <a:lnTo>
                    <a:pt x="3889371" y="807473"/>
                  </a:lnTo>
                  <a:lnTo>
                    <a:pt x="3890653" y="797638"/>
                  </a:lnTo>
                  <a:lnTo>
                    <a:pt x="3891934" y="785960"/>
                  </a:lnTo>
                  <a:lnTo>
                    <a:pt x="3893216" y="767519"/>
                  </a:lnTo>
                  <a:lnTo>
                    <a:pt x="3894498" y="746006"/>
                  </a:lnTo>
                  <a:lnTo>
                    <a:pt x="3895780" y="746006"/>
                  </a:lnTo>
                  <a:lnTo>
                    <a:pt x="3897062" y="752153"/>
                  </a:lnTo>
                  <a:lnTo>
                    <a:pt x="3898344" y="739859"/>
                  </a:lnTo>
                  <a:lnTo>
                    <a:pt x="3899626" y="750309"/>
                  </a:lnTo>
                  <a:lnTo>
                    <a:pt x="3900907" y="759529"/>
                  </a:lnTo>
                  <a:lnTo>
                    <a:pt x="3902189" y="758299"/>
                  </a:lnTo>
                  <a:lnTo>
                    <a:pt x="3903471" y="737423"/>
                  </a:lnTo>
                  <a:lnTo>
                    <a:pt x="3904753" y="716887"/>
                  </a:lnTo>
                  <a:lnTo>
                    <a:pt x="3906035" y="699932"/>
                  </a:lnTo>
                  <a:lnTo>
                    <a:pt x="3907317" y="655189"/>
                  </a:lnTo>
                  <a:lnTo>
                    <a:pt x="3908598" y="648308"/>
                  </a:lnTo>
                  <a:lnTo>
                    <a:pt x="3909880" y="623363"/>
                  </a:lnTo>
                  <a:lnTo>
                    <a:pt x="3911162" y="627663"/>
                  </a:lnTo>
                  <a:lnTo>
                    <a:pt x="3912444" y="650888"/>
                  </a:lnTo>
                  <a:lnTo>
                    <a:pt x="3913726" y="659490"/>
                  </a:lnTo>
                  <a:lnTo>
                    <a:pt x="3915008" y="650888"/>
                  </a:lnTo>
                  <a:lnTo>
                    <a:pt x="3916289" y="638846"/>
                  </a:lnTo>
                  <a:lnTo>
                    <a:pt x="3917571" y="675833"/>
                  </a:lnTo>
                  <a:lnTo>
                    <a:pt x="3918853" y="660350"/>
                  </a:lnTo>
                  <a:lnTo>
                    <a:pt x="3920135" y="598418"/>
                  </a:lnTo>
                  <a:lnTo>
                    <a:pt x="3921417" y="586375"/>
                  </a:lnTo>
                  <a:lnTo>
                    <a:pt x="3922699" y="619922"/>
                  </a:lnTo>
                  <a:lnTo>
                    <a:pt x="3923981" y="637986"/>
                  </a:lnTo>
                  <a:lnTo>
                    <a:pt x="3925262" y="619062"/>
                  </a:lnTo>
                  <a:lnTo>
                    <a:pt x="3926544" y="651270"/>
                  </a:lnTo>
                  <a:lnTo>
                    <a:pt x="3927826" y="643824"/>
                  </a:lnTo>
                  <a:lnTo>
                    <a:pt x="3929108" y="654345"/>
                  </a:lnTo>
                  <a:lnTo>
                    <a:pt x="3930390" y="643356"/>
                  </a:lnTo>
                  <a:lnTo>
                    <a:pt x="3931672" y="647044"/>
                  </a:lnTo>
                  <a:lnTo>
                    <a:pt x="3932953" y="642741"/>
                  </a:lnTo>
                  <a:lnTo>
                    <a:pt x="3934235" y="608319"/>
                  </a:lnTo>
                  <a:lnTo>
                    <a:pt x="3935517" y="596026"/>
                  </a:lnTo>
                  <a:lnTo>
                    <a:pt x="3936799" y="568980"/>
                  </a:lnTo>
                  <a:lnTo>
                    <a:pt x="3938081" y="557301"/>
                  </a:lnTo>
                  <a:lnTo>
                    <a:pt x="3939363" y="555457"/>
                  </a:lnTo>
                  <a:lnTo>
                    <a:pt x="3940645" y="512430"/>
                  </a:lnTo>
                  <a:lnTo>
                    <a:pt x="3941926" y="490917"/>
                  </a:lnTo>
                  <a:lnTo>
                    <a:pt x="3943208" y="472476"/>
                  </a:lnTo>
                  <a:lnTo>
                    <a:pt x="3944490" y="484770"/>
                  </a:lnTo>
                  <a:lnTo>
                    <a:pt x="3945772" y="497479"/>
                  </a:lnTo>
                  <a:lnTo>
                    <a:pt x="3947054" y="449036"/>
                  </a:lnTo>
                  <a:lnTo>
                    <a:pt x="3948336" y="505759"/>
                  </a:lnTo>
                  <a:lnTo>
                    <a:pt x="3949617" y="443586"/>
                  </a:lnTo>
                  <a:lnTo>
                    <a:pt x="3950899" y="468531"/>
                  </a:lnTo>
                  <a:lnTo>
                    <a:pt x="3952181" y="487455"/>
                  </a:lnTo>
                  <a:lnTo>
                    <a:pt x="3953463" y="542506"/>
                  </a:lnTo>
                  <a:lnTo>
                    <a:pt x="3954745" y="572612"/>
                  </a:lnTo>
                  <a:lnTo>
                    <a:pt x="3956027" y="601858"/>
                  </a:lnTo>
                  <a:lnTo>
                    <a:pt x="3957308" y="638846"/>
                  </a:lnTo>
                  <a:lnTo>
                    <a:pt x="3958590" y="689596"/>
                  </a:lnTo>
                  <a:lnTo>
                    <a:pt x="3959872" y="792375"/>
                  </a:lnTo>
                  <a:lnTo>
                    <a:pt x="3961154" y="812466"/>
                  </a:lnTo>
                  <a:lnTo>
                    <a:pt x="3962436" y="779329"/>
                  </a:lnTo>
                  <a:lnTo>
                    <a:pt x="3963718" y="761306"/>
                  </a:lnTo>
                  <a:lnTo>
                    <a:pt x="3965000" y="708664"/>
                  </a:lnTo>
                  <a:lnTo>
                    <a:pt x="3966281" y="690071"/>
                  </a:lnTo>
                  <a:lnTo>
                    <a:pt x="3967563" y="656878"/>
                  </a:lnTo>
                  <a:lnTo>
                    <a:pt x="3968845" y="618769"/>
                  </a:lnTo>
                  <a:lnTo>
                    <a:pt x="3970127" y="576971"/>
                  </a:lnTo>
                  <a:lnTo>
                    <a:pt x="3971409" y="583622"/>
                  </a:lnTo>
                  <a:lnTo>
                    <a:pt x="3972691" y="526631"/>
                  </a:lnTo>
                  <a:lnTo>
                    <a:pt x="3973972" y="497883"/>
                  </a:lnTo>
                  <a:lnTo>
                    <a:pt x="3975254" y="462500"/>
                  </a:lnTo>
                  <a:lnTo>
                    <a:pt x="3976536" y="411084"/>
                  </a:lnTo>
                  <a:lnTo>
                    <a:pt x="3977818" y="401685"/>
                  </a:lnTo>
                  <a:lnTo>
                    <a:pt x="3979100" y="395744"/>
                  </a:lnTo>
                  <a:lnTo>
                    <a:pt x="3980382" y="331102"/>
                  </a:lnTo>
                  <a:lnTo>
                    <a:pt x="3981664" y="365523"/>
                  </a:lnTo>
                  <a:lnTo>
                    <a:pt x="3982945" y="416969"/>
                  </a:lnTo>
                  <a:lnTo>
                    <a:pt x="3984227" y="371402"/>
                  </a:lnTo>
                  <a:lnTo>
                    <a:pt x="3985509" y="389046"/>
                  </a:lnTo>
                  <a:lnTo>
                    <a:pt x="3986791" y="416571"/>
                  </a:lnTo>
                  <a:lnTo>
                    <a:pt x="3988073" y="442684"/>
                  </a:lnTo>
                  <a:lnTo>
                    <a:pt x="3989355" y="490675"/>
                  </a:lnTo>
                  <a:lnTo>
                    <a:pt x="3990636" y="519771"/>
                  </a:lnTo>
                  <a:lnTo>
                    <a:pt x="3991918" y="539926"/>
                  </a:lnTo>
                  <a:lnTo>
                    <a:pt x="3993200" y="584655"/>
                  </a:lnTo>
                  <a:lnTo>
                    <a:pt x="3994482" y="653469"/>
                  </a:lnTo>
                  <a:lnTo>
                    <a:pt x="3995764" y="736906"/>
                  </a:lnTo>
                  <a:lnTo>
                    <a:pt x="3997046" y="773893"/>
                  </a:lnTo>
                  <a:lnTo>
                    <a:pt x="3998327" y="792817"/>
                  </a:lnTo>
                  <a:lnTo>
                    <a:pt x="3999609" y="794537"/>
                  </a:lnTo>
                  <a:lnTo>
                    <a:pt x="4000891" y="809160"/>
                  </a:lnTo>
                  <a:lnTo>
                    <a:pt x="4002173" y="784215"/>
                  </a:lnTo>
                  <a:lnTo>
                    <a:pt x="4003455" y="805719"/>
                  </a:lnTo>
                  <a:lnTo>
                    <a:pt x="4004737" y="827224"/>
                  </a:lnTo>
                  <a:lnTo>
                    <a:pt x="4006019" y="828944"/>
                  </a:lnTo>
                  <a:lnTo>
                    <a:pt x="4007300" y="816902"/>
                  </a:lnTo>
                  <a:lnTo>
                    <a:pt x="4008582" y="773893"/>
                  </a:lnTo>
                  <a:lnTo>
                    <a:pt x="4009864" y="733465"/>
                  </a:lnTo>
                  <a:lnTo>
                    <a:pt x="4011146" y="745317"/>
                  </a:lnTo>
                  <a:lnTo>
                    <a:pt x="4012428" y="698167"/>
                  </a:lnTo>
                  <a:lnTo>
                    <a:pt x="4013710" y="675908"/>
                  </a:lnTo>
                  <a:lnTo>
                    <a:pt x="4014991" y="661321"/>
                  </a:lnTo>
                  <a:lnTo>
                    <a:pt x="4016273" y="657881"/>
                  </a:lnTo>
                  <a:lnTo>
                    <a:pt x="4017555" y="627989"/>
                  </a:lnTo>
                  <a:lnTo>
                    <a:pt x="4018837" y="613851"/>
                  </a:lnTo>
                  <a:lnTo>
                    <a:pt x="4020119" y="559760"/>
                  </a:lnTo>
                  <a:lnTo>
                    <a:pt x="4021401" y="529641"/>
                  </a:lnTo>
                  <a:lnTo>
                    <a:pt x="4022683" y="474320"/>
                  </a:lnTo>
                  <a:lnTo>
                    <a:pt x="4023964" y="450963"/>
                  </a:lnTo>
                  <a:lnTo>
                    <a:pt x="4025246" y="434367"/>
                  </a:lnTo>
                  <a:lnTo>
                    <a:pt x="4026528" y="457815"/>
                  </a:lnTo>
                  <a:lnTo>
                    <a:pt x="4027810" y="456971"/>
                  </a:lnTo>
                  <a:lnTo>
                    <a:pt x="4029092" y="461892"/>
                  </a:lnTo>
                  <a:lnTo>
                    <a:pt x="4030374" y="452589"/>
                  </a:lnTo>
                  <a:lnTo>
                    <a:pt x="4031655" y="439833"/>
                  </a:lnTo>
                  <a:lnTo>
                    <a:pt x="4032937" y="444808"/>
                  </a:lnTo>
                  <a:lnTo>
                    <a:pt x="4034219" y="403344"/>
                  </a:lnTo>
                  <a:lnTo>
                    <a:pt x="4035501" y="438235"/>
                  </a:lnTo>
                  <a:lnTo>
                    <a:pt x="4036783" y="453020"/>
                  </a:lnTo>
                  <a:lnTo>
                    <a:pt x="4038065" y="475300"/>
                  </a:lnTo>
                  <a:lnTo>
                    <a:pt x="4039347" y="538395"/>
                  </a:lnTo>
                  <a:lnTo>
                    <a:pt x="4040628" y="570103"/>
                  </a:lnTo>
                  <a:lnTo>
                    <a:pt x="4041910" y="610755"/>
                  </a:lnTo>
                  <a:lnTo>
                    <a:pt x="4043192" y="618479"/>
                  </a:lnTo>
                  <a:lnTo>
                    <a:pt x="4044474" y="632301"/>
                  </a:lnTo>
                  <a:lnTo>
                    <a:pt x="4045756" y="649375"/>
                  </a:lnTo>
                  <a:lnTo>
                    <a:pt x="4047038" y="639618"/>
                  </a:lnTo>
                  <a:lnTo>
                    <a:pt x="4048319" y="627016"/>
                  </a:lnTo>
                  <a:lnTo>
                    <a:pt x="4049601" y="594901"/>
                  </a:lnTo>
                  <a:lnTo>
                    <a:pt x="4050883" y="584332"/>
                  </a:lnTo>
                  <a:lnTo>
                    <a:pt x="4052165" y="610755"/>
                  </a:lnTo>
                  <a:lnTo>
                    <a:pt x="4053447" y="644903"/>
                  </a:lnTo>
                  <a:lnTo>
                    <a:pt x="4054729" y="643395"/>
                  </a:lnTo>
                  <a:lnTo>
                    <a:pt x="4056010" y="659325"/>
                  </a:lnTo>
                  <a:lnTo>
                    <a:pt x="4057292" y="650022"/>
                  </a:lnTo>
                  <a:lnTo>
                    <a:pt x="4058574" y="628357"/>
                  </a:lnTo>
                  <a:lnTo>
                    <a:pt x="4059856" y="594080"/>
                  </a:lnTo>
                  <a:lnTo>
                    <a:pt x="4061138" y="562567"/>
                  </a:lnTo>
                  <a:lnTo>
                    <a:pt x="4062420" y="562567"/>
                  </a:lnTo>
                  <a:lnTo>
                    <a:pt x="4063702" y="565884"/>
                  </a:lnTo>
                  <a:lnTo>
                    <a:pt x="4064983" y="596923"/>
                  </a:lnTo>
                  <a:lnTo>
                    <a:pt x="4066265" y="587279"/>
                  </a:lnTo>
                  <a:lnTo>
                    <a:pt x="4067547" y="621240"/>
                  </a:lnTo>
                  <a:lnTo>
                    <a:pt x="4068829" y="686529"/>
                  </a:lnTo>
                  <a:lnTo>
                    <a:pt x="4070111" y="680134"/>
                  </a:lnTo>
                  <a:lnTo>
                    <a:pt x="4071393" y="660350"/>
                  </a:lnTo>
                  <a:lnTo>
                    <a:pt x="4072674" y="647448"/>
                  </a:lnTo>
                  <a:lnTo>
                    <a:pt x="4073956" y="681825"/>
                  </a:lnTo>
                  <a:lnTo>
                    <a:pt x="4075238" y="663750"/>
                  </a:lnTo>
                  <a:lnTo>
                    <a:pt x="4076520" y="674091"/>
                  </a:lnTo>
                  <a:lnTo>
                    <a:pt x="4077802" y="679111"/>
                  </a:lnTo>
                  <a:lnTo>
                    <a:pt x="4079084" y="722868"/>
                  </a:lnTo>
                  <a:lnTo>
                    <a:pt x="4080366" y="748981"/>
                  </a:lnTo>
                  <a:lnTo>
                    <a:pt x="4081647" y="763164"/>
                  </a:lnTo>
                  <a:lnTo>
                    <a:pt x="4082929" y="759592"/>
                  </a:lnTo>
                  <a:lnTo>
                    <a:pt x="4084211" y="786618"/>
                  </a:lnTo>
                  <a:lnTo>
                    <a:pt x="4085493" y="800779"/>
                  </a:lnTo>
                  <a:lnTo>
                    <a:pt x="4086775" y="838616"/>
                  </a:lnTo>
                  <a:lnTo>
                    <a:pt x="4088057" y="848238"/>
                  </a:lnTo>
                  <a:lnTo>
                    <a:pt x="4089338" y="823441"/>
                  </a:lnTo>
                  <a:lnTo>
                    <a:pt x="4090620" y="811994"/>
                  </a:lnTo>
                  <a:lnTo>
                    <a:pt x="4091902" y="799757"/>
                  </a:lnTo>
                  <a:lnTo>
                    <a:pt x="4093184" y="784736"/>
                  </a:lnTo>
                  <a:lnTo>
                    <a:pt x="4094466" y="767194"/>
                  </a:lnTo>
                  <a:lnTo>
                    <a:pt x="4095748" y="766425"/>
                  </a:lnTo>
                  <a:lnTo>
                    <a:pt x="4097029" y="753826"/>
                  </a:lnTo>
                  <a:lnTo>
                    <a:pt x="4098311" y="744134"/>
                  </a:lnTo>
                  <a:lnTo>
                    <a:pt x="4099593" y="737350"/>
                  </a:lnTo>
                  <a:lnTo>
                    <a:pt x="4100875" y="733259"/>
                  </a:lnTo>
                  <a:lnTo>
                    <a:pt x="4102157" y="734012"/>
                  </a:lnTo>
                  <a:lnTo>
                    <a:pt x="4103439" y="729597"/>
                  </a:lnTo>
                  <a:lnTo>
                    <a:pt x="4104721" y="751564"/>
                  </a:lnTo>
                  <a:lnTo>
                    <a:pt x="4106002" y="736121"/>
                  </a:lnTo>
                  <a:lnTo>
                    <a:pt x="4107284" y="736159"/>
                  </a:lnTo>
                  <a:lnTo>
                    <a:pt x="4108566" y="732987"/>
                  </a:lnTo>
                  <a:lnTo>
                    <a:pt x="4109848" y="726880"/>
                  </a:lnTo>
                  <a:lnTo>
                    <a:pt x="4111130" y="720947"/>
                  </a:lnTo>
                  <a:lnTo>
                    <a:pt x="4112412" y="709491"/>
                  </a:lnTo>
                  <a:lnTo>
                    <a:pt x="4113693" y="700840"/>
                  </a:lnTo>
                  <a:lnTo>
                    <a:pt x="4114975" y="685133"/>
                  </a:lnTo>
                  <a:lnTo>
                    <a:pt x="4116257" y="676241"/>
                  </a:lnTo>
                  <a:lnTo>
                    <a:pt x="4117539" y="661080"/>
                  </a:lnTo>
                  <a:lnTo>
                    <a:pt x="4118821" y="675436"/>
                  </a:lnTo>
                  <a:lnTo>
                    <a:pt x="4120103" y="650897"/>
                  </a:lnTo>
                  <a:lnTo>
                    <a:pt x="4121385" y="633438"/>
                  </a:lnTo>
                  <a:lnTo>
                    <a:pt x="4122666" y="615993"/>
                  </a:lnTo>
                  <a:lnTo>
                    <a:pt x="4123948" y="537582"/>
                  </a:lnTo>
                  <a:lnTo>
                    <a:pt x="4125230" y="557548"/>
                  </a:lnTo>
                  <a:lnTo>
                    <a:pt x="4126512" y="580765"/>
                  </a:lnTo>
                  <a:lnTo>
                    <a:pt x="4127794" y="613430"/>
                  </a:lnTo>
                  <a:lnTo>
                    <a:pt x="4129076" y="644585"/>
                  </a:lnTo>
                  <a:lnTo>
                    <a:pt x="4130357" y="654345"/>
                  </a:lnTo>
                  <a:lnTo>
                    <a:pt x="4131639" y="656401"/>
                  </a:lnTo>
                  <a:lnTo>
                    <a:pt x="4132921" y="625943"/>
                  </a:lnTo>
                  <a:lnTo>
                    <a:pt x="4134203" y="640566"/>
                  </a:lnTo>
                  <a:lnTo>
                    <a:pt x="4135485" y="637986"/>
                  </a:lnTo>
                  <a:lnTo>
                    <a:pt x="4136767" y="637986"/>
                  </a:lnTo>
                  <a:lnTo>
                    <a:pt x="4138048" y="660350"/>
                  </a:lnTo>
                  <a:lnTo>
                    <a:pt x="4139330" y="688736"/>
                  </a:lnTo>
                  <a:lnTo>
                    <a:pt x="4140612" y="669812"/>
                  </a:lnTo>
                  <a:lnTo>
                    <a:pt x="4141894" y="680134"/>
                  </a:lnTo>
                  <a:lnTo>
                    <a:pt x="4143176" y="755718"/>
                  </a:lnTo>
                  <a:lnTo>
                    <a:pt x="4144458" y="765154"/>
                  </a:lnTo>
                  <a:lnTo>
                    <a:pt x="4145740" y="776089"/>
                  </a:lnTo>
                  <a:lnTo>
                    <a:pt x="4147021" y="801207"/>
                  </a:lnTo>
                  <a:lnTo>
                    <a:pt x="4148303" y="818145"/>
                  </a:lnTo>
                  <a:lnTo>
                    <a:pt x="4149585" y="844258"/>
                  </a:lnTo>
                  <a:lnTo>
                    <a:pt x="4150867" y="847787"/>
                  </a:lnTo>
                  <a:lnTo>
                    <a:pt x="4152149" y="867548"/>
                  </a:lnTo>
                  <a:lnTo>
                    <a:pt x="4153431" y="847787"/>
                  </a:lnTo>
                  <a:lnTo>
                    <a:pt x="4154712" y="832966"/>
                  </a:lnTo>
                  <a:lnTo>
                    <a:pt x="4155994" y="832966"/>
                  </a:lnTo>
                  <a:lnTo>
                    <a:pt x="4157276" y="832966"/>
                  </a:lnTo>
                  <a:lnTo>
                    <a:pt x="4158558" y="820262"/>
                  </a:lnTo>
                  <a:lnTo>
                    <a:pt x="4159840" y="839318"/>
                  </a:lnTo>
                  <a:lnTo>
                    <a:pt x="4161122" y="847081"/>
                  </a:lnTo>
                  <a:lnTo>
                    <a:pt x="4162404" y="836004"/>
                  </a:lnTo>
                  <a:lnTo>
                    <a:pt x="4163685" y="825409"/>
                  </a:lnTo>
                  <a:lnTo>
                    <a:pt x="4164967" y="822253"/>
                  </a:lnTo>
                  <a:lnTo>
                    <a:pt x="4166249" y="781635"/>
                  </a:lnTo>
                  <a:lnTo>
                    <a:pt x="4167531" y="746367"/>
                  </a:lnTo>
                  <a:lnTo>
                    <a:pt x="4168813" y="724003"/>
                  </a:lnTo>
                  <a:lnTo>
                    <a:pt x="4170095" y="709380"/>
                  </a:lnTo>
                  <a:lnTo>
                    <a:pt x="4171376" y="687015"/>
                  </a:lnTo>
                  <a:lnTo>
                    <a:pt x="4172658" y="712821"/>
                  </a:lnTo>
                  <a:lnTo>
                    <a:pt x="4173940" y="716261"/>
                  </a:lnTo>
                  <a:lnTo>
                    <a:pt x="4175222" y="691316"/>
                  </a:lnTo>
                  <a:lnTo>
                    <a:pt x="4176504" y="670672"/>
                  </a:lnTo>
                  <a:lnTo>
                    <a:pt x="4177786" y="661210"/>
                  </a:lnTo>
                  <a:lnTo>
                    <a:pt x="4179068" y="605299"/>
                  </a:lnTo>
                  <a:lnTo>
                    <a:pt x="4180349" y="558850"/>
                  </a:lnTo>
                  <a:lnTo>
                    <a:pt x="4181631" y="616721"/>
                  </a:lnTo>
                  <a:lnTo>
                    <a:pt x="4182913" y="559405"/>
                  </a:lnTo>
                  <a:lnTo>
                    <a:pt x="4184195" y="519725"/>
                  </a:lnTo>
                  <a:lnTo>
                    <a:pt x="4185477" y="496321"/>
                  </a:lnTo>
                  <a:lnTo>
                    <a:pt x="4186759" y="518199"/>
                  </a:lnTo>
                  <a:lnTo>
                    <a:pt x="4188040" y="536549"/>
                  </a:lnTo>
                  <a:lnTo>
                    <a:pt x="4189322" y="548547"/>
                  </a:lnTo>
                  <a:lnTo>
                    <a:pt x="4190604" y="569719"/>
                  </a:lnTo>
                  <a:lnTo>
                    <a:pt x="4191886" y="620100"/>
                  </a:lnTo>
                  <a:lnTo>
                    <a:pt x="4193168" y="603402"/>
                  </a:lnTo>
                  <a:lnTo>
                    <a:pt x="4194450" y="587420"/>
                  </a:lnTo>
                  <a:lnTo>
                    <a:pt x="4195731" y="612441"/>
                  </a:lnTo>
                  <a:lnTo>
                    <a:pt x="4197013" y="553168"/>
                  </a:lnTo>
                  <a:lnTo>
                    <a:pt x="4198295" y="562454"/>
                  </a:lnTo>
                  <a:lnTo>
                    <a:pt x="4199577" y="550671"/>
                  </a:lnTo>
                  <a:lnTo>
                    <a:pt x="4200859" y="514912"/>
                  </a:lnTo>
                  <a:lnTo>
                    <a:pt x="4202141" y="537478"/>
                  </a:lnTo>
                  <a:lnTo>
                    <a:pt x="4203423" y="498556"/>
                  </a:lnTo>
                  <a:lnTo>
                    <a:pt x="4204704" y="480669"/>
                  </a:lnTo>
                  <a:lnTo>
                    <a:pt x="4205986" y="470913"/>
                  </a:lnTo>
                  <a:lnTo>
                    <a:pt x="4207268" y="446928"/>
                  </a:lnTo>
                  <a:lnTo>
                    <a:pt x="4208550" y="435952"/>
                  </a:lnTo>
                  <a:lnTo>
                    <a:pt x="4209832" y="424163"/>
                  </a:lnTo>
                  <a:lnTo>
                    <a:pt x="4211114" y="428635"/>
                  </a:lnTo>
                  <a:lnTo>
                    <a:pt x="4212395" y="453432"/>
                  </a:lnTo>
                  <a:lnTo>
                    <a:pt x="4213677" y="469286"/>
                  </a:lnTo>
                  <a:lnTo>
                    <a:pt x="4214959" y="474571"/>
                  </a:lnTo>
                  <a:lnTo>
                    <a:pt x="4216241" y="516036"/>
                  </a:lnTo>
                  <a:lnTo>
                    <a:pt x="4217523" y="519038"/>
                  </a:lnTo>
                  <a:lnTo>
                    <a:pt x="4218805" y="563508"/>
                  </a:lnTo>
                  <a:lnTo>
                    <a:pt x="4220087" y="559531"/>
                  </a:lnTo>
                  <a:lnTo>
                    <a:pt x="4221368" y="549755"/>
                  </a:lnTo>
                  <a:lnTo>
                    <a:pt x="4222650" y="615088"/>
                  </a:lnTo>
                  <a:lnTo>
                    <a:pt x="4223932" y="637380"/>
                  </a:lnTo>
                  <a:lnTo>
                    <a:pt x="4225214" y="624079"/>
                  </a:lnTo>
                  <a:lnTo>
                    <a:pt x="4226496" y="606899"/>
                  </a:lnTo>
                  <a:lnTo>
                    <a:pt x="4227778" y="548081"/>
                  </a:lnTo>
                  <a:lnTo>
                    <a:pt x="4229059" y="533329"/>
                  </a:lnTo>
                  <a:lnTo>
                    <a:pt x="4230341" y="511201"/>
                  </a:lnTo>
                  <a:lnTo>
                    <a:pt x="4231623" y="480467"/>
                  </a:lnTo>
                  <a:lnTo>
                    <a:pt x="4232905" y="462642"/>
                  </a:lnTo>
                  <a:lnTo>
                    <a:pt x="4234187" y="482201"/>
                  </a:lnTo>
                  <a:lnTo>
                    <a:pt x="4235469" y="460586"/>
                  </a:lnTo>
                  <a:lnTo>
                    <a:pt x="4236750" y="434539"/>
                  </a:lnTo>
                  <a:lnTo>
                    <a:pt x="4238032" y="407382"/>
                  </a:lnTo>
                  <a:lnTo>
                    <a:pt x="4239314" y="393393"/>
                  </a:lnTo>
                  <a:lnTo>
                    <a:pt x="4240596" y="469645"/>
                  </a:lnTo>
                  <a:lnTo>
                    <a:pt x="4241878" y="486701"/>
                  </a:lnTo>
                  <a:lnTo>
                    <a:pt x="4243160" y="506340"/>
                  </a:lnTo>
                  <a:lnTo>
                    <a:pt x="4244442" y="525464"/>
                  </a:lnTo>
                  <a:lnTo>
                    <a:pt x="4245723" y="555957"/>
                  </a:lnTo>
                  <a:lnTo>
                    <a:pt x="4247005" y="559058"/>
                  </a:lnTo>
                  <a:lnTo>
                    <a:pt x="4248287" y="574563"/>
                  </a:lnTo>
                  <a:lnTo>
                    <a:pt x="4249569" y="566811"/>
                  </a:lnTo>
                  <a:lnTo>
                    <a:pt x="4250851" y="581282"/>
                  </a:lnTo>
                  <a:lnTo>
                    <a:pt x="4252133" y="602990"/>
                  </a:lnTo>
                  <a:lnTo>
                    <a:pt x="4253414" y="612877"/>
                  </a:lnTo>
                  <a:lnTo>
                    <a:pt x="4254696" y="641072"/>
                  </a:lnTo>
                  <a:lnTo>
                    <a:pt x="4255978" y="642178"/>
                  </a:lnTo>
                  <a:lnTo>
                    <a:pt x="4257260" y="648465"/>
                  </a:lnTo>
                  <a:lnTo>
                    <a:pt x="4258542" y="616310"/>
                  </a:lnTo>
                  <a:lnTo>
                    <a:pt x="4259824" y="495773"/>
                  </a:lnTo>
                  <a:lnTo>
                    <a:pt x="4261106" y="439872"/>
                  </a:lnTo>
                  <a:lnTo>
                    <a:pt x="4262387" y="330044"/>
                  </a:lnTo>
                  <a:lnTo>
                    <a:pt x="4263669" y="300798"/>
                  </a:lnTo>
                  <a:lnTo>
                    <a:pt x="4264951" y="303378"/>
                  </a:lnTo>
                  <a:lnTo>
                    <a:pt x="4266233" y="331764"/>
                  </a:lnTo>
                  <a:lnTo>
                    <a:pt x="4267515" y="326603"/>
                  </a:lnTo>
                  <a:lnTo>
                    <a:pt x="4268797" y="344666"/>
                  </a:lnTo>
                  <a:lnTo>
                    <a:pt x="4270078" y="283594"/>
                  </a:lnTo>
                  <a:lnTo>
                    <a:pt x="4271360" y="245747"/>
                  </a:lnTo>
                  <a:lnTo>
                    <a:pt x="4272642" y="224242"/>
                  </a:lnTo>
                  <a:lnTo>
                    <a:pt x="4273924" y="181233"/>
                  </a:lnTo>
                  <a:lnTo>
                    <a:pt x="4275206" y="171771"/>
                  </a:lnTo>
                  <a:lnTo>
                    <a:pt x="4276488" y="211339"/>
                  </a:lnTo>
                  <a:lnTo>
                    <a:pt x="4277770" y="255208"/>
                  </a:lnTo>
                  <a:lnTo>
                    <a:pt x="4279051" y="324022"/>
                  </a:lnTo>
                  <a:lnTo>
                    <a:pt x="4280333" y="318861"/>
                  </a:lnTo>
                  <a:lnTo>
                    <a:pt x="4281615" y="333484"/>
                  </a:lnTo>
                  <a:lnTo>
                    <a:pt x="4282897" y="367891"/>
                  </a:lnTo>
                  <a:lnTo>
                    <a:pt x="4284179" y="356709"/>
                  </a:lnTo>
                  <a:lnTo>
                    <a:pt x="4285461" y="335204"/>
                  </a:lnTo>
                  <a:lnTo>
                    <a:pt x="4286742" y="342086"/>
                  </a:lnTo>
                  <a:lnTo>
                    <a:pt x="4288024" y="350688"/>
                  </a:lnTo>
                  <a:lnTo>
                    <a:pt x="4289306" y="383374"/>
                  </a:lnTo>
                  <a:lnTo>
                    <a:pt x="4290588" y="308539"/>
                  </a:lnTo>
                  <a:lnTo>
                    <a:pt x="4291870" y="242306"/>
                  </a:lnTo>
                  <a:lnTo>
                    <a:pt x="4293152" y="256929"/>
                  </a:lnTo>
                  <a:lnTo>
                    <a:pt x="4294433" y="346943"/>
                  </a:lnTo>
                  <a:lnTo>
                    <a:pt x="4295715" y="326468"/>
                  </a:lnTo>
                  <a:lnTo>
                    <a:pt x="4296997" y="332586"/>
                  </a:lnTo>
                  <a:lnTo>
                    <a:pt x="4298279" y="320588"/>
                  </a:lnTo>
                  <a:lnTo>
                    <a:pt x="4299561" y="310707"/>
                  </a:lnTo>
                  <a:lnTo>
                    <a:pt x="4300843" y="306473"/>
                  </a:lnTo>
                  <a:lnTo>
                    <a:pt x="4302125" y="273303"/>
                  </a:lnTo>
                  <a:lnTo>
                    <a:pt x="4303406" y="372899"/>
                  </a:lnTo>
                  <a:lnTo>
                    <a:pt x="4304688" y="437310"/>
                  </a:lnTo>
                  <a:lnTo>
                    <a:pt x="4305970" y="420483"/>
                  </a:lnTo>
                  <a:lnTo>
                    <a:pt x="4307252" y="461892"/>
                  </a:lnTo>
                  <a:lnTo>
                    <a:pt x="4308534" y="489801"/>
                  </a:lnTo>
                  <a:lnTo>
                    <a:pt x="4309816" y="539935"/>
                  </a:lnTo>
                  <a:lnTo>
                    <a:pt x="4311097" y="591102"/>
                  </a:lnTo>
                  <a:lnTo>
                    <a:pt x="4312379" y="600922"/>
                  </a:lnTo>
                  <a:lnTo>
                    <a:pt x="4313661" y="635034"/>
                  </a:lnTo>
                  <a:lnTo>
                    <a:pt x="4314943" y="620064"/>
                  </a:lnTo>
                  <a:lnTo>
                    <a:pt x="4316225" y="644390"/>
                  </a:lnTo>
                  <a:lnTo>
                    <a:pt x="4317507" y="651577"/>
                  </a:lnTo>
                  <a:lnTo>
                    <a:pt x="4318789" y="637202"/>
                  </a:lnTo>
                  <a:lnTo>
                    <a:pt x="4320070" y="612877"/>
                  </a:lnTo>
                  <a:lnTo>
                    <a:pt x="4321352" y="608561"/>
                  </a:lnTo>
                  <a:lnTo>
                    <a:pt x="4322634" y="551769"/>
                  </a:lnTo>
                  <a:lnTo>
                    <a:pt x="4323916" y="547803"/>
                  </a:lnTo>
                  <a:lnTo>
                    <a:pt x="4325198" y="503559"/>
                  </a:lnTo>
                  <a:lnTo>
                    <a:pt x="4326480" y="496477"/>
                  </a:lnTo>
                  <a:lnTo>
                    <a:pt x="4327761" y="420362"/>
                  </a:lnTo>
                  <a:lnTo>
                    <a:pt x="4329043" y="430684"/>
                  </a:lnTo>
                  <a:lnTo>
                    <a:pt x="4330325" y="450468"/>
                  </a:lnTo>
                  <a:lnTo>
                    <a:pt x="4331607" y="467671"/>
                  </a:lnTo>
                  <a:lnTo>
                    <a:pt x="4332889" y="474553"/>
                  </a:lnTo>
                  <a:lnTo>
                    <a:pt x="4334171" y="509820"/>
                  </a:lnTo>
                  <a:lnTo>
                    <a:pt x="4335452" y="501218"/>
                  </a:lnTo>
                  <a:lnTo>
                    <a:pt x="4336734" y="501218"/>
                  </a:lnTo>
                  <a:lnTo>
                    <a:pt x="4338016" y="581214"/>
                  </a:lnTo>
                  <a:lnTo>
                    <a:pt x="4339298" y="661210"/>
                  </a:lnTo>
                  <a:lnTo>
                    <a:pt x="4340580" y="719702"/>
                  </a:lnTo>
                  <a:lnTo>
                    <a:pt x="4341862" y="767012"/>
                  </a:lnTo>
                  <a:lnTo>
                    <a:pt x="4343144" y="781635"/>
                  </a:lnTo>
                  <a:lnTo>
                    <a:pt x="4344425" y="774753"/>
                  </a:lnTo>
                  <a:lnTo>
                    <a:pt x="4345707" y="746367"/>
                  </a:lnTo>
                  <a:lnTo>
                    <a:pt x="4346989" y="699058"/>
                  </a:lnTo>
                  <a:lnTo>
                    <a:pt x="4348271" y="639706"/>
                  </a:lnTo>
                  <a:lnTo>
                    <a:pt x="4349553" y="637008"/>
                  </a:lnTo>
                  <a:lnTo>
                    <a:pt x="4350835" y="628442"/>
                  </a:lnTo>
                  <a:lnTo>
                    <a:pt x="4352116" y="643970"/>
                  </a:lnTo>
                  <a:lnTo>
                    <a:pt x="4353398" y="633885"/>
                  </a:lnTo>
                  <a:lnTo>
                    <a:pt x="4354680" y="628832"/>
                  </a:lnTo>
                  <a:lnTo>
                    <a:pt x="4355962" y="590069"/>
                  </a:lnTo>
                  <a:lnTo>
                    <a:pt x="4357244" y="555440"/>
                  </a:lnTo>
                  <a:lnTo>
                    <a:pt x="4358526" y="531666"/>
                  </a:lnTo>
                  <a:lnTo>
                    <a:pt x="4359808" y="507374"/>
                  </a:lnTo>
                  <a:lnTo>
                    <a:pt x="4361089" y="499621"/>
                  </a:lnTo>
                  <a:lnTo>
                    <a:pt x="4362371" y="499621"/>
                  </a:lnTo>
                  <a:lnTo>
                    <a:pt x="4363653" y="502206"/>
                  </a:lnTo>
                  <a:lnTo>
                    <a:pt x="4364935" y="522879"/>
                  </a:lnTo>
                  <a:lnTo>
                    <a:pt x="4366217" y="544070"/>
                  </a:lnTo>
                  <a:lnTo>
                    <a:pt x="4367499" y="583866"/>
                  </a:lnTo>
                  <a:lnTo>
                    <a:pt x="4368780" y="615910"/>
                  </a:lnTo>
                  <a:lnTo>
                    <a:pt x="4370062" y="603478"/>
                  </a:lnTo>
                  <a:lnTo>
                    <a:pt x="4371344" y="591723"/>
                  </a:lnTo>
                  <a:lnTo>
                    <a:pt x="4372626" y="597058"/>
                  </a:lnTo>
                  <a:lnTo>
                    <a:pt x="4373908" y="636775"/>
                  </a:lnTo>
                  <a:lnTo>
                    <a:pt x="4375190" y="659490"/>
                  </a:lnTo>
                  <a:lnTo>
                    <a:pt x="4376471" y="717122"/>
                  </a:lnTo>
                  <a:lnTo>
                    <a:pt x="4377753" y="756690"/>
                  </a:lnTo>
                  <a:lnTo>
                    <a:pt x="4379035" y="797118"/>
                  </a:lnTo>
                  <a:lnTo>
                    <a:pt x="4380317" y="810020"/>
                  </a:lnTo>
                  <a:lnTo>
                    <a:pt x="4381599" y="810020"/>
                  </a:lnTo>
                  <a:lnTo>
                    <a:pt x="4382881" y="823783"/>
                  </a:lnTo>
                  <a:lnTo>
                    <a:pt x="4384163" y="828084"/>
                  </a:lnTo>
                  <a:lnTo>
                    <a:pt x="4385444" y="826364"/>
                  </a:lnTo>
                  <a:lnTo>
                    <a:pt x="4386726" y="783355"/>
                  </a:lnTo>
                  <a:lnTo>
                    <a:pt x="4388008" y="728304"/>
                  </a:lnTo>
                  <a:lnTo>
                    <a:pt x="4389290" y="677554"/>
                  </a:lnTo>
                  <a:lnTo>
                    <a:pt x="4390572" y="619922"/>
                  </a:lnTo>
                  <a:lnTo>
                    <a:pt x="4391854" y="593257"/>
                  </a:lnTo>
                  <a:lnTo>
                    <a:pt x="4393135" y="553689"/>
                  </a:lnTo>
                  <a:lnTo>
                    <a:pt x="4394417" y="521002"/>
                  </a:lnTo>
                  <a:lnTo>
                    <a:pt x="4395699" y="442726"/>
                  </a:lnTo>
                  <a:lnTo>
                    <a:pt x="4396981" y="377353"/>
                  </a:lnTo>
                  <a:lnTo>
                    <a:pt x="4398263" y="298217"/>
                  </a:lnTo>
                  <a:lnTo>
                    <a:pt x="4399545" y="225962"/>
                  </a:lnTo>
                  <a:lnTo>
                    <a:pt x="4400827" y="175212"/>
                  </a:lnTo>
                  <a:lnTo>
                    <a:pt x="4402108" y="173492"/>
                  </a:lnTo>
                  <a:lnTo>
                    <a:pt x="4403390" y="173492"/>
                  </a:lnTo>
                  <a:lnTo>
                    <a:pt x="4404672" y="179513"/>
                  </a:lnTo>
                  <a:lnTo>
                    <a:pt x="4405954" y="199297"/>
                  </a:lnTo>
                  <a:lnTo>
                    <a:pt x="4407236" y="227683"/>
                  </a:lnTo>
                  <a:lnTo>
                    <a:pt x="4408518" y="268971"/>
                  </a:lnTo>
                  <a:lnTo>
                    <a:pt x="4409799" y="298217"/>
                  </a:lnTo>
                  <a:lnTo>
                    <a:pt x="4411081" y="290475"/>
                  </a:lnTo>
                  <a:lnTo>
                    <a:pt x="4412363" y="286175"/>
                  </a:lnTo>
                  <a:lnTo>
                    <a:pt x="4413645" y="295636"/>
                  </a:lnTo>
                  <a:lnTo>
                    <a:pt x="4414927" y="361870"/>
                  </a:lnTo>
                  <a:lnTo>
                    <a:pt x="4416209" y="489655"/>
                  </a:lnTo>
                  <a:lnTo>
                    <a:pt x="4417491" y="562820"/>
                  </a:lnTo>
                  <a:lnTo>
                    <a:pt x="4418772" y="606419"/>
                  </a:lnTo>
                  <a:lnTo>
                    <a:pt x="4420054" y="685420"/>
                  </a:lnTo>
                  <a:lnTo>
                    <a:pt x="4421336" y="690085"/>
                  </a:lnTo>
                  <a:lnTo>
                    <a:pt x="4422618" y="706657"/>
                  </a:lnTo>
                  <a:lnTo>
                    <a:pt x="4423900" y="715524"/>
                  </a:lnTo>
                  <a:lnTo>
                    <a:pt x="4425182" y="729934"/>
                  </a:lnTo>
                  <a:lnTo>
                    <a:pt x="4426463" y="759384"/>
                  </a:lnTo>
                  <a:lnTo>
                    <a:pt x="4427745" y="779839"/>
                  </a:lnTo>
                  <a:lnTo>
                    <a:pt x="4429027" y="804165"/>
                  </a:lnTo>
                  <a:lnTo>
                    <a:pt x="4430309" y="826279"/>
                  </a:lnTo>
                  <a:lnTo>
                    <a:pt x="4431591" y="854475"/>
                  </a:lnTo>
                  <a:lnTo>
                    <a:pt x="4432873" y="869402"/>
                  </a:lnTo>
                  <a:lnTo>
                    <a:pt x="4434154" y="873825"/>
                  </a:lnTo>
                  <a:lnTo>
                    <a:pt x="4435436" y="879017"/>
                  </a:lnTo>
                  <a:lnTo>
                    <a:pt x="4436718" y="875702"/>
                  </a:lnTo>
                  <a:lnTo>
                    <a:pt x="4438000" y="887995"/>
                  </a:lnTo>
                  <a:lnTo>
                    <a:pt x="4439282" y="863492"/>
                  </a:lnTo>
                  <a:lnTo>
                    <a:pt x="4440564" y="838892"/>
                  </a:lnTo>
                  <a:lnTo>
                    <a:pt x="4441846" y="787934"/>
                  </a:lnTo>
                  <a:lnTo>
                    <a:pt x="4443127" y="746049"/>
                  </a:lnTo>
                  <a:lnTo>
                    <a:pt x="4444409" y="729418"/>
                  </a:lnTo>
                  <a:lnTo>
                    <a:pt x="4445691" y="689596"/>
                  </a:lnTo>
                  <a:lnTo>
                    <a:pt x="4446973" y="689596"/>
                  </a:lnTo>
                  <a:lnTo>
                    <a:pt x="4448255" y="689596"/>
                  </a:lnTo>
                  <a:lnTo>
                    <a:pt x="4449537" y="684435"/>
                  </a:lnTo>
                  <a:lnTo>
                    <a:pt x="4450818" y="668092"/>
                  </a:lnTo>
                  <a:lnTo>
                    <a:pt x="4452100" y="642287"/>
                  </a:lnTo>
                  <a:lnTo>
                    <a:pt x="4453382" y="625943"/>
                  </a:lnTo>
                  <a:lnTo>
                    <a:pt x="4454664" y="637986"/>
                  </a:lnTo>
                  <a:lnTo>
                    <a:pt x="4455946" y="623363"/>
                  </a:lnTo>
                  <a:lnTo>
                    <a:pt x="4457228" y="626803"/>
                  </a:lnTo>
                  <a:lnTo>
                    <a:pt x="4458510" y="644007"/>
                  </a:lnTo>
                  <a:lnTo>
                    <a:pt x="4459791" y="663791"/>
                  </a:lnTo>
                  <a:lnTo>
                    <a:pt x="4461073" y="715401"/>
                  </a:lnTo>
                  <a:lnTo>
                    <a:pt x="4462355" y="760130"/>
                  </a:lnTo>
                  <a:lnTo>
                    <a:pt x="4463637" y="775613"/>
                  </a:lnTo>
                  <a:lnTo>
                    <a:pt x="4464919" y="761851"/>
                  </a:lnTo>
                  <a:lnTo>
                    <a:pt x="4466201" y="708520"/>
                  </a:lnTo>
                  <a:lnTo>
                    <a:pt x="4467482" y="689596"/>
                  </a:lnTo>
                  <a:lnTo>
                    <a:pt x="4468764" y="694757"/>
                  </a:lnTo>
                  <a:lnTo>
                    <a:pt x="4470046" y="665511"/>
                  </a:lnTo>
                  <a:lnTo>
                    <a:pt x="4471328" y="678414"/>
                  </a:lnTo>
                  <a:lnTo>
                    <a:pt x="4472610" y="678414"/>
                  </a:lnTo>
                  <a:lnTo>
                    <a:pt x="4473892" y="705372"/>
                  </a:lnTo>
                  <a:lnTo>
                    <a:pt x="4475173" y="669628"/>
                  </a:lnTo>
                  <a:lnTo>
                    <a:pt x="4476455" y="650523"/>
                  </a:lnTo>
                  <a:lnTo>
                    <a:pt x="4477737" y="677700"/>
                  </a:lnTo>
                  <a:lnTo>
                    <a:pt x="4479019" y="689698"/>
                  </a:lnTo>
                  <a:lnTo>
                    <a:pt x="4480301" y="671348"/>
                  </a:lnTo>
                  <a:lnTo>
                    <a:pt x="4481583" y="635355"/>
                  </a:lnTo>
                  <a:lnTo>
                    <a:pt x="4482865" y="639125"/>
                  </a:lnTo>
                  <a:lnTo>
                    <a:pt x="4484146" y="594092"/>
                  </a:lnTo>
                  <a:lnTo>
                    <a:pt x="4485428" y="606478"/>
                  </a:lnTo>
                  <a:lnTo>
                    <a:pt x="4486710" y="618154"/>
                  </a:lnTo>
                  <a:lnTo>
                    <a:pt x="4487992" y="587420"/>
                  </a:lnTo>
                  <a:lnTo>
                    <a:pt x="4489274" y="584962"/>
                  </a:lnTo>
                  <a:lnTo>
                    <a:pt x="4490556" y="587420"/>
                  </a:lnTo>
                  <a:lnTo>
                    <a:pt x="4491837" y="570824"/>
                  </a:lnTo>
                  <a:lnTo>
                    <a:pt x="4493119" y="560649"/>
                  </a:lnTo>
                  <a:lnTo>
                    <a:pt x="4494401" y="600904"/>
                  </a:lnTo>
                  <a:lnTo>
                    <a:pt x="4495683" y="594733"/>
                  </a:lnTo>
                  <a:lnTo>
                    <a:pt x="4496965" y="525963"/>
                  </a:lnTo>
                  <a:lnTo>
                    <a:pt x="4498247" y="492086"/>
                  </a:lnTo>
                  <a:lnTo>
                    <a:pt x="4499529" y="465974"/>
                  </a:lnTo>
                  <a:lnTo>
                    <a:pt x="4500810" y="467385"/>
                  </a:lnTo>
                  <a:lnTo>
                    <a:pt x="4502092" y="454326"/>
                  </a:lnTo>
                  <a:lnTo>
                    <a:pt x="4503374" y="516786"/>
                  </a:lnTo>
                  <a:lnTo>
                    <a:pt x="4504656" y="539438"/>
                  </a:lnTo>
                  <a:lnTo>
                    <a:pt x="4505938" y="447887"/>
                  </a:lnTo>
                  <a:lnTo>
                    <a:pt x="4507220" y="481434"/>
                  </a:lnTo>
                  <a:lnTo>
                    <a:pt x="4508501" y="508099"/>
                  </a:lnTo>
                  <a:lnTo>
                    <a:pt x="4509783" y="505519"/>
                  </a:lnTo>
                  <a:lnTo>
                    <a:pt x="4511065" y="525303"/>
                  </a:lnTo>
                  <a:lnTo>
                    <a:pt x="4512347" y="543366"/>
                  </a:lnTo>
                  <a:lnTo>
                    <a:pt x="4513629" y="540786"/>
                  </a:lnTo>
                  <a:lnTo>
                    <a:pt x="4514911" y="545947"/>
                  </a:lnTo>
                  <a:lnTo>
                    <a:pt x="4516192" y="537345"/>
                  </a:lnTo>
                  <a:lnTo>
                    <a:pt x="4517474" y="550248"/>
                  </a:lnTo>
                  <a:lnTo>
                    <a:pt x="4518756" y="589964"/>
                  </a:lnTo>
                  <a:lnTo>
                    <a:pt x="4520038" y="588063"/>
                  </a:lnTo>
                  <a:lnTo>
                    <a:pt x="4521320" y="585859"/>
                  </a:lnTo>
                  <a:lnTo>
                    <a:pt x="4522602" y="569719"/>
                  </a:lnTo>
                  <a:lnTo>
                    <a:pt x="4523884" y="559133"/>
                  </a:lnTo>
                  <a:lnTo>
                    <a:pt x="4525165" y="559133"/>
                  </a:lnTo>
                  <a:lnTo>
                    <a:pt x="4526447" y="537961"/>
                  </a:lnTo>
                  <a:lnTo>
                    <a:pt x="4527729" y="518905"/>
                  </a:lnTo>
                  <a:lnTo>
                    <a:pt x="4529011" y="508319"/>
                  </a:lnTo>
                  <a:lnTo>
                    <a:pt x="4530293" y="515376"/>
                  </a:lnTo>
                  <a:lnTo>
                    <a:pt x="4531575" y="499850"/>
                  </a:lnTo>
                  <a:lnTo>
                    <a:pt x="4532856" y="500556"/>
                  </a:lnTo>
                  <a:lnTo>
                    <a:pt x="4534138" y="497027"/>
                  </a:lnTo>
                  <a:lnTo>
                    <a:pt x="4535420" y="506907"/>
                  </a:lnTo>
                  <a:lnTo>
                    <a:pt x="4536702" y="575073"/>
                  </a:lnTo>
                  <a:lnTo>
                    <a:pt x="4537984" y="581011"/>
                  </a:lnTo>
                  <a:lnTo>
                    <a:pt x="4539266" y="626180"/>
                  </a:lnTo>
                  <a:lnTo>
                    <a:pt x="4540548" y="664105"/>
                  </a:lnTo>
                  <a:lnTo>
                    <a:pt x="4541829" y="701225"/>
                  </a:lnTo>
                  <a:lnTo>
                    <a:pt x="4543111" y="715187"/>
                  </a:lnTo>
                  <a:lnTo>
                    <a:pt x="4544393" y="725474"/>
                  </a:lnTo>
                  <a:lnTo>
                    <a:pt x="4545675" y="743845"/>
                  </a:lnTo>
                  <a:lnTo>
                    <a:pt x="4546957" y="774707"/>
                  </a:lnTo>
                  <a:lnTo>
                    <a:pt x="4548239" y="804736"/>
                  </a:lnTo>
                  <a:lnTo>
                    <a:pt x="4549520" y="818145"/>
                  </a:lnTo>
                  <a:lnTo>
                    <a:pt x="4550802" y="829437"/>
                  </a:lnTo>
                  <a:lnTo>
                    <a:pt x="4552084" y="825203"/>
                  </a:lnTo>
                  <a:lnTo>
                    <a:pt x="4553366" y="838612"/>
                  </a:lnTo>
                  <a:lnTo>
                    <a:pt x="4554648" y="840729"/>
                  </a:lnTo>
                  <a:lnTo>
                    <a:pt x="4555930" y="817326"/>
                  </a:lnTo>
                  <a:lnTo>
                    <a:pt x="4557212" y="797486"/>
                  </a:lnTo>
                  <a:lnTo>
                    <a:pt x="4558493" y="754132"/>
                  </a:lnTo>
                  <a:lnTo>
                    <a:pt x="4559775" y="750458"/>
                  </a:lnTo>
                  <a:lnTo>
                    <a:pt x="4561057" y="735762"/>
                  </a:lnTo>
                  <a:lnTo>
                    <a:pt x="4562339" y="696816"/>
                  </a:lnTo>
                  <a:lnTo>
                    <a:pt x="4563621" y="702695"/>
                  </a:lnTo>
                  <a:lnTo>
                    <a:pt x="4564903" y="714452"/>
                  </a:lnTo>
                  <a:lnTo>
                    <a:pt x="4566184" y="717022"/>
                  </a:lnTo>
                  <a:lnTo>
                    <a:pt x="4567466" y="649168"/>
                  </a:lnTo>
                  <a:lnTo>
                    <a:pt x="4568748" y="693142"/>
                  </a:lnTo>
                  <a:lnTo>
                    <a:pt x="4570030" y="687264"/>
                  </a:lnTo>
                  <a:lnTo>
                    <a:pt x="4571312" y="697461"/>
                  </a:lnTo>
                  <a:lnTo>
                    <a:pt x="4572594" y="686169"/>
                  </a:lnTo>
                  <a:lnTo>
                    <a:pt x="4573875" y="693932"/>
                  </a:lnTo>
                  <a:lnTo>
                    <a:pt x="4575157" y="700284"/>
                  </a:lnTo>
                  <a:lnTo>
                    <a:pt x="4576439" y="717928"/>
                  </a:lnTo>
                  <a:lnTo>
                    <a:pt x="4577721" y="746158"/>
                  </a:lnTo>
                  <a:lnTo>
                    <a:pt x="4579003" y="749687"/>
                  </a:lnTo>
                  <a:lnTo>
                    <a:pt x="4580285" y="763802"/>
                  </a:lnTo>
                  <a:lnTo>
                    <a:pt x="4581567" y="784269"/>
                  </a:lnTo>
                  <a:lnTo>
                    <a:pt x="4582848" y="745452"/>
                  </a:lnTo>
                  <a:lnTo>
                    <a:pt x="4584130" y="734160"/>
                  </a:lnTo>
                  <a:lnTo>
                    <a:pt x="4585412" y="717222"/>
                  </a:lnTo>
                  <a:lnTo>
                    <a:pt x="4586694" y="712988"/>
                  </a:lnTo>
                  <a:lnTo>
                    <a:pt x="4587976" y="681385"/>
                  </a:lnTo>
                  <a:lnTo>
                    <a:pt x="4589258" y="673926"/>
                  </a:lnTo>
                  <a:lnTo>
                    <a:pt x="4590539" y="609600"/>
                  </a:lnTo>
                  <a:lnTo>
                    <a:pt x="4591821" y="609600"/>
                  </a:lnTo>
                  <a:lnTo>
                    <a:pt x="4593103" y="576913"/>
                  </a:lnTo>
                  <a:lnTo>
                    <a:pt x="4594385" y="553689"/>
                  </a:lnTo>
                  <a:lnTo>
                    <a:pt x="4595667" y="538205"/>
                  </a:lnTo>
                  <a:lnTo>
                    <a:pt x="4596949" y="534765"/>
                  </a:lnTo>
                  <a:lnTo>
                    <a:pt x="4598231" y="519282"/>
                  </a:lnTo>
                  <a:lnTo>
                    <a:pt x="4599512" y="473692"/>
                  </a:lnTo>
                  <a:lnTo>
                    <a:pt x="4600794" y="459069"/>
                  </a:lnTo>
                  <a:lnTo>
                    <a:pt x="4602076" y="433264"/>
                  </a:lnTo>
                  <a:lnTo>
                    <a:pt x="4603358" y="431544"/>
                  </a:lnTo>
                  <a:lnTo>
                    <a:pt x="4604640" y="454769"/>
                  </a:lnTo>
                  <a:lnTo>
                    <a:pt x="4605922" y="447027"/>
                  </a:lnTo>
                  <a:lnTo>
                    <a:pt x="4607203" y="455629"/>
                  </a:lnTo>
                  <a:lnTo>
                    <a:pt x="4608485" y="436705"/>
                  </a:lnTo>
                  <a:lnTo>
                    <a:pt x="4609767" y="416921"/>
                  </a:lnTo>
                  <a:lnTo>
                    <a:pt x="4611049" y="389395"/>
                  </a:lnTo>
                  <a:lnTo>
                    <a:pt x="4612331" y="389395"/>
                  </a:lnTo>
                  <a:lnTo>
                    <a:pt x="4613613" y="404878"/>
                  </a:lnTo>
                  <a:lnTo>
                    <a:pt x="4614894" y="397997"/>
                  </a:lnTo>
                  <a:lnTo>
                    <a:pt x="4616176" y="410900"/>
                  </a:lnTo>
                  <a:lnTo>
                    <a:pt x="4617458" y="391976"/>
                  </a:lnTo>
                  <a:lnTo>
                    <a:pt x="4618740" y="406599"/>
                  </a:lnTo>
                  <a:lnTo>
                    <a:pt x="4620022" y="510772"/>
                  </a:lnTo>
                  <a:lnTo>
                    <a:pt x="4621304" y="555731"/>
                  </a:lnTo>
                  <a:lnTo>
                    <a:pt x="4622586" y="578188"/>
                  </a:lnTo>
                  <a:lnTo>
                    <a:pt x="4623867" y="540078"/>
                  </a:lnTo>
                  <a:lnTo>
                    <a:pt x="4625149" y="560545"/>
                  </a:lnTo>
                  <a:lnTo>
                    <a:pt x="4626431" y="557722"/>
                  </a:lnTo>
                  <a:lnTo>
                    <a:pt x="4627713" y="578188"/>
                  </a:lnTo>
                  <a:lnTo>
                    <a:pt x="4628995" y="605007"/>
                  </a:lnTo>
                  <a:lnTo>
                    <a:pt x="4630277" y="637472"/>
                  </a:lnTo>
                  <a:lnTo>
                    <a:pt x="4631558" y="656527"/>
                  </a:lnTo>
                  <a:lnTo>
                    <a:pt x="4632840" y="646647"/>
                  </a:lnTo>
                  <a:lnTo>
                    <a:pt x="4634122" y="643824"/>
                  </a:lnTo>
                  <a:lnTo>
                    <a:pt x="4635404" y="626886"/>
                  </a:lnTo>
                  <a:lnTo>
                    <a:pt x="4636686" y="650881"/>
                  </a:lnTo>
                  <a:lnTo>
                    <a:pt x="4637968" y="656527"/>
                  </a:lnTo>
                  <a:lnTo>
                    <a:pt x="4639250" y="630414"/>
                  </a:lnTo>
                  <a:lnTo>
                    <a:pt x="4640531" y="677810"/>
                  </a:lnTo>
                  <a:lnTo>
                    <a:pt x="4641813" y="670886"/>
                  </a:lnTo>
                  <a:lnTo>
                    <a:pt x="4643095" y="683309"/>
                  </a:lnTo>
                  <a:lnTo>
                    <a:pt x="4644377" y="656878"/>
                  </a:lnTo>
                  <a:lnTo>
                    <a:pt x="4645659" y="620613"/>
                  </a:lnTo>
                  <a:lnTo>
                    <a:pt x="4646941" y="612007"/>
                  </a:lnTo>
                  <a:lnTo>
                    <a:pt x="4648222" y="600328"/>
                  </a:lnTo>
                  <a:lnTo>
                    <a:pt x="4649504" y="602787"/>
                  </a:lnTo>
                  <a:lnTo>
                    <a:pt x="4650786" y="614466"/>
                  </a:lnTo>
                  <a:lnTo>
                    <a:pt x="4652068" y="631062"/>
                  </a:lnTo>
                  <a:lnTo>
                    <a:pt x="4653350" y="654420"/>
                  </a:lnTo>
                  <a:lnTo>
                    <a:pt x="4654632" y="647658"/>
                  </a:lnTo>
                  <a:lnTo>
                    <a:pt x="4655913" y="635365"/>
                  </a:lnTo>
                  <a:lnTo>
                    <a:pt x="4657195" y="621842"/>
                  </a:lnTo>
                  <a:lnTo>
                    <a:pt x="4658477" y="605859"/>
                  </a:lnTo>
                  <a:lnTo>
                    <a:pt x="4659759" y="541489"/>
                  </a:lnTo>
                  <a:lnTo>
                    <a:pt x="4661041" y="520483"/>
                  </a:lnTo>
                  <a:lnTo>
                    <a:pt x="4662323" y="443586"/>
                  </a:lnTo>
                  <a:lnTo>
                    <a:pt x="4663605" y="459930"/>
                  </a:lnTo>
                  <a:lnTo>
                    <a:pt x="4664886" y="487455"/>
                  </a:lnTo>
                  <a:lnTo>
                    <a:pt x="4666168" y="477133"/>
                  </a:lnTo>
                  <a:lnTo>
                    <a:pt x="4667450" y="460790"/>
                  </a:lnTo>
                  <a:lnTo>
                    <a:pt x="4668732" y="386815"/>
                  </a:lnTo>
                  <a:lnTo>
                    <a:pt x="4670014" y="348967"/>
                  </a:lnTo>
                  <a:lnTo>
                    <a:pt x="4671296" y="348967"/>
                  </a:lnTo>
                  <a:lnTo>
                    <a:pt x="4672577" y="356709"/>
                  </a:lnTo>
                  <a:lnTo>
                    <a:pt x="4673859" y="393696"/>
                  </a:lnTo>
                  <a:lnTo>
                    <a:pt x="4675141" y="406599"/>
                  </a:lnTo>
                  <a:lnTo>
                    <a:pt x="4676423" y="417781"/>
                  </a:lnTo>
                  <a:lnTo>
                    <a:pt x="4677705" y="440146"/>
                  </a:lnTo>
                  <a:lnTo>
                    <a:pt x="4678987" y="445307"/>
                  </a:lnTo>
                  <a:lnTo>
                    <a:pt x="4680269" y="468531"/>
                  </a:lnTo>
                  <a:lnTo>
                    <a:pt x="4681550" y="502938"/>
                  </a:lnTo>
                  <a:lnTo>
                    <a:pt x="4682832" y="532184"/>
                  </a:lnTo>
                  <a:lnTo>
                    <a:pt x="4684114" y="583795"/>
                  </a:lnTo>
                  <a:lnTo>
                    <a:pt x="4685396" y="623363"/>
                  </a:lnTo>
                  <a:lnTo>
                    <a:pt x="4686678" y="657770"/>
                  </a:lnTo>
                  <a:lnTo>
                    <a:pt x="4687960" y="729164"/>
                  </a:lnTo>
                  <a:lnTo>
                    <a:pt x="4689241" y="758410"/>
                  </a:lnTo>
                  <a:lnTo>
                    <a:pt x="4690523" y="772173"/>
                  </a:lnTo>
                  <a:lnTo>
                    <a:pt x="4691805" y="775613"/>
                  </a:lnTo>
                  <a:lnTo>
                    <a:pt x="4693087" y="775613"/>
                  </a:lnTo>
                  <a:lnTo>
                    <a:pt x="4694369" y="785075"/>
                  </a:lnTo>
                  <a:lnTo>
                    <a:pt x="4695651" y="800558"/>
                  </a:lnTo>
                  <a:lnTo>
                    <a:pt x="4696933" y="832385"/>
                  </a:lnTo>
                  <a:lnTo>
                    <a:pt x="4698214" y="844427"/>
                  </a:lnTo>
                  <a:lnTo>
                    <a:pt x="4699496" y="844427"/>
                  </a:lnTo>
                  <a:lnTo>
                    <a:pt x="4700778" y="844427"/>
                  </a:lnTo>
                  <a:lnTo>
                    <a:pt x="4702060" y="844427"/>
                  </a:lnTo>
                  <a:lnTo>
                    <a:pt x="4703342" y="844427"/>
                  </a:lnTo>
                  <a:lnTo>
                    <a:pt x="4704624" y="847008"/>
                  </a:lnTo>
                  <a:lnTo>
                    <a:pt x="4705905" y="861631"/>
                  </a:lnTo>
                  <a:lnTo>
                    <a:pt x="4707187" y="866792"/>
                  </a:lnTo>
                  <a:lnTo>
                    <a:pt x="4708469" y="878834"/>
                  </a:lnTo>
                  <a:lnTo>
                    <a:pt x="4709751" y="878834"/>
                  </a:lnTo>
                  <a:lnTo>
                    <a:pt x="4711033" y="878834"/>
                  </a:lnTo>
                  <a:lnTo>
                    <a:pt x="4712315" y="865932"/>
                  </a:lnTo>
                  <a:lnTo>
                    <a:pt x="4713596" y="851309"/>
                  </a:lnTo>
                  <a:lnTo>
                    <a:pt x="4714878" y="859050"/>
                  </a:lnTo>
                  <a:lnTo>
                    <a:pt x="4716160" y="847008"/>
                  </a:lnTo>
                  <a:lnTo>
                    <a:pt x="4717442" y="861631"/>
                  </a:lnTo>
                  <a:lnTo>
                    <a:pt x="4718724" y="854749"/>
                  </a:lnTo>
                  <a:lnTo>
                    <a:pt x="4720006" y="817762"/>
                  </a:lnTo>
                  <a:lnTo>
                    <a:pt x="4721288" y="810020"/>
                  </a:lnTo>
                  <a:lnTo>
                    <a:pt x="4722569" y="810020"/>
                  </a:lnTo>
                  <a:lnTo>
                    <a:pt x="4723851" y="810020"/>
                  </a:lnTo>
                  <a:lnTo>
                    <a:pt x="4725133" y="809160"/>
                  </a:lnTo>
                  <a:lnTo>
                    <a:pt x="4726415" y="811448"/>
                  </a:lnTo>
                  <a:lnTo>
                    <a:pt x="4727697" y="791068"/>
                  </a:lnTo>
                  <a:lnTo>
                    <a:pt x="4728979" y="749687"/>
                  </a:lnTo>
                  <a:lnTo>
                    <a:pt x="4730260" y="740869"/>
                  </a:lnTo>
                  <a:lnTo>
                    <a:pt x="4731542" y="720431"/>
                  </a:lnTo>
                  <a:lnTo>
                    <a:pt x="4732824" y="716502"/>
                  </a:lnTo>
                  <a:lnTo>
                    <a:pt x="4734106" y="736585"/>
                  </a:lnTo>
                  <a:lnTo>
                    <a:pt x="4735388" y="737693"/>
                  </a:lnTo>
                  <a:lnTo>
                    <a:pt x="4736670" y="728977"/>
                  </a:lnTo>
                  <a:lnTo>
                    <a:pt x="4737952" y="751840"/>
                  </a:lnTo>
                  <a:lnTo>
                    <a:pt x="4739233" y="764761"/>
                  </a:lnTo>
                  <a:lnTo>
                    <a:pt x="4740515" y="755458"/>
                  </a:lnTo>
                  <a:lnTo>
                    <a:pt x="4741797" y="736851"/>
                  </a:lnTo>
                  <a:lnTo>
                    <a:pt x="4743079" y="727031"/>
                  </a:lnTo>
                  <a:lnTo>
                    <a:pt x="4744361" y="727548"/>
                  </a:lnTo>
                  <a:lnTo>
                    <a:pt x="4745643" y="737368"/>
                  </a:lnTo>
                  <a:lnTo>
                    <a:pt x="4746924" y="719578"/>
                  </a:lnTo>
                  <a:lnTo>
                    <a:pt x="4748206" y="749985"/>
                  </a:lnTo>
                  <a:lnTo>
                    <a:pt x="4749488" y="791636"/>
                  </a:lnTo>
                  <a:lnTo>
                    <a:pt x="4750770" y="797838"/>
                  </a:lnTo>
                  <a:lnTo>
                    <a:pt x="4752052" y="821609"/>
                  </a:lnTo>
                  <a:lnTo>
                    <a:pt x="4753334" y="834761"/>
                  </a:lnTo>
                  <a:lnTo>
                    <a:pt x="4754615" y="842556"/>
                  </a:lnTo>
                  <a:lnTo>
                    <a:pt x="4755897" y="850837"/>
                  </a:lnTo>
                  <a:lnTo>
                    <a:pt x="4757179" y="840736"/>
                  </a:lnTo>
                  <a:lnTo>
                    <a:pt x="4758461" y="848401"/>
                  </a:lnTo>
                  <a:lnTo>
                    <a:pt x="4759743" y="843043"/>
                  </a:lnTo>
                  <a:lnTo>
                    <a:pt x="4761025" y="841581"/>
                  </a:lnTo>
                  <a:lnTo>
                    <a:pt x="4762307" y="841094"/>
                  </a:lnTo>
                  <a:lnTo>
                    <a:pt x="4763588" y="831351"/>
                  </a:lnTo>
                  <a:lnTo>
                    <a:pt x="4764870" y="821613"/>
                  </a:lnTo>
                  <a:lnTo>
                    <a:pt x="4766152" y="837118"/>
                  </a:lnTo>
                  <a:lnTo>
                    <a:pt x="4767434" y="840736"/>
                  </a:lnTo>
                  <a:lnTo>
                    <a:pt x="4768716" y="839548"/>
                  </a:lnTo>
                  <a:lnTo>
                    <a:pt x="4769998" y="841895"/>
                  </a:lnTo>
                  <a:lnTo>
                    <a:pt x="4771279" y="831288"/>
                  </a:lnTo>
                  <a:lnTo>
                    <a:pt x="4772561" y="790621"/>
                  </a:lnTo>
                  <a:lnTo>
                    <a:pt x="4773843" y="781320"/>
                  </a:lnTo>
                  <a:lnTo>
                    <a:pt x="4775125" y="755602"/>
                  </a:lnTo>
                  <a:lnTo>
                    <a:pt x="4776407" y="734111"/>
                  </a:lnTo>
                  <a:lnTo>
                    <a:pt x="4777689" y="679274"/>
                  </a:lnTo>
                  <a:lnTo>
                    <a:pt x="4778971" y="670672"/>
                  </a:lnTo>
                  <a:lnTo>
                    <a:pt x="4780252" y="658630"/>
                  </a:lnTo>
                  <a:lnTo>
                    <a:pt x="4781534" y="666371"/>
                  </a:lnTo>
                  <a:lnTo>
                    <a:pt x="4782816" y="672393"/>
                  </a:lnTo>
                  <a:lnTo>
                    <a:pt x="4784098" y="686155"/>
                  </a:lnTo>
                  <a:lnTo>
                    <a:pt x="4785380" y="689596"/>
                  </a:lnTo>
                  <a:lnTo>
                    <a:pt x="4786662" y="689596"/>
                  </a:lnTo>
                  <a:lnTo>
                    <a:pt x="4787943" y="689596"/>
                  </a:lnTo>
                  <a:lnTo>
                    <a:pt x="4789225" y="689596"/>
                  </a:lnTo>
                  <a:lnTo>
                    <a:pt x="4790507" y="705939"/>
                  </a:lnTo>
                  <a:lnTo>
                    <a:pt x="4791789" y="724003"/>
                  </a:lnTo>
                  <a:lnTo>
                    <a:pt x="4793071" y="723143"/>
                  </a:lnTo>
                  <a:lnTo>
                    <a:pt x="4794353" y="723143"/>
                  </a:lnTo>
                  <a:lnTo>
                    <a:pt x="4795635" y="698198"/>
                  </a:lnTo>
                  <a:lnTo>
                    <a:pt x="4796916" y="677554"/>
                  </a:lnTo>
                  <a:lnTo>
                    <a:pt x="4798198" y="677554"/>
                  </a:lnTo>
                  <a:lnTo>
                    <a:pt x="4799480" y="688736"/>
                  </a:lnTo>
                  <a:lnTo>
                    <a:pt x="4800762" y="687876"/>
                  </a:lnTo>
                  <a:lnTo>
                    <a:pt x="4802044" y="700499"/>
                  </a:lnTo>
                  <a:lnTo>
                    <a:pt x="4803326" y="675518"/>
                  </a:lnTo>
                  <a:lnTo>
                    <a:pt x="4804607" y="597950"/>
                  </a:lnTo>
                  <a:lnTo>
                    <a:pt x="4805889" y="547841"/>
                  </a:lnTo>
                  <a:lnTo>
                    <a:pt x="4807171" y="504084"/>
                  </a:lnTo>
                  <a:lnTo>
                    <a:pt x="4808453" y="456093"/>
                  </a:lnTo>
                  <a:lnTo>
                    <a:pt x="4809735" y="460286"/>
                  </a:lnTo>
                  <a:lnTo>
                    <a:pt x="4811017" y="409537"/>
                  </a:lnTo>
                  <a:lnTo>
                    <a:pt x="4812298" y="360606"/>
                  </a:lnTo>
                  <a:lnTo>
                    <a:pt x="4813580" y="332331"/>
                  </a:lnTo>
                  <a:lnTo>
                    <a:pt x="4814862" y="377455"/>
                  </a:lnTo>
                  <a:lnTo>
                    <a:pt x="4816144" y="398368"/>
                  </a:lnTo>
                  <a:lnTo>
                    <a:pt x="4817426" y="390628"/>
                  </a:lnTo>
                  <a:lnTo>
                    <a:pt x="4818708" y="392287"/>
                  </a:lnTo>
                  <a:lnTo>
                    <a:pt x="4819990" y="391181"/>
                  </a:lnTo>
                  <a:lnTo>
                    <a:pt x="4821271" y="408490"/>
                  </a:lnTo>
                  <a:lnTo>
                    <a:pt x="4822553" y="375973"/>
                  </a:lnTo>
                  <a:lnTo>
                    <a:pt x="4823835" y="446660"/>
                  </a:lnTo>
                  <a:lnTo>
                    <a:pt x="4825117" y="490302"/>
                  </a:lnTo>
                  <a:lnTo>
                    <a:pt x="4826399" y="528412"/>
                  </a:lnTo>
                  <a:lnTo>
                    <a:pt x="4827681" y="570209"/>
                  </a:lnTo>
                  <a:lnTo>
                    <a:pt x="4828962" y="618245"/>
                  </a:lnTo>
                  <a:lnTo>
                    <a:pt x="4830244" y="682034"/>
                  </a:lnTo>
                  <a:lnTo>
                    <a:pt x="4831526" y="697461"/>
                  </a:lnTo>
                  <a:lnTo>
                    <a:pt x="4832808" y="751838"/>
                  </a:lnTo>
                  <a:lnTo>
                    <a:pt x="4834090" y="810643"/>
                  </a:lnTo>
                  <a:lnTo>
                    <a:pt x="4835372" y="790236"/>
                  </a:lnTo>
                  <a:lnTo>
                    <a:pt x="4836654" y="829804"/>
                  </a:lnTo>
                  <a:lnTo>
                    <a:pt x="4837935" y="849588"/>
                  </a:lnTo>
                  <a:lnTo>
                    <a:pt x="4839217" y="861631"/>
                  </a:lnTo>
                  <a:lnTo>
                    <a:pt x="4840499" y="878834"/>
                  </a:lnTo>
                  <a:lnTo>
                    <a:pt x="4841781" y="878834"/>
                  </a:lnTo>
                  <a:lnTo>
                    <a:pt x="4843063" y="878834"/>
                  </a:lnTo>
                  <a:lnTo>
                    <a:pt x="4844345" y="875394"/>
                  </a:lnTo>
                  <a:lnTo>
                    <a:pt x="4845626" y="861631"/>
                  </a:lnTo>
                  <a:lnTo>
                    <a:pt x="4846908" y="861631"/>
                  </a:lnTo>
                  <a:lnTo>
                    <a:pt x="4848190" y="861631"/>
                  </a:lnTo>
                  <a:lnTo>
                    <a:pt x="4849472" y="851309"/>
                  </a:lnTo>
                  <a:lnTo>
                    <a:pt x="4850754" y="834965"/>
                  </a:lnTo>
                  <a:lnTo>
                    <a:pt x="4852036" y="814321"/>
                  </a:lnTo>
                  <a:lnTo>
                    <a:pt x="4853317" y="790236"/>
                  </a:lnTo>
                  <a:lnTo>
                    <a:pt x="4854599" y="769592"/>
                  </a:lnTo>
                  <a:lnTo>
                    <a:pt x="4855881" y="723143"/>
                  </a:lnTo>
                  <a:lnTo>
                    <a:pt x="4857163" y="682715"/>
                  </a:lnTo>
                  <a:lnTo>
                    <a:pt x="4858445" y="606159"/>
                  </a:lnTo>
                  <a:lnTo>
                    <a:pt x="4859727" y="544227"/>
                  </a:lnTo>
                  <a:lnTo>
                    <a:pt x="4861009" y="517561"/>
                  </a:lnTo>
                  <a:lnTo>
                    <a:pt x="4862290" y="517561"/>
                  </a:lnTo>
                  <a:lnTo>
                    <a:pt x="4863572" y="521002"/>
                  </a:lnTo>
                  <a:lnTo>
                    <a:pt x="4864854" y="534765"/>
                  </a:lnTo>
                  <a:lnTo>
                    <a:pt x="4866136" y="521002"/>
                  </a:lnTo>
                  <a:lnTo>
                    <a:pt x="4867418" y="500358"/>
                  </a:lnTo>
                  <a:lnTo>
                    <a:pt x="4868700" y="493476"/>
                  </a:lnTo>
                  <a:lnTo>
                    <a:pt x="4869981" y="446167"/>
                  </a:lnTo>
                  <a:lnTo>
                    <a:pt x="4871263" y="405739"/>
                  </a:lnTo>
                  <a:lnTo>
                    <a:pt x="4872545" y="416921"/>
                  </a:lnTo>
                  <a:lnTo>
                    <a:pt x="4873827" y="446167"/>
                  </a:lnTo>
                  <a:lnTo>
                    <a:pt x="4875109" y="506379"/>
                  </a:lnTo>
                  <a:lnTo>
                    <a:pt x="4876391" y="558850"/>
                  </a:lnTo>
                  <a:lnTo>
                    <a:pt x="4877673" y="607019"/>
                  </a:lnTo>
                  <a:lnTo>
                    <a:pt x="4878954" y="662931"/>
                  </a:lnTo>
                  <a:lnTo>
                    <a:pt x="4880236" y="675833"/>
                  </a:lnTo>
                  <a:lnTo>
                    <a:pt x="4881518" y="637986"/>
                  </a:lnTo>
                  <a:lnTo>
                    <a:pt x="4882800" y="606159"/>
                  </a:lnTo>
                  <a:lnTo>
                    <a:pt x="4884082" y="590676"/>
                  </a:lnTo>
                  <a:lnTo>
                    <a:pt x="4885364" y="591536"/>
                  </a:lnTo>
                  <a:lnTo>
                    <a:pt x="4886645" y="586375"/>
                  </a:lnTo>
                  <a:lnTo>
                    <a:pt x="4887927" y="572612"/>
                  </a:lnTo>
                  <a:lnTo>
                    <a:pt x="4889209" y="615621"/>
                  </a:lnTo>
                  <a:lnTo>
                    <a:pt x="4890491" y="655189"/>
                  </a:lnTo>
                  <a:lnTo>
                    <a:pt x="4891773" y="616481"/>
                  </a:lnTo>
                  <a:lnTo>
                    <a:pt x="4893055" y="584655"/>
                  </a:lnTo>
                  <a:lnTo>
                    <a:pt x="4894336" y="540786"/>
                  </a:lnTo>
                  <a:lnTo>
                    <a:pt x="4895618" y="582139"/>
                  </a:lnTo>
                  <a:lnTo>
                    <a:pt x="4896900" y="611577"/>
                  </a:lnTo>
                  <a:lnTo>
                    <a:pt x="4898182" y="617029"/>
                  </a:lnTo>
                  <a:lnTo>
                    <a:pt x="4899464" y="632532"/>
                  </a:lnTo>
                  <a:lnTo>
                    <a:pt x="4900746" y="699372"/>
                  </a:lnTo>
                  <a:lnTo>
                    <a:pt x="4902028" y="728482"/>
                  </a:lnTo>
                  <a:lnTo>
                    <a:pt x="4903309" y="730639"/>
                  </a:lnTo>
                  <a:lnTo>
                    <a:pt x="4904591" y="739859"/>
                  </a:lnTo>
                  <a:lnTo>
                    <a:pt x="4905873" y="758299"/>
                  </a:lnTo>
                  <a:lnTo>
                    <a:pt x="4907155" y="780428"/>
                  </a:lnTo>
                  <a:lnTo>
                    <a:pt x="4908437" y="795180"/>
                  </a:lnTo>
                  <a:lnTo>
                    <a:pt x="4909719" y="810547"/>
                  </a:lnTo>
                  <a:lnTo>
                    <a:pt x="4911000" y="847427"/>
                  </a:lnTo>
                  <a:lnTo>
                    <a:pt x="4912282" y="870170"/>
                  </a:lnTo>
                  <a:lnTo>
                    <a:pt x="4913564" y="901518"/>
                  </a:lnTo>
                  <a:lnTo>
                    <a:pt x="4914846" y="913279"/>
                  </a:lnTo>
                  <a:lnTo>
                    <a:pt x="4916128" y="913279"/>
                  </a:lnTo>
                  <a:lnTo>
                    <a:pt x="4917410" y="913279"/>
                  </a:lnTo>
                  <a:lnTo>
                    <a:pt x="4918692" y="913279"/>
                  </a:lnTo>
                  <a:lnTo>
                    <a:pt x="4919973" y="913279"/>
                  </a:lnTo>
                  <a:lnTo>
                    <a:pt x="4921255" y="913279"/>
                  </a:lnTo>
                  <a:lnTo>
                    <a:pt x="4922537" y="913241"/>
                  </a:lnTo>
                  <a:lnTo>
                    <a:pt x="4923819" y="913241"/>
                  </a:lnTo>
                  <a:lnTo>
                    <a:pt x="4925101" y="913241"/>
                  </a:lnTo>
                  <a:lnTo>
                    <a:pt x="4926383" y="913241"/>
                  </a:lnTo>
                  <a:lnTo>
                    <a:pt x="4927664" y="913241"/>
                  </a:lnTo>
                  <a:lnTo>
                    <a:pt x="4928946" y="905500"/>
                  </a:lnTo>
                  <a:lnTo>
                    <a:pt x="4930228" y="896038"/>
                  </a:lnTo>
                  <a:lnTo>
                    <a:pt x="4931510" y="890016"/>
                  </a:lnTo>
                  <a:lnTo>
                    <a:pt x="4932792" y="878834"/>
                  </a:lnTo>
                  <a:lnTo>
                    <a:pt x="4934074" y="878834"/>
                  </a:lnTo>
                  <a:lnTo>
                    <a:pt x="4935356" y="878834"/>
                  </a:lnTo>
                  <a:lnTo>
                    <a:pt x="4936637" y="878834"/>
                  </a:lnTo>
                  <a:lnTo>
                    <a:pt x="4937919" y="878834"/>
                  </a:lnTo>
                  <a:lnTo>
                    <a:pt x="4939201" y="878834"/>
                  </a:lnTo>
                  <a:lnTo>
                    <a:pt x="4940483" y="878834"/>
                  </a:lnTo>
                  <a:lnTo>
                    <a:pt x="4941765" y="878834"/>
                  </a:lnTo>
                  <a:lnTo>
                    <a:pt x="4943047" y="878834"/>
                  </a:lnTo>
                  <a:lnTo>
                    <a:pt x="4944328" y="878834"/>
                  </a:lnTo>
                  <a:lnTo>
                    <a:pt x="4945610" y="878834"/>
                  </a:lnTo>
                  <a:lnTo>
                    <a:pt x="4946892" y="878834"/>
                  </a:lnTo>
                  <a:lnTo>
                    <a:pt x="4948174" y="886576"/>
                  </a:lnTo>
                  <a:lnTo>
                    <a:pt x="4949456" y="896038"/>
                  </a:lnTo>
                  <a:lnTo>
                    <a:pt x="4950738" y="896038"/>
                  </a:lnTo>
                  <a:lnTo>
                    <a:pt x="4952019" y="896038"/>
                  </a:lnTo>
                  <a:lnTo>
                    <a:pt x="4953301" y="896038"/>
                  </a:lnTo>
                  <a:lnTo>
                    <a:pt x="4954583" y="860771"/>
                  </a:lnTo>
                  <a:lnTo>
                    <a:pt x="4955865" y="841107"/>
                  </a:lnTo>
                  <a:lnTo>
                    <a:pt x="4957147" y="823205"/>
                  </a:lnTo>
                  <a:lnTo>
                    <a:pt x="4958429" y="796752"/>
                  </a:lnTo>
                  <a:lnTo>
                    <a:pt x="4959711" y="778623"/>
                  </a:lnTo>
                  <a:lnTo>
                    <a:pt x="4960992" y="762390"/>
                  </a:lnTo>
                  <a:lnTo>
                    <a:pt x="4962274" y="762390"/>
                  </a:lnTo>
                  <a:lnTo>
                    <a:pt x="4963556" y="762390"/>
                  </a:lnTo>
                  <a:lnTo>
                    <a:pt x="4964838" y="754627"/>
                  </a:lnTo>
                  <a:lnTo>
                    <a:pt x="4966120" y="734160"/>
                  </a:lnTo>
                  <a:lnTo>
                    <a:pt x="4967402" y="733454"/>
                  </a:lnTo>
                  <a:lnTo>
                    <a:pt x="4968683" y="720045"/>
                  </a:lnTo>
                  <a:lnTo>
                    <a:pt x="4969965" y="713693"/>
                  </a:lnTo>
                  <a:lnTo>
                    <a:pt x="4971247" y="720045"/>
                  </a:lnTo>
                  <a:lnTo>
                    <a:pt x="4972529" y="720045"/>
                  </a:lnTo>
                  <a:lnTo>
                    <a:pt x="4973811" y="748981"/>
                  </a:lnTo>
                  <a:lnTo>
                    <a:pt x="4975093" y="763685"/>
                  </a:lnTo>
                  <a:lnTo>
                    <a:pt x="4976375" y="783525"/>
                  </a:lnTo>
                  <a:lnTo>
                    <a:pt x="4977656" y="809978"/>
                  </a:lnTo>
                  <a:lnTo>
                    <a:pt x="4978938" y="807440"/>
                  </a:lnTo>
                  <a:lnTo>
                    <a:pt x="4980220" y="827224"/>
                  </a:lnTo>
                  <a:lnTo>
                    <a:pt x="4981502" y="827224"/>
                  </a:lnTo>
                  <a:lnTo>
                    <a:pt x="4982784" y="827224"/>
                  </a:lnTo>
                  <a:lnTo>
                    <a:pt x="4984066" y="836686"/>
                  </a:lnTo>
                  <a:lnTo>
                    <a:pt x="4985347" y="861631"/>
                  </a:lnTo>
                  <a:lnTo>
                    <a:pt x="4986629" y="862491"/>
                  </a:lnTo>
                  <a:lnTo>
                    <a:pt x="4987911" y="878834"/>
                  </a:lnTo>
                  <a:lnTo>
                    <a:pt x="4989193" y="892597"/>
                  </a:lnTo>
                  <a:lnTo>
                    <a:pt x="4990475" y="896038"/>
                  </a:lnTo>
                  <a:lnTo>
                    <a:pt x="4991757" y="882275"/>
                  </a:lnTo>
                  <a:lnTo>
                    <a:pt x="4993038" y="878834"/>
                  </a:lnTo>
                  <a:lnTo>
                    <a:pt x="4994320" y="896038"/>
                  </a:lnTo>
                  <a:lnTo>
                    <a:pt x="4995602" y="896038"/>
                  </a:lnTo>
                  <a:lnTo>
                    <a:pt x="4996884" y="896038"/>
                  </a:lnTo>
                  <a:lnTo>
                    <a:pt x="4998166" y="896038"/>
                  </a:lnTo>
                  <a:lnTo>
                    <a:pt x="4999448" y="890016"/>
                  </a:lnTo>
                  <a:lnTo>
                    <a:pt x="5000730" y="878834"/>
                  </a:lnTo>
                  <a:lnTo>
                    <a:pt x="5002011" y="878834"/>
                  </a:lnTo>
                  <a:lnTo>
                    <a:pt x="5003293" y="878834"/>
                  </a:lnTo>
                  <a:lnTo>
                    <a:pt x="5004575" y="878834"/>
                  </a:lnTo>
                  <a:lnTo>
                    <a:pt x="5005857" y="878834"/>
                  </a:lnTo>
                  <a:lnTo>
                    <a:pt x="5007139" y="878834"/>
                  </a:lnTo>
                  <a:lnTo>
                    <a:pt x="5008421" y="878834"/>
                  </a:lnTo>
                  <a:lnTo>
                    <a:pt x="5009702" y="851309"/>
                  </a:lnTo>
                  <a:lnTo>
                    <a:pt x="5010984" y="856470"/>
                  </a:lnTo>
                  <a:lnTo>
                    <a:pt x="5012266" y="862395"/>
                  </a:lnTo>
                  <a:lnTo>
                    <a:pt x="5013548" y="816734"/>
                  </a:lnTo>
                  <a:lnTo>
                    <a:pt x="5014830" y="786698"/>
                  </a:lnTo>
                  <a:lnTo>
                    <a:pt x="5016112" y="747850"/>
                  </a:lnTo>
                  <a:lnTo>
                    <a:pt x="5017394" y="727717"/>
                  </a:lnTo>
                  <a:lnTo>
                    <a:pt x="5018675" y="707908"/>
                  </a:lnTo>
                  <a:lnTo>
                    <a:pt x="5019957" y="690570"/>
                  </a:lnTo>
                  <a:lnTo>
                    <a:pt x="5021239" y="664752"/>
                  </a:lnTo>
                  <a:lnTo>
                    <a:pt x="5022521" y="653548"/>
                  </a:lnTo>
                  <a:lnTo>
                    <a:pt x="5023803" y="642344"/>
                  </a:lnTo>
                  <a:lnTo>
                    <a:pt x="5025085" y="636498"/>
                  </a:lnTo>
                  <a:lnTo>
                    <a:pt x="5026366" y="620910"/>
                  </a:lnTo>
                  <a:lnTo>
                    <a:pt x="5027648" y="611187"/>
                  </a:lnTo>
                  <a:lnTo>
                    <a:pt x="5028930" y="615522"/>
                  </a:lnTo>
                  <a:lnTo>
                    <a:pt x="5030212" y="593223"/>
                  </a:lnTo>
                  <a:lnTo>
                    <a:pt x="5031494" y="565800"/>
                  </a:lnTo>
                  <a:lnTo>
                    <a:pt x="5032776" y="591474"/>
                  </a:lnTo>
                  <a:lnTo>
                    <a:pt x="5034057" y="618064"/>
                  </a:lnTo>
                  <a:lnTo>
                    <a:pt x="5035339" y="615552"/>
                  </a:lnTo>
                  <a:lnTo>
                    <a:pt x="5036621" y="656471"/>
                  </a:lnTo>
                  <a:lnTo>
                    <a:pt x="5037903" y="638308"/>
                  </a:lnTo>
                  <a:lnTo>
                    <a:pt x="5039185" y="671187"/>
                  </a:lnTo>
                  <a:lnTo>
                    <a:pt x="5040467" y="696127"/>
                  </a:lnTo>
                  <a:lnTo>
                    <a:pt x="5041749" y="708874"/>
                  </a:lnTo>
                  <a:lnTo>
                    <a:pt x="5043030" y="710536"/>
                  </a:lnTo>
                  <a:lnTo>
                    <a:pt x="5044312" y="717187"/>
                  </a:lnTo>
                  <a:lnTo>
                    <a:pt x="5045594" y="704208"/>
                  </a:lnTo>
                  <a:lnTo>
                    <a:pt x="5046876" y="746442"/>
                  </a:lnTo>
                  <a:lnTo>
                    <a:pt x="5048158" y="764677"/>
                  </a:lnTo>
                  <a:lnTo>
                    <a:pt x="5049440" y="797798"/>
                  </a:lnTo>
                  <a:lnTo>
                    <a:pt x="5050721" y="791957"/>
                  </a:lnTo>
                  <a:lnTo>
                    <a:pt x="5052003" y="801419"/>
                  </a:lnTo>
                  <a:lnTo>
                    <a:pt x="5053285" y="827224"/>
                  </a:lnTo>
                  <a:lnTo>
                    <a:pt x="5054567" y="844427"/>
                  </a:lnTo>
                  <a:lnTo>
                    <a:pt x="5055849" y="844427"/>
                  </a:lnTo>
                  <a:lnTo>
                    <a:pt x="5057131" y="868512"/>
                  </a:lnTo>
                  <a:lnTo>
                    <a:pt x="5058413" y="889156"/>
                  </a:lnTo>
                  <a:lnTo>
                    <a:pt x="5059694" y="896038"/>
                  </a:lnTo>
                  <a:lnTo>
                    <a:pt x="5060976" y="889156"/>
                  </a:lnTo>
                  <a:lnTo>
                    <a:pt x="5062258" y="877114"/>
                  </a:lnTo>
                  <a:lnTo>
                    <a:pt x="5063540" y="844427"/>
                  </a:lnTo>
                  <a:lnTo>
                    <a:pt x="5064822" y="844427"/>
                  </a:lnTo>
                  <a:lnTo>
                    <a:pt x="5066104" y="844427"/>
                  </a:lnTo>
                  <a:lnTo>
                    <a:pt x="5067385" y="844427"/>
                  </a:lnTo>
                  <a:lnTo>
                    <a:pt x="5068667" y="844427"/>
                  </a:lnTo>
                  <a:lnTo>
                    <a:pt x="5069949" y="844427"/>
                  </a:lnTo>
                  <a:lnTo>
                    <a:pt x="5071231" y="814321"/>
                  </a:lnTo>
                  <a:lnTo>
                    <a:pt x="5072513" y="784215"/>
                  </a:lnTo>
                  <a:lnTo>
                    <a:pt x="5073795" y="758410"/>
                  </a:lnTo>
                  <a:lnTo>
                    <a:pt x="5075077" y="758410"/>
                  </a:lnTo>
                  <a:lnTo>
                    <a:pt x="5076358" y="758410"/>
                  </a:lnTo>
                  <a:lnTo>
                    <a:pt x="5077640" y="758410"/>
                  </a:lnTo>
                  <a:lnTo>
                    <a:pt x="5078922" y="755829"/>
                  </a:lnTo>
                  <a:lnTo>
                    <a:pt x="5080204" y="717982"/>
                  </a:lnTo>
                  <a:lnTo>
                    <a:pt x="5081486" y="717982"/>
                  </a:lnTo>
                  <a:lnTo>
                    <a:pt x="5082768" y="724003"/>
                  </a:lnTo>
                  <a:lnTo>
                    <a:pt x="5084049" y="724003"/>
                  </a:lnTo>
                  <a:lnTo>
                    <a:pt x="5085331" y="718842"/>
                  </a:lnTo>
                  <a:lnTo>
                    <a:pt x="5086613" y="702499"/>
                  </a:lnTo>
                  <a:lnTo>
                    <a:pt x="5087895" y="674973"/>
                  </a:lnTo>
                  <a:lnTo>
                    <a:pt x="5089177" y="691016"/>
                  </a:lnTo>
                  <a:lnTo>
                    <a:pt x="5090459" y="722594"/>
                  </a:lnTo>
                  <a:lnTo>
                    <a:pt x="5091740" y="729926"/>
                  </a:lnTo>
                  <a:lnTo>
                    <a:pt x="5093022" y="748275"/>
                  </a:lnTo>
                  <a:lnTo>
                    <a:pt x="5094304" y="748275"/>
                  </a:lnTo>
                  <a:lnTo>
                    <a:pt x="5095586" y="748275"/>
                  </a:lnTo>
                  <a:lnTo>
                    <a:pt x="5096868" y="748275"/>
                  </a:lnTo>
                  <a:lnTo>
                    <a:pt x="5098150" y="750393"/>
                  </a:lnTo>
                  <a:lnTo>
                    <a:pt x="5099432" y="787092"/>
                  </a:lnTo>
                  <a:lnTo>
                    <a:pt x="5100713" y="811088"/>
                  </a:lnTo>
                  <a:lnTo>
                    <a:pt x="5101995" y="810382"/>
                  </a:lnTo>
                  <a:lnTo>
                    <a:pt x="5103277" y="784975"/>
                  </a:lnTo>
                  <a:lnTo>
                    <a:pt x="5104559" y="780740"/>
                  </a:lnTo>
                  <a:lnTo>
                    <a:pt x="5105841" y="794149"/>
                  </a:lnTo>
                  <a:lnTo>
                    <a:pt x="5107123" y="816734"/>
                  </a:lnTo>
                  <a:lnTo>
                    <a:pt x="5108404" y="838636"/>
                  </a:lnTo>
                  <a:lnTo>
                    <a:pt x="5109686" y="842421"/>
                  </a:lnTo>
                  <a:lnTo>
                    <a:pt x="5110968" y="840987"/>
                  </a:lnTo>
                  <a:lnTo>
                    <a:pt x="5112250" y="844427"/>
                  </a:lnTo>
                  <a:lnTo>
                    <a:pt x="5113532" y="844427"/>
                  </a:lnTo>
                  <a:lnTo>
                    <a:pt x="5114814" y="844427"/>
                  </a:lnTo>
                  <a:lnTo>
                    <a:pt x="5116096" y="844427"/>
                  </a:lnTo>
                  <a:lnTo>
                    <a:pt x="5117377" y="844427"/>
                  </a:lnTo>
                  <a:lnTo>
                    <a:pt x="5118659" y="844427"/>
                  </a:lnTo>
                  <a:lnTo>
                    <a:pt x="5119941" y="844427"/>
                  </a:lnTo>
                  <a:lnTo>
                    <a:pt x="5121223" y="871953"/>
                  </a:lnTo>
                  <a:lnTo>
                    <a:pt x="5122505" y="902919"/>
                  </a:lnTo>
                  <a:lnTo>
                    <a:pt x="5123787" y="913241"/>
                  </a:lnTo>
                  <a:lnTo>
                    <a:pt x="5125068" y="913241"/>
                  </a:lnTo>
                  <a:lnTo>
                    <a:pt x="5126350" y="908080"/>
                  </a:lnTo>
                  <a:lnTo>
                    <a:pt x="5127632" y="894317"/>
                  </a:lnTo>
                  <a:lnTo>
                    <a:pt x="5128914" y="878834"/>
                  </a:lnTo>
                  <a:lnTo>
                    <a:pt x="5130196" y="878834"/>
                  </a:lnTo>
                  <a:lnTo>
                    <a:pt x="5131478" y="871953"/>
                  </a:lnTo>
                  <a:lnTo>
                    <a:pt x="5132759" y="861631"/>
                  </a:lnTo>
                  <a:lnTo>
                    <a:pt x="5134041" y="861631"/>
                  </a:lnTo>
                  <a:lnTo>
                    <a:pt x="5135323" y="870968"/>
                  </a:lnTo>
                  <a:lnTo>
                    <a:pt x="5136605" y="869498"/>
                  </a:lnTo>
                  <a:lnTo>
                    <a:pt x="5137887" y="875311"/>
                  </a:lnTo>
                  <a:lnTo>
                    <a:pt x="5139169" y="875311"/>
                  </a:lnTo>
                  <a:lnTo>
                    <a:pt x="5140451" y="864019"/>
                  </a:lnTo>
                  <a:lnTo>
                    <a:pt x="5141732" y="847787"/>
                  </a:lnTo>
                  <a:lnTo>
                    <a:pt x="5143014" y="832966"/>
                  </a:lnTo>
                  <a:lnTo>
                    <a:pt x="5144296" y="832966"/>
                  </a:lnTo>
                  <a:lnTo>
                    <a:pt x="5145578" y="820968"/>
                  </a:lnTo>
                  <a:lnTo>
                    <a:pt x="5146860" y="820262"/>
                  </a:lnTo>
                  <a:lnTo>
                    <a:pt x="5148142" y="832966"/>
                  </a:lnTo>
                  <a:lnTo>
                    <a:pt x="5149423" y="832966"/>
                  </a:lnTo>
                  <a:lnTo>
                    <a:pt x="5150705" y="828731"/>
                  </a:lnTo>
                  <a:lnTo>
                    <a:pt x="5151987" y="819557"/>
                  </a:lnTo>
                  <a:lnTo>
                    <a:pt x="5153269" y="814616"/>
                  </a:lnTo>
                  <a:lnTo>
                    <a:pt x="5154551" y="796017"/>
                  </a:lnTo>
                  <a:lnTo>
                    <a:pt x="5155833" y="777950"/>
                  </a:lnTo>
                  <a:lnTo>
                    <a:pt x="5157115" y="724003"/>
                  </a:lnTo>
                  <a:lnTo>
                    <a:pt x="5158396" y="724003"/>
                  </a:lnTo>
                  <a:lnTo>
                    <a:pt x="5159678" y="657770"/>
                  </a:lnTo>
                  <a:lnTo>
                    <a:pt x="5160960" y="651270"/>
                  </a:lnTo>
                  <a:lnTo>
                    <a:pt x="5162242" y="606434"/>
                  </a:lnTo>
                  <a:lnTo>
                    <a:pt x="5163524" y="575659"/>
                  </a:lnTo>
                  <a:lnTo>
                    <a:pt x="5164806" y="634347"/>
                  </a:lnTo>
                  <a:lnTo>
                    <a:pt x="5166087" y="634347"/>
                  </a:lnTo>
                  <a:lnTo>
                    <a:pt x="5167369" y="635365"/>
                  </a:lnTo>
                  <a:lnTo>
                    <a:pt x="5168651" y="634135"/>
                  </a:lnTo>
                  <a:lnTo>
                    <a:pt x="5169933" y="621227"/>
                  </a:lnTo>
                  <a:lnTo>
                    <a:pt x="5171215" y="630447"/>
                  </a:lnTo>
                  <a:lnTo>
                    <a:pt x="5172497" y="626759"/>
                  </a:lnTo>
                  <a:lnTo>
                    <a:pt x="5173778" y="646429"/>
                  </a:lnTo>
                  <a:lnTo>
                    <a:pt x="5175060" y="657493"/>
                  </a:lnTo>
                  <a:lnTo>
                    <a:pt x="5176342" y="659952"/>
                  </a:lnTo>
                  <a:lnTo>
                    <a:pt x="5177624" y="647658"/>
                  </a:lnTo>
                  <a:lnTo>
                    <a:pt x="5178906" y="692529"/>
                  </a:lnTo>
                  <a:lnTo>
                    <a:pt x="5180188" y="747235"/>
                  </a:lnTo>
                  <a:lnTo>
                    <a:pt x="5181470" y="790414"/>
                  </a:lnTo>
                  <a:lnTo>
                    <a:pt x="5182751" y="770154"/>
                  </a:lnTo>
                  <a:lnTo>
                    <a:pt x="5184033" y="754867"/>
                  </a:lnTo>
                  <a:lnTo>
                    <a:pt x="5185315" y="706124"/>
                  </a:lnTo>
                  <a:lnTo>
                    <a:pt x="5186597" y="655189"/>
                  </a:lnTo>
                  <a:lnTo>
                    <a:pt x="5187879" y="640566"/>
                  </a:lnTo>
                  <a:lnTo>
                    <a:pt x="5189161" y="669812"/>
                  </a:lnTo>
                  <a:lnTo>
                    <a:pt x="5190442" y="653469"/>
                  </a:lnTo>
                  <a:lnTo>
                    <a:pt x="5191724" y="628524"/>
                  </a:lnTo>
                  <a:lnTo>
                    <a:pt x="5193006" y="614761"/>
                  </a:lnTo>
                  <a:lnTo>
                    <a:pt x="5194288" y="582074"/>
                  </a:lnTo>
                  <a:lnTo>
                    <a:pt x="5195570" y="543366"/>
                  </a:lnTo>
                  <a:lnTo>
                    <a:pt x="5196852" y="544227"/>
                  </a:lnTo>
                  <a:lnTo>
                    <a:pt x="5198134" y="508960"/>
                  </a:lnTo>
                  <a:lnTo>
                    <a:pt x="5199415" y="450468"/>
                  </a:lnTo>
                  <a:lnTo>
                    <a:pt x="5200697" y="381654"/>
                  </a:lnTo>
                  <a:lnTo>
                    <a:pt x="5201979" y="327463"/>
                  </a:lnTo>
                  <a:lnTo>
                    <a:pt x="5203261" y="406198"/>
                  </a:lnTo>
                  <a:lnTo>
                    <a:pt x="5204543" y="447713"/>
                  </a:lnTo>
                  <a:lnTo>
                    <a:pt x="5205825" y="458916"/>
                  </a:lnTo>
                  <a:lnTo>
                    <a:pt x="5207106" y="450447"/>
                  </a:lnTo>
                  <a:lnTo>
                    <a:pt x="5208388" y="413748"/>
                  </a:lnTo>
                  <a:lnTo>
                    <a:pt x="5209670" y="355876"/>
                  </a:lnTo>
                  <a:lnTo>
                    <a:pt x="5210952" y="317059"/>
                  </a:lnTo>
                  <a:lnTo>
                    <a:pt x="5212234" y="264128"/>
                  </a:lnTo>
                  <a:lnTo>
                    <a:pt x="5213516" y="289535"/>
                  </a:lnTo>
                  <a:lnTo>
                    <a:pt x="5214798" y="331880"/>
                  </a:lnTo>
                  <a:lnTo>
                    <a:pt x="5216079" y="335409"/>
                  </a:lnTo>
                  <a:lnTo>
                    <a:pt x="5217361" y="374226"/>
                  </a:lnTo>
                  <a:lnTo>
                    <a:pt x="5218643" y="422923"/>
                  </a:lnTo>
                  <a:lnTo>
                    <a:pt x="5219925" y="473031"/>
                  </a:lnTo>
                  <a:lnTo>
                    <a:pt x="5221207" y="510436"/>
                  </a:lnTo>
                  <a:lnTo>
                    <a:pt x="5222489" y="512178"/>
                  </a:lnTo>
                  <a:lnTo>
                    <a:pt x="5223770" y="519725"/>
                  </a:lnTo>
                  <a:lnTo>
                    <a:pt x="5225052" y="453908"/>
                  </a:lnTo>
                  <a:lnTo>
                    <a:pt x="5226334" y="466811"/>
                  </a:lnTo>
                  <a:lnTo>
                    <a:pt x="5227616" y="510680"/>
                  </a:lnTo>
                  <a:lnTo>
                    <a:pt x="5228898" y="590676"/>
                  </a:lnTo>
                  <a:lnTo>
                    <a:pt x="5230180" y="673253"/>
                  </a:lnTo>
                  <a:lnTo>
                    <a:pt x="5231461" y="735185"/>
                  </a:lnTo>
                  <a:lnTo>
                    <a:pt x="5232743" y="768094"/>
                  </a:lnTo>
                  <a:lnTo>
                    <a:pt x="5234025" y="760397"/>
                  </a:lnTo>
                  <a:lnTo>
                    <a:pt x="5235307" y="750393"/>
                  </a:lnTo>
                  <a:lnTo>
                    <a:pt x="5236589" y="733454"/>
                  </a:lnTo>
                  <a:lnTo>
                    <a:pt x="5237871" y="694638"/>
                  </a:lnTo>
                  <a:lnTo>
                    <a:pt x="5239153" y="719812"/>
                  </a:lnTo>
                  <a:lnTo>
                    <a:pt x="5240434" y="745391"/>
                  </a:lnTo>
                  <a:lnTo>
                    <a:pt x="5241716" y="752153"/>
                  </a:lnTo>
                  <a:lnTo>
                    <a:pt x="5242998" y="732483"/>
                  </a:lnTo>
                  <a:lnTo>
                    <a:pt x="5244280" y="708511"/>
                  </a:lnTo>
                  <a:lnTo>
                    <a:pt x="5245562" y="683309"/>
                  </a:lnTo>
                  <a:lnTo>
                    <a:pt x="5246844" y="631677"/>
                  </a:lnTo>
                  <a:lnTo>
                    <a:pt x="5248125" y="587420"/>
                  </a:lnTo>
                  <a:lnTo>
                    <a:pt x="5249407" y="611887"/>
                  </a:lnTo>
                  <a:lnTo>
                    <a:pt x="5250689" y="617429"/>
                  </a:lnTo>
                  <a:lnTo>
                    <a:pt x="5251971" y="616320"/>
                  </a:lnTo>
                  <a:lnTo>
                    <a:pt x="5253253" y="570209"/>
                  </a:lnTo>
                  <a:lnTo>
                    <a:pt x="5254535" y="567751"/>
                  </a:lnTo>
                  <a:lnTo>
                    <a:pt x="5255817" y="551769"/>
                  </a:lnTo>
                  <a:lnTo>
                    <a:pt x="5257098" y="540212"/>
                  </a:lnTo>
                  <a:lnTo>
                    <a:pt x="5258380" y="536496"/>
                  </a:lnTo>
                  <a:lnTo>
                    <a:pt x="5259662" y="455387"/>
                  </a:lnTo>
                  <a:lnTo>
                    <a:pt x="5260944" y="494532"/>
                  </a:lnTo>
                  <a:lnTo>
                    <a:pt x="5262226" y="486332"/>
                  </a:lnTo>
                  <a:lnTo>
                    <a:pt x="5263508" y="505530"/>
                  </a:lnTo>
                  <a:lnTo>
                    <a:pt x="5264789" y="509357"/>
                  </a:lnTo>
                  <a:lnTo>
                    <a:pt x="5266071" y="530256"/>
                  </a:lnTo>
                  <a:lnTo>
                    <a:pt x="5267353" y="525348"/>
                  </a:lnTo>
                  <a:lnTo>
                    <a:pt x="5268635" y="515439"/>
                  </a:lnTo>
                  <a:lnTo>
                    <a:pt x="5269917" y="486922"/>
                  </a:lnTo>
                  <a:lnTo>
                    <a:pt x="5271199" y="396104"/>
                  </a:lnTo>
                  <a:lnTo>
                    <a:pt x="5272480" y="398927"/>
                  </a:lnTo>
                  <a:lnTo>
                    <a:pt x="5273762" y="424334"/>
                  </a:lnTo>
                  <a:lnTo>
                    <a:pt x="5275044" y="454681"/>
                  </a:lnTo>
                  <a:lnTo>
                    <a:pt x="5276326" y="413042"/>
                  </a:lnTo>
                  <a:lnTo>
                    <a:pt x="5277608" y="393987"/>
                  </a:lnTo>
                  <a:lnTo>
                    <a:pt x="5278890" y="410219"/>
                  </a:lnTo>
                  <a:lnTo>
                    <a:pt x="5280172" y="421995"/>
                  </a:lnTo>
                  <a:lnTo>
                    <a:pt x="5281453" y="417586"/>
                  </a:lnTo>
                  <a:lnTo>
                    <a:pt x="5282735" y="353681"/>
                  </a:lnTo>
                  <a:lnTo>
                    <a:pt x="5284017" y="262950"/>
                  </a:lnTo>
                  <a:lnTo>
                    <a:pt x="5285299" y="268971"/>
                  </a:lnTo>
                  <a:lnTo>
                    <a:pt x="5286581" y="281874"/>
                  </a:lnTo>
                  <a:lnTo>
                    <a:pt x="5287863" y="281014"/>
                  </a:lnTo>
                  <a:lnTo>
                    <a:pt x="5289144" y="289615"/>
                  </a:lnTo>
                  <a:lnTo>
                    <a:pt x="5290426" y="302518"/>
                  </a:lnTo>
                  <a:lnTo>
                    <a:pt x="5291708" y="266391"/>
                  </a:lnTo>
                  <a:lnTo>
                    <a:pt x="5292990" y="220801"/>
                  </a:lnTo>
                  <a:lnTo>
                    <a:pt x="5294272" y="155428"/>
                  </a:lnTo>
                  <a:lnTo>
                    <a:pt x="5295554" y="196716"/>
                  </a:lnTo>
                  <a:lnTo>
                    <a:pt x="5296836" y="188115"/>
                  </a:lnTo>
                  <a:lnTo>
                    <a:pt x="5298117" y="111559"/>
                  </a:lnTo>
                  <a:lnTo>
                    <a:pt x="5299399" y="103818"/>
                  </a:lnTo>
                  <a:lnTo>
                    <a:pt x="5300681" y="217218"/>
                  </a:lnTo>
                  <a:lnTo>
                    <a:pt x="5301963" y="274296"/>
                  </a:lnTo>
                  <a:lnTo>
                    <a:pt x="5303245" y="274714"/>
                  </a:lnTo>
                  <a:lnTo>
                    <a:pt x="5304527" y="215431"/>
                  </a:lnTo>
                  <a:lnTo>
                    <a:pt x="5305808" y="216842"/>
                  </a:lnTo>
                  <a:lnTo>
                    <a:pt x="5307090" y="225311"/>
                  </a:lnTo>
                  <a:lnTo>
                    <a:pt x="5308372" y="199198"/>
                  </a:lnTo>
                  <a:lnTo>
                    <a:pt x="5309654" y="195670"/>
                  </a:lnTo>
                  <a:lnTo>
                    <a:pt x="5310936" y="201316"/>
                  </a:lnTo>
                  <a:lnTo>
                    <a:pt x="5312218" y="211902"/>
                  </a:lnTo>
                  <a:lnTo>
                    <a:pt x="5313500" y="230252"/>
                  </a:lnTo>
                  <a:lnTo>
                    <a:pt x="5314781" y="256364"/>
                  </a:lnTo>
                  <a:lnTo>
                    <a:pt x="5316063" y="295181"/>
                  </a:lnTo>
                  <a:lnTo>
                    <a:pt x="5317345" y="332586"/>
                  </a:lnTo>
                  <a:lnTo>
                    <a:pt x="5318627" y="288829"/>
                  </a:lnTo>
                  <a:lnTo>
                    <a:pt x="5319909" y="296770"/>
                  </a:lnTo>
                  <a:lnTo>
                    <a:pt x="5321191" y="276501"/>
                  </a:lnTo>
                  <a:lnTo>
                    <a:pt x="5322472" y="196716"/>
                  </a:lnTo>
                  <a:lnTo>
                    <a:pt x="5323754" y="236284"/>
                  </a:lnTo>
                  <a:lnTo>
                    <a:pt x="5325036" y="232844"/>
                  </a:lnTo>
                  <a:lnTo>
                    <a:pt x="5326318" y="195856"/>
                  </a:lnTo>
                  <a:lnTo>
                    <a:pt x="5327600" y="113280"/>
                  </a:lnTo>
                  <a:lnTo>
                    <a:pt x="5328882" y="84034"/>
                  </a:lnTo>
                  <a:lnTo>
                    <a:pt x="5330163" y="83173"/>
                  </a:lnTo>
                  <a:lnTo>
                    <a:pt x="5331445" y="86614"/>
                  </a:lnTo>
                  <a:lnTo>
                    <a:pt x="5332727" y="91775"/>
                  </a:lnTo>
                  <a:lnTo>
                    <a:pt x="5334009" y="179376"/>
                  </a:lnTo>
                  <a:lnTo>
                    <a:pt x="5335291" y="214019"/>
                  </a:lnTo>
                  <a:lnTo>
                    <a:pt x="5336573" y="286294"/>
                  </a:lnTo>
                  <a:lnTo>
                    <a:pt x="5337855" y="267176"/>
                  </a:lnTo>
                  <a:lnTo>
                    <a:pt x="5339136" y="243203"/>
                  </a:lnTo>
                  <a:lnTo>
                    <a:pt x="5340418" y="214314"/>
                  </a:lnTo>
                  <a:lnTo>
                    <a:pt x="5341700" y="175589"/>
                  </a:lnTo>
                  <a:lnTo>
                    <a:pt x="5342982" y="187268"/>
                  </a:lnTo>
                  <a:lnTo>
                    <a:pt x="5344264" y="182351"/>
                  </a:lnTo>
                  <a:lnTo>
                    <a:pt x="5345546" y="162066"/>
                  </a:lnTo>
                  <a:lnTo>
                    <a:pt x="5346827" y="210011"/>
                  </a:lnTo>
                  <a:lnTo>
                    <a:pt x="5348109" y="241974"/>
                  </a:lnTo>
                  <a:lnTo>
                    <a:pt x="5349391" y="250579"/>
                  </a:lnTo>
                  <a:lnTo>
                    <a:pt x="5350673" y="255497"/>
                  </a:lnTo>
                  <a:lnTo>
                    <a:pt x="5351955" y="252423"/>
                  </a:lnTo>
                  <a:lnTo>
                    <a:pt x="5353237" y="246039"/>
                  </a:lnTo>
                  <a:lnTo>
                    <a:pt x="5354519" y="55930"/>
                  </a:lnTo>
                  <a:lnTo>
                    <a:pt x="5355800" y="0"/>
                  </a:lnTo>
                  <a:lnTo>
                    <a:pt x="5357082" y="26745"/>
                  </a:lnTo>
                  <a:lnTo>
                    <a:pt x="5358364" y="61390"/>
                  </a:lnTo>
                  <a:lnTo>
                    <a:pt x="5359646" y="171101"/>
                  </a:lnTo>
                  <a:lnTo>
                    <a:pt x="5360928" y="192778"/>
                  </a:lnTo>
                  <a:lnTo>
                    <a:pt x="5362210" y="203307"/>
                  </a:lnTo>
                  <a:lnTo>
                    <a:pt x="5363491" y="197718"/>
                  </a:lnTo>
                  <a:lnTo>
                    <a:pt x="5364773" y="275479"/>
                  </a:lnTo>
                  <a:lnTo>
                    <a:pt x="5366055" y="221721"/>
                  </a:lnTo>
                  <a:lnTo>
                    <a:pt x="5367337" y="191793"/>
                  </a:lnTo>
                  <a:lnTo>
                    <a:pt x="5368619" y="179437"/>
                  </a:lnTo>
                  <a:lnTo>
                    <a:pt x="5369901" y="178884"/>
                  </a:lnTo>
                  <a:lnTo>
                    <a:pt x="5371182" y="142396"/>
                  </a:lnTo>
                  <a:lnTo>
                    <a:pt x="5372464" y="140737"/>
                  </a:lnTo>
                  <a:lnTo>
                    <a:pt x="5373746" y="233064"/>
                  </a:lnTo>
                  <a:lnTo>
                    <a:pt x="5375028" y="253520"/>
                  </a:lnTo>
                  <a:lnTo>
                    <a:pt x="5376310" y="266058"/>
                  </a:lnTo>
                  <a:lnTo>
                    <a:pt x="5377592" y="181736"/>
                  </a:lnTo>
                  <a:lnTo>
                    <a:pt x="5378874" y="174199"/>
                  </a:lnTo>
                  <a:lnTo>
                    <a:pt x="5380155" y="203307"/>
                  </a:lnTo>
                  <a:lnTo>
                    <a:pt x="5381437" y="202810"/>
                  </a:lnTo>
                  <a:lnTo>
                    <a:pt x="5382719" y="158970"/>
                  </a:lnTo>
                  <a:lnTo>
                    <a:pt x="5384001" y="195671"/>
                  </a:lnTo>
                  <a:lnTo>
                    <a:pt x="5385283" y="278705"/>
                  </a:lnTo>
                  <a:lnTo>
                    <a:pt x="5386565" y="309567"/>
                  </a:lnTo>
                  <a:lnTo>
                    <a:pt x="5387846" y="201017"/>
                  </a:lnTo>
                  <a:lnTo>
                    <a:pt x="5389128" y="207039"/>
                  </a:lnTo>
                  <a:lnTo>
                    <a:pt x="5390410" y="310259"/>
                  </a:lnTo>
                  <a:lnTo>
                    <a:pt x="5391692" y="354988"/>
                  </a:lnTo>
                  <a:lnTo>
                    <a:pt x="5392974" y="351548"/>
                  </a:lnTo>
                  <a:lnTo>
                    <a:pt x="5394256" y="386815"/>
                  </a:lnTo>
                  <a:lnTo>
                    <a:pt x="5395538" y="393696"/>
                  </a:lnTo>
                  <a:lnTo>
                    <a:pt x="5396819" y="476273"/>
                  </a:lnTo>
                  <a:lnTo>
                    <a:pt x="5398101" y="530464"/>
                  </a:lnTo>
                  <a:lnTo>
                    <a:pt x="5399383" y="550248"/>
                  </a:lnTo>
                  <a:lnTo>
                    <a:pt x="5400665" y="564871"/>
                  </a:lnTo>
                  <a:lnTo>
                    <a:pt x="5401947" y="597557"/>
                  </a:lnTo>
                  <a:lnTo>
                    <a:pt x="5403229" y="615621"/>
                  </a:lnTo>
                  <a:lnTo>
                    <a:pt x="5404510" y="670672"/>
                  </a:lnTo>
                  <a:lnTo>
                    <a:pt x="5405792" y="711961"/>
                  </a:lnTo>
                  <a:lnTo>
                    <a:pt x="5407074" y="758410"/>
                  </a:lnTo>
                  <a:lnTo>
                    <a:pt x="5408356" y="775613"/>
                  </a:lnTo>
                  <a:lnTo>
                    <a:pt x="5409638" y="811323"/>
                  </a:lnTo>
                  <a:lnTo>
                    <a:pt x="5410920" y="822470"/>
                  </a:lnTo>
                  <a:lnTo>
                    <a:pt x="5412201" y="819557"/>
                  </a:lnTo>
                  <a:lnTo>
                    <a:pt x="5413483" y="852964"/>
                  </a:lnTo>
                  <a:lnTo>
                    <a:pt x="5414765" y="854632"/>
                  </a:lnTo>
                  <a:lnTo>
                    <a:pt x="5416047" y="840101"/>
                  </a:lnTo>
                  <a:lnTo>
                    <a:pt x="5417329" y="796978"/>
                  </a:lnTo>
                  <a:lnTo>
                    <a:pt x="5418611" y="784262"/>
                  </a:lnTo>
                  <a:lnTo>
                    <a:pt x="5419893" y="768229"/>
                  </a:lnTo>
                  <a:lnTo>
                    <a:pt x="5421174" y="738402"/>
                  </a:lnTo>
                  <a:lnTo>
                    <a:pt x="5422456" y="721863"/>
                  </a:lnTo>
                  <a:lnTo>
                    <a:pt x="5423738" y="704807"/>
                  </a:lnTo>
                  <a:lnTo>
                    <a:pt x="5425020" y="694954"/>
                  </a:lnTo>
                  <a:lnTo>
                    <a:pt x="5426302" y="655009"/>
                  </a:lnTo>
                  <a:lnTo>
                    <a:pt x="5427584" y="635027"/>
                  </a:lnTo>
                  <a:lnTo>
                    <a:pt x="5428865" y="602477"/>
                  </a:lnTo>
                  <a:lnTo>
                    <a:pt x="5430147" y="556631"/>
                  </a:lnTo>
                  <a:lnTo>
                    <a:pt x="5431429" y="492307"/>
                  </a:lnTo>
                  <a:lnTo>
                    <a:pt x="5432711" y="445870"/>
                  </a:lnTo>
                  <a:lnTo>
                    <a:pt x="5433993" y="423247"/>
                  </a:lnTo>
                  <a:lnTo>
                    <a:pt x="5435275" y="437068"/>
                  </a:lnTo>
                  <a:lnTo>
                    <a:pt x="5436557" y="470008"/>
                  </a:lnTo>
                  <a:lnTo>
                    <a:pt x="5437838" y="470562"/>
                  </a:lnTo>
                  <a:lnTo>
                    <a:pt x="5439120" y="456971"/>
                  </a:lnTo>
                  <a:lnTo>
                    <a:pt x="5440402" y="519261"/>
                  </a:lnTo>
                  <a:lnTo>
                    <a:pt x="5441684" y="535800"/>
                  </a:lnTo>
                  <a:lnTo>
                    <a:pt x="5442966" y="549238"/>
                  </a:lnTo>
                  <a:lnTo>
                    <a:pt x="5444248" y="571979"/>
                  </a:lnTo>
                  <a:lnTo>
                    <a:pt x="5445529" y="614360"/>
                  </a:lnTo>
                  <a:lnTo>
                    <a:pt x="5446811" y="620200"/>
                  </a:lnTo>
                  <a:lnTo>
                    <a:pt x="5448093" y="652898"/>
                  </a:lnTo>
                  <a:lnTo>
                    <a:pt x="5449375" y="721067"/>
                  </a:lnTo>
                  <a:lnTo>
                    <a:pt x="5450657" y="762633"/>
                  </a:lnTo>
                  <a:lnTo>
                    <a:pt x="5451939" y="763254"/>
                  </a:lnTo>
                  <a:lnTo>
                    <a:pt x="5453221" y="773758"/>
                  </a:lnTo>
                  <a:lnTo>
                    <a:pt x="5454502" y="763254"/>
                  </a:lnTo>
                  <a:lnTo>
                    <a:pt x="5455784" y="738928"/>
                  </a:lnTo>
                  <a:lnTo>
                    <a:pt x="5457066" y="723448"/>
                  </a:lnTo>
                  <a:lnTo>
                    <a:pt x="5458348" y="712753"/>
                  </a:lnTo>
                  <a:lnTo>
                    <a:pt x="5459630" y="701669"/>
                  </a:lnTo>
                  <a:lnTo>
                    <a:pt x="5460912" y="690031"/>
                  </a:lnTo>
                  <a:lnTo>
                    <a:pt x="5462193" y="688618"/>
                  </a:lnTo>
                  <a:lnTo>
                    <a:pt x="5463475" y="695019"/>
                  </a:lnTo>
                  <a:lnTo>
                    <a:pt x="5464757" y="690031"/>
                  </a:lnTo>
                  <a:lnTo>
                    <a:pt x="5466039" y="682272"/>
                  </a:lnTo>
                  <a:lnTo>
                    <a:pt x="5467321" y="681163"/>
                  </a:lnTo>
                  <a:lnTo>
                    <a:pt x="5468603" y="672850"/>
                  </a:lnTo>
                  <a:lnTo>
                    <a:pt x="5469884" y="654561"/>
                  </a:lnTo>
                  <a:lnTo>
                    <a:pt x="5471166" y="626759"/>
                  </a:lnTo>
                  <a:lnTo>
                    <a:pt x="5472448" y="635365"/>
                  </a:lnTo>
                  <a:lnTo>
                    <a:pt x="5473730" y="659952"/>
                  </a:lnTo>
                  <a:lnTo>
                    <a:pt x="5475012" y="701135"/>
                  </a:lnTo>
                  <a:lnTo>
                    <a:pt x="5476294" y="740869"/>
                  </a:lnTo>
                  <a:lnTo>
                    <a:pt x="5477576" y="774931"/>
                  </a:lnTo>
                  <a:lnTo>
                    <a:pt x="5478857" y="782152"/>
                  </a:lnTo>
                  <a:lnTo>
                    <a:pt x="5480139" y="782769"/>
                  </a:lnTo>
                  <a:lnTo>
                    <a:pt x="5481421" y="758410"/>
                  </a:lnTo>
                  <a:lnTo>
                    <a:pt x="5482703" y="754969"/>
                  </a:lnTo>
                  <a:lnTo>
                    <a:pt x="5483985" y="730024"/>
                  </a:lnTo>
                  <a:lnTo>
                    <a:pt x="5485267" y="737766"/>
                  </a:lnTo>
                  <a:lnTo>
                    <a:pt x="5486548" y="745507"/>
                  </a:lnTo>
                  <a:lnTo>
                    <a:pt x="5487830" y="760990"/>
                  </a:lnTo>
                  <a:lnTo>
                    <a:pt x="5489112" y="802279"/>
                  </a:lnTo>
                  <a:lnTo>
                    <a:pt x="5490394" y="810020"/>
                  </a:lnTo>
                  <a:lnTo>
                    <a:pt x="5491676" y="804859"/>
                  </a:lnTo>
                  <a:lnTo>
                    <a:pt x="5492958" y="785935"/>
                  </a:lnTo>
                  <a:lnTo>
                    <a:pt x="5494240" y="754109"/>
                  </a:lnTo>
                  <a:lnTo>
                    <a:pt x="5495521" y="724003"/>
                  </a:lnTo>
                  <a:lnTo>
                    <a:pt x="5496803" y="769995"/>
                  </a:lnTo>
                  <a:lnTo>
                    <a:pt x="5498085" y="719596"/>
                  </a:lnTo>
                  <a:lnTo>
                    <a:pt x="5499367" y="706348"/>
                  </a:lnTo>
                  <a:lnTo>
                    <a:pt x="5500649" y="677080"/>
                  </a:lnTo>
                  <a:lnTo>
                    <a:pt x="5501931" y="687260"/>
                  </a:lnTo>
                  <a:lnTo>
                    <a:pt x="5503212" y="696127"/>
                  </a:lnTo>
                  <a:lnTo>
                    <a:pt x="5504494" y="701115"/>
                  </a:lnTo>
                  <a:lnTo>
                    <a:pt x="5505776" y="680878"/>
                  </a:lnTo>
                  <a:lnTo>
                    <a:pt x="5507058" y="642731"/>
                  </a:lnTo>
                  <a:lnTo>
                    <a:pt x="5508340" y="626698"/>
                  </a:lnTo>
                  <a:lnTo>
                    <a:pt x="5509622" y="602372"/>
                  </a:lnTo>
                  <a:lnTo>
                    <a:pt x="5510903" y="547640"/>
                  </a:lnTo>
                  <a:lnTo>
                    <a:pt x="5512185" y="512810"/>
                  </a:lnTo>
                  <a:lnTo>
                    <a:pt x="5513467" y="512810"/>
                  </a:lnTo>
                  <a:lnTo>
                    <a:pt x="5514749" y="508940"/>
                  </a:lnTo>
                  <a:lnTo>
                    <a:pt x="5516031" y="510466"/>
                  </a:lnTo>
                  <a:lnTo>
                    <a:pt x="5517313" y="537622"/>
                  </a:lnTo>
                  <a:lnTo>
                    <a:pt x="5518595" y="486951"/>
                  </a:lnTo>
                  <a:lnTo>
                    <a:pt x="5519876" y="490727"/>
                  </a:lnTo>
                  <a:lnTo>
                    <a:pt x="5521158" y="428608"/>
                  </a:lnTo>
                  <a:lnTo>
                    <a:pt x="5522440" y="416851"/>
                  </a:lnTo>
                  <a:lnTo>
                    <a:pt x="5523722" y="405554"/>
                  </a:lnTo>
                  <a:lnTo>
                    <a:pt x="5525004" y="442101"/>
                  </a:lnTo>
                  <a:lnTo>
                    <a:pt x="5526286" y="488128"/>
                  </a:lnTo>
                  <a:lnTo>
                    <a:pt x="5527567" y="495060"/>
                  </a:lnTo>
                  <a:lnTo>
                    <a:pt x="5528849" y="528786"/>
                  </a:lnTo>
                  <a:lnTo>
                    <a:pt x="5530131" y="578894"/>
                  </a:lnTo>
                  <a:lnTo>
                    <a:pt x="5531413" y="621945"/>
                  </a:lnTo>
                  <a:lnTo>
                    <a:pt x="5532695" y="646647"/>
                  </a:lnTo>
                  <a:lnTo>
                    <a:pt x="5533977" y="674877"/>
                  </a:lnTo>
                  <a:lnTo>
                    <a:pt x="5535259" y="663585"/>
                  </a:lnTo>
                  <a:lnTo>
                    <a:pt x="5536540" y="675583"/>
                  </a:lnTo>
                  <a:lnTo>
                    <a:pt x="5537822" y="712282"/>
                  </a:lnTo>
                  <a:lnTo>
                    <a:pt x="5539104" y="732043"/>
                  </a:lnTo>
                  <a:lnTo>
                    <a:pt x="5540386" y="746864"/>
                  </a:lnTo>
                  <a:lnTo>
                    <a:pt x="5541668" y="768742"/>
                  </a:lnTo>
                  <a:lnTo>
                    <a:pt x="5542950" y="763802"/>
                  </a:lnTo>
                  <a:lnTo>
                    <a:pt x="5544231" y="715187"/>
                  </a:lnTo>
                  <a:lnTo>
                    <a:pt x="5545513" y="691673"/>
                  </a:lnTo>
                  <a:lnTo>
                    <a:pt x="5546795" y="724158"/>
                  </a:lnTo>
                  <a:lnTo>
                    <a:pt x="5548077" y="732618"/>
                  </a:lnTo>
                  <a:lnTo>
                    <a:pt x="5549359" y="762215"/>
                  </a:lnTo>
                  <a:lnTo>
                    <a:pt x="5550641" y="782857"/>
                  </a:lnTo>
                  <a:lnTo>
                    <a:pt x="5551922" y="764508"/>
                  </a:lnTo>
                  <a:lnTo>
                    <a:pt x="5553204" y="745452"/>
                  </a:lnTo>
                  <a:lnTo>
                    <a:pt x="5554486" y="733454"/>
                  </a:lnTo>
                  <a:lnTo>
                    <a:pt x="5555768" y="763164"/>
                  </a:lnTo>
                  <a:lnTo>
                    <a:pt x="5557050" y="778027"/>
                  </a:lnTo>
                  <a:lnTo>
                    <a:pt x="5558332" y="773052"/>
                  </a:lnTo>
                  <a:lnTo>
                    <a:pt x="5559614" y="770593"/>
                  </a:lnTo>
                  <a:lnTo>
                    <a:pt x="5560895" y="774896"/>
                  </a:lnTo>
                  <a:lnTo>
                    <a:pt x="5562177" y="791492"/>
                  </a:lnTo>
                  <a:lnTo>
                    <a:pt x="5563459" y="824684"/>
                  </a:lnTo>
                  <a:lnTo>
                    <a:pt x="5564741" y="842510"/>
                  </a:lnTo>
                  <a:lnTo>
                    <a:pt x="5566023" y="844354"/>
                  </a:lnTo>
                  <a:lnTo>
                    <a:pt x="5567305" y="843055"/>
                  </a:lnTo>
                  <a:lnTo>
                    <a:pt x="5568586" y="837481"/>
                  </a:lnTo>
                  <a:lnTo>
                    <a:pt x="5569868" y="791326"/>
                  </a:lnTo>
                  <a:lnTo>
                    <a:pt x="5571150" y="775094"/>
                  </a:lnTo>
                  <a:lnTo>
                    <a:pt x="5572432" y="773682"/>
                  </a:lnTo>
                  <a:lnTo>
                    <a:pt x="5573714" y="776089"/>
                  </a:lnTo>
                  <a:lnTo>
                    <a:pt x="5574996" y="751928"/>
                  </a:lnTo>
                  <a:lnTo>
                    <a:pt x="5576278" y="748972"/>
                  </a:lnTo>
                  <a:lnTo>
                    <a:pt x="5577559" y="720562"/>
                  </a:lnTo>
                  <a:lnTo>
                    <a:pt x="5578841" y="724003"/>
                  </a:lnTo>
                  <a:lnTo>
                    <a:pt x="5580123" y="724003"/>
                  </a:lnTo>
                  <a:lnTo>
                    <a:pt x="5581405" y="724003"/>
                  </a:lnTo>
                  <a:lnTo>
                    <a:pt x="5582687" y="712821"/>
                  </a:lnTo>
                  <a:lnTo>
                    <a:pt x="5583969" y="691316"/>
                  </a:lnTo>
                  <a:lnTo>
                    <a:pt x="5585250" y="719251"/>
                  </a:lnTo>
                  <a:lnTo>
                    <a:pt x="5586532" y="722535"/>
                  </a:lnTo>
                  <a:lnTo>
                    <a:pt x="5587814" y="698342"/>
                  </a:lnTo>
                  <a:lnTo>
                    <a:pt x="5589096" y="685463"/>
                  </a:lnTo>
                  <a:lnTo>
                    <a:pt x="5590378" y="717222"/>
                  </a:lnTo>
                  <a:lnTo>
                    <a:pt x="5591660" y="727103"/>
                  </a:lnTo>
                  <a:lnTo>
                    <a:pt x="5592942" y="746864"/>
                  </a:lnTo>
                  <a:lnTo>
                    <a:pt x="5594223" y="774388"/>
                  </a:lnTo>
                  <a:lnTo>
                    <a:pt x="5595505" y="762390"/>
                  </a:lnTo>
                  <a:lnTo>
                    <a:pt x="5596787" y="762390"/>
                  </a:lnTo>
                  <a:lnTo>
                    <a:pt x="5598069" y="753921"/>
                  </a:lnTo>
                  <a:lnTo>
                    <a:pt x="5599351" y="744747"/>
                  </a:lnTo>
                  <a:lnTo>
                    <a:pt x="5600633" y="726397"/>
                  </a:lnTo>
                  <a:lnTo>
                    <a:pt x="5601914" y="759619"/>
                  </a:lnTo>
                  <a:lnTo>
                    <a:pt x="5603196" y="792271"/>
                  </a:lnTo>
                  <a:lnTo>
                    <a:pt x="5604478" y="824704"/>
                  </a:lnTo>
                  <a:lnTo>
                    <a:pt x="5605760" y="813564"/>
                  </a:lnTo>
                  <a:lnTo>
                    <a:pt x="5607042" y="848489"/>
                  </a:lnTo>
                  <a:lnTo>
                    <a:pt x="5608324" y="880533"/>
                  </a:lnTo>
                  <a:lnTo>
                    <a:pt x="5609605" y="882500"/>
                  </a:lnTo>
                  <a:lnTo>
                    <a:pt x="5610887" y="883475"/>
                  </a:lnTo>
                  <a:lnTo>
                    <a:pt x="5612169" y="875681"/>
                  </a:lnTo>
                  <a:lnTo>
                    <a:pt x="5613451" y="862041"/>
                  </a:lnTo>
                  <a:lnTo>
                    <a:pt x="5614733" y="872048"/>
                  </a:lnTo>
                  <a:lnTo>
                    <a:pt x="5616015" y="869298"/>
                  </a:lnTo>
                  <a:lnTo>
                    <a:pt x="5617297" y="859212"/>
                  </a:lnTo>
                  <a:lnTo>
                    <a:pt x="5618578" y="856515"/>
                  </a:lnTo>
                  <a:lnTo>
                    <a:pt x="5619860" y="850083"/>
                  </a:lnTo>
                  <a:lnTo>
                    <a:pt x="5621142" y="827784"/>
                  </a:lnTo>
                  <a:lnTo>
                    <a:pt x="5622424" y="784483"/>
                  </a:lnTo>
                  <a:lnTo>
                    <a:pt x="5623706" y="750000"/>
                  </a:lnTo>
                  <a:lnTo>
                    <a:pt x="5624988" y="732717"/>
                  </a:lnTo>
                  <a:lnTo>
                    <a:pt x="5626269" y="716261"/>
                  </a:lnTo>
                  <a:lnTo>
                    <a:pt x="5627551" y="706862"/>
                  </a:lnTo>
                  <a:lnTo>
                    <a:pt x="5628833" y="680236"/>
                  </a:lnTo>
                  <a:lnTo>
                    <a:pt x="5630115" y="663025"/>
                  </a:lnTo>
                  <a:lnTo>
                    <a:pt x="5631397" y="697790"/>
                  </a:lnTo>
                  <a:lnTo>
                    <a:pt x="5632679" y="696358"/>
                  </a:lnTo>
                  <a:lnTo>
                    <a:pt x="5633961" y="703332"/>
                  </a:lnTo>
                  <a:lnTo>
                    <a:pt x="5635242" y="706657"/>
                  </a:lnTo>
                  <a:lnTo>
                    <a:pt x="5636524" y="693759"/>
                  </a:lnTo>
                  <a:lnTo>
                    <a:pt x="5637806" y="717954"/>
                  </a:lnTo>
                  <a:lnTo>
                    <a:pt x="5639088" y="726005"/>
                  </a:lnTo>
                  <a:lnTo>
                    <a:pt x="5640370" y="737153"/>
                  </a:lnTo>
                  <a:lnTo>
                    <a:pt x="5641652" y="747570"/>
                  </a:lnTo>
                  <a:lnTo>
                    <a:pt x="5642933" y="729220"/>
                  </a:lnTo>
                  <a:lnTo>
                    <a:pt x="5644215" y="745452"/>
                  </a:lnTo>
                  <a:lnTo>
                    <a:pt x="5645497" y="750393"/>
                  </a:lnTo>
                  <a:lnTo>
                    <a:pt x="5646779" y="762390"/>
                  </a:lnTo>
                  <a:lnTo>
                    <a:pt x="5648061" y="765919"/>
                  </a:lnTo>
                  <a:lnTo>
                    <a:pt x="5649343" y="793921"/>
                  </a:lnTo>
                  <a:lnTo>
                    <a:pt x="5650624" y="795363"/>
                  </a:lnTo>
                  <a:lnTo>
                    <a:pt x="5651906" y="791957"/>
                  </a:lnTo>
                  <a:lnTo>
                    <a:pt x="5653188" y="822253"/>
                  </a:lnTo>
                  <a:lnTo>
                    <a:pt x="5654470" y="812918"/>
                  </a:lnTo>
                  <a:lnTo>
                    <a:pt x="5655752" y="804620"/>
                  </a:lnTo>
                  <a:lnTo>
                    <a:pt x="5657034" y="804736"/>
                  </a:lnTo>
                  <a:lnTo>
                    <a:pt x="5658316" y="824497"/>
                  </a:lnTo>
                  <a:lnTo>
                    <a:pt x="5659597" y="854844"/>
                  </a:lnTo>
                  <a:lnTo>
                    <a:pt x="5660879" y="882369"/>
                  </a:lnTo>
                  <a:lnTo>
                    <a:pt x="5662161" y="903541"/>
                  </a:lnTo>
                  <a:lnTo>
                    <a:pt x="5663443" y="890132"/>
                  </a:lnTo>
                  <a:lnTo>
                    <a:pt x="5664725" y="889426"/>
                  </a:lnTo>
                  <a:lnTo>
                    <a:pt x="5666007" y="904986"/>
                  </a:lnTo>
                  <a:lnTo>
                    <a:pt x="5667288" y="904599"/>
                  </a:lnTo>
                  <a:lnTo>
                    <a:pt x="5668570" y="890052"/>
                  </a:lnTo>
                  <a:lnTo>
                    <a:pt x="5669852" y="903878"/>
                  </a:lnTo>
                  <a:lnTo>
                    <a:pt x="5671134" y="904851"/>
                  </a:lnTo>
                  <a:lnTo>
                    <a:pt x="5672416" y="889749"/>
                  </a:lnTo>
                  <a:lnTo>
                    <a:pt x="5673698" y="884737"/>
                  </a:lnTo>
                  <a:lnTo>
                    <a:pt x="5674980" y="881223"/>
                  </a:lnTo>
                  <a:lnTo>
                    <a:pt x="5676261" y="870228"/>
                  </a:lnTo>
                  <a:lnTo>
                    <a:pt x="5677543" y="864287"/>
                  </a:lnTo>
                  <a:lnTo>
                    <a:pt x="5678825" y="854881"/>
                  </a:lnTo>
                  <a:lnTo>
                    <a:pt x="5680107" y="844444"/>
                  </a:lnTo>
                  <a:lnTo>
                    <a:pt x="5681389" y="836069"/>
                  </a:lnTo>
                  <a:lnTo>
                    <a:pt x="5682671" y="836833"/>
                  </a:lnTo>
                  <a:lnTo>
                    <a:pt x="5683952" y="825793"/>
                  </a:lnTo>
                  <a:lnTo>
                    <a:pt x="5685234" y="816554"/>
                  </a:lnTo>
                  <a:lnTo>
                    <a:pt x="5686516" y="803469"/>
                  </a:lnTo>
                  <a:lnTo>
                    <a:pt x="5687798" y="815194"/>
                  </a:lnTo>
                  <a:lnTo>
                    <a:pt x="5689080" y="811267"/>
                  </a:lnTo>
                  <a:lnTo>
                    <a:pt x="5690362" y="814735"/>
                  </a:lnTo>
                  <a:lnTo>
                    <a:pt x="5691643" y="797265"/>
                  </a:lnTo>
                  <a:lnTo>
                    <a:pt x="5692925" y="797760"/>
                  </a:lnTo>
                  <a:lnTo>
                    <a:pt x="5694207" y="803626"/>
                  </a:lnTo>
                  <a:lnTo>
                    <a:pt x="5695489" y="798346"/>
                  </a:lnTo>
                  <a:lnTo>
                    <a:pt x="5696771" y="793749"/>
                  </a:lnTo>
                  <a:lnTo>
                    <a:pt x="5698053" y="779649"/>
                  </a:lnTo>
                  <a:lnTo>
                    <a:pt x="5699335" y="752137"/>
                  </a:lnTo>
                  <a:lnTo>
                    <a:pt x="5700616" y="748791"/>
                  </a:lnTo>
                  <a:lnTo>
                    <a:pt x="5701898" y="751393"/>
                  </a:lnTo>
                  <a:lnTo>
                    <a:pt x="5703180" y="762546"/>
                  </a:lnTo>
                  <a:lnTo>
                    <a:pt x="5704462" y="781799"/>
                  </a:lnTo>
                  <a:lnTo>
                    <a:pt x="5705744" y="769808"/>
                  </a:lnTo>
                  <a:lnTo>
                    <a:pt x="5707026" y="773577"/>
                  </a:lnTo>
                  <a:lnTo>
                    <a:pt x="5708307" y="776660"/>
                  </a:lnTo>
                  <a:lnTo>
                    <a:pt x="5709589" y="780086"/>
                  </a:lnTo>
                  <a:lnTo>
                    <a:pt x="5710871" y="783511"/>
                  </a:lnTo>
                  <a:lnTo>
                    <a:pt x="5712153" y="779743"/>
                  </a:lnTo>
                  <a:lnTo>
                    <a:pt x="5713435" y="776660"/>
                  </a:lnTo>
                  <a:lnTo>
                    <a:pt x="5714717" y="780086"/>
                  </a:lnTo>
                  <a:lnTo>
                    <a:pt x="5715999" y="794816"/>
                  </a:lnTo>
                  <a:lnTo>
                    <a:pt x="5717280" y="808177"/>
                  </a:lnTo>
                  <a:lnTo>
                    <a:pt x="5718562" y="819824"/>
                  </a:lnTo>
                  <a:lnTo>
                    <a:pt x="5719844" y="813202"/>
                  </a:lnTo>
                  <a:lnTo>
                    <a:pt x="5721126" y="848796"/>
                  </a:lnTo>
                  <a:lnTo>
                    <a:pt x="5722408" y="856682"/>
                  </a:lnTo>
                  <a:lnTo>
                    <a:pt x="5723690" y="863408"/>
                  </a:lnTo>
                  <a:lnTo>
                    <a:pt x="5724971" y="901424"/>
                  </a:lnTo>
                  <a:lnTo>
                    <a:pt x="5726253" y="896038"/>
                  </a:lnTo>
                  <a:lnTo>
                    <a:pt x="5727535" y="887436"/>
                  </a:lnTo>
                  <a:lnTo>
                    <a:pt x="5728817" y="878834"/>
                  </a:lnTo>
                  <a:lnTo>
                    <a:pt x="5730099" y="878834"/>
                  </a:lnTo>
                  <a:lnTo>
                    <a:pt x="5731381" y="888296"/>
                  </a:lnTo>
                  <a:lnTo>
                    <a:pt x="5732663" y="884855"/>
                  </a:lnTo>
                  <a:lnTo>
                    <a:pt x="5733944" y="866792"/>
                  </a:lnTo>
                  <a:lnTo>
                    <a:pt x="5735226" y="845287"/>
                  </a:lnTo>
                  <a:lnTo>
                    <a:pt x="5736508" y="844427"/>
                  </a:lnTo>
                  <a:lnTo>
                    <a:pt x="5737790" y="867856"/>
                  </a:lnTo>
                  <a:lnTo>
                    <a:pt x="5739072" y="875311"/>
                  </a:lnTo>
                  <a:lnTo>
                    <a:pt x="5740354" y="875311"/>
                  </a:lnTo>
                  <a:lnTo>
                    <a:pt x="5741635" y="856256"/>
                  </a:lnTo>
                  <a:lnTo>
                    <a:pt x="5742917" y="823791"/>
                  </a:lnTo>
                  <a:lnTo>
                    <a:pt x="5744199" y="813910"/>
                  </a:lnTo>
                  <a:lnTo>
                    <a:pt x="5745481" y="791326"/>
                  </a:lnTo>
                  <a:lnTo>
                    <a:pt x="5746763" y="786386"/>
                  </a:lnTo>
                  <a:lnTo>
                    <a:pt x="5748045" y="790621"/>
                  </a:lnTo>
                  <a:lnTo>
                    <a:pt x="5749326" y="790621"/>
                  </a:lnTo>
                  <a:lnTo>
                    <a:pt x="5750608" y="790621"/>
                  </a:lnTo>
                  <a:lnTo>
                    <a:pt x="5751890" y="799795"/>
                  </a:lnTo>
                  <a:lnTo>
                    <a:pt x="5753172" y="814616"/>
                  </a:lnTo>
                  <a:lnTo>
                    <a:pt x="5754454" y="832260"/>
                  </a:lnTo>
                  <a:lnTo>
                    <a:pt x="5755736" y="832966"/>
                  </a:lnTo>
                  <a:lnTo>
                    <a:pt x="5757018" y="825409"/>
                  </a:lnTo>
                  <a:lnTo>
                    <a:pt x="5758299" y="792817"/>
                  </a:lnTo>
                  <a:lnTo>
                    <a:pt x="5759581" y="792817"/>
                  </a:lnTo>
                  <a:lnTo>
                    <a:pt x="5760863" y="816042"/>
                  </a:lnTo>
                  <a:lnTo>
                    <a:pt x="5762145" y="828944"/>
                  </a:lnTo>
                  <a:lnTo>
                    <a:pt x="5763427" y="837623"/>
                  </a:lnTo>
                  <a:lnTo>
                    <a:pt x="5764709" y="846703"/>
                  </a:lnTo>
                  <a:lnTo>
                    <a:pt x="5765990" y="858373"/>
                  </a:lnTo>
                  <a:lnTo>
                    <a:pt x="5767272" y="876942"/>
                  </a:lnTo>
                  <a:lnTo>
                    <a:pt x="5768554" y="867827"/>
                  </a:lnTo>
                  <a:lnTo>
                    <a:pt x="5769836" y="867827"/>
                  </a:lnTo>
                  <a:lnTo>
                    <a:pt x="5771118" y="868941"/>
                  </a:lnTo>
                  <a:lnTo>
                    <a:pt x="5772400" y="861564"/>
                  </a:lnTo>
                  <a:lnTo>
                    <a:pt x="5773682" y="861662"/>
                  </a:lnTo>
                  <a:lnTo>
                    <a:pt x="5774963" y="861662"/>
                  </a:lnTo>
                  <a:lnTo>
                    <a:pt x="5776245" y="865028"/>
                  </a:lnTo>
                  <a:lnTo>
                    <a:pt x="5777527" y="851073"/>
                  </a:lnTo>
                  <a:lnTo>
                    <a:pt x="5778809" y="848888"/>
                  </a:lnTo>
                  <a:lnTo>
                    <a:pt x="5780091" y="864782"/>
                  </a:lnTo>
                  <a:lnTo>
                    <a:pt x="5781373" y="891045"/>
                  </a:lnTo>
                  <a:lnTo>
                    <a:pt x="5782654" y="903374"/>
                  </a:lnTo>
                  <a:lnTo>
                    <a:pt x="5783936" y="908117"/>
                  </a:lnTo>
                  <a:lnTo>
                    <a:pt x="5785218" y="894210"/>
                  </a:lnTo>
                  <a:lnTo>
                    <a:pt x="5786500" y="883767"/>
                  </a:lnTo>
                  <a:lnTo>
                    <a:pt x="5787782" y="886371"/>
                  </a:lnTo>
                  <a:lnTo>
                    <a:pt x="5789064" y="873380"/>
                  </a:lnTo>
                  <a:lnTo>
                    <a:pt x="5790345" y="862768"/>
                  </a:lnTo>
                  <a:lnTo>
                    <a:pt x="5791627" y="859657"/>
                  </a:lnTo>
                  <a:lnTo>
                    <a:pt x="5792909" y="862768"/>
                  </a:lnTo>
                  <a:lnTo>
                    <a:pt x="5794191" y="862768"/>
                  </a:lnTo>
                  <a:lnTo>
                    <a:pt x="5795473" y="865146"/>
                  </a:lnTo>
                  <a:lnTo>
                    <a:pt x="5796755" y="870087"/>
                  </a:lnTo>
                  <a:lnTo>
                    <a:pt x="5798037" y="874478"/>
                  </a:lnTo>
                  <a:lnTo>
                    <a:pt x="5799318" y="870661"/>
                  </a:lnTo>
                  <a:lnTo>
                    <a:pt x="5800600" y="854512"/>
                  </a:lnTo>
                  <a:lnTo>
                    <a:pt x="5801882" y="859802"/>
                  </a:lnTo>
                  <a:lnTo>
                    <a:pt x="5803164" y="839946"/>
                  </a:lnTo>
                  <a:lnTo>
                    <a:pt x="5804446" y="851770"/>
                  </a:lnTo>
                  <a:lnTo>
                    <a:pt x="5805728" y="836747"/>
                  </a:lnTo>
                  <a:lnTo>
                    <a:pt x="5807009" y="845629"/>
                  </a:lnTo>
                  <a:lnTo>
                    <a:pt x="5808291" y="846703"/>
                  </a:lnTo>
                  <a:lnTo>
                    <a:pt x="5809573" y="861631"/>
                  </a:lnTo>
                  <a:lnTo>
                    <a:pt x="5810855" y="886576"/>
                  </a:lnTo>
                  <a:lnTo>
                    <a:pt x="5812137" y="896038"/>
                  </a:lnTo>
                  <a:lnTo>
                    <a:pt x="5813419" y="896038"/>
                  </a:lnTo>
                  <a:lnTo>
                    <a:pt x="5814701" y="896038"/>
                  </a:lnTo>
                  <a:lnTo>
                    <a:pt x="5815982" y="889156"/>
                  </a:lnTo>
                  <a:lnTo>
                    <a:pt x="5817264" y="878834"/>
                  </a:lnTo>
                  <a:lnTo>
                    <a:pt x="5818546" y="878834"/>
                  </a:lnTo>
                  <a:lnTo>
                    <a:pt x="5819828" y="878834"/>
                  </a:lnTo>
                  <a:lnTo>
                    <a:pt x="5821110" y="892597"/>
                  </a:lnTo>
                  <a:lnTo>
                    <a:pt x="5822392" y="896038"/>
                  </a:lnTo>
                  <a:lnTo>
                    <a:pt x="5823673" y="896038"/>
                  </a:lnTo>
                  <a:lnTo>
                    <a:pt x="5824955" y="896038"/>
                  </a:lnTo>
                  <a:lnTo>
                    <a:pt x="5826237" y="878834"/>
                  </a:lnTo>
                  <a:lnTo>
                    <a:pt x="5827519" y="878834"/>
                  </a:lnTo>
                  <a:lnTo>
                    <a:pt x="5828801" y="878834"/>
                  </a:lnTo>
                  <a:lnTo>
                    <a:pt x="5830083" y="878834"/>
                  </a:lnTo>
                  <a:lnTo>
                    <a:pt x="5831365" y="878834"/>
                  </a:lnTo>
                  <a:lnTo>
                    <a:pt x="5832646" y="878834"/>
                  </a:lnTo>
                  <a:lnTo>
                    <a:pt x="5833928" y="878834"/>
                  </a:lnTo>
                  <a:lnTo>
                    <a:pt x="5835210" y="879694"/>
                  </a:lnTo>
                  <a:lnTo>
                    <a:pt x="5836492" y="878834"/>
                  </a:lnTo>
                  <a:lnTo>
                    <a:pt x="5837774" y="865932"/>
                  </a:lnTo>
                  <a:lnTo>
                    <a:pt x="5839056" y="861631"/>
                  </a:lnTo>
                  <a:lnTo>
                    <a:pt x="5840337" y="861631"/>
                  </a:lnTo>
                  <a:lnTo>
                    <a:pt x="5841619" y="861631"/>
                  </a:lnTo>
                  <a:lnTo>
                    <a:pt x="5842901" y="858190"/>
                  </a:lnTo>
                  <a:lnTo>
                    <a:pt x="5844183" y="844427"/>
                  </a:lnTo>
                  <a:lnTo>
                    <a:pt x="5845465" y="861631"/>
                  </a:lnTo>
                  <a:lnTo>
                    <a:pt x="5846747" y="856470"/>
                  </a:lnTo>
                  <a:lnTo>
                    <a:pt x="5848028" y="805719"/>
                  </a:lnTo>
                  <a:lnTo>
                    <a:pt x="5849310" y="792817"/>
                  </a:lnTo>
                  <a:lnTo>
                    <a:pt x="5850592" y="792817"/>
                  </a:lnTo>
                  <a:lnTo>
                    <a:pt x="5851874" y="792817"/>
                  </a:lnTo>
                  <a:lnTo>
                    <a:pt x="5853156" y="783355"/>
                  </a:lnTo>
                  <a:lnTo>
                    <a:pt x="5854438" y="801160"/>
                  </a:lnTo>
                  <a:lnTo>
                    <a:pt x="5855720" y="798956"/>
                  </a:lnTo>
                  <a:lnTo>
                    <a:pt x="5857001" y="787092"/>
                  </a:lnTo>
                  <a:lnTo>
                    <a:pt x="5858283" y="787798"/>
                  </a:lnTo>
                  <a:lnTo>
                    <a:pt x="5859565" y="776506"/>
                  </a:lnTo>
                  <a:lnTo>
                    <a:pt x="5860847" y="776506"/>
                  </a:lnTo>
                  <a:lnTo>
                    <a:pt x="5862129" y="779329"/>
                  </a:lnTo>
                  <a:lnTo>
                    <a:pt x="5863411" y="786386"/>
                  </a:lnTo>
                  <a:lnTo>
                    <a:pt x="5864692" y="765919"/>
                  </a:lnTo>
                  <a:lnTo>
                    <a:pt x="5865974" y="760273"/>
                  </a:lnTo>
                  <a:lnTo>
                    <a:pt x="5867256" y="782152"/>
                  </a:lnTo>
                  <a:lnTo>
                    <a:pt x="5868538" y="770859"/>
                  </a:lnTo>
                  <a:lnTo>
                    <a:pt x="5869820" y="748275"/>
                  </a:lnTo>
                  <a:lnTo>
                    <a:pt x="5871102" y="734866"/>
                  </a:lnTo>
                  <a:lnTo>
                    <a:pt x="5872384" y="735572"/>
                  </a:lnTo>
                  <a:lnTo>
                    <a:pt x="5873665" y="724005"/>
                  </a:lnTo>
                  <a:lnTo>
                    <a:pt x="5874947" y="729883"/>
                  </a:lnTo>
                  <a:lnTo>
                    <a:pt x="5876229" y="706800"/>
                  </a:lnTo>
                  <a:lnTo>
                    <a:pt x="5877511" y="710240"/>
                  </a:lnTo>
                  <a:lnTo>
                    <a:pt x="5878793" y="724003"/>
                  </a:lnTo>
                  <a:lnTo>
                    <a:pt x="5880075" y="724003"/>
                  </a:lnTo>
                  <a:lnTo>
                    <a:pt x="5881356" y="724003"/>
                  </a:lnTo>
                  <a:lnTo>
                    <a:pt x="5882638" y="729164"/>
                  </a:lnTo>
                  <a:lnTo>
                    <a:pt x="5883920" y="754109"/>
                  </a:lnTo>
                  <a:lnTo>
                    <a:pt x="5885202" y="766152"/>
                  </a:lnTo>
                  <a:lnTo>
                    <a:pt x="5886484" y="790236"/>
                  </a:lnTo>
                  <a:lnTo>
                    <a:pt x="5887766" y="816902"/>
                  </a:lnTo>
                  <a:lnTo>
                    <a:pt x="5889047" y="844427"/>
                  </a:lnTo>
                  <a:lnTo>
                    <a:pt x="5890329" y="860771"/>
                  </a:lnTo>
                  <a:lnTo>
                    <a:pt x="5891611" y="869372"/>
                  </a:lnTo>
                  <a:lnTo>
                    <a:pt x="5892893" y="894317"/>
                  </a:lnTo>
                  <a:lnTo>
                    <a:pt x="5894175" y="901199"/>
                  </a:lnTo>
                  <a:lnTo>
                    <a:pt x="5895457" y="913241"/>
                  </a:lnTo>
                  <a:lnTo>
                    <a:pt x="5896739" y="913241"/>
                  </a:lnTo>
                  <a:lnTo>
                    <a:pt x="5898020" y="913241"/>
                  </a:lnTo>
                  <a:lnTo>
                    <a:pt x="5899302" y="913241"/>
                  </a:lnTo>
                  <a:lnTo>
                    <a:pt x="5900584" y="910661"/>
                  </a:lnTo>
                  <a:lnTo>
                    <a:pt x="5901866" y="894317"/>
                  </a:lnTo>
                  <a:lnTo>
                    <a:pt x="5903148" y="878834"/>
                  </a:lnTo>
                  <a:lnTo>
                    <a:pt x="5904430" y="878834"/>
                  </a:lnTo>
                  <a:lnTo>
                    <a:pt x="5905711" y="878834"/>
                  </a:lnTo>
                  <a:lnTo>
                    <a:pt x="5906993" y="878834"/>
                  </a:lnTo>
                  <a:lnTo>
                    <a:pt x="5908275" y="878834"/>
                  </a:lnTo>
                  <a:lnTo>
                    <a:pt x="5909557" y="878834"/>
                  </a:lnTo>
                  <a:lnTo>
                    <a:pt x="5910839" y="866792"/>
                  </a:lnTo>
                  <a:lnTo>
                    <a:pt x="5912121" y="861631"/>
                  </a:lnTo>
                  <a:lnTo>
                    <a:pt x="5913403" y="861631"/>
                  </a:lnTo>
                  <a:lnTo>
                    <a:pt x="5914684" y="861631"/>
                  </a:lnTo>
                  <a:lnTo>
                    <a:pt x="5915966" y="861631"/>
                  </a:lnTo>
                  <a:lnTo>
                    <a:pt x="5917248" y="861631"/>
                  </a:lnTo>
                  <a:lnTo>
                    <a:pt x="5918530" y="855610"/>
                  </a:lnTo>
                  <a:lnTo>
                    <a:pt x="5919812" y="829804"/>
                  </a:lnTo>
                  <a:lnTo>
                    <a:pt x="5921094" y="814321"/>
                  </a:lnTo>
                  <a:lnTo>
                    <a:pt x="5922375" y="827224"/>
                  </a:lnTo>
                  <a:lnTo>
                    <a:pt x="5923657" y="827224"/>
                  </a:lnTo>
                  <a:lnTo>
                    <a:pt x="5924939" y="827224"/>
                  </a:lnTo>
                  <a:lnTo>
                    <a:pt x="5926221" y="824643"/>
                  </a:lnTo>
                  <a:lnTo>
                    <a:pt x="5927503" y="810020"/>
                  </a:lnTo>
                  <a:lnTo>
                    <a:pt x="5928785" y="810643"/>
                  </a:lnTo>
                  <a:lnTo>
                    <a:pt x="5930066" y="795282"/>
                  </a:lnTo>
                  <a:lnTo>
                    <a:pt x="5931348" y="819232"/>
                  </a:lnTo>
                  <a:lnTo>
                    <a:pt x="5932630" y="813328"/>
                  </a:lnTo>
                  <a:lnTo>
                    <a:pt x="5933912" y="807473"/>
                  </a:lnTo>
                  <a:lnTo>
                    <a:pt x="5935194" y="804400"/>
                  </a:lnTo>
                  <a:lnTo>
                    <a:pt x="5936476" y="795180"/>
                  </a:lnTo>
                  <a:lnTo>
                    <a:pt x="5937758" y="783501"/>
                  </a:lnTo>
                  <a:lnTo>
                    <a:pt x="5939039" y="781042"/>
                  </a:lnTo>
                  <a:lnTo>
                    <a:pt x="5940321" y="780428"/>
                  </a:lnTo>
                  <a:lnTo>
                    <a:pt x="5941603" y="770593"/>
                  </a:lnTo>
                  <a:lnTo>
                    <a:pt x="5942885" y="770593"/>
                  </a:lnTo>
                  <a:lnTo>
                    <a:pt x="5944167" y="770593"/>
                  </a:lnTo>
                  <a:lnTo>
                    <a:pt x="5945449" y="772437"/>
                  </a:lnTo>
                  <a:lnTo>
                    <a:pt x="5946730" y="782886"/>
                  </a:lnTo>
                  <a:lnTo>
                    <a:pt x="5948012" y="804038"/>
                  </a:lnTo>
                  <a:lnTo>
                    <a:pt x="5949294" y="823037"/>
                  </a:lnTo>
                  <a:lnTo>
                    <a:pt x="5950576" y="804100"/>
                  </a:lnTo>
                  <a:lnTo>
                    <a:pt x="5951858" y="813290"/>
                  </a:lnTo>
                  <a:lnTo>
                    <a:pt x="5953140" y="806185"/>
                  </a:lnTo>
                  <a:lnTo>
                    <a:pt x="5954422" y="795282"/>
                  </a:lnTo>
                  <a:lnTo>
                    <a:pt x="5955703" y="790621"/>
                  </a:lnTo>
                  <a:lnTo>
                    <a:pt x="5956985" y="776506"/>
                  </a:lnTo>
                  <a:lnTo>
                    <a:pt x="5958267" y="791328"/>
                  </a:lnTo>
                  <a:lnTo>
                    <a:pt x="5959549" y="792891"/>
                  </a:lnTo>
                  <a:lnTo>
                    <a:pt x="5960831" y="786574"/>
                  </a:lnTo>
                  <a:lnTo>
                    <a:pt x="5962113" y="776740"/>
                  </a:lnTo>
                  <a:lnTo>
                    <a:pt x="5963394" y="770593"/>
                  </a:lnTo>
                  <a:lnTo>
                    <a:pt x="5964676" y="770593"/>
                  </a:lnTo>
                  <a:lnTo>
                    <a:pt x="5965958" y="770593"/>
                  </a:lnTo>
                  <a:lnTo>
                    <a:pt x="5967240" y="770593"/>
                  </a:lnTo>
                  <a:lnTo>
                    <a:pt x="5968522" y="770593"/>
                  </a:lnTo>
                  <a:lnTo>
                    <a:pt x="5969804" y="770593"/>
                  </a:lnTo>
                  <a:lnTo>
                    <a:pt x="5971086" y="770593"/>
                  </a:lnTo>
                  <a:lnTo>
                    <a:pt x="5972367" y="781743"/>
                  </a:lnTo>
                  <a:lnTo>
                    <a:pt x="5973649" y="772303"/>
                  </a:lnTo>
                  <a:lnTo>
                    <a:pt x="5974931" y="793510"/>
                  </a:lnTo>
                  <a:lnTo>
                    <a:pt x="5976213" y="821998"/>
                  </a:lnTo>
                  <a:lnTo>
                    <a:pt x="5977495" y="837481"/>
                  </a:lnTo>
                  <a:lnTo>
                    <a:pt x="5978777" y="845532"/>
                  </a:lnTo>
                  <a:lnTo>
                    <a:pt x="5980058" y="860396"/>
                  </a:lnTo>
                  <a:lnTo>
                    <a:pt x="5981340" y="854632"/>
                  </a:lnTo>
                  <a:lnTo>
                    <a:pt x="5982622" y="836343"/>
                  </a:lnTo>
                  <a:lnTo>
                    <a:pt x="5983904" y="828491"/>
                  </a:lnTo>
                  <a:lnTo>
                    <a:pt x="5985186" y="828491"/>
                  </a:lnTo>
                  <a:lnTo>
                    <a:pt x="5986468" y="828491"/>
                  </a:lnTo>
                  <a:lnTo>
                    <a:pt x="5987749" y="806929"/>
                  </a:lnTo>
                  <a:lnTo>
                    <a:pt x="5989031" y="799906"/>
                  </a:lnTo>
                  <a:lnTo>
                    <a:pt x="5990313" y="761143"/>
                  </a:lnTo>
                  <a:lnTo>
                    <a:pt x="5991595" y="738402"/>
                  </a:lnTo>
                  <a:lnTo>
                    <a:pt x="5992877" y="740986"/>
                  </a:lnTo>
                  <a:lnTo>
                    <a:pt x="5994159" y="723413"/>
                  </a:lnTo>
                  <a:lnTo>
                    <a:pt x="5995441" y="705841"/>
                  </a:lnTo>
                  <a:lnTo>
                    <a:pt x="5996722" y="670079"/>
                  </a:lnTo>
                  <a:lnTo>
                    <a:pt x="5998004" y="682826"/>
                  </a:lnTo>
                  <a:lnTo>
                    <a:pt x="5999286" y="672296"/>
                  </a:lnTo>
                  <a:lnTo>
                    <a:pt x="6000568" y="653805"/>
                  </a:lnTo>
                  <a:lnTo>
                    <a:pt x="6001850" y="655034"/>
                  </a:lnTo>
                  <a:lnTo>
                    <a:pt x="6003132" y="647044"/>
                  </a:lnTo>
                  <a:lnTo>
                    <a:pt x="6004413" y="653453"/>
                  </a:lnTo>
                  <a:lnTo>
                    <a:pt x="6005695" y="650682"/>
                  </a:lnTo>
                  <a:lnTo>
                    <a:pt x="6006977" y="656224"/>
                  </a:lnTo>
                  <a:lnTo>
                    <a:pt x="6008259" y="661212"/>
                  </a:lnTo>
                  <a:lnTo>
                    <a:pt x="6009541" y="695019"/>
                  </a:lnTo>
                  <a:lnTo>
                    <a:pt x="6010823" y="661181"/>
                  </a:lnTo>
                  <a:lnTo>
                    <a:pt x="6012105" y="668557"/>
                  </a:lnTo>
                  <a:lnTo>
                    <a:pt x="6013386" y="685768"/>
                  </a:lnTo>
                  <a:lnTo>
                    <a:pt x="6014668" y="697447"/>
                  </a:lnTo>
                  <a:lnTo>
                    <a:pt x="6015950" y="726336"/>
                  </a:lnTo>
                  <a:lnTo>
                    <a:pt x="6017232" y="742127"/>
                  </a:lnTo>
                  <a:lnTo>
                    <a:pt x="6018514" y="719578"/>
                  </a:lnTo>
                  <a:lnTo>
                    <a:pt x="6019796" y="700561"/>
                  </a:lnTo>
                  <a:lnTo>
                    <a:pt x="6021077" y="710536"/>
                  </a:lnTo>
                  <a:lnTo>
                    <a:pt x="6022359" y="668557"/>
                  </a:lnTo>
                  <a:lnTo>
                    <a:pt x="6023641" y="670267"/>
                  </a:lnTo>
                  <a:lnTo>
                    <a:pt x="6024923" y="644256"/>
                  </a:lnTo>
                  <a:lnTo>
                    <a:pt x="6026205" y="630881"/>
                  </a:lnTo>
                  <a:lnTo>
                    <a:pt x="6027487" y="600773"/>
                  </a:lnTo>
                  <a:lnTo>
                    <a:pt x="6028768" y="625173"/>
                  </a:lnTo>
                  <a:lnTo>
                    <a:pt x="6030050" y="656023"/>
                  </a:lnTo>
                  <a:lnTo>
                    <a:pt x="6031332" y="661796"/>
                  </a:lnTo>
                  <a:lnTo>
                    <a:pt x="6032614" y="655649"/>
                  </a:lnTo>
                  <a:lnTo>
                    <a:pt x="6033896" y="658108"/>
                  </a:lnTo>
                  <a:lnTo>
                    <a:pt x="6035178" y="626915"/>
                  </a:lnTo>
                  <a:lnTo>
                    <a:pt x="6036460" y="629393"/>
                  </a:lnTo>
                  <a:lnTo>
                    <a:pt x="6037741" y="612771"/>
                  </a:lnTo>
                  <a:lnTo>
                    <a:pt x="6039023" y="627591"/>
                  </a:lnTo>
                  <a:lnTo>
                    <a:pt x="6040305" y="638883"/>
                  </a:lnTo>
                  <a:lnTo>
                    <a:pt x="6041587" y="668525"/>
                  </a:lnTo>
                  <a:lnTo>
                    <a:pt x="6042869" y="693226"/>
                  </a:lnTo>
                  <a:lnTo>
                    <a:pt x="6044151" y="706636"/>
                  </a:lnTo>
                  <a:lnTo>
                    <a:pt x="6045432" y="732043"/>
                  </a:lnTo>
                  <a:lnTo>
                    <a:pt x="6046714" y="740512"/>
                  </a:lnTo>
                  <a:lnTo>
                    <a:pt x="6047996" y="753397"/>
                  </a:lnTo>
                  <a:lnTo>
                    <a:pt x="6049278" y="728884"/>
                  </a:lnTo>
                  <a:lnTo>
                    <a:pt x="6050560" y="619062"/>
                  </a:lnTo>
                  <a:lnTo>
                    <a:pt x="6051842" y="619062"/>
                  </a:lnTo>
                  <a:lnTo>
                    <a:pt x="6053124" y="613901"/>
                  </a:lnTo>
                  <a:lnTo>
                    <a:pt x="6054405" y="649168"/>
                  </a:lnTo>
                  <a:lnTo>
                    <a:pt x="6055687" y="672393"/>
                  </a:lnTo>
                  <a:lnTo>
                    <a:pt x="6056969" y="682715"/>
                  </a:lnTo>
                  <a:lnTo>
                    <a:pt x="6058251" y="646587"/>
                  </a:lnTo>
                  <a:lnTo>
                    <a:pt x="6059533" y="593257"/>
                  </a:lnTo>
                  <a:lnTo>
                    <a:pt x="6060815" y="514981"/>
                  </a:lnTo>
                  <a:lnTo>
                    <a:pt x="6062096" y="442726"/>
                  </a:lnTo>
                  <a:lnTo>
                    <a:pt x="6063378" y="455629"/>
                  </a:lnTo>
                  <a:lnTo>
                    <a:pt x="6064660" y="448747"/>
                  </a:lnTo>
                  <a:lnTo>
                    <a:pt x="6065942" y="444447"/>
                  </a:lnTo>
                  <a:lnTo>
                    <a:pt x="6067224" y="430684"/>
                  </a:lnTo>
                  <a:lnTo>
                    <a:pt x="6068506" y="442726"/>
                  </a:lnTo>
                  <a:lnTo>
                    <a:pt x="6069787" y="490036"/>
                  </a:lnTo>
                  <a:lnTo>
                    <a:pt x="6071069" y="495197"/>
                  </a:lnTo>
                  <a:lnTo>
                    <a:pt x="6072351" y="563215"/>
                  </a:lnTo>
                  <a:lnTo>
                    <a:pt x="6073633" y="578894"/>
                  </a:lnTo>
                  <a:lnTo>
                    <a:pt x="6074915" y="568308"/>
                  </a:lnTo>
                  <a:lnTo>
                    <a:pt x="6076197" y="567602"/>
                  </a:lnTo>
                  <a:lnTo>
                    <a:pt x="6077479" y="623357"/>
                  </a:lnTo>
                  <a:lnTo>
                    <a:pt x="6078760" y="672054"/>
                  </a:lnTo>
                  <a:lnTo>
                    <a:pt x="6080042" y="736278"/>
                  </a:lnTo>
                  <a:lnTo>
                    <a:pt x="6081324" y="804030"/>
                  </a:lnTo>
                  <a:lnTo>
                    <a:pt x="6082606" y="813205"/>
                  </a:lnTo>
                  <a:lnTo>
                    <a:pt x="6083888" y="826842"/>
                  </a:lnTo>
                  <a:lnTo>
                    <a:pt x="6085170" y="830049"/>
                  </a:lnTo>
                  <a:lnTo>
                    <a:pt x="6086451" y="838207"/>
                  </a:lnTo>
                  <a:lnTo>
                    <a:pt x="6087733" y="846812"/>
                  </a:lnTo>
                  <a:lnTo>
                    <a:pt x="6089015" y="857262"/>
                  </a:lnTo>
                  <a:lnTo>
                    <a:pt x="6090297" y="868941"/>
                  </a:lnTo>
                  <a:lnTo>
                    <a:pt x="6091579" y="880833"/>
                  </a:lnTo>
                  <a:lnTo>
                    <a:pt x="6092861" y="875311"/>
                  </a:lnTo>
                  <a:lnTo>
                    <a:pt x="6094143" y="882369"/>
                  </a:lnTo>
                  <a:lnTo>
                    <a:pt x="6095424" y="875311"/>
                  </a:lnTo>
                  <a:lnTo>
                    <a:pt x="6096706" y="873194"/>
                  </a:lnTo>
                  <a:lnTo>
                    <a:pt x="6097988" y="840729"/>
                  </a:lnTo>
                  <a:lnTo>
                    <a:pt x="6099270" y="832966"/>
                  </a:lnTo>
                  <a:lnTo>
                    <a:pt x="6100552" y="832966"/>
                  </a:lnTo>
                  <a:lnTo>
                    <a:pt x="6101834" y="832966"/>
                  </a:lnTo>
                  <a:lnTo>
                    <a:pt x="6103115" y="839371"/>
                  </a:lnTo>
                  <a:lnTo>
                    <a:pt x="6104397" y="836120"/>
                  </a:lnTo>
                  <a:lnTo>
                    <a:pt x="6105679" y="797118"/>
                  </a:lnTo>
                  <a:lnTo>
                    <a:pt x="6106961" y="773033"/>
                  </a:lnTo>
                  <a:lnTo>
                    <a:pt x="6108243" y="742067"/>
                  </a:lnTo>
                  <a:lnTo>
                    <a:pt x="6109525" y="724003"/>
                  </a:lnTo>
                  <a:lnTo>
                    <a:pt x="6110807" y="714541"/>
                  </a:lnTo>
                  <a:lnTo>
                    <a:pt x="6112088" y="706800"/>
                  </a:lnTo>
                  <a:lnTo>
                    <a:pt x="6113370" y="703359"/>
                  </a:lnTo>
                  <a:lnTo>
                    <a:pt x="6114652" y="706800"/>
                  </a:lnTo>
                  <a:lnTo>
                    <a:pt x="6115934" y="686155"/>
                  </a:lnTo>
                  <a:lnTo>
                    <a:pt x="6117216" y="687876"/>
                  </a:lnTo>
                  <a:lnTo>
                    <a:pt x="6118498" y="672393"/>
                  </a:lnTo>
                  <a:lnTo>
                    <a:pt x="6119779" y="690938"/>
                  </a:lnTo>
                  <a:lnTo>
                    <a:pt x="6121061" y="691815"/>
                  </a:lnTo>
                  <a:lnTo>
                    <a:pt x="6122343" y="731579"/>
                  </a:lnTo>
                  <a:lnTo>
                    <a:pt x="6123625" y="722909"/>
                  </a:lnTo>
                  <a:lnTo>
                    <a:pt x="6124907" y="740869"/>
                  </a:lnTo>
                  <a:lnTo>
                    <a:pt x="6126189" y="765061"/>
                  </a:lnTo>
                  <a:lnTo>
                    <a:pt x="6127470" y="785960"/>
                  </a:lnTo>
                  <a:lnTo>
                    <a:pt x="6128752" y="795180"/>
                  </a:lnTo>
                  <a:lnTo>
                    <a:pt x="6130034" y="801941"/>
                  </a:lnTo>
                  <a:lnTo>
                    <a:pt x="6131316" y="807473"/>
                  </a:lnTo>
                  <a:lnTo>
                    <a:pt x="6132598" y="813005"/>
                  </a:lnTo>
                  <a:lnTo>
                    <a:pt x="6133880" y="819767"/>
                  </a:lnTo>
                  <a:lnTo>
                    <a:pt x="6135162" y="836363"/>
                  </a:lnTo>
                  <a:lnTo>
                    <a:pt x="6136443" y="863408"/>
                  </a:lnTo>
                  <a:lnTo>
                    <a:pt x="6137725" y="881234"/>
                  </a:lnTo>
                  <a:lnTo>
                    <a:pt x="6139007" y="906844"/>
                  </a:lnTo>
                  <a:lnTo>
                    <a:pt x="6140289" y="898059"/>
                  </a:lnTo>
                  <a:lnTo>
                    <a:pt x="6141571" y="884195"/>
                  </a:lnTo>
                  <a:lnTo>
                    <a:pt x="6142853" y="898891"/>
                  </a:lnTo>
                  <a:lnTo>
                    <a:pt x="6144134" y="897578"/>
                  </a:lnTo>
                  <a:lnTo>
                    <a:pt x="6145416" y="859050"/>
                  </a:lnTo>
                  <a:lnTo>
                    <a:pt x="6146698" y="856470"/>
                  </a:lnTo>
                  <a:lnTo>
                    <a:pt x="6147980" y="861631"/>
                  </a:lnTo>
                  <a:lnTo>
                    <a:pt x="6149262" y="861631"/>
                  </a:lnTo>
                  <a:lnTo>
                    <a:pt x="6150544" y="812601"/>
                  </a:lnTo>
                  <a:lnTo>
                    <a:pt x="6151826" y="788516"/>
                  </a:lnTo>
                  <a:lnTo>
                    <a:pt x="6153107" y="752389"/>
                  </a:lnTo>
                  <a:lnTo>
                    <a:pt x="6154389" y="741206"/>
                  </a:lnTo>
                  <a:lnTo>
                    <a:pt x="6155671" y="741206"/>
                  </a:lnTo>
                  <a:lnTo>
                    <a:pt x="6156953" y="705939"/>
                  </a:lnTo>
                  <a:lnTo>
                    <a:pt x="6158235" y="734111"/>
                  </a:lnTo>
                  <a:lnTo>
                    <a:pt x="6159517" y="749698"/>
                  </a:lnTo>
                  <a:lnTo>
                    <a:pt x="6160798" y="744747"/>
                  </a:lnTo>
                  <a:lnTo>
                    <a:pt x="6162080" y="726397"/>
                  </a:lnTo>
                  <a:lnTo>
                    <a:pt x="6163362" y="720045"/>
                  </a:lnTo>
                  <a:lnTo>
                    <a:pt x="6164644" y="736278"/>
                  </a:lnTo>
                  <a:lnTo>
                    <a:pt x="6165926" y="742629"/>
                  </a:lnTo>
                  <a:lnTo>
                    <a:pt x="6167208" y="712282"/>
                  </a:lnTo>
                  <a:lnTo>
                    <a:pt x="6168489" y="705930"/>
                  </a:lnTo>
                  <a:lnTo>
                    <a:pt x="6169771" y="720751"/>
                  </a:lnTo>
                  <a:lnTo>
                    <a:pt x="6171053" y="715811"/>
                  </a:lnTo>
                  <a:lnTo>
                    <a:pt x="6172335" y="715105"/>
                  </a:lnTo>
                  <a:lnTo>
                    <a:pt x="6173617" y="755113"/>
                  </a:lnTo>
                  <a:lnTo>
                    <a:pt x="6174899" y="746006"/>
                  </a:lnTo>
                  <a:lnTo>
                    <a:pt x="6176181" y="766512"/>
                  </a:lnTo>
                  <a:lnTo>
                    <a:pt x="6177462" y="772608"/>
                  </a:lnTo>
                  <a:lnTo>
                    <a:pt x="6178744" y="734942"/>
                  </a:lnTo>
                  <a:lnTo>
                    <a:pt x="6180026" y="734327"/>
                  </a:lnTo>
                  <a:lnTo>
                    <a:pt x="6181308" y="740474"/>
                  </a:lnTo>
                  <a:lnTo>
                    <a:pt x="6182590" y="736786"/>
                  </a:lnTo>
                  <a:lnTo>
                    <a:pt x="6183872" y="733712"/>
                  </a:lnTo>
                  <a:lnTo>
                    <a:pt x="6185153" y="738630"/>
                  </a:lnTo>
                  <a:lnTo>
                    <a:pt x="6186435" y="765061"/>
                  </a:lnTo>
                  <a:lnTo>
                    <a:pt x="6187717" y="770593"/>
                  </a:lnTo>
                  <a:lnTo>
                    <a:pt x="6188999" y="792721"/>
                  </a:lnTo>
                  <a:lnTo>
                    <a:pt x="6190281" y="808703"/>
                  </a:lnTo>
                  <a:lnTo>
                    <a:pt x="6191563" y="822618"/>
                  </a:lnTo>
                  <a:lnTo>
                    <a:pt x="6192845" y="819521"/>
                  </a:lnTo>
                  <a:lnTo>
                    <a:pt x="6194126" y="802480"/>
                  </a:lnTo>
                  <a:lnTo>
                    <a:pt x="6195408" y="832191"/>
                  </a:lnTo>
                  <a:lnTo>
                    <a:pt x="6196690" y="810020"/>
                  </a:lnTo>
                  <a:lnTo>
                    <a:pt x="6197972" y="825503"/>
                  </a:lnTo>
                  <a:lnTo>
                    <a:pt x="6199254" y="847868"/>
                  </a:lnTo>
                  <a:lnTo>
                    <a:pt x="6200536" y="845287"/>
                  </a:lnTo>
                  <a:lnTo>
                    <a:pt x="6201817" y="850449"/>
                  </a:lnTo>
                  <a:lnTo>
                    <a:pt x="6203099" y="844427"/>
                  </a:lnTo>
                  <a:lnTo>
                    <a:pt x="6204381" y="844427"/>
                  </a:lnTo>
                  <a:lnTo>
                    <a:pt x="6205663" y="844427"/>
                  </a:lnTo>
                  <a:lnTo>
                    <a:pt x="6206945" y="833245"/>
                  </a:lnTo>
                  <a:lnTo>
                    <a:pt x="6208227" y="827224"/>
                  </a:lnTo>
                  <a:lnTo>
                    <a:pt x="6209509" y="834965"/>
                  </a:lnTo>
                  <a:lnTo>
                    <a:pt x="6210790" y="842707"/>
                  </a:lnTo>
                  <a:lnTo>
                    <a:pt x="6212072" y="838406"/>
                  </a:lnTo>
                  <a:lnTo>
                    <a:pt x="6213354" y="827224"/>
                  </a:lnTo>
                  <a:lnTo>
                    <a:pt x="6214636" y="810881"/>
                  </a:lnTo>
                  <a:lnTo>
                    <a:pt x="6215918" y="796258"/>
                  </a:lnTo>
                  <a:lnTo>
                    <a:pt x="6217200" y="796526"/>
                  </a:lnTo>
                  <a:lnTo>
                    <a:pt x="6218481" y="787092"/>
                  </a:lnTo>
                  <a:lnTo>
                    <a:pt x="6219763" y="802743"/>
                  </a:lnTo>
                  <a:lnTo>
                    <a:pt x="6221045" y="776740"/>
                  </a:lnTo>
                  <a:lnTo>
                    <a:pt x="6222327" y="781042"/>
                  </a:lnTo>
                  <a:lnTo>
                    <a:pt x="6223609" y="770593"/>
                  </a:lnTo>
                  <a:lnTo>
                    <a:pt x="6224891" y="763217"/>
                  </a:lnTo>
                  <a:lnTo>
                    <a:pt x="6226172" y="761987"/>
                  </a:lnTo>
                  <a:lnTo>
                    <a:pt x="6227454" y="758299"/>
                  </a:lnTo>
                  <a:lnTo>
                    <a:pt x="6228736" y="750309"/>
                  </a:lnTo>
                  <a:lnTo>
                    <a:pt x="6230018" y="751538"/>
                  </a:lnTo>
                  <a:lnTo>
                    <a:pt x="6231300" y="762602"/>
                  </a:lnTo>
                  <a:lnTo>
                    <a:pt x="6232582" y="763831"/>
                  </a:lnTo>
                  <a:lnTo>
                    <a:pt x="6233864" y="762602"/>
                  </a:lnTo>
                  <a:lnTo>
                    <a:pt x="6235145" y="768134"/>
                  </a:lnTo>
                  <a:lnTo>
                    <a:pt x="6236427" y="782982"/>
                  </a:lnTo>
                  <a:lnTo>
                    <a:pt x="6237709" y="745452"/>
                  </a:lnTo>
                  <a:lnTo>
                    <a:pt x="6238991" y="756831"/>
                  </a:lnTo>
                  <a:lnTo>
                    <a:pt x="6240273" y="746367"/>
                  </a:lnTo>
                  <a:lnTo>
                    <a:pt x="6241555" y="743787"/>
                  </a:lnTo>
                  <a:lnTo>
                    <a:pt x="6242836" y="758410"/>
                  </a:lnTo>
                  <a:lnTo>
                    <a:pt x="6244118" y="768732"/>
                  </a:lnTo>
                  <a:lnTo>
                    <a:pt x="6245400" y="781635"/>
                  </a:lnTo>
                  <a:lnTo>
                    <a:pt x="6246682" y="792817"/>
                  </a:lnTo>
                  <a:lnTo>
                    <a:pt x="6247964" y="803999"/>
                  </a:lnTo>
                  <a:lnTo>
                    <a:pt x="6249246" y="810020"/>
                  </a:lnTo>
                  <a:lnTo>
                    <a:pt x="6250528" y="800558"/>
                  </a:lnTo>
                  <a:lnTo>
                    <a:pt x="6251809" y="802279"/>
                  </a:lnTo>
                  <a:lnTo>
                    <a:pt x="6253091" y="820342"/>
                  </a:lnTo>
                  <a:lnTo>
                    <a:pt x="6254373" y="827224"/>
                  </a:lnTo>
                  <a:lnTo>
                    <a:pt x="6255655" y="838406"/>
                  </a:lnTo>
                  <a:lnTo>
                    <a:pt x="6256937" y="860771"/>
                  </a:lnTo>
                  <a:lnTo>
                    <a:pt x="6258219" y="861631"/>
                  </a:lnTo>
                  <a:lnTo>
                    <a:pt x="6259500" y="853029"/>
                  </a:lnTo>
                  <a:lnTo>
                    <a:pt x="6260782" y="840126"/>
                  </a:lnTo>
                  <a:lnTo>
                    <a:pt x="6262064" y="816042"/>
                  </a:lnTo>
                  <a:lnTo>
                    <a:pt x="6263346" y="810020"/>
                  </a:lnTo>
                  <a:lnTo>
                    <a:pt x="6264628" y="810020"/>
                  </a:lnTo>
                  <a:lnTo>
                    <a:pt x="6265910" y="810020"/>
                  </a:lnTo>
                  <a:lnTo>
                    <a:pt x="6267191" y="810020"/>
                  </a:lnTo>
                  <a:lnTo>
                    <a:pt x="6268473" y="810020"/>
                  </a:lnTo>
                  <a:lnTo>
                    <a:pt x="6269755" y="811741"/>
                  </a:lnTo>
                  <a:lnTo>
                    <a:pt x="6271037" y="810020"/>
                  </a:lnTo>
                  <a:lnTo>
                    <a:pt x="6272319" y="792817"/>
                  </a:lnTo>
                  <a:lnTo>
                    <a:pt x="6273601" y="775613"/>
                  </a:lnTo>
                  <a:lnTo>
                    <a:pt x="6274883" y="775613"/>
                  </a:lnTo>
                  <a:lnTo>
                    <a:pt x="6276164" y="772173"/>
                  </a:lnTo>
                  <a:lnTo>
                    <a:pt x="6277446" y="775613"/>
                  </a:lnTo>
                  <a:lnTo>
                    <a:pt x="6278728" y="792817"/>
                  </a:lnTo>
                  <a:lnTo>
                    <a:pt x="6280010" y="797118"/>
                  </a:lnTo>
                  <a:lnTo>
                    <a:pt x="6281292" y="821203"/>
                  </a:lnTo>
                  <a:lnTo>
                    <a:pt x="6282574" y="804859"/>
                  </a:lnTo>
                  <a:lnTo>
                    <a:pt x="6283855" y="792817"/>
                  </a:lnTo>
                  <a:lnTo>
                    <a:pt x="6285137" y="792817"/>
                  </a:lnTo>
                  <a:lnTo>
                    <a:pt x="6286419" y="792817"/>
                  </a:lnTo>
                  <a:lnTo>
                    <a:pt x="6287701" y="792817"/>
                  </a:lnTo>
                  <a:lnTo>
                    <a:pt x="6288983" y="790236"/>
                  </a:lnTo>
                  <a:lnTo>
                    <a:pt x="6290265" y="779054"/>
                  </a:lnTo>
                  <a:lnTo>
                    <a:pt x="6291547" y="825409"/>
                  </a:lnTo>
                  <a:lnTo>
                    <a:pt x="6292828" y="834962"/>
                  </a:lnTo>
                  <a:lnTo>
                    <a:pt x="6294110" y="818172"/>
                  </a:lnTo>
                  <a:lnTo>
                    <a:pt x="6295392" y="828731"/>
                  </a:lnTo>
                  <a:lnTo>
                    <a:pt x="6296674" y="832966"/>
                  </a:lnTo>
                  <a:lnTo>
                    <a:pt x="6297956" y="834377"/>
                  </a:lnTo>
                  <a:lnTo>
                    <a:pt x="6299238" y="837906"/>
                  </a:lnTo>
                  <a:lnTo>
                    <a:pt x="6300519" y="832966"/>
                  </a:lnTo>
                  <a:lnTo>
                    <a:pt x="6301801" y="844964"/>
                  </a:lnTo>
                  <a:lnTo>
                    <a:pt x="6303083" y="840023"/>
                  </a:lnTo>
                  <a:lnTo>
                    <a:pt x="6304365" y="811088"/>
                  </a:lnTo>
                  <a:lnTo>
                    <a:pt x="6305647" y="804736"/>
                  </a:lnTo>
                  <a:lnTo>
                    <a:pt x="6306929" y="781446"/>
                  </a:lnTo>
                  <a:lnTo>
                    <a:pt x="6308210" y="767331"/>
                  </a:lnTo>
                  <a:lnTo>
                    <a:pt x="6309492" y="773682"/>
                  </a:lnTo>
                  <a:lnTo>
                    <a:pt x="6310774" y="749723"/>
                  </a:lnTo>
                  <a:lnTo>
                    <a:pt x="6312056" y="736496"/>
                  </a:lnTo>
                  <a:lnTo>
                    <a:pt x="6313338" y="732424"/>
                  </a:lnTo>
                  <a:lnTo>
                    <a:pt x="6314620" y="673253"/>
                  </a:lnTo>
                  <a:lnTo>
                    <a:pt x="6315902" y="655189"/>
                  </a:lnTo>
                  <a:lnTo>
                    <a:pt x="6317183" y="655189"/>
                  </a:lnTo>
                  <a:lnTo>
                    <a:pt x="6318465" y="663791"/>
                  </a:lnTo>
                  <a:lnTo>
                    <a:pt x="6319747" y="655189"/>
                  </a:lnTo>
                  <a:lnTo>
                    <a:pt x="6321029" y="662931"/>
                  </a:lnTo>
                  <a:lnTo>
                    <a:pt x="6322311" y="676693"/>
                  </a:lnTo>
                  <a:lnTo>
                    <a:pt x="6323593" y="695617"/>
                  </a:lnTo>
                  <a:lnTo>
                    <a:pt x="6324874" y="689596"/>
                  </a:lnTo>
                  <a:lnTo>
                    <a:pt x="6326156" y="717982"/>
                  </a:lnTo>
                  <a:lnTo>
                    <a:pt x="6327438" y="745507"/>
                  </a:lnTo>
                  <a:lnTo>
                    <a:pt x="6328720" y="758410"/>
                  </a:lnTo>
                  <a:lnTo>
                    <a:pt x="6330002" y="778194"/>
                  </a:lnTo>
                  <a:lnTo>
                    <a:pt x="6331284" y="799698"/>
                  </a:lnTo>
                  <a:lnTo>
                    <a:pt x="6332566" y="823783"/>
                  </a:lnTo>
                  <a:lnTo>
                    <a:pt x="6333847" y="828944"/>
                  </a:lnTo>
                  <a:lnTo>
                    <a:pt x="6335129" y="844427"/>
                  </a:lnTo>
                  <a:lnTo>
                    <a:pt x="6336411" y="844427"/>
                  </a:lnTo>
                  <a:lnTo>
                    <a:pt x="6337693" y="847008"/>
                  </a:lnTo>
                  <a:lnTo>
                    <a:pt x="6338975" y="861631"/>
                  </a:lnTo>
                  <a:lnTo>
                    <a:pt x="6340257" y="861631"/>
                  </a:lnTo>
                  <a:lnTo>
                    <a:pt x="6341538" y="837546"/>
                  </a:lnTo>
                  <a:lnTo>
                    <a:pt x="6342820" y="847868"/>
                  </a:lnTo>
                  <a:lnTo>
                    <a:pt x="6344102" y="835826"/>
                  </a:lnTo>
                  <a:lnTo>
                    <a:pt x="6345384" y="792817"/>
                  </a:lnTo>
                  <a:lnTo>
                    <a:pt x="6346666" y="783355"/>
                  </a:lnTo>
                  <a:lnTo>
                    <a:pt x="6347948" y="775613"/>
                  </a:lnTo>
                  <a:lnTo>
                    <a:pt x="6349230" y="775613"/>
                  </a:lnTo>
                  <a:lnTo>
                    <a:pt x="6350511" y="775613"/>
                  </a:lnTo>
                  <a:lnTo>
                    <a:pt x="6351793" y="775613"/>
                  </a:lnTo>
                  <a:lnTo>
                    <a:pt x="6353075" y="790236"/>
                  </a:lnTo>
                  <a:lnTo>
                    <a:pt x="6354357" y="792817"/>
                  </a:lnTo>
                  <a:lnTo>
                    <a:pt x="6355639" y="792817"/>
                  </a:lnTo>
                  <a:lnTo>
                    <a:pt x="6356921" y="792817"/>
                  </a:lnTo>
                  <a:lnTo>
                    <a:pt x="6358202" y="792817"/>
                  </a:lnTo>
                  <a:lnTo>
                    <a:pt x="6359484" y="792817"/>
                  </a:lnTo>
                  <a:lnTo>
                    <a:pt x="6360766" y="818622"/>
                  </a:lnTo>
                  <a:lnTo>
                    <a:pt x="6362048" y="810020"/>
                  </a:lnTo>
                  <a:lnTo>
                    <a:pt x="6363330" y="828084"/>
                  </a:lnTo>
                  <a:lnTo>
                    <a:pt x="6364612" y="861631"/>
                  </a:lnTo>
                  <a:lnTo>
                    <a:pt x="6365893" y="854749"/>
                  </a:lnTo>
                  <a:lnTo>
                    <a:pt x="6367175" y="861631"/>
                  </a:lnTo>
                  <a:lnTo>
                    <a:pt x="6368457" y="861631"/>
                  </a:lnTo>
                  <a:lnTo>
                    <a:pt x="6369739" y="859050"/>
                  </a:lnTo>
                  <a:lnTo>
                    <a:pt x="6371021" y="844427"/>
                  </a:lnTo>
                  <a:lnTo>
                    <a:pt x="6372303" y="844427"/>
                  </a:lnTo>
                  <a:lnTo>
                    <a:pt x="6373585" y="844427"/>
                  </a:lnTo>
                  <a:lnTo>
                    <a:pt x="6374866" y="835826"/>
                  </a:lnTo>
                  <a:lnTo>
                    <a:pt x="6376148" y="827224"/>
                  </a:lnTo>
                  <a:lnTo>
                    <a:pt x="6377430" y="827224"/>
                  </a:lnTo>
                  <a:lnTo>
                    <a:pt x="6378712" y="827224"/>
                  </a:lnTo>
                  <a:lnTo>
                    <a:pt x="6379994" y="815181"/>
                  </a:lnTo>
                  <a:lnTo>
                    <a:pt x="6381276" y="827224"/>
                  </a:lnTo>
                  <a:lnTo>
                    <a:pt x="6382557" y="834965"/>
                  </a:lnTo>
                  <a:lnTo>
                    <a:pt x="6383839" y="844427"/>
                  </a:lnTo>
                  <a:lnTo>
                    <a:pt x="6385121" y="860771"/>
                  </a:lnTo>
                  <a:lnTo>
                    <a:pt x="6386403" y="861631"/>
                  </a:lnTo>
                  <a:lnTo>
                    <a:pt x="6387685" y="861631"/>
                  </a:lnTo>
                  <a:lnTo>
                    <a:pt x="6388967" y="864211"/>
                  </a:lnTo>
                  <a:lnTo>
                    <a:pt x="6390249" y="878834"/>
                  </a:lnTo>
                  <a:lnTo>
                    <a:pt x="6391530" y="869372"/>
                  </a:lnTo>
                  <a:lnTo>
                    <a:pt x="6392812" y="861631"/>
                  </a:lnTo>
                  <a:lnTo>
                    <a:pt x="6394094" y="865932"/>
                  </a:lnTo>
                  <a:lnTo>
                    <a:pt x="6395376" y="861631"/>
                  </a:lnTo>
                  <a:lnTo>
                    <a:pt x="6396658" y="861631"/>
                  </a:lnTo>
                  <a:lnTo>
                    <a:pt x="6397940" y="861631"/>
                  </a:lnTo>
                  <a:lnTo>
                    <a:pt x="6399221" y="868512"/>
                  </a:lnTo>
                  <a:lnTo>
                    <a:pt x="6400503" y="861631"/>
                  </a:lnTo>
                  <a:lnTo>
                    <a:pt x="6401785" y="861631"/>
                  </a:lnTo>
                  <a:lnTo>
                    <a:pt x="6403067" y="861631"/>
                  </a:lnTo>
                  <a:lnTo>
                    <a:pt x="6404349" y="861631"/>
                  </a:lnTo>
                  <a:lnTo>
                    <a:pt x="6405631" y="861631"/>
                  </a:lnTo>
                  <a:lnTo>
                    <a:pt x="6406912" y="853029"/>
                  </a:lnTo>
                  <a:lnTo>
                    <a:pt x="6408194" y="844427"/>
                  </a:lnTo>
                  <a:lnTo>
                    <a:pt x="6409476" y="844427"/>
                  </a:lnTo>
                  <a:lnTo>
                    <a:pt x="6410758" y="853889"/>
                  </a:lnTo>
                  <a:lnTo>
                    <a:pt x="6412040" y="861631"/>
                  </a:lnTo>
                  <a:lnTo>
                    <a:pt x="6413322" y="865932"/>
                  </a:lnTo>
                  <a:lnTo>
                    <a:pt x="6414604" y="878834"/>
                  </a:lnTo>
                  <a:lnTo>
                    <a:pt x="6415885" y="878834"/>
                  </a:lnTo>
                  <a:lnTo>
                    <a:pt x="6417167" y="878834"/>
                  </a:lnTo>
                  <a:lnTo>
                    <a:pt x="6418449" y="903672"/>
                  </a:lnTo>
                  <a:lnTo>
                    <a:pt x="6419731" y="913279"/>
                  </a:lnTo>
                  <a:lnTo>
                    <a:pt x="6421013" y="913279"/>
                  </a:lnTo>
                  <a:lnTo>
                    <a:pt x="6422295" y="913279"/>
                  </a:lnTo>
                  <a:lnTo>
                    <a:pt x="6423576" y="913279"/>
                  </a:lnTo>
                  <a:lnTo>
                    <a:pt x="6424858" y="913279"/>
                  </a:lnTo>
                  <a:lnTo>
                    <a:pt x="6426140" y="913279"/>
                  </a:lnTo>
                  <a:lnTo>
                    <a:pt x="6427422" y="913279"/>
                  </a:lnTo>
                  <a:lnTo>
                    <a:pt x="6428704" y="913279"/>
                  </a:lnTo>
                  <a:lnTo>
                    <a:pt x="6429986" y="913279"/>
                  </a:lnTo>
                  <a:lnTo>
                    <a:pt x="6431268" y="913279"/>
                  </a:lnTo>
                  <a:lnTo>
                    <a:pt x="6432549" y="913279"/>
                  </a:lnTo>
                  <a:lnTo>
                    <a:pt x="6433831" y="913279"/>
                  </a:lnTo>
                  <a:lnTo>
                    <a:pt x="6435113" y="913279"/>
                  </a:lnTo>
                  <a:lnTo>
                    <a:pt x="6436395" y="913279"/>
                  </a:lnTo>
                  <a:lnTo>
                    <a:pt x="6437677" y="913279"/>
                  </a:lnTo>
                  <a:lnTo>
                    <a:pt x="6438959" y="913279"/>
                  </a:lnTo>
                  <a:lnTo>
                    <a:pt x="6440240" y="896091"/>
                  </a:lnTo>
                  <a:lnTo>
                    <a:pt x="6441522" y="902310"/>
                  </a:lnTo>
                  <a:lnTo>
                    <a:pt x="6442804" y="891361"/>
                  </a:lnTo>
                  <a:lnTo>
                    <a:pt x="6444086" y="894535"/>
                  </a:lnTo>
                  <a:lnTo>
                    <a:pt x="6445368" y="894834"/>
                  </a:lnTo>
                  <a:lnTo>
                    <a:pt x="6446650" y="902757"/>
                  </a:lnTo>
                  <a:lnTo>
                    <a:pt x="6447931" y="902757"/>
                  </a:lnTo>
                  <a:lnTo>
                    <a:pt x="6449213" y="901207"/>
                  </a:lnTo>
                  <a:lnTo>
                    <a:pt x="6450495" y="892420"/>
                  </a:lnTo>
                  <a:lnTo>
                    <a:pt x="6451777" y="892420"/>
                  </a:lnTo>
                  <a:lnTo>
                    <a:pt x="6453059" y="883117"/>
                  </a:lnTo>
                  <a:lnTo>
                    <a:pt x="6454341" y="882083"/>
                  </a:lnTo>
                  <a:lnTo>
                    <a:pt x="6455623" y="882083"/>
                  </a:lnTo>
                  <a:lnTo>
                    <a:pt x="6456904" y="882083"/>
                  </a:lnTo>
                  <a:lnTo>
                    <a:pt x="6458186" y="885185"/>
                  </a:lnTo>
                  <a:lnTo>
                    <a:pt x="6459468" y="890870"/>
                  </a:lnTo>
                  <a:lnTo>
                    <a:pt x="6460750" y="883451"/>
                  </a:lnTo>
                  <a:lnTo>
                    <a:pt x="6462032" y="882463"/>
                  </a:lnTo>
                  <a:lnTo>
                    <a:pt x="6463314" y="888358"/>
                  </a:lnTo>
                  <a:lnTo>
                    <a:pt x="6464595" y="859542"/>
                  </a:lnTo>
                  <a:lnTo>
                    <a:pt x="6465877" y="842883"/>
                  </a:lnTo>
                  <a:lnTo>
                    <a:pt x="6467159" y="810020"/>
                  </a:lnTo>
                  <a:lnTo>
                    <a:pt x="6468441" y="812601"/>
                  </a:lnTo>
                  <a:lnTo>
                    <a:pt x="6469723" y="852132"/>
                  </a:lnTo>
                  <a:lnTo>
                    <a:pt x="6471005" y="854802"/>
                  </a:lnTo>
                  <a:lnTo>
                    <a:pt x="6472287" y="868029"/>
                  </a:lnTo>
                  <a:lnTo>
                    <a:pt x="6473568" y="875311"/>
                  </a:lnTo>
                  <a:lnTo>
                    <a:pt x="6474850" y="875311"/>
                  </a:lnTo>
                  <a:lnTo>
                    <a:pt x="6476132" y="875311"/>
                  </a:lnTo>
                  <a:lnTo>
                    <a:pt x="6477414" y="880251"/>
                  </a:lnTo>
                  <a:lnTo>
                    <a:pt x="6478696" y="892955"/>
                  </a:lnTo>
                  <a:lnTo>
                    <a:pt x="6479978" y="903541"/>
                  </a:lnTo>
                  <a:lnTo>
                    <a:pt x="6481259" y="903541"/>
                  </a:lnTo>
                  <a:lnTo>
                    <a:pt x="6482541" y="904953"/>
                  </a:lnTo>
                  <a:lnTo>
                    <a:pt x="6483823" y="913279"/>
                  </a:lnTo>
                  <a:lnTo>
                    <a:pt x="6485105" y="913279"/>
                  </a:lnTo>
                  <a:lnTo>
                    <a:pt x="6486387" y="913279"/>
                  </a:lnTo>
                  <a:lnTo>
                    <a:pt x="6487669" y="913279"/>
                  </a:lnTo>
                  <a:lnTo>
                    <a:pt x="6488951" y="913279"/>
                  </a:lnTo>
                  <a:lnTo>
                    <a:pt x="6490232" y="913279"/>
                  </a:lnTo>
                  <a:lnTo>
                    <a:pt x="6491514" y="913279"/>
                  </a:lnTo>
                  <a:lnTo>
                    <a:pt x="6492796" y="913279"/>
                  </a:lnTo>
                  <a:lnTo>
                    <a:pt x="6494078" y="913279"/>
                  </a:lnTo>
                  <a:lnTo>
                    <a:pt x="6495360" y="913279"/>
                  </a:lnTo>
                  <a:lnTo>
                    <a:pt x="6496642" y="913279"/>
                  </a:lnTo>
                  <a:lnTo>
                    <a:pt x="6497923" y="913279"/>
                  </a:lnTo>
                  <a:lnTo>
                    <a:pt x="6499205" y="913279"/>
                  </a:lnTo>
                  <a:lnTo>
                    <a:pt x="6500487" y="913279"/>
                  </a:lnTo>
                  <a:lnTo>
                    <a:pt x="6501769" y="913279"/>
                  </a:lnTo>
                  <a:lnTo>
                    <a:pt x="6503051" y="913279"/>
                  </a:lnTo>
                  <a:lnTo>
                    <a:pt x="6504333" y="913279"/>
                  </a:lnTo>
                  <a:lnTo>
                    <a:pt x="6505614" y="913279"/>
                  </a:lnTo>
                  <a:lnTo>
                    <a:pt x="6506896" y="913279"/>
                  </a:lnTo>
                  <a:lnTo>
                    <a:pt x="6508178" y="913279"/>
                  </a:lnTo>
                  <a:lnTo>
                    <a:pt x="6509460" y="913279"/>
                  </a:lnTo>
                  <a:lnTo>
                    <a:pt x="6510742" y="913279"/>
                  </a:lnTo>
                  <a:lnTo>
                    <a:pt x="6512024" y="913279"/>
                  </a:lnTo>
                  <a:lnTo>
                    <a:pt x="6513306" y="903541"/>
                  </a:lnTo>
                  <a:lnTo>
                    <a:pt x="6514587" y="901830"/>
                  </a:lnTo>
                  <a:lnTo>
                    <a:pt x="6515869" y="878834"/>
                  </a:lnTo>
                  <a:lnTo>
                    <a:pt x="6517151" y="878834"/>
                  </a:lnTo>
                  <a:lnTo>
                    <a:pt x="6518433" y="878834"/>
                  </a:lnTo>
                  <a:lnTo>
                    <a:pt x="6519715" y="871953"/>
                  </a:lnTo>
                  <a:lnTo>
                    <a:pt x="6520997" y="860771"/>
                  </a:lnTo>
                  <a:lnTo>
                    <a:pt x="6522278" y="844427"/>
                  </a:lnTo>
                  <a:lnTo>
                    <a:pt x="6523560" y="844427"/>
                  </a:lnTo>
                  <a:lnTo>
                    <a:pt x="6524842" y="844427"/>
                  </a:lnTo>
                  <a:lnTo>
                    <a:pt x="6526124" y="810881"/>
                  </a:lnTo>
                  <a:lnTo>
                    <a:pt x="6527406" y="767012"/>
                  </a:lnTo>
                  <a:lnTo>
                    <a:pt x="6528688" y="780515"/>
                  </a:lnTo>
                  <a:lnTo>
                    <a:pt x="6529970" y="751193"/>
                  </a:lnTo>
                  <a:lnTo>
                    <a:pt x="6531251" y="782450"/>
                  </a:lnTo>
                  <a:lnTo>
                    <a:pt x="6532533" y="793510"/>
                  </a:lnTo>
                  <a:lnTo>
                    <a:pt x="6533815" y="821379"/>
                  </a:lnTo>
                  <a:lnTo>
                    <a:pt x="6535097" y="824704"/>
                  </a:lnTo>
                  <a:lnTo>
                    <a:pt x="6536379" y="811905"/>
                  </a:lnTo>
                  <a:lnTo>
                    <a:pt x="6537661" y="806377"/>
                  </a:lnTo>
                  <a:lnTo>
                    <a:pt x="6538942" y="808035"/>
                  </a:lnTo>
                  <a:lnTo>
                    <a:pt x="6540224" y="805824"/>
                  </a:lnTo>
                  <a:lnTo>
                    <a:pt x="6541506" y="820063"/>
                  </a:lnTo>
                  <a:lnTo>
                    <a:pt x="6542788" y="820063"/>
                  </a:lnTo>
                  <a:lnTo>
                    <a:pt x="6544070" y="820063"/>
                  </a:lnTo>
                  <a:lnTo>
                    <a:pt x="6545352" y="840219"/>
                  </a:lnTo>
                  <a:lnTo>
                    <a:pt x="6546633" y="866578"/>
                  </a:lnTo>
                  <a:lnTo>
                    <a:pt x="6547915" y="878982"/>
                  </a:lnTo>
                  <a:lnTo>
                    <a:pt x="6549197" y="888199"/>
                  </a:lnTo>
                  <a:lnTo>
                    <a:pt x="6550479" y="894535"/>
                  </a:lnTo>
                  <a:lnTo>
                    <a:pt x="6551761" y="888439"/>
                  </a:lnTo>
                  <a:lnTo>
                    <a:pt x="6553043" y="856647"/>
                  </a:lnTo>
                  <a:lnTo>
                    <a:pt x="6554325" y="860335"/>
                  </a:lnTo>
                  <a:lnTo>
                    <a:pt x="6555606" y="875087"/>
                  </a:lnTo>
                  <a:lnTo>
                    <a:pt x="6556888" y="881234"/>
                  </a:lnTo>
                  <a:lnTo>
                    <a:pt x="6558170" y="884307"/>
                  </a:lnTo>
                  <a:lnTo>
                    <a:pt x="6559452" y="887026"/>
                  </a:lnTo>
                  <a:lnTo>
                    <a:pt x="6560734" y="892600"/>
                  </a:lnTo>
                  <a:lnTo>
                    <a:pt x="6562016" y="889626"/>
                  </a:lnTo>
                  <a:lnTo>
                    <a:pt x="6563297" y="892600"/>
                  </a:lnTo>
                  <a:lnTo>
                    <a:pt x="6564579" y="893527"/>
                  </a:lnTo>
                  <a:lnTo>
                    <a:pt x="6565861" y="905619"/>
                  </a:lnTo>
                  <a:lnTo>
                    <a:pt x="6567143" y="889305"/>
                  </a:lnTo>
                  <a:lnTo>
                    <a:pt x="6568425" y="884151"/>
                  </a:lnTo>
                  <a:lnTo>
                    <a:pt x="6569707" y="880552"/>
                  </a:lnTo>
                  <a:lnTo>
                    <a:pt x="6570989" y="887389"/>
                  </a:lnTo>
                  <a:lnTo>
                    <a:pt x="6572270" y="897352"/>
                  </a:lnTo>
                  <a:lnTo>
                    <a:pt x="6573552" y="885674"/>
                  </a:lnTo>
                  <a:lnTo>
                    <a:pt x="6574834" y="879242"/>
                  </a:lnTo>
                  <a:lnTo>
                    <a:pt x="6576116" y="883530"/>
                  </a:lnTo>
                  <a:lnTo>
                    <a:pt x="6577398" y="878245"/>
                  </a:lnTo>
                  <a:lnTo>
                    <a:pt x="6578680" y="891177"/>
                  </a:lnTo>
                  <a:lnTo>
                    <a:pt x="6579961" y="888203"/>
                  </a:lnTo>
                  <a:lnTo>
                    <a:pt x="6581243" y="882627"/>
                  </a:lnTo>
                  <a:lnTo>
                    <a:pt x="6582525" y="882627"/>
                  </a:lnTo>
                  <a:lnTo>
                    <a:pt x="6583807" y="881883"/>
                  </a:lnTo>
                  <a:lnTo>
                    <a:pt x="6585089" y="875191"/>
                  </a:lnTo>
                  <a:lnTo>
                    <a:pt x="6586371" y="874180"/>
                  </a:lnTo>
                  <a:lnTo>
                    <a:pt x="6587652" y="890034"/>
                  </a:lnTo>
                  <a:lnTo>
                    <a:pt x="6588934" y="902230"/>
                  </a:lnTo>
                  <a:lnTo>
                    <a:pt x="6590216" y="906686"/>
                  </a:lnTo>
                  <a:lnTo>
                    <a:pt x="6591498" y="895888"/>
                  </a:lnTo>
                  <a:lnTo>
                    <a:pt x="6592780" y="890387"/>
                  </a:lnTo>
                  <a:lnTo>
                    <a:pt x="6594062" y="896394"/>
                  </a:lnTo>
                  <a:lnTo>
                    <a:pt x="6595344" y="899791"/>
                  </a:lnTo>
                  <a:lnTo>
                    <a:pt x="6596625" y="910264"/>
                  </a:lnTo>
                  <a:lnTo>
                    <a:pt x="6597907" y="913279"/>
                  </a:lnTo>
                  <a:lnTo>
                    <a:pt x="6599189" y="910167"/>
                  </a:lnTo>
                  <a:lnTo>
                    <a:pt x="6600471" y="913279"/>
                  </a:lnTo>
                  <a:lnTo>
                    <a:pt x="6601753" y="913279"/>
                  </a:lnTo>
                  <a:lnTo>
                    <a:pt x="6603035" y="913279"/>
                  </a:lnTo>
                  <a:lnTo>
                    <a:pt x="6604316" y="913279"/>
                  </a:lnTo>
                  <a:lnTo>
                    <a:pt x="6605598" y="913279"/>
                  </a:lnTo>
                  <a:lnTo>
                    <a:pt x="6606880" y="913279"/>
                  </a:lnTo>
                  <a:lnTo>
                    <a:pt x="6608162" y="911686"/>
                  </a:lnTo>
                  <a:lnTo>
                    <a:pt x="6609444" y="912693"/>
                  </a:lnTo>
                  <a:lnTo>
                    <a:pt x="6610726" y="913279"/>
                  </a:lnTo>
                  <a:lnTo>
                    <a:pt x="6612008" y="913279"/>
                  </a:lnTo>
                  <a:lnTo>
                    <a:pt x="6613289" y="904886"/>
                  </a:lnTo>
                  <a:lnTo>
                    <a:pt x="6614571" y="896574"/>
                  </a:lnTo>
                  <a:lnTo>
                    <a:pt x="6615853" y="893552"/>
                  </a:lnTo>
                  <a:lnTo>
                    <a:pt x="6617135" y="873048"/>
                  </a:lnTo>
                  <a:lnTo>
                    <a:pt x="6618417" y="873687"/>
                  </a:lnTo>
                  <a:lnTo>
                    <a:pt x="6619699" y="865729"/>
                  </a:lnTo>
                  <a:lnTo>
                    <a:pt x="6620980" y="871896"/>
                  </a:lnTo>
                  <a:lnTo>
                    <a:pt x="6622262" y="870525"/>
                  </a:lnTo>
                  <a:lnTo>
                    <a:pt x="6623544" y="881810"/>
                  </a:lnTo>
                  <a:lnTo>
                    <a:pt x="6624826" y="868688"/>
                  </a:lnTo>
                  <a:lnTo>
                    <a:pt x="6626108" y="875016"/>
                  </a:lnTo>
                  <a:lnTo>
                    <a:pt x="6627390" y="883225"/>
                  </a:lnTo>
                  <a:lnTo>
                    <a:pt x="6628672" y="880455"/>
                  </a:lnTo>
                  <a:lnTo>
                    <a:pt x="6629953" y="875669"/>
                  </a:lnTo>
                  <a:lnTo>
                    <a:pt x="6631235" y="869955"/>
                  </a:lnTo>
                  <a:lnTo>
                    <a:pt x="6632517" y="887952"/>
                  </a:lnTo>
                  <a:lnTo>
                    <a:pt x="6633799" y="901168"/>
                  </a:lnTo>
                  <a:lnTo>
                    <a:pt x="6635081" y="903367"/>
                  </a:lnTo>
                  <a:lnTo>
                    <a:pt x="6636363" y="907523"/>
                  </a:lnTo>
                  <a:lnTo>
                    <a:pt x="6637644" y="904932"/>
                  </a:lnTo>
                  <a:lnTo>
                    <a:pt x="6638926" y="894506"/>
                  </a:lnTo>
                  <a:lnTo>
                    <a:pt x="6640208" y="894506"/>
                  </a:lnTo>
                  <a:lnTo>
                    <a:pt x="6641490" y="892474"/>
                  </a:lnTo>
                  <a:lnTo>
                    <a:pt x="6642772" y="889533"/>
                  </a:lnTo>
                  <a:lnTo>
                    <a:pt x="6644054" y="902307"/>
                  </a:lnTo>
                  <a:lnTo>
                    <a:pt x="6645335" y="885435"/>
                  </a:lnTo>
                  <a:lnTo>
                    <a:pt x="6646617" y="895696"/>
                  </a:lnTo>
                  <a:lnTo>
                    <a:pt x="6647899" y="902310"/>
                  </a:lnTo>
                  <a:lnTo>
                    <a:pt x="6649181" y="898156"/>
                  </a:lnTo>
                  <a:lnTo>
                    <a:pt x="6650463" y="898891"/>
                  </a:lnTo>
                  <a:lnTo>
                    <a:pt x="6651745" y="898891"/>
                  </a:lnTo>
                  <a:lnTo>
                    <a:pt x="6653027" y="898891"/>
                  </a:lnTo>
                  <a:lnTo>
                    <a:pt x="6654308" y="898891"/>
                  </a:lnTo>
                  <a:lnTo>
                    <a:pt x="6655590" y="895217"/>
                  </a:lnTo>
                  <a:lnTo>
                    <a:pt x="6656872" y="884195"/>
                  </a:lnTo>
                  <a:lnTo>
                    <a:pt x="6658154" y="884195"/>
                  </a:lnTo>
                  <a:lnTo>
                    <a:pt x="6659436" y="884195"/>
                  </a:lnTo>
                  <a:lnTo>
                    <a:pt x="6660718" y="871093"/>
                  </a:lnTo>
                  <a:lnTo>
                    <a:pt x="6661999" y="878834"/>
                  </a:lnTo>
                  <a:lnTo>
                    <a:pt x="6663281" y="880555"/>
                  </a:lnTo>
                  <a:lnTo>
                    <a:pt x="6664563" y="896038"/>
                  </a:lnTo>
                  <a:lnTo>
                    <a:pt x="6665845" y="896038"/>
                  </a:lnTo>
                  <a:lnTo>
                    <a:pt x="6667127" y="880555"/>
                  </a:lnTo>
                  <a:lnTo>
                    <a:pt x="6668409" y="892477"/>
                  </a:lnTo>
                  <a:lnTo>
                    <a:pt x="6669691" y="884195"/>
                  </a:lnTo>
                  <a:lnTo>
                    <a:pt x="6670972" y="902310"/>
                  </a:lnTo>
                  <a:lnTo>
                    <a:pt x="6672254" y="904986"/>
                  </a:lnTo>
                  <a:lnTo>
                    <a:pt x="6673536" y="905338"/>
                  </a:lnTo>
                  <a:lnTo>
                    <a:pt x="6674818" y="905341"/>
                  </a:lnTo>
                  <a:lnTo>
                    <a:pt x="6676100" y="909993"/>
                  </a:lnTo>
                  <a:lnTo>
                    <a:pt x="6677382" y="902757"/>
                  </a:lnTo>
                  <a:lnTo>
                    <a:pt x="6678663" y="909293"/>
                  </a:lnTo>
                  <a:lnTo>
                    <a:pt x="6679945" y="907831"/>
                  </a:lnTo>
                  <a:lnTo>
                    <a:pt x="6681227" y="896140"/>
                  </a:lnTo>
                  <a:lnTo>
                    <a:pt x="6682509" y="886398"/>
                  </a:lnTo>
                  <a:lnTo>
                    <a:pt x="6683791" y="871784"/>
                  </a:lnTo>
                  <a:lnTo>
                    <a:pt x="6685073" y="870322"/>
                  </a:lnTo>
                  <a:lnTo>
                    <a:pt x="6686354" y="879091"/>
                  </a:lnTo>
                  <a:lnTo>
                    <a:pt x="6687636" y="882500"/>
                  </a:lnTo>
                  <a:lnTo>
                    <a:pt x="6688918" y="889807"/>
                  </a:lnTo>
                  <a:lnTo>
                    <a:pt x="6690200" y="882083"/>
                  </a:lnTo>
                  <a:lnTo>
                    <a:pt x="6691482" y="872719"/>
                  </a:lnTo>
                  <a:lnTo>
                    <a:pt x="6692764" y="868447"/>
                  </a:lnTo>
                  <a:lnTo>
                    <a:pt x="6694046" y="861196"/>
                  </a:lnTo>
                  <a:lnTo>
                    <a:pt x="6695327" y="865431"/>
                  </a:lnTo>
                  <a:lnTo>
                    <a:pt x="6696609" y="875311"/>
                  </a:lnTo>
                  <a:lnTo>
                    <a:pt x="6697891" y="873807"/>
                  </a:lnTo>
                  <a:lnTo>
                    <a:pt x="6699173" y="868432"/>
                  </a:lnTo>
                  <a:lnTo>
                    <a:pt x="6700455" y="867652"/>
                  </a:lnTo>
                  <a:lnTo>
                    <a:pt x="6701737" y="884855"/>
                  </a:lnTo>
                  <a:lnTo>
                    <a:pt x="6703018" y="910661"/>
                  </a:lnTo>
                  <a:lnTo>
                    <a:pt x="6704300" y="913241"/>
                  </a:lnTo>
                  <a:lnTo>
                    <a:pt x="6705582" y="913241"/>
                  </a:lnTo>
                  <a:lnTo>
                    <a:pt x="6706864" y="913241"/>
                  </a:lnTo>
                  <a:lnTo>
                    <a:pt x="6708146" y="904639"/>
                  </a:lnTo>
                  <a:lnTo>
                    <a:pt x="6709428" y="891737"/>
                  </a:lnTo>
                  <a:lnTo>
                    <a:pt x="6710710" y="893961"/>
                  </a:lnTo>
                  <a:lnTo>
                    <a:pt x="6711991" y="876017"/>
                  </a:lnTo>
                  <a:lnTo>
                    <a:pt x="6713273" y="840051"/>
                  </a:lnTo>
                  <a:lnTo>
                    <a:pt x="6714555" y="861985"/>
                  </a:lnTo>
                  <a:lnTo>
                    <a:pt x="6715837" y="855109"/>
                  </a:lnTo>
                  <a:lnTo>
                    <a:pt x="6717119" y="844945"/>
                  </a:lnTo>
                  <a:lnTo>
                    <a:pt x="6718401" y="851742"/>
                  </a:lnTo>
                  <a:lnTo>
                    <a:pt x="6719682" y="857555"/>
                  </a:lnTo>
                  <a:lnTo>
                    <a:pt x="6720964" y="861646"/>
                  </a:lnTo>
                  <a:lnTo>
                    <a:pt x="6722246" y="869541"/>
                  </a:lnTo>
                  <a:lnTo>
                    <a:pt x="6723528" y="863772"/>
                  </a:lnTo>
                  <a:lnTo>
                    <a:pt x="6724810" y="856814"/>
                  </a:lnTo>
                  <a:lnTo>
                    <a:pt x="6726092" y="863471"/>
                  </a:lnTo>
                  <a:lnTo>
                    <a:pt x="6727374" y="861671"/>
                  </a:lnTo>
                  <a:lnTo>
                    <a:pt x="6728655" y="863471"/>
                  </a:lnTo>
                  <a:lnTo>
                    <a:pt x="6729937" y="861191"/>
                  </a:lnTo>
                  <a:lnTo>
                    <a:pt x="6731219" y="865151"/>
                  </a:lnTo>
                  <a:lnTo>
                    <a:pt x="6732501" y="874390"/>
                  </a:lnTo>
                  <a:lnTo>
                    <a:pt x="6733783" y="874724"/>
                  </a:lnTo>
                  <a:lnTo>
                    <a:pt x="6735065" y="886450"/>
                  </a:lnTo>
                  <a:lnTo>
                    <a:pt x="6736346" y="896500"/>
                  </a:lnTo>
                  <a:lnTo>
                    <a:pt x="6737628" y="902938"/>
                  </a:lnTo>
                  <a:lnTo>
                    <a:pt x="6738910" y="913279"/>
                  </a:lnTo>
                  <a:lnTo>
                    <a:pt x="6740192" y="913279"/>
                  </a:lnTo>
                  <a:lnTo>
                    <a:pt x="6741474" y="913279"/>
                  </a:lnTo>
                  <a:lnTo>
                    <a:pt x="6742756" y="913279"/>
                  </a:lnTo>
                  <a:lnTo>
                    <a:pt x="6744037" y="913279"/>
                  </a:lnTo>
                  <a:lnTo>
                    <a:pt x="6745319" y="903126"/>
                  </a:lnTo>
                  <a:lnTo>
                    <a:pt x="6746601" y="904986"/>
                  </a:lnTo>
                  <a:lnTo>
                    <a:pt x="6747883" y="904986"/>
                  </a:lnTo>
                  <a:lnTo>
                    <a:pt x="6749165" y="913279"/>
                  </a:lnTo>
                  <a:lnTo>
                    <a:pt x="6750447" y="913279"/>
                  </a:lnTo>
                  <a:lnTo>
                    <a:pt x="6751729" y="913279"/>
                  </a:lnTo>
                  <a:lnTo>
                    <a:pt x="6753010" y="913279"/>
                  </a:lnTo>
                  <a:lnTo>
                    <a:pt x="6754292" y="913279"/>
                  </a:lnTo>
                  <a:lnTo>
                    <a:pt x="6755574" y="913279"/>
                  </a:lnTo>
                  <a:lnTo>
                    <a:pt x="6756856" y="913279"/>
                  </a:lnTo>
                  <a:lnTo>
                    <a:pt x="6758138" y="913279"/>
                  </a:lnTo>
                  <a:lnTo>
                    <a:pt x="6759420" y="913279"/>
                  </a:lnTo>
                  <a:lnTo>
                    <a:pt x="6760701" y="913279"/>
                  </a:lnTo>
                  <a:lnTo>
                    <a:pt x="6761983" y="913279"/>
                  </a:lnTo>
                  <a:lnTo>
                    <a:pt x="6763265" y="913279"/>
                  </a:lnTo>
                  <a:lnTo>
                    <a:pt x="6764547" y="913279"/>
                  </a:lnTo>
                  <a:lnTo>
                    <a:pt x="6765829" y="913279"/>
                  </a:lnTo>
                  <a:lnTo>
                    <a:pt x="6767111" y="913279"/>
                  </a:lnTo>
                  <a:lnTo>
                    <a:pt x="6768393" y="913279"/>
                  </a:lnTo>
                  <a:lnTo>
                    <a:pt x="6769674" y="913279"/>
                  </a:lnTo>
                  <a:lnTo>
                    <a:pt x="6770956" y="913279"/>
                  </a:lnTo>
                  <a:lnTo>
                    <a:pt x="6772238" y="913279"/>
                  </a:lnTo>
                  <a:lnTo>
                    <a:pt x="6773520" y="913279"/>
                  </a:lnTo>
                  <a:lnTo>
                    <a:pt x="6774802" y="913279"/>
                  </a:lnTo>
                  <a:lnTo>
                    <a:pt x="6776084" y="913279"/>
                  </a:lnTo>
                  <a:lnTo>
                    <a:pt x="6777365" y="913279"/>
                  </a:lnTo>
                  <a:lnTo>
                    <a:pt x="6778647" y="913279"/>
                  </a:lnTo>
                  <a:lnTo>
                    <a:pt x="6779929" y="913279"/>
                  </a:lnTo>
                  <a:lnTo>
                    <a:pt x="6781211" y="913279"/>
                  </a:lnTo>
                  <a:lnTo>
                    <a:pt x="6782493" y="913279"/>
                  </a:lnTo>
                  <a:lnTo>
                    <a:pt x="6783775" y="913279"/>
                  </a:lnTo>
                  <a:lnTo>
                    <a:pt x="6785056" y="913279"/>
                  </a:lnTo>
                  <a:lnTo>
                    <a:pt x="6786338" y="913279"/>
                  </a:lnTo>
                  <a:lnTo>
                    <a:pt x="6787620" y="913279"/>
                  </a:lnTo>
                  <a:lnTo>
                    <a:pt x="6788902" y="905821"/>
                  </a:lnTo>
                  <a:lnTo>
                    <a:pt x="6790184" y="913279"/>
                  </a:lnTo>
                  <a:lnTo>
                    <a:pt x="6791466" y="913279"/>
                  </a:lnTo>
                  <a:lnTo>
                    <a:pt x="6792748" y="910053"/>
                  </a:lnTo>
                  <a:lnTo>
                    <a:pt x="6794029" y="905619"/>
                  </a:lnTo>
                  <a:lnTo>
                    <a:pt x="6795311" y="900289"/>
                  </a:lnTo>
                  <a:lnTo>
                    <a:pt x="6796593" y="905605"/>
                  </a:lnTo>
                  <a:lnTo>
                    <a:pt x="6797875" y="903541"/>
                  </a:lnTo>
                  <a:lnTo>
                    <a:pt x="6799157" y="903541"/>
                  </a:lnTo>
                  <a:lnTo>
                    <a:pt x="6800439" y="903541"/>
                  </a:lnTo>
                  <a:lnTo>
                    <a:pt x="6801720" y="909893"/>
                  </a:lnTo>
                  <a:lnTo>
                    <a:pt x="6803002" y="913279"/>
                  </a:lnTo>
                  <a:lnTo>
                    <a:pt x="6804284" y="913279"/>
                  </a:lnTo>
                  <a:lnTo>
                    <a:pt x="6805566" y="913279"/>
                  </a:lnTo>
                  <a:lnTo>
                    <a:pt x="6806848" y="913279"/>
                  </a:lnTo>
                  <a:lnTo>
                    <a:pt x="6808130" y="913279"/>
                  </a:lnTo>
                  <a:lnTo>
                    <a:pt x="6809412" y="913279"/>
                  </a:lnTo>
                  <a:lnTo>
                    <a:pt x="6810693" y="913279"/>
                  </a:lnTo>
                  <a:lnTo>
                    <a:pt x="6811975" y="913279"/>
                  </a:lnTo>
                  <a:lnTo>
                    <a:pt x="6813257" y="913279"/>
                  </a:lnTo>
                  <a:lnTo>
                    <a:pt x="6814539" y="913241"/>
                  </a:lnTo>
                  <a:lnTo>
                    <a:pt x="6815821" y="913241"/>
                  </a:lnTo>
                  <a:lnTo>
                    <a:pt x="6817103" y="913241"/>
                  </a:lnTo>
                  <a:lnTo>
                    <a:pt x="6818384" y="913241"/>
                  </a:lnTo>
                  <a:lnTo>
                    <a:pt x="6819666" y="913241"/>
                  </a:lnTo>
                  <a:lnTo>
                    <a:pt x="6820948" y="913241"/>
                  </a:lnTo>
                  <a:lnTo>
                    <a:pt x="6822230" y="913279"/>
                  </a:lnTo>
                  <a:lnTo>
                    <a:pt x="6823512" y="913279"/>
                  </a:lnTo>
                  <a:lnTo>
                    <a:pt x="6824794" y="913279"/>
                  </a:lnTo>
                  <a:lnTo>
                    <a:pt x="6826075" y="913279"/>
                  </a:lnTo>
                  <a:lnTo>
                    <a:pt x="6827357" y="913279"/>
                  </a:lnTo>
                  <a:lnTo>
                    <a:pt x="6828639" y="913279"/>
                  </a:lnTo>
                  <a:lnTo>
                    <a:pt x="6829921" y="913279"/>
                  </a:lnTo>
                  <a:lnTo>
                    <a:pt x="6831203" y="913279"/>
                  </a:lnTo>
                  <a:lnTo>
                    <a:pt x="6832485" y="913279"/>
                  </a:lnTo>
                  <a:lnTo>
                    <a:pt x="6833767" y="913279"/>
                  </a:lnTo>
                  <a:lnTo>
                    <a:pt x="6835048" y="913279"/>
                  </a:lnTo>
                  <a:lnTo>
                    <a:pt x="6836330" y="913279"/>
                  </a:lnTo>
                  <a:lnTo>
                    <a:pt x="6837612" y="913279"/>
                  </a:lnTo>
                  <a:lnTo>
                    <a:pt x="6838894" y="903541"/>
                  </a:lnTo>
                  <a:lnTo>
                    <a:pt x="6840176" y="892955"/>
                  </a:lnTo>
                  <a:lnTo>
                    <a:pt x="6841458" y="873807"/>
                  </a:lnTo>
                  <a:lnTo>
                    <a:pt x="6842739" y="867856"/>
                  </a:lnTo>
                  <a:lnTo>
                    <a:pt x="6844021" y="844427"/>
                  </a:lnTo>
                  <a:lnTo>
                    <a:pt x="6845303" y="844427"/>
                  </a:lnTo>
                  <a:lnTo>
                    <a:pt x="6846585" y="844427"/>
                  </a:lnTo>
                  <a:lnTo>
                    <a:pt x="6847867" y="846148"/>
                  </a:lnTo>
                  <a:lnTo>
                    <a:pt x="6849149" y="851309"/>
                  </a:lnTo>
                  <a:lnTo>
                    <a:pt x="6850431" y="867856"/>
                  </a:lnTo>
                  <a:lnTo>
                    <a:pt x="6851712" y="871668"/>
                  </a:lnTo>
                  <a:lnTo>
                    <a:pt x="6852994" y="861196"/>
                  </a:lnTo>
                  <a:lnTo>
                    <a:pt x="6854276" y="861196"/>
                  </a:lnTo>
                  <a:lnTo>
                    <a:pt x="6855558" y="861196"/>
                  </a:lnTo>
                  <a:lnTo>
                    <a:pt x="6856840" y="864725"/>
                  </a:lnTo>
                  <a:lnTo>
                    <a:pt x="6858122" y="875311"/>
                  </a:lnTo>
                  <a:lnTo>
                    <a:pt x="6859403" y="885897"/>
                  </a:lnTo>
                  <a:lnTo>
                    <a:pt x="6860685" y="895072"/>
                  </a:lnTo>
                  <a:lnTo>
                    <a:pt x="6861967" y="876723"/>
                  </a:lnTo>
                  <a:lnTo>
                    <a:pt x="6863249" y="875311"/>
                  </a:lnTo>
                  <a:lnTo>
                    <a:pt x="6864531" y="875311"/>
                  </a:lnTo>
                  <a:lnTo>
                    <a:pt x="6865813" y="867548"/>
                  </a:lnTo>
                  <a:lnTo>
                    <a:pt x="6867095" y="861196"/>
                  </a:lnTo>
                  <a:lnTo>
                    <a:pt x="6868376" y="856256"/>
                  </a:lnTo>
                  <a:lnTo>
                    <a:pt x="6869658" y="854802"/>
                  </a:lnTo>
                  <a:lnTo>
                    <a:pt x="6870940" y="854372"/>
                  </a:lnTo>
                  <a:lnTo>
                    <a:pt x="6872222" y="844427"/>
                  </a:lnTo>
                  <a:lnTo>
                    <a:pt x="6873504" y="844427"/>
                  </a:lnTo>
                  <a:lnTo>
                    <a:pt x="6874786" y="844427"/>
                  </a:lnTo>
                  <a:lnTo>
                    <a:pt x="6876067" y="844427"/>
                  </a:lnTo>
                  <a:lnTo>
                    <a:pt x="6877349" y="844427"/>
                  </a:lnTo>
                  <a:lnTo>
                    <a:pt x="6878631" y="844427"/>
                  </a:lnTo>
                  <a:lnTo>
                    <a:pt x="6879913" y="854749"/>
                  </a:lnTo>
                  <a:lnTo>
                    <a:pt x="6881195" y="877114"/>
                  </a:lnTo>
                  <a:lnTo>
                    <a:pt x="6882477" y="878834"/>
                  </a:lnTo>
                  <a:lnTo>
                    <a:pt x="6883758" y="878834"/>
                  </a:lnTo>
                  <a:lnTo>
                    <a:pt x="6885040" y="888296"/>
                  </a:lnTo>
                  <a:lnTo>
                    <a:pt x="6886322" y="896038"/>
                  </a:lnTo>
                  <a:lnTo>
                    <a:pt x="6887604" y="913279"/>
                  </a:lnTo>
                  <a:lnTo>
                    <a:pt x="6888886" y="913279"/>
                  </a:lnTo>
                  <a:lnTo>
                    <a:pt x="6890168" y="913279"/>
                  </a:lnTo>
                  <a:lnTo>
                    <a:pt x="6891450" y="913279"/>
                  </a:lnTo>
                  <a:lnTo>
                    <a:pt x="6892731" y="913279"/>
                  </a:lnTo>
                  <a:lnTo>
                    <a:pt x="6894013" y="913279"/>
                  </a:lnTo>
                  <a:lnTo>
                    <a:pt x="6895295" y="913279"/>
                  </a:lnTo>
                  <a:lnTo>
                    <a:pt x="6896577" y="913279"/>
                  </a:lnTo>
                  <a:lnTo>
                    <a:pt x="6897859" y="913279"/>
                  </a:lnTo>
                  <a:lnTo>
                    <a:pt x="6899141" y="913279"/>
                  </a:lnTo>
                  <a:lnTo>
                    <a:pt x="6900422" y="913279"/>
                  </a:lnTo>
                  <a:lnTo>
                    <a:pt x="6901704" y="913279"/>
                  </a:lnTo>
                  <a:lnTo>
                    <a:pt x="6902986" y="913279"/>
                  </a:lnTo>
                  <a:lnTo>
                    <a:pt x="6904268" y="913279"/>
                  </a:lnTo>
                  <a:lnTo>
                    <a:pt x="6905550" y="913279"/>
                  </a:lnTo>
                  <a:lnTo>
                    <a:pt x="6906832" y="913279"/>
                  </a:lnTo>
                  <a:lnTo>
                    <a:pt x="6908114" y="913279"/>
                  </a:lnTo>
                  <a:lnTo>
                    <a:pt x="6909395" y="913279"/>
                  </a:lnTo>
                  <a:lnTo>
                    <a:pt x="6910677" y="913279"/>
                  </a:lnTo>
                  <a:lnTo>
                    <a:pt x="6911959" y="913279"/>
                  </a:lnTo>
                  <a:lnTo>
                    <a:pt x="6913241" y="913279"/>
                  </a:lnTo>
                  <a:lnTo>
                    <a:pt x="6914523" y="913279"/>
                  </a:lnTo>
                  <a:lnTo>
                    <a:pt x="6915805" y="913279"/>
                  </a:lnTo>
                  <a:lnTo>
                    <a:pt x="6917086" y="913279"/>
                  </a:lnTo>
                  <a:lnTo>
                    <a:pt x="6918368" y="913241"/>
                  </a:lnTo>
                  <a:lnTo>
                    <a:pt x="6919650" y="896038"/>
                  </a:lnTo>
                  <a:lnTo>
                    <a:pt x="6920932" y="900361"/>
                  </a:lnTo>
                  <a:lnTo>
                    <a:pt x="6922214" y="903541"/>
                  </a:lnTo>
                  <a:lnTo>
                    <a:pt x="6923496" y="903541"/>
                  </a:lnTo>
                  <a:lnTo>
                    <a:pt x="6924777" y="903541"/>
                  </a:lnTo>
                  <a:lnTo>
                    <a:pt x="6926059" y="903541"/>
                  </a:lnTo>
                  <a:lnTo>
                    <a:pt x="6927341" y="903541"/>
                  </a:lnTo>
                  <a:lnTo>
                    <a:pt x="6928623" y="903541"/>
                  </a:lnTo>
                  <a:lnTo>
                    <a:pt x="6929905" y="903541"/>
                  </a:lnTo>
                  <a:lnTo>
                    <a:pt x="6931187" y="903541"/>
                  </a:lnTo>
                  <a:lnTo>
                    <a:pt x="6932469" y="903541"/>
                  </a:lnTo>
                  <a:lnTo>
                    <a:pt x="6933750" y="913279"/>
                  </a:lnTo>
                  <a:lnTo>
                    <a:pt x="6935032" y="913279"/>
                  </a:lnTo>
                  <a:lnTo>
                    <a:pt x="6936314" y="913279"/>
                  </a:lnTo>
                  <a:lnTo>
                    <a:pt x="6937596" y="913279"/>
                  </a:lnTo>
                  <a:lnTo>
                    <a:pt x="6938878" y="913279"/>
                  </a:lnTo>
                  <a:lnTo>
                    <a:pt x="6940160" y="913279"/>
                  </a:lnTo>
                  <a:lnTo>
                    <a:pt x="6941441" y="913279"/>
                  </a:lnTo>
                  <a:lnTo>
                    <a:pt x="6942723" y="913279"/>
                  </a:lnTo>
                  <a:lnTo>
                    <a:pt x="6944005" y="913279"/>
                  </a:lnTo>
                  <a:lnTo>
                    <a:pt x="6945287" y="913279"/>
                  </a:lnTo>
                  <a:lnTo>
                    <a:pt x="6946569" y="913279"/>
                  </a:lnTo>
                  <a:lnTo>
                    <a:pt x="6947851" y="913279"/>
                  </a:lnTo>
                  <a:lnTo>
                    <a:pt x="6949133" y="912368"/>
                  </a:lnTo>
                  <a:lnTo>
                    <a:pt x="6950414" y="912368"/>
                  </a:lnTo>
                  <a:lnTo>
                    <a:pt x="6951696" y="912368"/>
                  </a:lnTo>
                  <a:lnTo>
                    <a:pt x="6952978" y="912368"/>
                  </a:lnTo>
                  <a:lnTo>
                    <a:pt x="6954260" y="912368"/>
                  </a:lnTo>
                  <a:lnTo>
                    <a:pt x="6955542" y="905076"/>
                  </a:lnTo>
                  <a:lnTo>
                    <a:pt x="6956824" y="910767"/>
                  </a:lnTo>
                  <a:lnTo>
                    <a:pt x="6958105" y="913279"/>
                  </a:lnTo>
                  <a:lnTo>
                    <a:pt x="6959387" y="913279"/>
                  </a:lnTo>
                  <a:lnTo>
                    <a:pt x="6960669" y="913279"/>
                  </a:lnTo>
                  <a:lnTo>
                    <a:pt x="6961951" y="906433"/>
                  </a:lnTo>
                  <a:lnTo>
                    <a:pt x="6963233" y="898106"/>
                  </a:lnTo>
                  <a:lnTo>
                    <a:pt x="6964515" y="894834"/>
                  </a:lnTo>
                  <a:lnTo>
                    <a:pt x="6965796" y="903128"/>
                  </a:lnTo>
                  <a:lnTo>
                    <a:pt x="6967078" y="913279"/>
                  </a:lnTo>
                  <a:lnTo>
                    <a:pt x="6968360" y="913279"/>
                  </a:lnTo>
                  <a:lnTo>
                    <a:pt x="6969642" y="913241"/>
                  </a:lnTo>
                  <a:lnTo>
                    <a:pt x="6970924" y="913241"/>
                  </a:lnTo>
                  <a:lnTo>
                    <a:pt x="6972206" y="913241"/>
                  </a:lnTo>
                  <a:lnTo>
                    <a:pt x="6973488" y="913241"/>
                  </a:lnTo>
                  <a:lnTo>
                    <a:pt x="6974769" y="913241"/>
                  </a:lnTo>
                  <a:lnTo>
                    <a:pt x="6976051" y="913241"/>
                  </a:lnTo>
                  <a:lnTo>
                    <a:pt x="6977333" y="913241"/>
                  </a:lnTo>
                  <a:lnTo>
                    <a:pt x="6978615" y="901199"/>
                  </a:lnTo>
                  <a:lnTo>
                    <a:pt x="6979897" y="896038"/>
                  </a:lnTo>
                  <a:lnTo>
                    <a:pt x="6981179" y="896038"/>
                  </a:lnTo>
                  <a:lnTo>
                    <a:pt x="6982460" y="896038"/>
                  </a:lnTo>
                  <a:lnTo>
                    <a:pt x="6983742" y="896038"/>
                  </a:lnTo>
                  <a:lnTo>
                    <a:pt x="6985024" y="894317"/>
                  </a:lnTo>
                  <a:lnTo>
                    <a:pt x="6986306" y="869372"/>
                  </a:lnTo>
                  <a:lnTo>
                    <a:pt x="6987588" y="855610"/>
                  </a:lnTo>
                  <a:lnTo>
                    <a:pt x="6988870" y="844427"/>
                  </a:lnTo>
                  <a:lnTo>
                    <a:pt x="6990152" y="844427"/>
                  </a:lnTo>
                  <a:lnTo>
                    <a:pt x="6991433" y="844427"/>
                  </a:lnTo>
                  <a:lnTo>
                    <a:pt x="6992715" y="844427"/>
                  </a:lnTo>
                  <a:lnTo>
                    <a:pt x="6993997" y="844427"/>
                  </a:lnTo>
                  <a:lnTo>
                    <a:pt x="6995279" y="844427"/>
                  </a:lnTo>
                  <a:lnTo>
                    <a:pt x="6996561" y="844427"/>
                  </a:lnTo>
                  <a:lnTo>
                    <a:pt x="6997843" y="856470"/>
                  </a:lnTo>
                  <a:lnTo>
                    <a:pt x="6999124" y="861631"/>
                  </a:lnTo>
                  <a:lnTo>
                    <a:pt x="7000406" y="861631"/>
                  </a:lnTo>
                  <a:lnTo>
                    <a:pt x="7001688" y="861631"/>
                  </a:lnTo>
                  <a:lnTo>
                    <a:pt x="7002970" y="861631"/>
                  </a:lnTo>
                  <a:lnTo>
                    <a:pt x="7004252" y="863351"/>
                  </a:lnTo>
                  <a:lnTo>
                    <a:pt x="7005534" y="888296"/>
                  </a:lnTo>
                  <a:lnTo>
                    <a:pt x="7006816" y="902059"/>
                  </a:lnTo>
                  <a:lnTo>
                    <a:pt x="7008097" y="913241"/>
                  </a:lnTo>
                  <a:lnTo>
                    <a:pt x="7009379" y="913279"/>
                  </a:lnTo>
                  <a:lnTo>
                    <a:pt x="7010661" y="913279"/>
                  </a:lnTo>
                  <a:lnTo>
                    <a:pt x="7011943" y="913279"/>
                  </a:lnTo>
                  <a:lnTo>
                    <a:pt x="7013225" y="905905"/>
                  </a:lnTo>
                  <a:lnTo>
                    <a:pt x="7014507" y="900013"/>
                  </a:lnTo>
                  <a:lnTo>
                    <a:pt x="7015788" y="889426"/>
                  </a:lnTo>
                  <a:lnTo>
                    <a:pt x="7017070" y="889426"/>
                  </a:lnTo>
                  <a:lnTo>
                    <a:pt x="7018352" y="889426"/>
                  </a:lnTo>
                  <a:lnTo>
                    <a:pt x="7019634" y="885897"/>
                  </a:lnTo>
                  <a:lnTo>
                    <a:pt x="7020916" y="875311"/>
                  </a:lnTo>
                  <a:lnTo>
                    <a:pt x="7022198" y="875311"/>
                  </a:lnTo>
                  <a:lnTo>
                    <a:pt x="7023479" y="875311"/>
                  </a:lnTo>
                  <a:lnTo>
                    <a:pt x="7024761" y="875311"/>
                  </a:lnTo>
                  <a:lnTo>
                    <a:pt x="7026043" y="875311"/>
                  </a:lnTo>
                  <a:lnTo>
                    <a:pt x="7027325" y="875311"/>
                  </a:lnTo>
                  <a:lnTo>
                    <a:pt x="7028607" y="873807"/>
                  </a:lnTo>
                  <a:lnTo>
                    <a:pt x="7029889" y="877581"/>
                  </a:lnTo>
                  <a:lnTo>
                    <a:pt x="7031171" y="884195"/>
                  </a:lnTo>
                  <a:lnTo>
                    <a:pt x="7032452" y="893214"/>
                  </a:lnTo>
                  <a:lnTo>
                    <a:pt x="7033734" y="883135"/>
                  </a:lnTo>
                  <a:lnTo>
                    <a:pt x="7035016" y="896038"/>
                  </a:lnTo>
                  <a:lnTo>
                    <a:pt x="7036298" y="896038"/>
                  </a:lnTo>
                  <a:lnTo>
                    <a:pt x="7037580" y="896038"/>
                  </a:lnTo>
                  <a:lnTo>
                    <a:pt x="7038862" y="900339"/>
                  </a:lnTo>
                  <a:lnTo>
                    <a:pt x="7040143" y="906360"/>
                  </a:lnTo>
                  <a:lnTo>
                    <a:pt x="7041425" y="891737"/>
                  </a:lnTo>
                  <a:lnTo>
                    <a:pt x="7042707" y="878834"/>
                  </a:lnTo>
                  <a:lnTo>
                    <a:pt x="7043989" y="845287"/>
                  </a:lnTo>
                  <a:lnTo>
                    <a:pt x="7045271" y="859542"/>
                  </a:lnTo>
                  <a:lnTo>
                    <a:pt x="7046553" y="845669"/>
                  </a:lnTo>
                  <a:lnTo>
                    <a:pt x="7047835" y="832966"/>
                  </a:lnTo>
                  <a:lnTo>
                    <a:pt x="7049116" y="855441"/>
                  </a:lnTo>
                  <a:lnTo>
                    <a:pt x="7050398" y="856647"/>
                  </a:lnTo>
                  <a:lnTo>
                    <a:pt x="7051680" y="856647"/>
                  </a:lnTo>
                  <a:lnTo>
                    <a:pt x="7052962" y="856647"/>
                  </a:lnTo>
                  <a:lnTo>
                    <a:pt x="7054244" y="856647"/>
                  </a:lnTo>
                  <a:lnTo>
                    <a:pt x="7055526" y="856647"/>
                  </a:lnTo>
                  <a:lnTo>
                    <a:pt x="7056807" y="856647"/>
                  </a:lnTo>
                  <a:lnTo>
                    <a:pt x="7058089" y="856647"/>
                  </a:lnTo>
                  <a:lnTo>
                    <a:pt x="7059371" y="861564"/>
                  </a:lnTo>
                  <a:lnTo>
                    <a:pt x="7060653" y="872014"/>
                  </a:lnTo>
                  <a:lnTo>
                    <a:pt x="7061935" y="881234"/>
                  </a:lnTo>
                  <a:lnTo>
                    <a:pt x="7063217" y="905206"/>
                  </a:lnTo>
                  <a:lnTo>
                    <a:pt x="7064498" y="903541"/>
                  </a:lnTo>
                  <a:lnTo>
                    <a:pt x="7065780" y="913279"/>
                  </a:lnTo>
                  <a:lnTo>
                    <a:pt x="7067062" y="913279"/>
                  </a:lnTo>
                  <a:lnTo>
                    <a:pt x="7068344" y="911695"/>
                  </a:lnTo>
                  <a:lnTo>
                    <a:pt x="7069626" y="878834"/>
                  </a:lnTo>
                  <a:lnTo>
                    <a:pt x="7070908" y="878834"/>
                  </a:lnTo>
                  <a:lnTo>
                    <a:pt x="7072190" y="872813"/>
                  </a:lnTo>
                  <a:lnTo>
                    <a:pt x="7073471" y="861631"/>
                  </a:lnTo>
                  <a:lnTo>
                    <a:pt x="7074753" y="850449"/>
                  </a:lnTo>
                  <a:lnTo>
                    <a:pt x="7076035" y="869498"/>
                  </a:lnTo>
                  <a:lnTo>
                    <a:pt x="7077317" y="863620"/>
                  </a:lnTo>
                  <a:lnTo>
                    <a:pt x="7078599" y="861196"/>
                  </a:lnTo>
                  <a:lnTo>
                    <a:pt x="7079881" y="874021"/>
                  </a:lnTo>
                  <a:lnTo>
                    <a:pt x="7081162" y="867827"/>
                  </a:lnTo>
                  <a:lnTo>
                    <a:pt x="7082444" y="868941"/>
                  </a:lnTo>
                  <a:lnTo>
                    <a:pt x="7083726" y="868941"/>
                  </a:lnTo>
                  <a:lnTo>
                    <a:pt x="7085008" y="868941"/>
                  </a:lnTo>
                  <a:lnTo>
                    <a:pt x="7086290" y="871399"/>
                  </a:lnTo>
                  <a:lnTo>
                    <a:pt x="7087572" y="881849"/>
                  </a:lnTo>
                  <a:lnTo>
                    <a:pt x="7088854" y="893527"/>
                  </a:lnTo>
                  <a:lnTo>
                    <a:pt x="7090135" y="893527"/>
                  </a:lnTo>
                  <a:lnTo>
                    <a:pt x="7091417" y="897830"/>
                  </a:lnTo>
                  <a:lnTo>
                    <a:pt x="7092699" y="905821"/>
                  </a:lnTo>
                  <a:lnTo>
                    <a:pt x="7093981" y="913279"/>
                  </a:lnTo>
                  <a:lnTo>
                    <a:pt x="7095263" y="913279"/>
                  </a:lnTo>
                  <a:lnTo>
                    <a:pt x="7096545" y="913279"/>
                  </a:lnTo>
                  <a:lnTo>
                    <a:pt x="7097826" y="913279"/>
                  </a:lnTo>
                  <a:lnTo>
                    <a:pt x="7099108" y="913279"/>
                  </a:lnTo>
                  <a:lnTo>
                    <a:pt x="7100390" y="913279"/>
                  </a:lnTo>
                  <a:lnTo>
                    <a:pt x="7101672" y="913241"/>
                  </a:lnTo>
                  <a:lnTo>
                    <a:pt x="7102954" y="913241"/>
                  </a:lnTo>
                  <a:lnTo>
                    <a:pt x="7104236" y="913241"/>
                  </a:lnTo>
                  <a:lnTo>
                    <a:pt x="7105517" y="913241"/>
                  </a:lnTo>
                  <a:lnTo>
                    <a:pt x="7106799" y="913241"/>
                  </a:lnTo>
                  <a:lnTo>
                    <a:pt x="7108081" y="913241"/>
                  </a:lnTo>
                  <a:lnTo>
                    <a:pt x="7109363" y="913241"/>
                  </a:lnTo>
                  <a:lnTo>
                    <a:pt x="7110645" y="913241"/>
                  </a:lnTo>
                  <a:lnTo>
                    <a:pt x="7111927" y="913241"/>
                  </a:lnTo>
                  <a:lnTo>
                    <a:pt x="7113209" y="913241"/>
                  </a:lnTo>
                  <a:lnTo>
                    <a:pt x="7114490" y="913241"/>
                  </a:lnTo>
                  <a:lnTo>
                    <a:pt x="7115772" y="913241"/>
                  </a:lnTo>
                  <a:lnTo>
                    <a:pt x="7117054" y="913241"/>
                  </a:lnTo>
                  <a:lnTo>
                    <a:pt x="7118336" y="913241"/>
                  </a:lnTo>
                  <a:lnTo>
                    <a:pt x="7119618" y="913241"/>
                  </a:lnTo>
                  <a:lnTo>
                    <a:pt x="7120900" y="913241"/>
                  </a:lnTo>
                  <a:lnTo>
                    <a:pt x="7122181" y="913241"/>
                  </a:lnTo>
                  <a:lnTo>
                    <a:pt x="7123463" y="913241"/>
                  </a:lnTo>
                  <a:lnTo>
                    <a:pt x="7124745" y="913241"/>
                  </a:lnTo>
                  <a:lnTo>
                    <a:pt x="7126027" y="913241"/>
                  </a:lnTo>
                  <a:lnTo>
                    <a:pt x="7127309" y="913241"/>
                  </a:lnTo>
                  <a:lnTo>
                    <a:pt x="7128591" y="913241"/>
                  </a:lnTo>
                  <a:lnTo>
                    <a:pt x="7129873" y="913241"/>
                  </a:lnTo>
                  <a:lnTo>
                    <a:pt x="7131154" y="913241"/>
                  </a:lnTo>
                  <a:lnTo>
                    <a:pt x="7132436" y="913241"/>
                  </a:lnTo>
                  <a:lnTo>
                    <a:pt x="7133718" y="913241"/>
                  </a:lnTo>
                  <a:lnTo>
                    <a:pt x="7135000" y="913241"/>
                  </a:lnTo>
                  <a:lnTo>
                    <a:pt x="7136282" y="913241"/>
                  </a:lnTo>
                  <a:lnTo>
                    <a:pt x="7137564" y="913241"/>
                  </a:lnTo>
                  <a:lnTo>
                    <a:pt x="7138845" y="913279"/>
                  </a:lnTo>
                  <a:lnTo>
                    <a:pt x="7140127" y="913279"/>
                  </a:lnTo>
                  <a:lnTo>
                    <a:pt x="7141409" y="913279"/>
                  </a:lnTo>
                  <a:lnTo>
                    <a:pt x="7142691" y="913279"/>
                  </a:lnTo>
                  <a:lnTo>
                    <a:pt x="7143973" y="913279"/>
                  </a:lnTo>
                  <a:lnTo>
                    <a:pt x="7145255" y="913279"/>
                  </a:lnTo>
                  <a:lnTo>
                    <a:pt x="7146537" y="913279"/>
                  </a:lnTo>
                  <a:lnTo>
                    <a:pt x="7147818" y="913279"/>
                  </a:lnTo>
                  <a:lnTo>
                    <a:pt x="7149100" y="913279"/>
                  </a:lnTo>
                  <a:lnTo>
                    <a:pt x="7150382" y="913279"/>
                  </a:lnTo>
                  <a:lnTo>
                    <a:pt x="7151664" y="913279"/>
                  </a:lnTo>
                  <a:lnTo>
                    <a:pt x="7152946" y="913279"/>
                  </a:lnTo>
                  <a:lnTo>
                    <a:pt x="7154228" y="913279"/>
                  </a:lnTo>
                  <a:lnTo>
                    <a:pt x="7155509" y="913279"/>
                  </a:lnTo>
                  <a:lnTo>
                    <a:pt x="7156791" y="913279"/>
                  </a:lnTo>
                  <a:lnTo>
                    <a:pt x="7158073" y="913279"/>
                  </a:lnTo>
                  <a:lnTo>
                    <a:pt x="7159355" y="913279"/>
                  </a:lnTo>
                  <a:lnTo>
                    <a:pt x="7160637" y="913279"/>
                  </a:lnTo>
                  <a:lnTo>
                    <a:pt x="7161919" y="913279"/>
                  </a:lnTo>
                  <a:lnTo>
                    <a:pt x="7163200" y="913279"/>
                  </a:lnTo>
                  <a:lnTo>
                    <a:pt x="7164482" y="913279"/>
                  </a:lnTo>
                  <a:lnTo>
                    <a:pt x="7165764" y="913241"/>
                  </a:lnTo>
                  <a:lnTo>
                    <a:pt x="7167046" y="913241"/>
                  </a:lnTo>
                  <a:lnTo>
                    <a:pt x="7168328" y="913241"/>
                  </a:lnTo>
                  <a:lnTo>
                    <a:pt x="7169610" y="913241"/>
                  </a:lnTo>
                  <a:lnTo>
                    <a:pt x="7170892" y="913241"/>
                  </a:lnTo>
                  <a:lnTo>
                    <a:pt x="7172173" y="913241"/>
                  </a:lnTo>
                  <a:lnTo>
                    <a:pt x="7173455" y="913241"/>
                  </a:lnTo>
                  <a:lnTo>
                    <a:pt x="7174737" y="913241"/>
                  </a:lnTo>
                  <a:lnTo>
                    <a:pt x="7176019" y="913241"/>
                  </a:lnTo>
                  <a:lnTo>
                    <a:pt x="7177301" y="913241"/>
                  </a:lnTo>
                  <a:lnTo>
                    <a:pt x="7178583" y="913241"/>
                  </a:lnTo>
                  <a:lnTo>
                    <a:pt x="7179864" y="913241"/>
                  </a:lnTo>
                  <a:lnTo>
                    <a:pt x="7181146" y="913241"/>
                  </a:lnTo>
                  <a:lnTo>
                    <a:pt x="7182428" y="913279"/>
                  </a:lnTo>
                  <a:lnTo>
                    <a:pt x="7183710" y="913279"/>
                  </a:lnTo>
                  <a:lnTo>
                    <a:pt x="7184992" y="913279"/>
                  </a:lnTo>
                  <a:lnTo>
                    <a:pt x="7186274" y="913279"/>
                  </a:lnTo>
                  <a:lnTo>
                    <a:pt x="7187556" y="913279"/>
                  </a:lnTo>
                  <a:lnTo>
                    <a:pt x="7188837" y="913279"/>
                  </a:lnTo>
                  <a:lnTo>
                    <a:pt x="7190119" y="913279"/>
                  </a:lnTo>
                  <a:lnTo>
                    <a:pt x="7191401" y="913279"/>
                  </a:lnTo>
                  <a:lnTo>
                    <a:pt x="7192683" y="913279"/>
                  </a:lnTo>
                  <a:lnTo>
                    <a:pt x="7193965" y="913279"/>
                  </a:lnTo>
                  <a:lnTo>
                    <a:pt x="7195247" y="913279"/>
                  </a:lnTo>
                  <a:lnTo>
                    <a:pt x="7196528" y="913279"/>
                  </a:lnTo>
                  <a:lnTo>
                    <a:pt x="7197810" y="913279"/>
                  </a:lnTo>
                  <a:lnTo>
                    <a:pt x="7199092" y="913279"/>
                  </a:lnTo>
                  <a:lnTo>
                    <a:pt x="7200374" y="913279"/>
                  </a:lnTo>
                  <a:lnTo>
                    <a:pt x="7201656" y="913279"/>
                  </a:lnTo>
                  <a:lnTo>
                    <a:pt x="7202938" y="913279"/>
                  </a:lnTo>
                  <a:lnTo>
                    <a:pt x="7204219" y="903791"/>
                  </a:lnTo>
                  <a:lnTo>
                    <a:pt x="7205501" y="902757"/>
                  </a:lnTo>
                  <a:lnTo>
                    <a:pt x="7206783" y="894834"/>
                  </a:lnTo>
                  <a:lnTo>
                    <a:pt x="7208065" y="895939"/>
                  </a:lnTo>
                  <a:lnTo>
                    <a:pt x="7209347" y="898704"/>
                  </a:lnTo>
                  <a:lnTo>
                    <a:pt x="7210629" y="894535"/>
                  </a:lnTo>
                  <a:lnTo>
                    <a:pt x="7211911" y="894535"/>
                  </a:lnTo>
                  <a:lnTo>
                    <a:pt x="7213192" y="869555"/>
                  </a:lnTo>
                  <a:lnTo>
                    <a:pt x="7214474" y="867827"/>
                  </a:lnTo>
                  <a:lnTo>
                    <a:pt x="7215756" y="864259"/>
                  </a:lnTo>
                  <a:lnTo>
                    <a:pt x="7217038" y="838135"/>
                  </a:lnTo>
                  <a:lnTo>
                    <a:pt x="7218320" y="814321"/>
                  </a:lnTo>
                  <a:lnTo>
                    <a:pt x="7219602" y="852132"/>
                  </a:lnTo>
                  <a:lnTo>
                    <a:pt x="7220883" y="859542"/>
                  </a:lnTo>
                  <a:lnTo>
                    <a:pt x="7222165" y="886407"/>
                  </a:lnTo>
                  <a:lnTo>
                    <a:pt x="7223447" y="904592"/>
                  </a:lnTo>
                  <a:lnTo>
                    <a:pt x="7224729" y="913279"/>
                  </a:lnTo>
                  <a:lnTo>
                    <a:pt x="7226011" y="913279"/>
                  </a:lnTo>
                  <a:lnTo>
                    <a:pt x="7227293" y="913279"/>
                  </a:lnTo>
                  <a:lnTo>
                    <a:pt x="7228575" y="913279"/>
                  </a:lnTo>
                  <a:lnTo>
                    <a:pt x="7229856" y="913279"/>
                  </a:lnTo>
                  <a:lnTo>
                    <a:pt x="7231138" y="913279"/>
                  </a:lnTo>
                  <a:lnTo>
                    <a:pt x="7232420" y="913279"/>
                  </a:lnTo>
                  <a:lnTo>
                    <a:pt x="7233702" y="913279"/>
                  </a:lnTo>
                  <a:lnTo>
                    <a:pt x="7234984" y="913279"/>
                  </a:lnTo>
                  <a:lnTo>
                    <a:pt x="7236266" y="913279"/>
                  </a:lnTo>
                  <a:lnTo>
                    <a:pt x="7237547" y="913279"/>
                  </a:lnTo>
                  <a:lnTo>
                    <a:pt x="7238829" y="913279"/>
                  </a:lnTo>
                  <a:lnTo>
                    <a:pt x="7240111" y="899674"/>
                  </a:lnTo>
                  <a:lnTo>
                    <a:pt x="7241393" y="894458"/>
                  </a:lnTo>
                  <a:lnTo>
                    <a:pt x="7242675" y="904986"/>
                  </a:lnTo>
                  <a:lnTo>
                    <a:pt x="7243957" y="902310"/>
                  </a:lnTo>
                  <a:lnTo>
                    <a:pt x="7245239" y="889426"/>
                  </a:lnTo>
                  <a:lnTo>
                    <a:pt x="7246520" y="902310"/>
                  </a:lnTo>
                  <a:lnTo>
                    <a:pt x="7247802" y="904986"/>
                  </a:lnTo>
                  <a:lnTo>
                    <a:pt x="7249084" y="905821"/>
                  </a:lnTo>
                  <a:lnTo>
                    <a:pt x="7250366" y="913279"/>
                  </a:lnTo>
                  <a:lnTo>
                    <a:pt x="7251648" y="913279"/>
                  </a:lnTo>
                  <a:lnTo>
                    <a:pt x="7252930" y="913279"/>
                  </a:lnTo>
                  <a:lnTo>
                    <a:pt x="7254211" y="913279"/>
                  </a:lnTo>
                  <a:lnTo>
                    <a:pt x="7255493" y="913279"/>
                  </a:lnTo>
                  <a:lnTo>
                    <a:pt x="7256775" y="913279"/>
                  </a:lnTo>
                  <a:lnTo>
                    <a:pt x="7258057" y="913279"/>
                  </a:lnTo>
                  <a:lnTo>
                    <a:pt x="7259339" y="913279"/>
                  </a:lnTo>
                  <a:lnTo>
                    <a:pt x="7260621" y="913279"/>
                  </a:lnTo>
                  <a:lnTo>
                    <a:pt x="7261902" y="913279"/>
                  </a:lnTo>
                  <a:lnTo>
                    <a:pt x="7263184" y="913279"/>
                  </a:lnTo>
                  <a:lnTo>
                    <a:pt x="7264466" y="913279"/>
                  </a:lnTo>
                  <a:lnTo>
                    <a:pt x="7265748" y="913279"/>
                  </a:lnTo>
                  <a:lnTo>
                    <a:pt x="7267030" y="913279"/>
                  </a:lnTo>
                  <a:lnTo>
                    <a:pt x="7268312" y="913279"/>
                  </a:lnTo>
                  <a:lnTo>
                    <a:pt x="7269594" y="913279"/>
                  </a:lnTo>
                  <a:lnTo>
                    <a:pt x="7270875" y="913241"/>
                  </a:lnTo>
                  <a:lnTo>
                    <a:pt x="7272157" y="913241"/>
                  </a:lnTo>
                  <a:lnTo>
                    <a:pt x="7273439" y="898618"/>
                  </a:lnTo>
                  <a:lnTo>
                    <a:pt x="7274721" y="896038"/>
                  </a:lnTo>
                  <a:lnTo>
                    <a:pt x="7276003" y="896038"/>
                  </a:lnTo>
                  <a:lnTo>
                    <a:pt x="7277285" y="895178"/>
                  </a:lnTo>
                  <a:lnTo>
                    <a:pt x="7278566" y="878834"/>
                  </a:lnTo>
                  <a:lnTo>
                    <a:pt x="7279848" y="878834"/>
                  </a:lnTo>
                  <a:lnTo>
                    <a:pt x="7281130" y="861631"/>
                  </a:lnTo>
                  <a:lnTo>
                    <a:pt x="7282412" y="853029"/>
                  </a:lnTo>
                  <a:lnTo>
                    <a:pt x="7283694" y="844427"/>
                  </a:lnTo>
                  <a:lnTo>
                    <a:pt x="7284976" y="829804"/>
                  </a:lnTo>
                  <a:lnTo>
                    <a:pt x="7286258" y="827224"/>
                  </a:lnTo>
                  <a:lnTo>
                    <a:pt x="7287539" y="815181"/>
                  </a:lnTo>
                  <a:lnTo>
                    <a:pt x="7288821" y="810020"/>
                  </a:lnTo>
                  <a:lnTo>
                    <a:pt x="7290103" y="797118"/>
                  </a:lnTo>
                  <a:lnTo>
                    <a:pt x="7291385" y="792817"/>
                  </a:lnTo>
                  <a:lnTo>
                    <a:pt x="7292667" y="807440"/>
                  </a:lnTo>
                  <a:lnTo>
                    <a:pt x="7293949" y="810020"/>
                  </a:lnTo>
                  <a:lnTo>
                    <a:pt x="7295230" y="810020"/>
                  </a:lnTo>
                  <a:lnTo>
                    <a:pt x="7296512" y="810881"/>
                  </a:lnTo>
                  <a:lnTo>
                    <a:pt x="7297794" y="827224"/>
                  </a:lnTo>
                  <a:lnTo>
                    <a:pt x="7299076" y="827224"/>
                  </a:lnTo>
                  <a:lnTo>
                    <a:pt x="7300358" y="844427"/>
                  </a:lnTo>
                  <a:lnTo>
                    <a:pt x="7301640" y="853029"/>
                  </a:lnTo>
                  <a:lnTo>
                    <a:pt x="7302921" y="849588"/>
                  </a:lnTo>
                  <a:lnTo>
                    <a:pt x="7304203" y="859050"/>
                  </a:lnTo>
                  <a:lnTo>
                    <a:pt x="7305485" y="861631"/>
                  </a:lnTo>
                  <a:lnTo>
                    <a:pt x="7306767" y="873673"/>
                  </a:lnTo>
                  <a:lnTo>
                    <a:pt x="7308049" y="878834"/>
                  </a:lnTo>
                  <a:lnTo>
                    <a:pt x="7309331" y="891737"/>
                  </a:lnTo>
                  <a:lnTo>
                    <a:pt x="7310613" y="896038"/>
                  </a:lnTo>
                  <a:lnTo>
                    <a:pt x="7311894" y="888296"/>
                  </a:lnTo>
                  <a:lnTo>
                    <a:pt x="7313176" y="878834"/>
                  </a:lnTo>
                  <a:lnTo>
                    <a:pt x="7314458" y="878834"/>
                  </a:lnTo>
                  <a:lnTo>
                    <a:pt x="7315740" y="878834"/>
                  </a:lnTo>
                  <a:lnTo>
                    <a:pt x="7317022" y="878834"/>
                  </a:lnTo>
                  <a:lnTo>
                    <a:pt x="7318304" y="878834"/>
                  </a:lnTo>
                  <a:lnTo>
                    <a:pt x="7319585" y="878834"/>
                  </a:lnTo>
                  <a:lnTo>
                    <a:pt x="7320867" y="876254"/>
                  </a:lnTo>
                  <a:lnTo>
                    <a:pt x="7322149" y="873673"/>
                  </a:lnTo>
                  <a:lnTo>
                    <a:pt x="7323431" y="878834"/>
                  </a:lnTo>
                  <a:lnTo>
                    <a:pt x="7324713" y="878834"/>
                  </a:lnTo>
                  <a:lnTo>
                    <a:pt x="7325995" y="878834"/>
                  </a:lnTo>
                  <a:lnTo>
                    <a:pt x="7327277" y="878834"/>
                  </a:lnTo>
                  <a:lnTo>
                    <a:pt x="7328558" y="878834"/>
                  </a:lnTo>
                  <a:lnTo>
                    <a:pt x="7329840" y="866792"/>
                  </a:lnTo>
                  <a:lnTo>
                    <a:pt x="7331122" y="869372"/>
                  </a:lnTo>
                  <a:lnTo>
                    <a:pt x="7332404" y="878834"/>
                  </a:lnTo>
                  <a:lnTo>
                    <a:pt x="7333686" y="878834"/>
                  </a:lnTo>
                  <a:lnTo>
                    <a:pt x="7334968" y="868512"/>
                  </a:lnTo>
                  <a:lnTo>
                    <a:pt x="7336249" y="861631"/>
                  </a:lnTo>
                  <a:lnTo>
                    <a:pt x="7337531" y="861631"/>
                  </a:lnTo>
                  <a:lnTo>
                    <a:pt x="7338813" y="861631"/>
                  </a:lnTo>
                  <a:lnTo>
                    <a:pt x="7340095" y="864211"/>
                  </a:lnTo>
                  <a:lnTo>
                    <a:pt x="7341377" y="878834"/>
                  </a:lnTo>
                  <a:lnTo>
                    <a:pt x="7342659" y="878834"/>
                  </a:lnTo>
                  <a:lnTo>
                    <a:pt x="7343940" y="878834"/>
                  </a:lnTo>
                  <a:lnTo>
                    <a:pt x="7345222" y="878834"/>
                  </a:lnTo>
                  <a:lnTo>
                    <a:pt x="7346504" y="878834"/>
                  </a:lnTo>
                  <a:lnTo>
                    <a:pt x="7347786" y="878834"/>
                  </a:lnTo>
                  <a:lnTo>
                    <a:pt x="7349068" y="890877"/>
                  </a:lnTo>
                  <a:lnTo>
                    <a:pt x="7350350" y="896038"/>
                  </a:lnTo>
                  <a:lnTo>
                    <a:pt x="7351632" y="896038"/>
                  </a:lnTo>
                  <a:lnTo>
                    <a:pt x="7352913" y="896038"/>
                  </a:lnTo>
                  <a:lnTo>
                    <a:pt x="7354195" y="906360"/>
                  </a:lnTo>
                  <a:lnTo>
                    <a:pt x="7355477" y="902919"/>
                  </a:lnTo>
                  <a:lnTo>
                    <a:pt x="7356759" y="896038"/>
                  </a:lnTo>
                  <a:lnTo>
                    <a:pt x="7358041" y="889156"/>
                  </a:lnTo>
                  <a:lnTo>
                    <a:pt x="7359323" y="878834"/>
                  </a:lnTo>
                  <a:lnTo>
                    <a:pt x="7360604" y="878834"/>
                  </a:lnTo>
                  <a:lnTo>
                    <a:pt x="7361886" y="878834"/>
                  </a:lnTo>
                  <a:lnTo>
                    <a:pt x="7363168" y="896234"/>
                  </a:lnTo>
                  <a:lnTo>
                    <a:pt x="7364450" y="898891"/>
                  </a:lnTo>
                  <a:lnTo>
                    <a:pt x="7365732" y="903541"/>
                  </a:lnTo>
                  <a:lnTo>
                    <a:pt x="7367014" y="903541"/>
                  </a:lnTo>
                  <a:lnTo>
                    <a:pt x="7368296" y="903541"/>
                  </a:lnTo>
                  <a:lnTo>
                    <a:pt x="7369577" y="903541"/>
                  </a:lnTo>
                  <a:lnTo>
                    <a:pt x="7370859" y="903541"/>
                  </a:lnTo>
                  <a:lnTo>
                    <a:pt x="7372141" y="903541"/>
                  </a:lnTo>
                  <a:lnTo>
                    <a:pt x="7373423" y="903541"/>
                  </a:lnTo>
                  <a:lnTo>
                    <a:pt x="7374705" y="912010"/>
                  </a:lnTo>
                  <a:lnTo>
                    <a:pt x="7375987" y="913279"/>
                  </a:lnTo>
                  <a:lnTo>
                    <a:pt x="7377268" y="913279"/>
                  </a:lnTo>
                  <a:lnTo>
                    <a:pt x="7378550" y="913279"/>
                  </a:lnTo>
                  <a:lnTo>
                    <a:pt x="7379832" y="913279"/>
                  </a:lnTo>
                  <a:lnTo>
                    <a:pt x="7381114" y="913279"/>
                  </a:lnTo>
                  <a:lnTo>
                    <a:pt x="7382396" y="913279"/>
                  </a:lnTo>
                  <a:lnTo>
                    <a:pt x="7383678" y="913279"/>
                  </a:lnTo>
                  <a:lnTo>
                    <a:pt x="7384960" y="913241"/>
                  </a:lnTo>
                  <a:lnTo>
                    <a:pt x="7386241" y="913241"/>
                  </a:lnTo>
                  <a:lnTo>
                    <a:pt x="7387523" y="913241"/>
                  </a:lnTo>
                  <a:lnTo>
                    <a:pt x="7388805" y="913241"/>
                  </a:lnTo>
                  <a:lnTo>
                    <a:pt x="7390087" y="913241"/>
                  </a:lnTo>
                  <a:lnTo>
                    <a:pt x="7391369" y="913241"/>
                  </a:lnTo>
                  <a:lnTo>
                    <a:pt x="7392651" y="913241"/>
                  </a:lnTo>
                  <a:lnTo>
                    <a:pt x="7393932" y="913241"/>
                  </a:lnTo>
                  <a:lnTo>
                    <a:pt x="7395214" y="913241"/>
                  </a:lnTo>
                  <a:lnTo>
                    <a:pt x="7396496" y="913241"/>
                  </a:lnTo>
                  <a:lnTo>
                    <a:pt x="7397778" y="913241"/>
                  </a:lnTo>
                  <a:lnTo>
                    <a:pt x="7399060" y="913241"/>
                  </a:lnTo>
                  <a:lnTo>
                    <a:pt x="7400342" y="913241"/>
                  </a:lnTo>
                  <a:lnTo>
                    <a:pt x="7401623" y="913241"/>
                  </a:lnTo>
                  <a:lnTo>
                    <a:pt x="7402905" y="903779"/>
                  </a:lnTo>
                  <a:lnTo>
                    <a:pt x="7404187" y="891737"/>
                  </a:lnTo>
                  <a:lnTo>
                    <a:pt x="7405469" y="865071"/>
                  </a:lnTo>
                  <a:lnTo>
                    <a:pt x="7406751" y="849588"/>
                  </a:lnTo>
                  <a:lnTo>
                    <a:pt x="7408033" y="844427"/>
                  </a:lnTo>
                  <a:lnTo>
                    <a:pt x="7409315" y="867071"/>
                  </a:lnTo>
                  <a:lnTo>
                    <a:pt x="7410596" y="869498"/>
                  </a:lnTo>
                  <a:lnTo>
                    <a:pt x="7411878" y="869498"/>
                  </a:lnTo>
                  <a:lnTo>
                    <a:pt x="7413160" y="875311"/>
                  </a:lnTo>
                  <a:lnTo>
                    <a:pt x="7414442" y="875311"/>
                  </a:lnTo>
                  <a:lnTo>
                    <a:pt x="7415724" y="875311"/>
                  </a:lnTo>
                  <a:lnTo>
                    <a:pt x="7417006" y="875311"/>
                  </a:lnTo>
                  <a:lnTo>
                    <a:pt x="7418287" y="875311"/>
                  </a:lnTo>
                  <a:lnTo>
                    <a:pt x="7419569" y="875311"/>
                  </a:lnTo>
                  <a:lnTo>
                    <a:pt x="7420851" y="875311"/>
                  </a:lnTo>
                  <a:lnTo>
                    <a:pt x="7422133" y="883074"/>
                  </a:lnTo>
                  <a:lnTo>
                    <a:pt x="7423415" y="892955"/>
                  </a:lnTo>
                  <a:lnTo>
                    <a:pt x="7424697" y="913279"/>
                  </a:lnTo>
                  <a:lnTo>
                    <a:pt x="7425979" y="913279"/>
                  </a:lnTo>
                  <a:lnTo>
                    <a:pt x="7427260" y="913279"/>
                  </a:lnTo>
                  <a:lnTo>
                    <a:pt x="7428542" y="913279"/>
                  </a:lnTo>
                  <a:lnTo>
                    <a:pt x="7429824" y="913279"/>
                  </a:lnTo>
                  <a:lnTo>
                    <a:pt x="7431106" y="913279"/>
                  </a:lnTo>
                  <a:lnTo>
                    <a:pt x="7432388" y="913279"/>
                  </a:lnTo>
                  <a:lnTo>
                    <a:pt x="7433670" y="913279"/>
                  </a:lnTo>
                  <a:lnTo>
                    <a:pt x="7434951" y="913279"/>
                  </a:lnTo>
                  <a:lnTo>
                    <a:pt x="7436233" y="913279"/>
                  </a:lnTo>
                  <a:lnTo>
                    <a:pt x="7437515" y="913279"/>
                  </a:lnTo>
                  <a:lnTo>
                    <a:pt x="7438797" y="913279"/>
                  </a:lnTo>
                  <a:lnTo>
                    <a:pt x="7440079" y="913279"/>
                  </a:lnTo>
                  <a:lnTo>
                    <a:pt x="7441361" y="913279"/>
                  </a:lnTo>
                  <a:lnTo>
                    <a:pt x="7442642" y="913279"/>
                  </a:lnTo>
                  <a:lnTo>
                    <a:pt x="7443924" y="913279"/>
                  </a:lnTo>
                  <a:lnTo>
                    <a:pt x="7445206" y="913279"/>
                  </a:lnTo>
                  <a:lnTo>
                    <a:pt x="7446488" y="913279"/>
                  </a:lnTo>
                  <a:lnTo>
                    <a:pt x="7447770" y="913279"/>
                  </a:lnTo>
                  <a:lnTo>
                    <a:pt x="7449052" y="913094"/>
                  </a:lnTo>
                  <a:lnTo>
                    <a:pt x="7450334" y="913279"/>
                  </a:lnTo>
                  <a:lnTo>
                    <a:pt x="7451615" y="913279"/>
                  </a:lnTo>
                  <a:lnTo>
                    <a:pt x="7452897" y="913279"/>
                  </a:lnTo>
                  <a:lnTo>
                    <a:pt x="7454179" y="913279"/>
                  </a:lnTo>
                  <a:lnTo>
                    <a:pt x="7455461" y="913279"/>
                  </a:lnTo>
                  <a:lnTo>
                    <a:pt x="7456743" y="913279"/>
                  </a:lnTo>
                  <a:lnTo>
                    <a:pt x="7458025" y="913279"/>
                  </a:lnTo>
                  <a:lnTo>
                    <a:pt x="7459306" y="913279"/>
                  </a:lnTo>
                  <a:lnTo>
                    <a:pt x="7460588" y="913279"/>
                  </a:lnTo>
                  <a:lnTo>
                    <a:pt x="7461870" y="913279"/>
                  </a:lnTo>
                  <a:lnTo>
                    <a:pt x="7463152" y="913279"/>
                  </a:lnTo>
                  <a:lnTo>
                    <a:pt x="7464434" y="913279"/>
                  </a:lnTo>
                  <a:lnTo>
                    <a:pt x="7465716" y="913279"/>
                  </a:lnTo>
                  <a:lnTo>
                    <a:pt x="7466998" y="913279"/>
                  </a:lnTo>
                  <a:lnTo>
                    <a:pt x="7468279" y="913279"/>
                  </a:lnTo>
                  <a:lnTo>
                    <a:pt x="7469561" y="913279"/>
                  </a:lnTo>
                  <a:lnTo>
                    <a:pt x="7470843" y="913279"/>
                  </a:lnTo>
                  <a:lnTo>
                    <a:pt x="7472125" y="913279"/>
                  </a:lnTo>
                  <a:lnTo>
                    <a:pt x="7473407" y="913279"/>
                  </a:lnTo>
                  <a:lnTo>
                    <a:pt x="7474689" y="913279"/>
                  </a:lnTo>
                  <a:lnTo>
                    <a:pt x="7475970" y="913279"/>
                  </a:lnTo>
                  <a:lnTo>
                    <a:pt x="7477252" y="913279"/>
                  </a:lnTo>
                  <a:lnTo>
                    <a:pt x="7478534" y="913279"/>
                  </a:lnTo>
                  <a:lnTo>
                    <a:pt x="7479816" y="912525"/>
                  </a:lnTo>
                  <a:lnTo>
                    <a:pt x="7481098" y="913279"/>
                  </a:lnTo>
                  <a:lnTo>
                    <a:pt x="7482380" y="904986"/>
                  </a:lnTo>
                  <a:lnTo>
                    <a:pt x="7483661" y="889426"/>
                  </a:lnTo>
                  <a:lnTo>
                    <a:pt x="7484943" y="888073"/>
                  </a:lnTo>
                  <a:lnTo>
                    <a:pt x="7486225" y="881206"/>
                  </a:lnTo>
                  <a:lnTo>
                    <a:pt x="7487507" y="886399"/>
                  </a:lnTo>
                  <a:lnTo>
                    <a:pt x="7488789" y="898891"/>
                  </a:lnTo>
                  <a:lnTo>
                    <a:pt x="7490071" y="903541"/>
                  </a:lnTo>
                  <a:lnTo>
                    <a:pt x="7491353" y="913279"/>
                  </a:lnTo>
                  <a:lnTo>
                    <a:pt x="7492634" y="913279"/>
                  </a:lnTo>
                  <a:lnTo>
                    <a:pt x="7493916" y="913279"/>
                  </a:lnTo>
                  <a:lnTo>
                    <a:pt x="7495198" y="913279"/>
                  </a:lnTo>
                  <a:lnTo>
                    <a:pt x="7496480" y="913279"/>
                  </a:lnTo>
                  <a:lnTo>
                    <a:pt x="7497762" y="913279"/>
                  </a:lnTo>
                  <a:lnTo>
                    <a:pt x="7499044" y="913279"/>
                  </a:lnTo>
                  <a:lnTo>
                    <a:pt x="7500325" y="913279"/>
                  </a:lnTo>
                  <a:lnTo>
                    <a:pt x="7501607" y="913279"/>
                  </a:lnTo>
                  <a:lnTo>
                    <a:pt x="7502889" y="913279"/>
                  </a:lnTo>
                  <a:lnTo>
                    <a:pt x="7504171" y="913279"/>
                  </a:lnTo>
                  <a:lnTo>
                    <a:pt x="7505453" y="913279"/>
                  </a:lnTo>
                  <a:lnTo>
                    <a:pt x="7506735" y="913279"/>
                  </a:lnTo>
                  <a:lnTo>
                    <a:pt x="7508017" y="913279"/>
                  </a:lnTo>
                  <a:lnTo>
                    <a:pt x="7509298" y="913279"/>
                  </a:lnTo>
                  <a:lnTo>
                    <a:pt x="7510580" y="913279"/>
                  </a:lnTo>
                  <a:lnTo>
                    <a:pt x="7511862" y="913279"/>
                  </a:lnTo>
                  <a:lnTo>
                    <a:pt x="7513144" y="913279"/>
                  </a:lnTo>
                  <a:lnTo>
                    <a:pt x="7514426" y="913279"/>
                  </a:lnTo>
                  <a:lnTo>
                    <a:pt x="7515708" y="913279"/>
                  </a:lnTo>
                  <a:lnTo>
                    <a:pt x="7516989" y="913279"/>
                  </a:lnTo>
                  <a:lnTo>
                    <a:pt x="7518271" y="913241"/>
                  </a:lnTo>
                  <a:lnTo>
                    <a:pt x="7519553" y="913241"/>
                  </a:lnTo>
                  <a:lnTo>
                    <a:pt x="7520835" y="913241"/>
                  </a:lnTo>
                  <a:lnTo>
                    <a:pt x="7522117" y="913241"/>
                  </a:lnTo>
                  <a:lnTo>
                    <a:pt x="7523399" y="913241"/>
                  </a:lnTo>
                  <a:lnTo>
                    <a:pt x="7524681" y="913241"/>
                  </a:lnTo>
                  <a:lnTo>
                    <a:pt x="7525962" y="913241"/>
                  </a:lnTo>
                  <a:lnTo>
                    <a:pt x="7527244" y="913241"/>
                  </a:lnTo>
                  <a:lnTo>
                    <a:pt x="7528526" y="913241"/>
                  </a:lnTo>
                  <a:lnTo>
                    <a:pt x="7529808" y="913241"/>
                  </a:lnTo>
                  <a:lnTo>
                    <a:pt x="7531090" y="913241"/>
                  </a:lnTo>
                  <a:lnTo>
                    <a:pt x="7532372" y="913241"/>
                  </a:lnTo>
                  <a:lnTo>
                    <a:pt x="7533653" y="913241"/>
                  </a:lnTo>
                  <a:lnTo>
                    <a:pt x="7534935" y="913241"/>
                  </a:lnTo>
                  <a:lnTo>
                    <a:pt x="7536217" y="913241"/>
                  </a:lnTo>
                  <a:lnTo>
                    <a:pt x="7537499" y="913241"/>
                  </a:lnTo>
                  <a:lnTo>
                    <a:pt x="7538781" y="913241"/>
                  </a:lnTo>
                  <a:lnTo>
                    <a:pt x="7540063" y="913241"/>
                  </a:lnTo>
                  <a:lnTo>
                    <a:pt x="7541344" y="913279"/>
                  </a:lnTo>
                  <a:lnTo>
                    <a:pt x="7542626" y="913279"/>
                  </a:lnTo>
                  <a:lnTo>
                    <a:pt x="7543908" y="913279"/>
                  </a:lnTo>
                  <a:lnTo>
                    <a:pt x="7545190" y="913279"/>
                  </a:lnTo>
                  <a:lnTo>
                    <a:pt x="7546472" y="913279"/>
                  </a:lnTo>
                  <a:lnTo>
                    <a:pt x="7547754" y="913279"/>
                  </a:lnTo>
                  <a:lnTo>
                    <a:pt x="7549036" y="913279"/>
                  </a:lnTo>
                  <a:lnTo>
                    <a:pt x="7550317" y="913279"/>
                  </a:lnTo>
                  <a:lnTo>
                    <a:pt x="7551599" y="913279"/>
                  </a:lnTo>
                  <a:lnTo>
                    <a:pt x="7552881" y="913279"/>
                  </a:lnTo>
                  <a:lnTo>
                    <a:pt x="7554163" y="913279"/>
                  </a:lnTo>
                  <a:lnTo>
                    <a:pt x="7555445" y="913279"/>
                  </a:lnTo>
                  <a:lnTo>
                    <a:pt x="7556727" y="913279"/>
                  </a:lnTo>
                  <a:lnTo>
                    <a:pt x="7558008" y="913279"/>
                  </a:lnTo>
                  <a:lnTo>
                    <a:pt x="7559290" y="913279"/>
                  </a:lnTo>
                  <a:lnTo>
                    <a:pt x="7560572" y="913279"/>
                  </a:lnTo>
                  <a:lnTo>
                    <a:pt x="7561854" y="913279"/>
                  </a:lnTo>
                  <a:lnTo>
                    <a:pt x="7563136" y="913279"/>
                  </a:lnTo>
                  <a:lnTo>
                    <a:pt x="7564418" y="913279"/>
                  </a:lnTo>
                  <a:lnTo>
                    <a:pt x="7565700" y="913279"/>
                  </a:lnTo>
                  <a:lnTo>
                    <a:pt x="7566981" y="913279"/>
                  </a:lnTo>
                  <a:lnTo>
                    <a:pt x="7568263" y="913279"/>
                  </a:lnTo>
                  <a:lnTo>
                    <a:pt x="7569545" y="913279"/>
                  </a:lnTo>
                  <a:lnTo>
                    <a:pt x="7570827" y="913279"/>
                  </a:lnTo>
                  <a:lnTo>
                    <a:pt x="7572109" y="913279"/>
                  </a:lnTo>
                  <a:lnTo>
                    <a:pt x="7573391" y="913279"/>
                  </a:lnTo>
                  <a:lnTo>
                    <a:pt x="7574672" y="913279"/>
                  </a:lnTo>
                  <a:lnTo>
                    <a:pt x="7575954" y="913279"/>
                  </a:lnTo>
                  <a:lnTo>
                    <a:pt x="7577236" y="913279"/>
                  </a:lnTo>
                  <a:lnTo>
                    <a:pt x="7578518" y="913279"/>
                  </a:lnTo>
                  <a:lnTo>
                    <a:pt x="7579800" y="913279"/>
                  </a:lnTo>
                  <a:lnTo>
                    <a:pt x="7581082" y="913279"/>
                  </a:lnTo>
                  <a:lnTo>
                    <a:pt x="7582363" y="913279"/>
                  </a:lnTo>
                  <a:lnTo>
                    <a:pt x="7583645" y="913279"/>
                  </a:lnTo>
                  <a:lnTo>
                    <a:pt x="7584927" y="913279"/>
                  </a:lnTo>
                  <a:lnTo>
                    <a:pt x="7586209" y="913279"/>
                  </a:lnTo>
                  <a:lnTo>
                    <a:pt x="7587491" y="913279"/>
                  </a:lnTo>
                  <a:lnTo>
                    <a:pt x="7588773" y="913279"/>
                  </a:lnTo>
                  <a:lnTo>
                    <a:pt x="7590055" y="913279"/>
                  </a:lnTo>
                  <a:lnTo>
                    <a:pt x="7591336" y="913279"/>
                  </a:lnTo>
                  <a:lnTo>
                    <a:pt x="7592618" y="913279"/>
                  </a:lnTo>
                  <a:lnTo>
                    <a:pt x="7593900" y="913279"/>
                  </a:lnTo>
                  <a:lnTo>
                    <a:pt x="7595182" y="913279"/>
                  </a:lnTo>
                  <a:lnTo>
                    <a:pt x="7596464" y="913279"/>
                  </a:lnTo>
                  <a:lnTo>
                    <a:pt x="7597746" y="913279"/>
                  </a:lnTo>
                  <a:lnTo>
                    <a:pt x="7599027" y="913279"/>
                  </a:lnTo>
                  <a:lnTo>
                    <a:pt x="7600309" y="913279"/>
                  </a:lnTo>
                  <a:lnTo>
                    <a:pt x="7601591" y="913279"/>
                  </a:lnTo>
                  <a:lnTo>
                    <a:pt x="7602873" y="913279"/>
                  </a:lnTo>
                  <a:lnTo>
                    <a:pt x="7604155" y="913279"/>
                  </a:lnTo>
                  <a:lnTo>
                    <a:pt x="7605437" y="913279"/>
                  </a:lnTo>
                  <a:lnTo>
                    <a:pt x="7606719" y="913279"/>
                  </a:lnTo>
                  <a:lnTo>
                    <a:pt x="7608000" y="913241"/>
                  </a:lnTo>
                  <a:lnTo>
                    <a:pt x="7609282" y="913241"/>
                  </a:lnTo>
                  <a:lnTo>
                    <a:pt x="7610564" y="913241"/>
                  </a:lnTo>
                  <a:lnTo>
                    <a:pt x="7611846" y="913241"/>
                  </a:lnTo>
                  <a:lnTo>
                    <a:pt x="7613128" y="913241"/>
                  </a:lnTo>
                  <a:lnTo>
                    <a:pt x="7614410" y="913241"/>
                  </a:lnTo>
                  <a:lnTo>
                    <a:pt x="7615691" y="913241"/>
                  </a:lnTo>
                  <a:lnTo>
                    <a:pt x="7616973" y="913241"/>
                  </a:lnTo>
                  <a:lnTo>
                    <a:pt x="7618255" y="913241"/>
                  </a:lnTo>
                  <a:lnTo>
                    <a:pt x="7619537" y="913279"/>
                  </a:lnTo>
                  <a:lnTo>
                    <a:pt x="7620819" y="913279"/>
                  </a:lnTo>
                  <a:lnTo>
                    <a:pt x="7622101" y="913279"/>
                  </a:lnTo>
                  <a:lnTo>
                    <a:pt x="7623382" y="913279"/>
                  </a:lnTo>
                  <a:lnTo>
                    <a:pt x="7624664" y="913279"/>
                  </a:lnTo>
                  <a:lnTo>
                    <a:pt x="7625946" y="913279"/>
                  </a:lnTo>
                  <a:lnTo>
                    <a:pt x="7627228" y="913279"/>
                  </a:lnTo>
                  <a:lnTo>
                    <a:pt x="7628510" y="913279"/>
                  </a:lnTo>
                  <a:lnTo>
                    <a:pt x="7629792" y="913279"/>
                  </a:lnTo>
                  <a:lnTo>
                    <a:pt x="7631074" y="913279"/>
                  </a:lnTo>
                  <a:lnTo>
                    <a:pt x="7632355" y="913279"/>
                  </a:lnTo>
                  <a:lnTo>
                    <a:pt x="7633637" y="913279"/>
                  </a:lnTo>
                  <a:lnTo>
                    <a:pt x="7634919" y="913279"/>
                  </a:lnTo>
                  <a:lnTo>
                    <a:pt x="7636201" y="913279"/>
                  </a:lnTo>
                  <a:lnTo>
                    <a:pt x="7637483" y="913279"/>
                  </a:lnTo>
                  <a:lnTo>
                    <a:pt x="7638765" y="913279"/>
                  </a:lnTo>
                  <a:lnTo>
                    <a:pt x="7640046" y="913279"/>
                  </a:lnTo>
                  <a:lnTo>
                    <a:pt x="7641328" y="903541"/>
                  </a:lnTo>
                  <a:lnTo>
                    <a:pt x="7642610" y="903541"/>
                  </a:lnTo>
                  <a:lnTo>
                    <a:pt x="7643892" y="903541"/>
                  </a:lnTo>
                  <a:lnTo>
                    <a:pt x="7645174" y="895778"/>
                  </a:lnTo>
                  <a:lnTo>
                    <a:pt x="7646456" y="889426"/>
                  </a:lnTo>
                  <a:lnTo>
                    <a:pt x="7647738" y="889426"/>
                  </a:lnTo>
                  <a:lnTo>
                    <a:pt x="7649019" y="888073"/>
                  </a:lnTo>
                  <a:lnTo>
                    <a:pt x="7650301" y="884195"/>
                  </a:lnTo>
                  <a:lnTo>
                    <a:pt x="7651583" y="861631"/>
                  </a:lnTo>
                  <a:lnTo>
                    <a:pt x="7652865" y="853029"/>
                  </a:lnTo>
                  <a:lnTo>
                    <a:pt x="7654147" y="861631"/>
                  </a:lnTo>
                  <a:lnTo>
                    <a:pt x="7655429" y="861631"/>
                  </a:lnTo>
                  <a:lnTo>
                    <a:pt x="7656710" y="868512"/>
                  </a:lnTo>
                  <a:lnTo>
                    <a:pt x="7657992" y="878834"/>
                  </a:lnTo>
                  <a:lnTo>
                    <a:pt x="7659274" y="878834"/>
                  </a:lnTo>
                  <a:lnTo>
                    <a:pt x="7660556" y="878834"/>
                  </a:lnTo>
                  <a:lnTo>
                    <a:pt x="7661838" y="878834"/>
                  </a:lnTo>
                  <a:lnTo>
                    <a:pt x="7663120" y="878834"/>
                  </a:lnTo>
                  <a:lnTo>
                    <a:pt x="7664402" y="888296"/>
                  </a:lnTo>
                  <a:lnTo>
                    <a:pt x="7665683" y="896038"/>
                  </a:lnTo>
                  <a:lnTo>
                    <a:pt x="7666965" y="896038"/>
                  </a:lnTo>
                  <a:lnTo>
                    <a:pt x="7668247" y="896038"/>
                  </a:lnTo>
                  <a:lnTo>
                    <a:pt x="7669529" y="896038"/>
                  </a:lnTo>
                  <a:lnTo>
                    <a:pt x="7670811" y="896038"/>
                  </a:lnTo>
                  <a:lnTo>
                    <a:pt x="7672093" y="908080"/>
                  </a:lnTo>
                  <a:lnTo>
                    <a:pt x="7673374" y="913241"/>
                  </a:lnTo>
                  <a:lnTo>
                    <a:pt x="7674656" y="913241"/>
                  </a:lnTo>
                  <a:lnTo>
                    <a:pt x="7675938" y="913279"/>
                  </a:lnTo>
                  <a:lnTo>
                    <a:pt x="7677220" y="913279"/>
                  </a:lnTo>
                  <a:lnTo>
                    <a:pt x="7678502" y="913279"/>
                  </a:lnTo>
                  <a:lnTo>
                    <a:pt x="7679784" y="913279"/>
                  </a:lnTo>
                  <a:lnTo>
                    <a:pt x="7681065" y="913279"/>
                  </a:lnTo>
                  <a:lnTo>
                    <a:pt x="7682347" y="913279"/>
                  </a:lnTo>
                  <a:lnTo>
                    <a:pt x="7683629" y="913279"/>
                  </a:lnTo>
                  <a:lnTo>
                    <a:pt x="7684911" y="913279"/>
                  </a:lnTo>
                  <a:lnTo>
                    <a:pt x="7686193" y="913279"/>
                  </a:lnTo>
                  <a:lnTo>
                    <a:pt x="7687475" y="913279"/>
                  </a:lnTo>
                  <a:lnTo>
                    <a:pt x="7688757" y="913279"/>
                  </a:lnTo>
                  <a:lnTo>
                    <a:pt x="7690038" y="913279"/>
                  </a:lnTo>
                  <a:lnTo>
                    <a:pt x="7691320" y="913279"/>
                  </a:lnTo>
                  <a:lnTo>
                    <a:pt x="7692602" y="913279"/>
                  </a:lnTo>
                  <a:lnTo>
                    <a:pt x="7693884" y="913279"/>
                  </a:lnTo>
                  <a:lnTo>
                    <a:pt x="7695166" y="913279"/>
                  </a:lnTo>
                  <a:lnTo>
                    <a:pt x="7696448" y="904419"/>
                  </a:lnTo>
                  <a:lnTo>
                    <a:pt x="7697729" y="878834"/>
                  </a:lnTo>
                  <a:lnTo>
                    <a:pt x="7699011" y="878834"/>
                  </a:lnTo>
                  <a:lnTo>
                    <a:pt x="7700293" y="878834"/>
                  </a:lnTo>
                  <a:lnTo>
                    <a:pt x="7701575" y="878834"/>
                  </a:lnTo>
                  <a:lnTo>
                    <a:pt x="7702857" y="878834"/>
                  </a:lnTo>
                  <a:lnTo>
                    <a:pt x="7704139" y="878834"/>
                  </a:lnTo>
                  <a:lnTo>
                    <a:pt x="7705421" y="878834"/>
                  </a:lnTo>
                  <a:lnTo>
                    <a:pt x="7706702" y="878834"/>
                  </a:lnTo>
                  <a:lnTo>
                    <a:pt x="7707984" y="878834"/>
                  </a:lnTo>
                  <a:lnTo>
                    <a:pt x="7709266" y="878834"/>
                  </a:lnTo>
                  <a:lnTo>
                    <a:pt x="7710548" y="878834"/>
                  </a:lnTo>
                  <a:lnTo>
                    <a:pt x="7711830" y="878834"/>
                  </a:lnTo>
                  <a:lnTo>
                    <a:pt x="7713112" y="890877"/>
                  </a:lnTo>
                  <a:lnTo>
                    <a:pt x="7714393" y="896038"/>
                  </a:lnTo>
                  <a:lnTo>
                    <a:pt x="7715675" y="904639"/>
                  </a:lnTo>
                  <a:lnTo>
                    <a:pt x="7716957" y="913241"/>
                  </a:lnTo>
                  <a:lnTo>
                    <a:pt x="7718239" y="913241"/>
                  </a:lnTo>
                  <a:lnTo>
                    <a:pt x="7719521" y="913241"/>
                  </a:lnTo>
                  <a:lnTo>
                    <a:pt x="7720803" y="913241"/>
                  </a:lnTo>
                  <a:lnTo>
                    <a:pt x="7722084" y="913241"/>
                  </a:lnTo>
                  <a:lnTo>
                    <a:pt x="7723366" y="913241"/>
                  </a:lnTo>
                  <a:lnTo>
                    <a:pt x="7724648" y="913241"/>
                  </a:lnTo>
                  <a:lnTo>
                    <a:pt x="7725930" y="913241"/>
                  </a:lnTo>
                  <a:lnTo>
                    <a:pt x="7727212" y="913241"/>
                  </a:lnTo>
                  <a:lnTo>
                    <a:pt x="7728494" y="913241"/>
                  </a:lnTo>
                  <a:lnTo>
                    <a:pt x="7729776" y="913241"/>
                  </a:lnTo>
                  <a:lnTo>
                    <a:pt x="7731057" y="913241"/>
                  </a:lnTo>
                  <a:lnTo>
                    <a:pt x="7732339" y="913241"/>
                  </a:lnTo>
                  <a:lnTo>
                    <a:pt x="7733621" y="913241"/>
                  </a:lnTo>
                  <a:lnTo>
                    <a:pt x="7734903" y="913241"/>
                  </a:lnTo>
                  <a:lnTo>
                    <a:pt x="7736185" y="913279"/>
                  </a:lnTo>
                  <a:lnTo>
                    <a:pt x="7737467" y="905905"/>
                  </a:lnTo>
                  <a:lnTo>
                    <a:pt x="7738748" y="903541"/>
                  </a:lnTo>
                  <a:lnTo>
                    <a:pt x="7740030" y="903541"/>
                  </a:lnTo>
                  <a:lnTo>
                    <a:pt x="7741312" y="903541"/>
                  </a:lnTo>
                  <a:lnTo>
                    <a:pt x="7742594" y="903541"/>
                  </a:lnTo>
                  <a:lnTo>
                    <a:pt x="7743876" y="903541"/>
                  </a:lnTo>
                  <a:lnTo>
                    <a:pt x="7745158" y="903541"/>
                  </a:lnTo>
                  <a:lnTo>
                    <a:pt x="7746440" y="913279"/>
                  </a:lnTo>
                  <a:lnTo>
                    <a:pt x="7747721" y="913279"/>
                  </a:lnTo>
                  <a:lnTo>
                    <a:pt x="7749003" y="913279"/>
                  </a:lnTo>
                  <a:lnTo>
                    <a:pt x="7750285" y="913279"/>
                  </a:lnTo>
                  <a:lnTo>
                    <a:pt x="7751567" y="913279"/>
                  </a:lnTo>
                  <a:lnTo>
                    <a:pt x="7752849" y="913279"/>
                  </a:lnTo>
                  <a:lnTo>
                    <a:pt x="7754131" y="913279"/>
                  </a:lnTo>
                  <a:lnTo>
                    <a:pt x="7755412" y="913279"/>
                  </a:lnTo>
                  <a:lnTo>
                    <a:pt x="7756694" y="913279"/>
                  </a:lnTo>
                  <a:lnTo>
                    <a:pt x="7757976" y="913279"/>
                  </a:lnTo>
                  <a:lnTo>
                    <a:pt x="7759258" y="913279"/>
                  </a:lnTo>
                  <a:lnTo>
                    <a:pt x="7760540" y="913279"/>
                  </a:lnTo>
                  <a:lnTo>
                    <a:pt x="7761822" y="913279"/>
                  </a:lnTo>
                  <a:lnTo>
                    <a:pt x="7763104" y="913279"/>
                  </a:lnTo>
                  <a:lnTo>
                    <a:pt x="7764385" y="913279"/>
                  </a:lnTo>
                  <a:lnTo>
                    <a:pt x="7765667" y="913279"/>
                  </a:lnTo>
                  <a:lnTo>
                    <a:pt x="7766949" y="913279"/>
                  </a:lnTo>
                  <a:lnTo>
                    <a:pt x="7768231" y="913279"/>
                  </a:lnTo>
                  <a:lnTo>
                    <a:pt x="7769513" y="913279"/>
                  </a:lnTo>
                  <a:lnTo>
                    <a:pt x="7770795" y="913279"/>
                  </a:lnTo>
                  <a:lnTo>
                    <a:pt x="7772076" y="913279"/>
                  </a:lnTo>
                  <a:lnTo>
                    <a:pt x="7773358" y="912438"/>
                  </a:lnTo>
                  <a:lnTo>
                    <a:pt x="7774640" y="882275"/>
                  </a:lnTo>
                  <a:lnTo>
                    <a:pt x="7775922" y="906494"/>
                  </a:lnTo>
                  <a:lnTo>
                    <a:pt x="7777204" y="913279"/>
                  </a:lnTo>
                  <a:lnTo>
                    <a:pt x="7778486" y="913279"/>
                  </a:lnTo>
                  <a:lnTo>
                    <a:pt x="7779767" y="913279"/>
                  </a:lnTo>
                  <a:lnTo>
                    <a:pt x="7781049" y="913279"/>
                  </a:lnTo>
                  <a:lnTo>
                    <a:pt x="7782331" y="913279"/>
                  </a:lnTo>
                  <a:lnTo>
                    <a:pt x="7783613" y="913279"/>
                  </a:lnTo>
                  <a:lnTo>
                    <a:pt x="7784895" y="913279"/>
                  </a:lnTo>
                  <a:lnTo>
                    <a:pt x="7786177" y="913279"/>
                  </a:lnTo>
                  <a:lnTo>
                    <a:pt x="7787459" y="913279"/>
                  </a:lnTo>
                  <a:lnTo>
                    <a:pt x="7788740" y="913279"/>
                  </a:lnTo>
                  <a:lnTo>
                    <a:pt x="7790022" y="913279"/>
                  </a:lnTo>
                  <a:lnTo>
                    <a:pt x="7791304" y="913279"/>
                  </a:lnTo>
                  <a:lnTo>
                    <a:pt x="7792586" y="913279"/>
                  </a:lnTo>
                  <a:lnTo>
                    <a:pt x="7793868" y="913279"/>
                  </a:lnTo>
                  <a:lnTo>
                    <a:pt x="7795150" y="913279"/>
                  </a:lnTo>
                  <a:lnTo>
                    <a:pt x="7796431" y="913279"/>
                  </a:lnTo>
                  <a:lnTo>
                    <a:pt x="7797713" y="913279"/>
                  </a:lnTo>
                  <a:lnTo>
                    <a:pt x="7798995" y="913279"/>
                  </a:lnTo>
                  <a:lnTo>
                    <a:pt x="7800277" y="913279"/>
                  </a:lnTo>
                  <a:lnTo>
                    <a:pt x="7801559" y="913279"/>
                  </a:lnTo>
                  <a:lnTo>
                    <a:pt x="7802841" y="913279"/>
                  </a:lnTo>
                  <a:lnTo>
                    <a:pt x="7804123" y="913279"/>
                  </a:lnTo>
                  <a:lnTo>
                    <a:pt x="7805404" y="913279"/>
                  </a:lnTo>
                  <a:lnTo>
                    <a:pt x="7806686" y="913279"/>
                  </a:lnTo>
                  <a:lnTo>
                    <a:pt x="7807968" y="913279"/>
                  </a:lnTo>
                  <a:lnTo>
                    <a:pt x="7809250" y="913279"/>
                  </a:lnTo>
                  <a:lnTo>
                    <a:pt x="7810532" y="913279"/>
                  </a:lnTo>
                  <a:lnTo>
                    <a:pt x="7811814" y="913279"/>
                  </a:lnTo>
                  <a:lnTo>
                    <a:pt x="7813095" y="913279"/>
                  </a:lnTo>
                  <a:lnTo>
                    <a:pt x="7814377" y="913279"/>
                  </a:lnTo>
                  <a:lnTo>
                    <a:pt x="7815659" y="913279"/>
                  </a:lnTo>
                  <a:lnTo>
                    <a:pt x="7816941" y="913279"/>
                  </a:lnTo>
                  <a:lnTo>
                    <a:pt x="7818223" y="913279"/>
                  </a:lnTo>
                  <a:lnTo>
                    <a:pt x="7819505" y="913279"/>
                  </a:lnTo>
                  <a:lnTo>
                    <a:pt x="7820786" y="913279"/>
                  </a:lnTo>
                  <a:lnTo>
                    <a:pt x="7822068" y="913279"/>
                  </a:lnTo>
                  <a:lnTo>
                    <a:pt x="7823350" y="913279"/>
                  </a:lnTo>
                  <a:lnTo>
                    <a:pt x="7824632" y="913279"/>
                  </a:lnTo>
                  <a:lnTo>
                    <a:pt x="7825914" y="913279"/>
                  </a:lnTo>
                  <a:lnTo>
                    <a:pt x="7827196" y="913279"/>
                  </a:lnTo>
                  <a:lnTo>
                    <a:pt x="7828478" y="913279"/>
                  </a:lnTo>
                  <a:lnTo>
                    <a:pt x="7829759" y="913279"/>
                  </a:lnTo>
                  <a:lnTo>
                    <a:pt x="7831041" y="913279"/>
                  </a:lnTo>
                  <a:lnTo>
                    <a:pt x="7832323" y="913279"/>
                  </a:lnTo>
                  <a:lnTo>
                    <a:pt x="7833605" y="913279"/>
                  </a:lnTo>
                  <a:lnTo>
                    <a:pt x="7834887" y="913279"/>
                  </a:lnTo>
                  <a:lnTo>
                    <a:pt x="7836169" y="913279"/>
                  </a:lnTo>
                  <a:lnTo>
                    <a:pt x="7837450" y="913279"/>
                  </a:lnTo>
                  <a:lnTo>
                    <a:pt x="7838732" y="913279"/>
                  </a:lnTo>
                  <a:lnTo>
                    <a:pt x="7840014" y="913279"/>
                  </a:lnTo>
                  <a:lnTo>
                    <a:pt x="7841296" y="913279"/>
                  </a:lnTo>
                  <a:lnTo>
                    <a:pt x="7842578" y="913279"/>
                  </a:lnTo>
                  <a:lnTo>
                    <a:pt x="7843860" y="913279"/>
                  </a:lnTo>
                  <a:lnTo>
                    <a:pt x="7845142" y="913279"/>
                  </a:lnTo>
                  <a:lnTo>
                    <a:pt x="7846423" y="913279"/>
                  </a:lnTo>
                  <a:lnTo>
                    <a:pt x="7847705" y="913279"/>
                  </a:lnTo>
                  <a:lnTo>
                    <a:pt x="7848987" y="913279"/>
                  </a:lnTo>
                  <a:lnTo>
                    <a:pt x="7850269" y="913279"/>
                  </a:lnTo>
                  <a:lnTo>
                    <a:pt x="7851551" y="913279"/>
                  </a:lnTo>
                  <a:lnTo>
                    <a:pt x="7852833" y="913279"/>
                  </a:lnTo>
                  <a:lnTo>
                    <a:pt x="7854114" y="913279"/>
                  </a:lnTo>
                  <a:lnTo>
                    <a:pt x="7855396" y="913279"/>
                  </a:lnTo>
                  <a:lnTo>
                    <a:pt x="7856678" y="913279"/>
                  </a:lnTo>
                  <a:lnTo>
                    <a:pt x="7857960" y="913279"/>
                  </a:lnTo>
                  <a:lnTo>
                    <a:pt x="7859242" y="913279"/>
                  </a:lnTo>
                  <a:lnTo>
                    <a:pt x="7860524" y="913279"/>
                  </a:lnTo>
                  <a:lnTo>
                    <a:pt x="7861805" y="913279"/>
                  </a:lnTo>
                  <a:lnTo>
                    <a:pt x="7863087" y="913279"/>
                  </a:lnTo>
                  <a:lnTo>
                    <a:pt x="7864369" y="913279"/>
                  </a:lnTo>
                  <a:lnTo>
                    <a:pt x="7865651" y="913279"/>
                  </a:lnTo>
                  <a:lnTo>
                    <a:pt x="7866933" y="913279"/>
                  </a:lnTo>
                  <a:lnTo>
                    <a:pt x="7868215" y="913279"/>
                  </a:lnTo>
                  <a:lnTo>
                    <a:pt x="7869497" y="913279"/>
                  </a:lnTo>
                  <a:lnTo>
                    <a:pt x="7870778" y="913279"/>
                  </a:lnTo>
                  <a:lnTo>
                    <a:pt x="7872060" y="913279"/>
                  </a:lnTo>
                  <a:lnTo>
                    <a:pt x="7873342" y="913279"/>
                  </a:lnTo>
                  <a:lnTo>
                    <a:pt x="7874624" y="913279"/>
                  </a:lnTo>
                  <a:lnTo>
                    <a:pt x="7875906" y="913279"/>
                  </a:lnTo>
                  <a:lnTo>
                    <a:pt x="7877188" y="913279"/>
                  </a:lnTo>
                  <a:lnTo>
                    <a:pt x="7878469" y="913279"/>
                  </a:lnTo>
                  <a:lnTo>
                    <a:pt x="7879751" y="913279"/>
                  </a:lnTo>
                  <a:lnTo>
                    <a:pt x="7881033" y="910767"/>
                  </a:lnTo>
                  <a:lnTo>
                    <a:pt x="7882315" y="910767"/>
                  </a:lnTo>
                  <a:lnTo>
                    <a:pt x="7883597" y="910767"/>
                  </a:lnTo>
                  <a:lnTo>
                    <a:pt x="7884879" y="910767"/>
                  </a:lnTo>
                  <a:lnTo>
                    <a:pt x="7886161" y="910767"/>
                  </a:lnTo>
                  <a:lnTo>
                    <a:pt x="7887442" y="910767"/>
                  </a:lnTo>
                  <a:lnTo>
                    <a:pt x="7888724" y="908278"/>
                  </a:lnTo>
                  <a:lnTo>
                    <a:pt x="7890006" y="913005"/>
                  </a:lnTo>
                  <a:lnTo>
                    <a:pt x="7891288" y="911802"/>
                  </a:lnTo>
                  <a:lnTo>
                    <a:pt x="7892570" y="908053"/>
                  </a:lnTo>
                  <a:lnTo>
                    <a:pt x="7893852" y="913279"/>
                  </a:lnTo>
                  <a:lnTo>
                    <a:pt x="7895133" y="908199"/>
                  </a:lnTo>
                  <a:lnTo>
                    <a:pt x="7896415" y="913279"/>
                  </a:lnTo>
                  <a:lnTo>
                    <a:pt x="7897697" y="913279"/>
                  </a:lnTo>
                  <a:lnTo>
                    <a:pt x="7898979" y="913279"/>
                  </a:lnTo>
                  <a:lnTo>
                    <a:pt x="7900261" y="913279"/>
                  </a:lnTo>
                  <a:lnTo>
                    <a:pt x="7901543" y="913279"/>
                  </a:lnTo>
                  <a:lnTo>
                    <a:pt x="7902825" y="913279"/>
                  </a:lnTo>
                  <a:lnTo>
                    <a:pt x="7904106" y="913279"/>
                  </a:lnTo>
                  <a:lnTo>
                    <a:pt x="7905388" y="913279"/>
                  </a:lnTo>
                  <a:lnTo>
                    <a:pt x="7906670" y="913279"/>
                  </a:lnTo>
                  <a:lnTo>
                    <a:pt x="7907952" y="913279"/>
                  </a:lnTo>
                  <a:lnTo>
                    <a:pt x="7909234" y="913279"/>
                  </a:lnTo>
                  <a:lnTo>
                    <a:pt x="7910516" y="913279"/>
                  </a:lnTo>
                  <a:lnTo>
                    <a:pt x="7911797" y="913279"/>
                  </a:lnTo>
                  <a:lnTo>
                    <a:pt x="7913079" y="913279"/>
                  </a:lnTo>
                  <a:lnTo>
                    <a:pt x="7914361" y="913279"/>
                  </a:lnTo>
                  <a:lnTo>
                    <a:pt x="7915643" y="913279"/>
                  </a:lnTo>
                  <a:lnTo>
                    <a:pt x="7916925" y="910767"/>
                  </a:lnTo>
                  <a:lnTo>
                    <a:pt x="7918207" y="910767"/>
                  </a:lnTo>
                  <a:lnTo>
                    <a:pt x="7919488" y="897264"/>
                  </a:lnTo>
                  <a:lnTo>
                    <a:pt x="7920770" y="897264"/>
                  </a:lnTo>
                  <a:lnTo>
                    <a:pt x="7922052" y="889807"/>
                  </a:lnTo>
                  <a:lnTo>
                    <a:pt x="7923334" y="889807"/>
                  </a:lnTo>
                  <a:lnTo>
                    <a:pt x="7924616" y="889807"/>
                  </a:lnTo>
                  <a:lnTo>
                    <a:pt x="7925898" y="894488"/>
                  </a:lnTo>
                  <a:lnTo>
                    <a:pt x="7927180" y="895939"/>
                  </a:lnTo>
                  <a:lnTo>
                    <a:pt x="7928461" y="899412"/>
                  </a:lnTo>
                  <a:lnTo>
                    <a:pt x="7929743" y="904986"/>
                  </a:lnTo>
                  <a:lnTo>
                    <a:pt x="7931025" y="902130"/>
                  </a:lnTo>
                  <a:lnTo>
                    <a:pt x="7932307" y="898891"/>
                  </a:lnTo>
                  <a:lnTo>
                    <a:pt x="7933589" y="909466"/>
                  </a:lnTo>
                  <a:lnTo>
                    <a:pt x="7934871" y="908080"/>
                  </a:lnTo>
                  <a:lnTo>
                    <a:pt x="7936152" y="913241"/>
                  </a:lnTo>
                  <a:lnTo>
                    <a:pt x="7937434" y="913241"/>
                  </a:lnTo>
                  <a:lnTo>
                    <a:pt x="7938716" y="913241"/>
                  </a:lnTo>
                  <a:lnTo>
                    <a:pt x="7939998" y="913241"/>
                  </a:lnTo>
                  <a:lnTo>
                    <a:pt x="7941280" y="913241"/>
                  </a:lnTo>
                  <a:lnTo>
                    <a:pt x="7942562" y="913241"/>
                  </a:lnTo>
                  <a:lnTo>
                    <a:pt x="7943844" y="913241"/>
                  </a:lnTo>
                  <a:lnTo>
                    <a:pt x="7945125" y="913241"/>
                  </a:lnTo>
                  <a:lnTo>
                    <a:pt x="7946407" y="913241"/>
                  </a:lnTo>
                  <a:lnTo>
                    <a:pt x="7947689" y="913241"/>
                  </a:lnTo>
                  <a:lnTo>
                    <a:pt x="7948971" y="913241"/>
                  </a:lnTo>
                  <a:lnTo>
                    <a:pt x="7950253" y="913241"/>
                  </a:lnTo>
                  <a:lnTo>
                    <a:pt x="7951535" y="913241"/>
                  </a:lnTo>
                  <a:lnTo>
                    <a:pt x="7952816" y="913241"/>
                  </a:lnTo>
                  <a:lnTo>
                    <a:pt x="7954098" y="913241"/>
                  </a:lnTo>
                  <a:lnTo>
                    <a:pt x="7955380" y="913241"/>
                  </a:lnTo>
                  <a:lnTo>
                    <a:pt x="7956662" y="913241"/>
                  </a:lnTo>
                  <a:lnTo>
                    <a:pt x="7957944" y="913241"/>
                  </a:lnTo>
                  <a:lnTo>
                    <a:pt x="7959226" y="913241"/>
                  </a:lnTo>
                  <a:lnTo>
                    <a:pt x="7960507" y="913241"/>
                  </a:lnTo>
                  <a:lnTo>
                    <a:pt x="7961789" y="913241"/>
                  </a:lnTo>
                  <a:lnTo>
                    <a:pt x="7963071" y="913241"/>
                  </a:lnTo>
                  <a:lnTo>
                    <a:pt x="7964353" y="913241"/>
                  </a:lnTo>
                  <a:lnTo>
                    <a:pt x="7965635" y="913279"/>
                  </a:lnTo>
                  <a:lnTo>
                    <a:pt x="7966917" y="913279"/>
                  </a:lnTo>
                  <a:lnTo>
                    <a:pt x="7968199" y="913279"/>
                  </a:lnTo>
                  <a:lnTo>
                    <a:pt x="7969480" y="913279"/>
                  </a:lnTo>
                  <a:lnTo>
                    <a:pt x="7970762" y="913279"/>
                  </a:lnTo>
                  <a:lnTo>
                    <a:pt x="7972044" y="913279"/>
                  </a:lnTo>
                  <a:lnTo>
                    <a:pt x="7973326" y="913279"/>
                  </a:lnTo>
                  <a:lnTo>
                    <a:pt x="7974608" y="913279"/>
                  </a:lnTo>
                  <a:lnTo>
                    <a:pt x="7975890" y="913279"/>
                  </a:lnTo>
                  <a:lnTo>
                    <a:pt x="7977171" y="913279"/>
                  </a:lnTo>
                  <a:lnTo>
                    <a:pt x="7978453" y="913279"/>
                  </a:lnTo>
                  <a:lnTo>
                    <a:pt x="7979735" y="913279"/>
                  </a:lnTo>
                  <a:lnTo>
                    <a:pt x="7981017" y="913279"/>
                  </a:lnTo>
                  <a:lnTo>
                    <a:pt x="7982299" y="913279"/>
                  </a:lnTo>
                  <a:lnTo>
                    <a:pt x="7983581" y="913279"/>
                  </a:lnTo>
                  <a:lnTo>
                    <a:pt x="7984863" y="913279"/>
                  </a:lnTo>
                  <a:lnTo>
                    <a:pt x="7986144" y="913279"/>
                  </a:lnTo>
                  <a:lnTo>
                    <a:pt x="7987426" y="913279"/>
                  </a:lnTo>
                  <a:lnTo>
                    <a:pt x="7988708" y="913279"/>
                  </a:lnTo>
                  <a:lnTo>
                    <a:pt x="7989990" y="913279"/>
                  </a:lnTo>
                  <a:lnTo>
                    <a:pt x="7991272" y="913241"/>
                  </a:lnTo>
                  <a:lnTo>
                    <a:pt x="7992554" y="913241"/>
                  </a:lnTo>
                  <a:lnTo>
                    <a:pt x="7993835" y="913279"/>
                  </a:lnTo>
                  <a:lnTo>
                    <a:pt x="7995117" y="913279"/>
                  </a:lnTo>
                  <a:lnTo>
                    <a:pt x="7996399" y="913279"/>
                  </a:lnTo>
                  <a:lnTo>
                    <a:pt x="7997681" y="913279"/>
                  </a:lnTo>
                  <a:lnTo>
                    <a:pt x="7998963" y="913279"/>
                  </a:lnTo>
                  <a:lnTo>
                    <a:pt x="8000245" y="913279"/>
                  </a:lnTo>
                  <a:lnTo>
                    <a:pt x="8001526" y="913279"/>
                  </a:lnTo>
                  <a:lnTo>
                    <a:pt x="8002808" y="913279"/>
                  </a:lnTo>
                  <a:lnTo>
                    <a:pt x="8004090" y="913279"/>
                  </a:lnTo>
                  <a:lnTo>
                    <a:pt x="8005372" y="913279"/>
                  </a:lnTo>
                  <a:lnTo>
                    <a:pt x="8006654" y="913279"/>
                  </a:lnTo>
                  <a:lnTo>
                    <a:pt x="8007936" y="913279"/>
                  </a:lnTo>
                  <a:lnTo>
                    <a:pt x="8009218" y="913279"/>
                  </a:lnTo>
                  <a:lnTo>
                    <a:pt x="8010499" y="913279"/>
                  </a:lnTo>
                  <a:lnTo>
                    <a:pt x="8011781" y="913279"/>
                  </a:lnTo>
                  <a:lnTo>
                    <a:pt x="8013063" y="913279"/>
                  </a:lnTo>
                  <a:lnTo>
                    <a:pt x="8014345" y="913279"/>
                  </a:lnTo>
                  <a:lnTo>
                    <a:pt x="8015627" y="913279"/>
                  </a:lnTo>
                  <a:lnTo>
                    <a:pt x="8016909" y="913279"/>
                  </a:lnTo>
                  <a:lnTo>
                    <a:pt x="8018190" y="913279"/>
                  </a:lnTo>
                  <a:lnTo>
                    <a:pt x="8019472" y="913279"/>
                  </a:lnTo>
                  <a:lnTo>
                    <a:pt x="8020754" y="913279"/>
                  </a:lnTo>
                  <a:lnTo>
                    <a:pt x="8022036" y="913279"/>
                  </a:lnTo>
                  <a:lnTo>
                    <a:pt x="8023318" y="913279"/>
                  </a:lnTo>
                  <a:lnTo>
                    <a:pt x="8024600" y="913279"/>
                  </a:lnTo>
                  <a:lnTo>
                    <a:pt x="8025882" y="913279"/>
                  </a:lnTo>
                  <a:lnTo>
                    <a:pt x="8027163" y="913279"/>
                  </a:lnTo>
                  <a:lnTo>
                    <a:pt x="8028445" y="913279"/>
                  </a:lnTo>
                  <a:lnTo>
                    <a:pt x="8029727" y="913279"/>
                  </a:lnTo>
                  <a:lnTo>
                    <a:pt x="8031009" y="913279"/>
                  </a:lnTo>
                  <a:lnTo>
                    <a:pt x="8032291" y="913279"/>
                  </a:lnTo>
                  <a:lnTo>
                    <a:pt x="8033573" y="913279"/>
                  </a:lnTo>
                  <a:lnTo>
                    <a:pt x="8034854" y="913279"/>
                  </a:lnTo>
                  <a:lnTo>
                    <a:pt x="8036136" y="913279"/>
                  </a:lnTo>
                  <a:lnTo>
                    <a:pt x="8037418" y="913279"/>
                  </a:lnTo>
                  <a:lnTo>
                    <a:pt x="8038700" y="913279"/>
                  </a:lnTo>
                  <a:lnTo>
                    <a:pt x="8039982" y="913279"/>
                  </a:lnTo>
                  <a:lnTo>
                    <a:pt x="8041264" y="913279"/>
                  </a:lnTo>
                  <a:lnTo>
                    <a:pt x="8042546" y="913279"/>
                  </a:lnTo>
                  <a:lnTo>
                    <a:pt x="8043827" y="913279"/>
                  </a:lnTo>
                  <a:lnTo>
                    <a:pt x="8045109" y="913279"/>
                  </a:lnTo>
                  <a:lnTo>
                    <a:pt x="8046391" y="913279"/>
                  </a:lnTo>
                  <a:lnTo>
                    <a:pt x="8047673" y="913279"/>
                  </a:lnTo>
                  <a:lnTo>
                    <a:pt x="8048955" y="913279"/>
                  </a:lnTo>
                  <a:lnTo>
                    <a:pt x="8050237" y="913279"/>
                  </a:lnTo>
                  <a:lnTo>
                    <a:pt x="8051518" y="913279"/>
                  </a:lnTo>
                  <a:lnTo>
                    <a:pt x="8052800" y="913279"/>
                  </a:lnTo>
                  <a:lnTo>
                    <a:pt x="8054082" y="913279"/>
                  </a:lnTo>
                  <a:lnTo>
                    <a:pt x="8055364" y="913279"/>
                  </a:lnTo>
                  <a:lnTo>
                    <a:pt x="8056646" y="913279"/>
                  </a:lnTo>
                  <a:lnTo>
                    <a:pt x="8057928" y="913279"/>
                  </a:lnTo>
                  <a:lnTo>
                    <a:pt x="8059209" y="913279"/>
                  </a:lnTo>
                  <a:lnTo>
                    <a:pt x="8060491" y="913279"/>
                  </a:lnTo>
                  <a:lnTo>
                    <a:pt x="8061773" y="913279"/>
                  </a:lnTo>
                  <a:lnTo>
                    <a:pt x="8063055" y="913279"/>
                  </a:lnTo>
                  <a:lnTo>
                    <a:pt x="8064337" y="913279"/>
                  </a:lnTo>
                  <a:lnTo>
                    <a:pt x="8065619" y="913279"/>
                  </a:lnTo>
                  <a:lnTo>
                    <a:pt x="8066901" y="913279"/>
                  </a:lnTo>
                  <a:lnTo>
                    <a:pt x="8068182" y="913279"/>
                  </a:lnTo>
                  <a:lnTo>
                    <a:pt x="8069464" y="913279"/>
                  </a:lnTo>
                  <a:lnTo>
                    <a:pt x="8070746" y="913279"/>
                  </a:lnTo>
                  <a:lnTo>
                    <a:pt x="8072028" y="913279"/>
                  </a:lnTo>
                  <a:lnTo>
                    <a:pt x="8073310" y="913279"/>
                  </a:lnTo>
                  <a:lnTo>
                    <a:pt x="8074592" y="913279"/>
                  </a:lnTo>
                  <a:lnTo>
                    <a:pt x="8075873" y="913279"/>
                  </a:lnTo>
                  <a:lnTo>
                    <a:pt x="8077155" y="913279"/>
                  </a:lnTo>
                  <a:lnTo>
                    <a:pt x="8078437" y="913279"/>
                  </a:lnTo>
                  <a:lnTo>
                    <a:pt x="8079719" y="913279"/>
                  </a:lnTo>
                  <a:lnTo>
                    <a:pt x="8081001" y="913279"/>
                  </a:lnTo>
                  <a:lnTo>
                    <a:pt x="8082283" y="913279"/>
                  </a:lnTo>
                  <a:lnTo>
                    <a:pt x="8083565" y="913279"/>
                  </a:lnTo>
                  <a:lnTo>
                    <a:pt x="8084846" y="913279"/>
                  </a:lnTo>
                  <a:lnTo>
                    <a:pt x="8086128" y="913279"/>
                  </a:lnTo>
                  <a:lnTo>
                    <a:pt x="8087410" y="913279"/>
                  </a:lnTo>
                  <a:lnTo>
                    <a:pt x="8088692" y="913279"/>
                  </a:lnTo>
                  <a:lnTo>
                    <a:pt x="8089974" y="913279"/>
                  </a:lnTo>
                  <a:lnTo>
                    <a:pt x="8091256" y="913279"/>
                  </a:lnTo>
                  <a:lnTo>
                    <a:pt x="8092537" y="913279"/>
                  </a:lnTo>
                  <a:lnTo>
                    <a:pt x="8093819" y="913279"/>
                  </a:lnTo>
                  <a:lnTo>
                    <a:pt x="8095101" y="913279"/>
                  </a:lnTo>
                  <a:lnTo>
                    <a:pt x="8096383" y="913279"/>
                  </a:lnTo>
                  <a:lnTo>
                    <a:pt x="8097665" y="913279"/>
                  </a:lnTo>
                  <a:lnTo>
                    <a:pt x="8098947" y="903541"/>
                  </a:lnTo>
                  <a:lnTo>
                    <a:pt x="8100228" y="896949"/>
                  </a:lnTo>
                  <a:lnTo>
                    <a:pt x="8101510" y="878834"/>
                  </a:lnTo>
                  <a:lnTo>
                    <a:pt x="8102792" y="878834"/>
                  </a:lnTo>
                  <a:lnTo>
                    <a:pt x="8104074" y="878834"/>
                  </a:lnTo>
                  <a:lnTo>
                    <a:pt x="8105356" y="878834"/>
                  </a:lnTo>
                  <a:lnTo>
                    <a:pt x="8106638" y="878834"/>
                  </a:lnTo>
                  <a:lnTo>
                    <a:pt x="8107920" y="878834"/>
                  </a:lnTo>
                  <a:lnTo>
                    <a:pt x="8109201" y="878834"/>
                  </a:lnTo>
                  <a:lnTo>
                    <a:pt x="8110483" y="878834"/>
                  </a:lnTo>
                  <a:lnTo>
                    <a:pt x="8111765" y="878834"/>
                  </a:lnTo>
                  <a:lnTo>
                    <a:pt x="8113047" y="878834"/>
                  </a:lnTo>
                  <a:lnTo>
                    <a:pt x="8114329" y="892597"/>
                  </a:lnTo>
                  <a:lnTo>
                    <a:pt x="8115611" y="898618"/>
                  </a:lnTo>
                  <a:lnTo>
                    <a:pt x="8116892" y="913241"/>
                  </a:lnTo>
                  <a:lnTo>
                    <a:pt x="8118174" y="913241"/>
                  </a:lnTo>
                  <a:lnTo>
                    <a:pt x="8119456" y="913241"/>
                  </a:lnTo>
                  <a:lnTo>
                    <a:pt x="8120738" y="913241"/>
                  </a:lnTo>
                  <a:lnTo>
                    <a:pt x="8122020" y="913241"/>
                  </a:lnTo>
                  <a:lnTo>
                    <a:pt x="8123302" y="913279"/>
                  </a:lnTo>
                  <a:lnTo>
                    <a:pt x="8124584" y="913279"/>
                  </a:lnTo>
                  <a:lnTo>
                    <a:pt x="8125865" y="909187"/>
                  </a:lnTo>
                  <a:lnTo>
                    <a:pt x="8127147" y="913279"/>
                  </a:lnTo>
                  <a:lnTo>
                    <a:pt x="8128429" y="913279"/>
                  </a:lnTo>
                  <a:lnTo>
                    <a:pt x="8129711" y="913279"/>
                  </a:lnTo>
                  <a:lnTo>
                    <a:pt x="8130993" y="913279"/>
                  </a:lnTo>
                  <a:lnTo>
                    <a:pt x="8132275" y="913279"/>
                  </a:lnTo>
                  <a:lnTo>
                    <a:pt x="8133556" y="913279"/>
                  </a:lnTo>
                  <a:lnTo>
                    <a:pt x="8134838" y="913279"/>
                  </a:lnTo>
                  <a:lnTo>
                    <a:pt x="8136120" y="913279"/>
                  </a:lnTo>
                  <a:lnTo>
                    <a:pt x="8137402" y="913279"/>
                  </a:lnTo>
                  <a:lnTo>
                    <a:pt x="8138684" y="913279"/>
                  </a:lnTo>
                  <a:lnTo>
                    <a:pt x="8139966" y="913279"/>
                  </a:lnTo>
                  <a:lnTo>
                    <a:pt x="8141247" y="913279"/>
                  </a:lnTo>
                  <a:lnTo>
                    <a:pt x="8142529" y="913279"/>
                  </a:lnTo>
                  <a:lnTo>
                    <a:pt x="8143811" y="913279"/>
                  </a:lnTo>
                  <a:lnTo>
                    <a:pt x="8145093" y="913279"/>
                  </a:lnTo>
                  <a:lnTo>
                    <a:pt x="8146375" y="913279"/>
                  </a:lnTo>
                  <a:lnTo>
                    <a:pt x="8147657" y="913279"/>
                  </a:lnTo>
                  <a:lnTo>
                    <a:pt x="8148939" y="913279"/>
                  </a:lnTo>
                  <a:lnTo>
                    <a:pt x="8150220" y="913279"/>
                  </a:lnTo>
                  <a:lnTo>
                    <a:pt x="8151502" y="913279"/>
                  </a:lnTo>
                  <a:lnTo>
                    <a:pt x="8152784" y="913279"/>
                  </a:lnTo>
                  <a:lnTo>
                    <a:pt x="8154066" y="913279"/>
                  </a:lnTo>
                  <a:lnTo>
                    <a:pt x="8155348" y="913279"/>
                  </a:lnTo>
                  <a:lnTo>
                    <a:pt x="8156630" y="913279"/>
                  </a:lnTo>
                  <a:lnTo>
                    <a:pt x="8157911" y="913279"/>
                  </a:lnTo>
                  <a:lnTo>
                    <a:pt x="8159193" y="913279"/>
                  </a:lnTo>
                  <a:lnTo>
                    <a:pt x="8160475" y="913279"/>
                  </a:lnTo>
                  <a:lnTo>
                    <a:pt x="8161757" y="913279"/>
                  </a:lnTo>
                  <a:lnTo>
                    <a:pt x="8163039" y="913279"/>
                  </a:lnTo>
                  <a:lnTo>
                    <a:pt x="8164321" y="913279"/>
                  </a:lnTo>
                  <a:lnTo>
                    <a:pt x="8165603" y="913279"/>
                  </a:lnTo>
                  <a:lnTo>
                    <a:pt x="8166884" y="913279"/>
                  </a:lnTo>
                  <a:lnTo>
                    <a:pt x="8168166" y="913279"/>
                  </a:lnTo>
                  <a:lnTo>
                    <a:pt x="8169448" y="913279"/>
                  </a:lnTo>
                  <a:lnTo>
                    <a:pt x="8170730" y="913279"/>
                  </a:lnTo>
                  <a:lnTo>
                    <a:pt x="8172012" y="913279"/>
                  </a:lnTo>
                  <a:lnTo>
                    <a:pt x="8173294" y="913279"/>
                  </a:lnTo>
                  <a:lnTo>
                    <a:pt x="8174575" y="913279"/>
                  </a:lnTo>
                  <a:lnTo>
                    <a:pt x="8175857" y="913279"/>
                  </a:lnTo>
                  <a:lnTo>
                    <a:pt x="8177139" y="905821"/>
                  </a:lnTo>
                  <a:lnTo>
                    <a:pt x="8178421" y="904986"/>
                  </a:lnTo>
                  <a:lnTo>
                    <a:pt x="8179703" y="904986"/>
                  </a:lnTo>
                  <a:lnTo>
                    <a:pt x="8180985" y="889426"/>
                  </a:lnTo>
                  <a:lnTo>
                    <a:pt x="8182267" y="888015"/>
                  </a:lnTo>
                  <a:lnTo>
                    <a:pt x="8183548" y="892600"/>
                  </a:lnTo>
                  <a:lnTo>
                    <a:pt x="8184830" y="885668"/>
                  </a:lnTo>
                  <a:lnTo>
                    <a:pt x="8186112" y="884005"/>
                  </a:lnTo>
                  <a:lnTo>
                    <a:pt x="8187394" y="883451"/>
                  </a:lnTo>
                  <a:lnTo>
                    <a:pt x="8188676" y="887094"/>
                  </a:lnTo>
                  <a:lnTo>
                    <a:pt x="8189958" y="894834"/>
                  </a:lnTo>
                  <a:lnTo>
                    <a:pt x="8191239" y="894834"/>
                  </a:lnTo>
                  <a:lnTo>
                    <a:pt x="8192521" y="897598"/>
                  </a:lnTo>
                  <a:lnTo>
                    <a:pt x="8193803" y="905891"/>
                  </a:lnTo>
                  <a:lnTo>
                    <a:pt x="8195085" y="905338"/>
                  </a:lnTo>
                  <a:lnTo>
                    <a:pt x="8196367" y="894834"/>
                  </a:lnTo>
                  <a:lnTo>
                    <a:pt x="8197649" y="894834"/>
                  </a:lnTo>
                  <a:lnTo>
                    <a:pt x="8198930" y="894834"/>
                  </a:lnTo>
                  <a:lnTo>
                    <a:pt x="8200212" y="894834"/>
                  </a:lnTo>
                  <a:lnTo>
                    <a:pt x="8201494" y="895939"/>
                  </a:lnTo>
                  <a:lnTo>
                    <a:pt x="8202776" y="892600"/>
                  </a:lnTo>
                  <a:lnTo>
                    <a:pt x="8204058" y="895952"/>
                  </a:lnTo>
                  <a:lnTo>
                    <a:pt x="8205340" y="908444"/>
                  </a:lnTo>
                  <a:lnTo>
                    <a:pt x="8206622" y="896234"/>
                  </a:lnTo>
                  <a:lnTo>
                    <a:pt x="8207903" y="878834"/>
                  </a:lnTo>
                  <a:lnTo>
                    <a:pt x="8209185" y="878834"/>
                  </a:lnTo>
                  <a:lnTo>
                    <a:pt x="8210467" y="878834"/>
                  </a:lnTo>
                  <a:lnTo>
                    <a:pt x="8211749" y="878834"/>
                  </a:lnTo>
                  <a:lnTo>
                    <a:pt x="8213031" y="878834"/>
                  </a:lnTo>
                  <a:lnTo>
                    <a:pt x="8214313" y="879694"/>
                  </a:lnTo>
                  <a:lnTo>
                    <a:pt x="8215594" y="896038"/>
                  </a:lnTo>
                  <a:lnTo>
                    <a:pt x="8216876" y="911263"/>
                  </a:lnTo>
                  <a:lnTo>
                    <a:pt x="8218158" y="913279"/>
                  </a:lnTo>
                  <a:lnTo>
                    <a:pt x="8219440" y="913279"/>
                  </a:lnTo>
                  <a:lnTo>
                    <a:pt x="8220722" y="913279"/>
                  </a:lnTo>
                  <a:lnTo>
                    <a:pt x="8222004" y="913279"/>
                  </a:lnTo>
                  <a:lnTo>
                    <a:pt x="8223286" y="913279"/>
                  </a:lnTo>
                  <a:lnTo>
                    <a:pt x="8224567" y="913279"/>
                  </a:lnTo>
                  <a:lnTo>
                    <a:pt x="8225849" y="913279"/>
                  </a:lnTo>
                  <a:lnTo>
                    <a:pt x="8227131" y="913279"/>
                  </a:lnTo>
                  <a:lnTo>
                    <a:pt x="8228413" y="913279"/>
                  </a:lnTo>
                  <a:lnTo>
                    <a:pt x="8229695" y="913279"/>
                  </a:lnTo>
                  <a:lnTo>
                    <a:pt x="8230977" y="913279"/>
                  </a:lnTo>
                  <a:lnTo>
                    <a:pt x="8232258" y="913279"/>
                  </a:lnTo>
                  <a:lnTo>
                    <a:pt x="8233540" y="913279"/>
                  </a:lnTo>
                  <a:lnTo>
                    <a:pt x="8234822" y="913279"/>
                  </a:lnTo>
                  <a:lnTo>
                    <a:pt x="8236104" y="913279"/>
                  </a:lnTo>
                  <a:lnTo>
                    <a:pt x="8237386" y="913279"/>
                  </a:lnTo>
                  <a:lnTo>
                    <a:pt x="8238668" y="913279"/>
                  </a:lnTo>
                  <a:lnTo>
                    <a:pt x="8239949" y="913279"/>
                  </a:lnTo>
                  <a:lnTo>
                    <a:pt x="8241231" y="904953"/>
                  </a:lnTo>
                  <a:lnTo>
                    <a:pt x="8242513" y="895778"/>
                  </a:lnTo>
                  <a:lnTo>
                    <a:pt x="8243795" y="889426"/>
                  </a:lnTo>
                  <a:lnTo>
                    <a:pt x="8245077" y="888073"/>
                  </a:lnTo>
                  <a:lnTo>
                    <a:pt x="8246359" y="889426"/>
                  </a:lnTo>
                  <a:lnTo>
                    <a:pt x="8247641" y="901625"/>
                  </a:lnTo>
                  <a:lnTo>
                    <a:pt x="8248922" y="897190"/>
                  </a:lnTo>
                  <a:lnTo>
                    <a:pt x="8250204" y="889426"/>
                  </a:lnTo>
                  <a:lnTo>
                    <a:pt x="8251486" y="889426"/>
                  </a:lnTo>
                  <a:lnTo>
                    <a:pt x="8252768" y="889426"/>
                  </a:lnTo>
                  <a:lnTo>
                    <a:pt x="8254050" y="901518"/>
                  </a:lnTo>
                  <a:lnTo>
                    <a:pt x="8255332" y="904232"/>
                  </a:lnTo>
                  <a:lnTo>
                    <a:pt x="8256613" y="913279"/>
                  </a:lnTo>
                  <a:lnTo>
                    <a:pt x="8257895" y="913279"/>
                  </a:lnTo>
                  <a:lnTo>
                    <a:pt x="8259177" y="913279"/>
                  </a:lnTo>
                  <a:lnTo>
                    <a:pt x="8260459" y="913279"/>
                  </a:lnTo>
                  <a:lnTo>
                    <a:pt x="8261741" y="913279"/>
                  </a:lnTo>
                  <a:lnTo>
                    <a:pt x="8263023" y="913279"/>
                  </a:lnTo>
                  <a:lnTo>
                    <a:pt x="8264305" y="913279"/>
                  </a:lnTo>
                  <a:lnTo>
                    <a:pt x="8265586" y="913279"/>
                  </a:lnTo>
                  <a:lnTo>
                    <a:pt x="8266868" y="913279"/>
                  </a:lnTo>
                  <a:lnTo>
                    <a:pt x="8268150" y="913279"/>
                  </a:lnTo>
                  <a:lnTo>
                    <a:pt x="8269432" y="913279"/>
                  </a:lnTo>
                  <a:lnTo>
                    <a:pt x="8270714" y="913279"/>
                  </a:lnTo>
                  <a:lnTo>
                    <a:pt x="8271996" y="913279"/>
                  </a:lnTo>
                  <a:lnTo>
                    <a:pt x="8273277" y="913279"/>
                  </a:lnTo>
                  <a:lnTo>
                    <a:pt x="8274559" y="913279"/>
                  </a:lnTo>
                  <a:lnTo>
                    <a:pt x="8275841" y="913279"/>
                  </a:lnTo>
                  <a:lnTo>
                    <a:pt x="8277123" y="913279"/>
                  </a:lnTo>
                  <a:lnTo>
                    <a:pt x="8278405" y="908830"/>
                  </a:lnTo>
                  <a:lnTo>
                    <a:pt x="8279687" y="897264"/>
                  </a:lnTo>
                  <a:lnTo>
                    <a:pt x="8280969" y="897264"/>
                  </a:lnTo>
                  <a:lnTo>
                    <a:pt x="8282250" y="897264"/>
                  </a:lnTo>
                  <a:lnTo>
                    <a:pt x="8283532" y="897264"/>
                  </a:lnTo>
                  <a:lnTo>
                    <a:pt x="8284814" y="896805"/>
                  </a:lnTo>
                  <a:lnTo>
                    <a:pt x="8286096" y="896805"/>
                  </a:lnTo>
                  <a:lnTo>
                    <a:pt x="8287378" y="902765"/>
                  </a:lnTo>
                  <a:lnTo>
                    <a:pt x="8288660" y="913279"/>
                  </a:lnTo>
                  <a:lnTo>
                    <a:pt x="8289941" y="913279"/>
                  </a:lnTo>
                  <a:lnTo>
                    <a:pt x="8291223" y="913279"/>
                  </a:lnTo>
                  <a:lnTo>
                    <a:pt x="8292505" y="913279"/>
                  </a:lnTo>
                  <a:lnTo>
                    <a:pt x="8293787" y="913279"/>
                  </a:lnTo>
                  <a:lnTo>
                    <a:pt x="8295069" y="913279"/>
                  </a:lnTo>
                  <a:lnTo>
                    <a:pt x="8296351" y="913279"/>
                  </a:lnTo>
                  <a:lnTo>
                    <a:pt x="8297632" y="913279"/>
                  </a:lnTo>
                  <a:lnTo>
                    <a:pt x="8298914" y="913279"/>
                  </a:lnTo>
                  <a:lnTo>
                    <a:pt x="8300196" y="913279"/>
                  </a:lnTo>
                  <a:lnTo>
                    <a:pt x="8301478" y="913279"/>
                  </a:lnTo>
                  <a:lnTo>
                    <a:pt x="8302760" y="913279"/>
                  </a:lnTo>
                  <a:lnTo>
                    <a:pt x="8304042" y="913279"/>
                  </a:lnTo>
                  <a:lnTo>
                    <a:pt x="8305324" y="913279"/>
                  </a:lnTo>
                  <a:lnTo>
                    <a:pt x="8306605" y="913279"/>
                  </a:lnTo>
                  <a:lnTo>
                    <a:pt x="8307887" y="913279"/>
                  </a:lnTo>
                  <a:lnTo>
                    <a:pt x="8309169" y="900014"/>
                  </a:lnTo>
                  <a:lnTo>
                    <a:pt x="8310451" y="889807"/>
                  </a:lnTo>
                  <a:lnTo>
                    <a:pt x="8311733" y="884668"/>
                  </a:lnTo>
                  <a:lnTo>
                    <a:pt x="8313015" y="892420"/>
                  </a:lnTo>
                  <a:lnTo>
                    <a:pt x="8314296" y="883776"/>
                  </a:lnTo>
                  <a:lnTo>
                    <a:pt x="8315578" y="879017"/>
                  </a:lnTo>
                  <a:lnTo>
                    <a:pt x="8316860" y="872367"/>
                  </a:lnTo>
                  <a:lnTo>
                    <a:pt x="8318142" y="872367"/>
                  </a:lnTo>
                  <a:lnTo>
                    <a:pt x="8319424" y="856647"/>
                  </a:lnTo>
                  <a:lnTo>
                    <a:pt x="8320706" y="856647"/>
                  </a:lnTo>
                  <a:lnTo>
                    <a:pt x="8321988" y="860950"/>
                  </a:lnTo>
                  <a:lnTo>
                    <a:pt x="8323269" y="868941"/>
                  </a:lnTo>
                  <a:lnTo>
                    <a:pt x="8324551" y="882463"/>
                  </a:lnTo>
                  <a:lnTo>
                    <a:pt x="8325833" y="904986"/>
                  </a:lnTo>
                  <a:lnTo>
                    <a:pt x="8327115" y="901424"/>
                  </a:lnTo>
                  <a:lnTo>
                    <a:pt x="8328397" y="913279"/>
                  </a:lnTo>
                  <a:lnTo>
                    <a:pt x="8329679" y="913279"/>
                  </a:lnTo>
                  <a:lnTo>
                    <a:pt x="8330960" y="913279"/>
                  </a:lnTo>
                  <a:lnTo>
                    <a:pt x="8332242" y="913279"/>
                  </a:lnTo>
                  <a:lnTo>
                    <a:pt x="8333524" y="913279"/>
                  </a:lnTo>
                  <a:lnTo>
                    <a:pt x="8334806" y="913279"/>
                  </a:lnTo>
                  <a:lnTo>
                    <a:pt x="8336088" y="913241"/>
                  </a:lnTo>
                  <a:lnTo>
                    <a:pt x="8337370" y="913241"/>
                  </a:lnTo>
                  <a:lnTo>
                    <a:pt x="8338651" y="913241"/>
                  </a:lnTo>
                  <a:lnTo>
                    <a:pt x="8339933" y="913241"/>
                  </a:lnTo>
                  <a:lnTo>
                    <a:pt x="8341215" y="913241"/>
                  </a:lnTo>
                  <a:lnTo>
                    <a:pt x="8342497" y="913241"/>
                  </a:lnTo>
                  <a:lnTo>
                    <a:pt x="8343779" y="913241"/>
                  </a:lnTo>
                  <a:lnTo>
                    <a:pt x="8345061" y="913241"/>
                  </a:lnTo>
                  <a:lnTo>
                    <a:pt x="8346343" y="913241"/>
                  </a:lnTo>
                  <a:lnTo>
                    <a:pt x="8347624" y="913241"/>
                  </a:lnTo>
                  <a:lnTo>
                    <a:pt x="8348906" y="913241"/>
                  </a:lnTo>
                  <a:lnTo>
                    <a:pt x="8350188" y="913241"/>
                  </a:lnTo>
                  <a:lnTo>
                    <a:pt x="8351470" y="913241"/>
                  </a:lnTo>
                  <a:lnTo>
                    <a:pt x="8352752" y="913241"/>
                  </a:lnTo>
                  <a:lnTo>
                    <a:pt x="8354034" y="913241"/>
                  </a:lnTo>
                  <a:lnTo>
                    <a:pt x="8355315" y="913279"/>
                  </a:lnTo>
                  <a:lnTo>
                    <a:pt x="8356597" y="913279"/>
                  </a:lnTo>
                  <a:lnTo>
                    <a:pt x="8357879" y="913279"/>
                  </a:lnTo>
                  <a:lnTo>
                    <a:pt x="8359161" y="913279"/>
                  </a:lnTo>
                  <a:lnTo>
                    <a:pt x="8360443" y="913279"/>
                  </a:lnTo>
                  <a:lnTo>
                    <a:pt x="8361725" y="913279"/>
                  </a:lnTo>
                  <a:lnTo>
                    <a:pt x="8363007" y="913279"/>
                  </a:lnTo>
                  <a:lnTo>
                    <a:pt x="8364288" y="913279"/>
                  </a:lnTo>
                  <a:lnTo>
                    <a:pt x="8365570" y="913279"/>
                  </a:lnTo>
                  <a:lnTo>
                    <a:pt x="8366852" y="913279"/>
                  </a:lnTo>
                  <a:lnTo>
                    <a:pt x="8368134" y="913279"/>
                  </a:lnTo>
                  <a:lnTo>
                    <a:pt x="8369416" y="913279"/>
                  </a:lnTo>
                  <a:lnTo>
                    <a:pt x="8370698" y="913279"/>
                  </a:lnTo>
                  <a:lnTo>
                    <a:pt x="8371979" y="913279"/>
                  </a:lnTo>
                  <a:lnTo>
                    <a:pt x="8373261" y="913279"/>
                  </a:lnTo>
                  <a:lnTo>
                    <a:pt x="8374543" y="913241"/>
                  </a:lnTo>
                  <a:lnTo>
                    <a:pt x="8375825" y="913279"/>
                  </a:lnTo>
                  <a:lnTo>
                    <a:pt x="8374543" y="913279"/>
                  </a:lnTo>
                  <a:lnTo>
                    <a:pt x="8373261" y="913279"/>
                  </a:lnTo>
                  <a:lnTo>
                    <a:pt x="8371979" y="913279"/>
                  </a:lnTo>
                  <a:lnTo>
                    <a:pt x="8370698" y="913279"/>
                  </a:lnTo>
                  <a:lnTo>
                    <a:pt x="8369416" y="913279"/>
                  </a:lnTo>
                  <a:lnTo>
                    <a:pt x="8368134" y="913279"/>
                  </a:lnTo>
                  <a:lnTo>
                    <a:pt x="8366852" y="913279"/>
                  </a:lnTo>
                  <a:lnTo>
                    <a:pt x="8365570" y="913279"/>
                  </a:lnTo>
                  <a:lnTo>
                    <a:pt x="8364288" y="913279"/>
                  </a:lnTo>
                  <a:lnTo>
                    <a:pt x="8363007" y="913279"/>
                  </a:lnTo>
                  <a:lnTo>
                    <a:pt x="8361725" y="913279"/>
                  </a:lnTo>
                  <a:lnTo>
                    <a:pt x="8360443" y="913279"/>
                  </a:lnTo>
                  <a:lnTo>
                    <a:pt x="8359161" y="913279"/>
                  </a:lnTo>
                  <a:lnTo>
                    <a:pt x="8357879" y="913279"/>
                  </a:lnTo>
                  <a:lnTo>
                    <a:pt x="8356597" y="913279"/>
                  </a:lnTo>
                  <a:lnTo>
                    <a:pt x="8355315" y="913279"/>
                  </a:lnTo>
                  <a:lnTo>
                    <a:pt x="8354034" y="913279"/>
                  </a:lnTo>
                  <a:lnTo>
                    <a:pt x="8352752" y="913279"/>
                  </a:lnTo>
                  <a:lnTo>
                    <a:pt x="8351470" y="913279"/>
                  </a:lnTo>
                  <a:lnTo>
                    <a:pt x="8350188" y="913279"/>
                  </a:lnTo>
                  <a:lnTo>
                    <a:pt x="8348906" y="913279"/>
                  </a:lnTo>
                  <a:lnTo>
                    <a:pt x="8347624" y="913279"/>
                  </a:lnTo>
                  <a:lnTo>
                    <a:pt x="8346343" y="913279"/>
                  </a:lnTo>
                  <a:lnTo>
                    <a:pt x="8345061" y="913279"/>
                  </a:lnTo>
                  <a:lnTo>
                    <a:pt x="8343779" y="913279"/>
                  </a:lnTo>
                  <a:lnTo>
                    <a:pt x="8342497" y="913279"/>
                  </a:lnTo>
                  <a:lnTo>
                    <a:pt x="8341215" y="913279"/>
                  </a:lnTo>
                  <a:lnTo>
                    <a:pt x="8339933" y="913279"/>
                  </a:lnTo>
                  <a:lnTo>
                    <a:pt x="8338651" y="913279"/>
                  </a:lnTo>
                  <a:lnTo>
                    <a:pt x="8337370" y="913279"/>
                  </a:lnTo>
                  <a:lnTo>
                    <a:pt x="8336088" y="913279"/>
                  </a:lnTo>
                  <a:lnTo>
                    <a:pt x="8334806" y="913279"/>
                  </a:lnTo>
                  <a:lnTo>
                    <a:pt x="8333524" y="913279"/>
                  </a:lnTo>
                  <a:lnTo>
                    <a:pt x="8332242" y="913279"/>
                  </a:lnTo>
                  <a:lnTo>
                    <a:pt x="8330960" y="913279"/>
                  </a:lnTo>
                  <a:lnTo>
                    <a:pt x="8329679" y="913279"/>
                  </a:lnTo>
                  <a:lnTo>
                    <a:pt x="8328397" y="913279"/>
                  </a:lnTo>
                  <a:lnTo>
                    <a:pt x="8327115" y="913279"/>
                  </a:lnTo>
                  <a:lnTo>
                    <a:pt x="8325833" y="913279"/>
                  </a:lnTo>
                  <a:lnTo>
                    <a:pt x="8324551" y="913279"/>
                  </a:lnTo>
                  <a:lnTo>
                    <a:pt x="8323269" y="913279"/>
                  </a:lnTo>
                  <a:lnTo>
                    <a:pt x="8321988" y="913279"/>
                  </a:lnTo>
                  <a:lnTo>
                    <a:pt x="8320706" y="913279"/>
                  </a:lnTo>
                  <a:lnTo>
                    <a:pt x="8319424" y="913279"/>
                  </a:lnTo>
                  <a:lnTo>
                    <a:pt x="8318142" y="913279"/>
                  </a:lnTo>
                  <a:lnTo>
                    <a:pt x="8316860" y="913279"/>
                  </a:lnTo>
                  <a:lnTo>
                    <a:pt x="8315578" y="913279"/>
                  </a:lnTo>
                  <a:lnTo>
                    <a:pt x="8314296" y="913279"/>
                  </a:lnTo>
                  <a:lnTo>
                    <a:pt x="8313015" y="913279"/>
                  </a:lnTo>
                  <a:lnTo>
                    <a:pt x="8311733" y="913279"/>
                  </a:lnTo>
                  <a:lnTo>
                    <a:pt x="8310451" y="913279"/>
                  </a:lnTo>
                  <a:lnTo>
                    <a:pt x="8309169" y="913279"/>
                  </a:lnTo>
                  <a:lnTo>
                    <a:pt x="8307887" y="913279"/>
                  </a:lnTo>
                  <a:lnTo>
                    <a:pt x="8306605" y="913279"/>
                  </a:lnTo>
                  <a:lnTo>
                    <a:pt x="8305324" y="913279"/>
                  </a:lnTo>
                  <a:lnTo>
                    <a:pt x="8304042" y="913279"/>
                  </a:lnTo>
                  <a:lnTo>
                    <a:pt x="8302760" y="913279"/>
                  </a:lnTo>
                  <a:lnTo>
                    <a:pt x="8301478" y="913279"/>
                  </a:lnTo>
                  <a:lnTo>
                    <a:pt x="8300196" y="913279"/>
                  </a:lnTo>
                  <a:lnTo>
                    <a:pt x="8298914" y="913279"/>
                  </a:lnTo>
                  <a:lnTo>
                    <a:pt x="8297632" y="913279"/>
                  </a:lnTo>
                  <a:lnTo>
                    <a:pt x="8296351" y="913279"/>
                  </a:lnTo>
                  <a:lnTo>
                    <a:pt x="8295069" y="913279"/>
                  </a:lnTo>
                  <a:lnTo>
                    <a:pt x="8293787" y="913279"/>
                  </a:lnTo>
                  <a:lnTo>
                    <a:pt x="8292505" y="913279"/>
                  </a:lnTo>
                  <a:lnTo>
                    <a:pt x="8291223" y="913279"/>
                  </a:lnTo>
                  <a:lnTo>
                    <a:pt x="8289941" y="913279"/>
                  </a:lnTo>
                  <a:lnTo>
                    <a:pt x="8288660" y="913279"/>
                  </a:lnTo>
                  <a:lnTo>
                    <a:pt x="8287378" y="913279"/>
                  </a:lnTo>
                  <a:lnTo>
                    <a:pt x="8286096" y="913279"/>
                  </a:lnTo>
                  <a:lnTo>
                    <a:pt x="8284814" y="913279"/>
                  </a:lnTo>
                  <a:lnTo>
                    <a:pt x="8283532" y="913279"/>
                  </a:lnTo>
                  <a:lnTo>
                    <a:pt x="8282250" y="913279"/>
                  </a:lnTo>
                  <a:lnTo>
                    <a:pt x="8280969" y="913279"/>
                  </a:lnTo>
                  <a:lnTo>
                    <a:pt x="8279687" y="913279"/>
                  </a:lnTo>
                  <a:lnTo>
                    <a:pt x="8278405" y="913279"/>
                  </a:lnTo>
                  <a:lnTo>
                    <a:pt x="8277123" y="913279"/>
                  </a:lnTo>
                  <a:lnTo>
                    <a:pt x="8275841" y="913279"/>
                  </a:lnTo>
                  <a:lnTo>
                    <a:pt x="8274559" y="913279"/>
                  </a:lnTo>
                  <a:lnTo>
                    <a:pt x="8273277" y="913279"/>
                  </a:lnTo>
                  <a:lnTo>
                    <a:pt x="8271996" y="913279"/>
                  </a:lnTo>
                  <a:lnTo>
                    <a:pt x="8270714" y="913279"/>
                  </a:lnTo>
                  <a:lnTo>
                    <a:pt x="8269432" y="913279"/>
                  </a:lnTo>
                  <a:lnTo>
                    <a:pt x="8268150" y="913279"/>
                  </a:lnTo>
                  <a:lnTo>
                    <a:pt x="8266868" y="913279"/>
                  </a:lnTo>
                  <a:lnTo>
                    <a:pt x="8265586" y="913279"/>
                  </a:lnTo>
                  <a:lnTo>
                    <a:pt x="8264305" y="913279"/>
                  </a:lnTo>
                  <a:lnTo>
                    <a:pt x="8263023" y="913279"/>
                  </a:lnTo>
                  <a:lnTo>
                    <a:pt x="8261741" y="913279"/>
                  </a:lnTo>
                  <a:lnTo>
                    <a:pt x="8260459" y="913279"/>
                  </a:lnTo>
                  <a:lnTo>
                    <a:pt x="8259177" y="913279"/>
                  </a:lnTo>
                  <a:lnTo>
                    <a:pt x="8257895" y="913279"/>
                  </a:lnTo>
                  <a:lnTo>
                    <a:pt x="8256613" y="913279"/>
                  </a:lnTo>
                  <a:lnTo>
                    <a:pt x="8255332" y="913279"/>
                  </a:lnTo>
                  <a:lnTo>
                    <a:pt x="8254050" y="913279"/>
                  </a:lnTo>
                  <a:lnTo>
                    <a:pt x="8252768" y="913279"/>
                  </a:lnTo>
                  <a:lnTo>
                    <a:pt x="8251486" y="913279"/>
                  </a:lnTo>
                  <a:lnTo>
                    <a:pt x="8250204" y="913279"/>
                  </a:lnTo>
                  <a:lnTo>
                    <a:pt x="8248922" y="913279"/>
                  </a:lnTo>
                  <a:lnTo>
                    <a:pt x="8247641" y="913279"/>
                  </a:lnTo>
                  <a:lnTo>
                    <a:pt x="8246359" y="913279"/>
                  </a:lnTo>
                  <a:lnTo>
                    <a:pt x="8245077" y="913279"/>
                  </a:lnTo>
                  <a:lnTo>
                    <a:pt x="8243795" y="913279"/>
                  </a:lnTo>
                  <a:lnTo>
                    <a:pt x="8242513" y="913279"/>
                  </a:lnTo>
                  <a:lnTo>
                    <a:pt x="8241231" y="913279"/>
                  </a:lnTo>
                  <a:lnTo>
                    <a:pt x="8239949" y="913279"/>
                  </a:lnTo>
                  <a:lnTo>
                    <a:pt x="8238668" y="913279"/>
                  </a:lnTo>
                  <a:lnTo>
                    <a:pt x="8237386" y="913279"/>
                  </a:lnTo>
                  <a:lnTo>
                    <a:pt x="8236104" y="913279"/>
                  </a:lnTo>
                  <a:lnTo>
                    <a:pt x="8234822" y="913279"/>
                  </a:lnTo>
                  <a:lnTo>
                    <a:pt x="8233540" y="913279"/>
                  </a:lnTo>
                  <a:lnTo>
                    <a:pt x="8232258" y="913279"/>
                  </a:lnTo>
                  <a:lnTo>
                    <a:pt x="8230977" y="913279"/>
                  </a:lnTo>
                  <a:lnTo>
                    <a:pt x="8229695" y="913279"/>
                  </a:lnTo>
                  <a:lnTo>
                    <a:pt x="8228413" y="913279"/>
                  </a:lnTo>
                  <a:lnTo>
                    <a:pt x="8227131" y="913279"/>
                  </a:lnTo>
                  <a:lnTo>
                    <a:pt x="8225849" y="913279"/>
                  </a:lnTo>
                  <a:lnTo>
                    <a:pt x="8224567" y="913279"/>
                  </a:lnTo>
                  <a:lnTo>
                    <a:pt x="8223286" y="913279"/>
                  </a:lnTo>
                  <a:lnTo>
                    <a:pt x="8222004" y="913279"/>
                  </a:lnTo>
                  <a:lnTo>
                    <a:pt x="8220722" y="913279"/>
                  </a:lnTo>
                  <a:lnTo>
                    <a:pt x="8219440" y="913279"/>
                  </a:lnTo>
                  <a:lnTo>
                    <a:pt x="8218158" y="913279"/>
                  </a:lnTo>
                  <a:lnTo>
                    <a:pt x="8216876" y="913279"/>
                  </a:lnTo>
                  <a:lnTo>
                    <a:pt x="8215594" y="913279"/>
                  </a:lnTo>
                  <a:lnTo>
                    <a:pt x="8214313" y="913279"/>
                  </a:lnTo>
                  <a:lnTo>
                    <a:pt x="8213031" y="913279"/>
                  </a:lnTo>
                  <a:lnTo>
                    <a:pt x="8211749" y="913279"/>
                  </a:lnTo>
                  <a:lnTo>
                    <a:pt x="8210467" y="913279"/>
                  </a:lnTo>
                  <a:lnTo>
                    <a:pt x="8209185" y="913279"/>
                  </a:lnTo>
                  <a:lnTo>
                    <a:pt x="8207903" y="913279"/>
                  </a:lnTo>
                  <a:lnTo>
                    <a:pt x="8206622" y="913279"/>
                  </a:lnTo>
                  <a:lnTo>
                    <a:pt x="8205340" y="913279"/>
                  </a:lnTo>
                  <a:lnTo>
                    <a:pt x="8204058" y="913279"/>
                  </a:lnTo>
                  <a:lnTo>
                    <a:pt x="8202776" y="913279"/>
                  </a:lnTo>
                  <a:lnTo>
                    <a:pt x="8201494" y="913279"/>
                  </a:lnTo>
                  <a:lnTo>
                    <a:pt x="8200212" y="913279"/>
                  </a:lnTo>
                  <a:lnTo>
                    <a:pt x="8198930" y="913279"/>
                  </a:lnTo>
                  <a:lnTo>
                    <a:pt x="8197649" y="913279"/>
                  </a:lnTo>
                  <a:lnTo>
                    <a:pt x="8196367" y="913279"/>
                  </a:lnTo>
                  <a:lnTo>
                    <a:pt x="8195085" y="913279"/>
                  </a:lnTo>
                  <a:lnTo>
                    <a:pt x="8193803" y="913279"/>
                  </a:lnTo>
                  <a:lnTo>
                    <a:pt x="8192521" y="913279"/>
                  </a:lnTo>
                  <a:lnTo>
                    <a:pt x="8191239" y="913279"/>
                  </a:lnTo>
                  <a:lnTo>
                    <a:pt x="8189958" y="913279"/>
                  </a:lnTo>
                  <a:lnTo>
                    <a:pt x="8188676" y="913279"/>
                  </a:lnTo>
                  <a:lnTo>
                    <a:pt x="8187394" y="913279"/>
                  </a:lnTo>
                  <a:lnTo>
                    <a:pt x="8186112" y="913279"/>
                  </a:lnTo>
                  <a:lnTo>
                    <a:pt x="8184830" y="913279"/>
                  </a:lnTo>
                  <a:lnTo>
                    <a:pt x="8183548" y="913279"/>
                  </a:lnTo>
                  <a:lnTo>
                    <a:pt x="8182267" y="913279"/>
                  </a:lnTo>
                  <a:lnTo>
                    <a:pt x="8180985" y="913279"/>
                  </a:lnTo>
                  <a:lnTo>
                    <a:pt x="8179703" y="913279"/>
                  </a:lnTo>
                  <a:lnTo>
                    <a:pt x="8178421" y="913279"/>
                  </a:lnTo>
                  <a:lnTo>
                    <a:pt x="8177139" y="913279"/>
                  </a:lnTo>
                  <a:lnTo>
                    <a:pt x="8175857" y="913279"/>
                  </a:lnTo>
                  <a:lnTo>
                    <a:pt x="8174575" y="913279"/>
                  </a:lnTo>
                  <a:lnTo>
                    <a:pt x="8173294" y="913279"/>
                  </a:lnTo>
                  <a:lnTo>
                    <a:pt x="8172012" y="913279"/>
                  </a:lnTo>
                  <a:lnTo>
                    <a:pt x="8170730" y="913279"/>
                  </a:lnTo>
                  <a:lnTo>
                    <a:pt x="8169448" y="913279"/>
                  </a:lnTo>
                  <a:lnTo>
                    <a:pt x="8168166" y="913279"/>
                  </a:lnTo>
                  <a:lnTo>
                    <a:pt x="8166884" y="913279"/>
                  </a:lnTo>
                  <a:lnTo>
                    <a:pt x="8165603" y="913279"/>
                  </a:lnTo>
                  <a:lnTo>
                    <a:pt x="8164321" y="913279"/>
                  </a:lnTo>
                  <a:lnTo>
                    <a:pt x="8163039" y="913279"/>
                  </a:lnTo>
                  <a:lnTo>
                    <a:pt x="8161757" y="913279"/>
                  </a:lnTo>
                  <a:lnTo>
                    <a:pt x="8160475" y="913279"/>
                  </a:lnTo>
                  <a:lnTo>
                    <a:pt x="8159193" y="913279"/>
                  </a:lnTo>
                  <a:lnTo>
                    <a:pt x="8157911" y="913279"/>
                  </a:lnTo>
                  <a:lnTo>
                    <a:pt x="8156630" y="913279"/>
                  </a:lnTo>
                  <a:lnTo>
                    <a:pt x="8155348" y="913279"/>
                  </a:lnTo>
                  <a:lnTo>
                    <a:pt x="8154066" y="913279"/>
                  </a:lnTo>
                  <a:lnTo>
                    <a:pt x="8152784" y="913279"/>
                  </a:lnTo>
                  <a:lnTo>
                    <a:pt x="8151502" y="913279"/>
                  </a:lnTo>
                  <a:lnTo>
                    <a:pt x="8150220" y="913279"/>
                  </a:lnTo>
                  <a:lnTo>
                    <a:pt x="8148939" y="913279"/>
                  </a:lnTo>
                  <a:lnTo>
                    <a:pt x="8147657" y="913279"/>
                  </a:lnTo>
                  <a:lnTo>
                    <a:pt x="8146375" y="913279"/>
                  </a:lnTo>
                  <a:lnTo>
                    <a:pt x="8145093" y="913279"/>
                  </a:lnTo>
                  <a:lnTo>
                    <a:pt x="8143811" y="913279"/>
                  </a:lnTo>
                  <a:lnTo>
                    <a:pt x="8142529" y="913279"/>
                  </a:lnTo>
                  <a:lnTo>
                    <a:pt x="8141247" y="913279"/>
                  </a:lnTo>
                  <a:lnTo>
                    <a:pt x="8139966" y="913279"/>
                  </a:lnTo>
                  <a:lnTo>
                    <a:pt x="8138684" y="913279"/>
                  </a:lnTo>
                  <a:lnTo>
                    <a:pt x="8137402" y="913279"/>
                  </a:lnTo>
                  <a:lnTo>
                    <a:pt x="8136120" y="913279"/>
                  </a:lnTo>
                  <a:lnTo>
                    <a:pt x="8134838" y="913279"/>
                  </a:lnTo>
                  <a:lnTo>
                    <a:pt x="8133556" y="913279"/>
                  </a:lnTo>
                  <a:lnTo>
                    <a:pt x="8132275" y="913279"/>
                  </a:lnTo>
                  <a:lnTo>
                    <a:pt x="8130993" y="913279"/>
                  </a:lnTo>
                  <a:lnTo>
                    <a:pt x="8129711" y="913279"/>
                  </a:lnTo>
                  <a:lnTo>
                    <a:pt x="8128429" y="913279"/>
                  </a:lnTo>
                  <a:lnTo>
                    <a:pt x="8127147" y="913279"/>
                  </a:lnTo>
                  <a:lnTo>
                    <a:pt x="8125865" y="913279"/>
                  </a:lnTo>
                  <a:lnTo>
                    <a:pt x="8124584" y="913279"/>
                  </a:lnTo>
                  <a:lnTo>
                    <a:pt x="8123302" y="913279"/>
                  </a:lnTo>
                  <a:lnTo>
                    <a:pt x="8122020" y="913279"/>
                  </a:lnTo>
                  <a:lnTo>
                    <a:pt x="8120738" y="913279"/>
                  </a:lnTo>
                  <a:lnTo>
                    <a:pt x="8119456" y="913279"/>
                  </a:lnTo>
                  <a:lnTo>
                    <a:pt x="8118174" y="913279"/>
                  </a:lnTo>
                  <a:lnTo>
                    <a:pt x="8116892" y="913279"/>
                  </a:lnTo>
                  <a:lnTo>
                    <a:pt x="8115611" y="913279"/>
                  </a:lnTo>
                  <a:lnTo>
                    <a:pt x="8114329" y="913279"/>
                  </a:lnTo>
                  <a:lnTo>
                    <a:pt x="8113047" y="913279"/>
                  </a:lnTo>
                  <a:lnTo>
                    <a:pt x="8111765" y="913279"/>
                  </a:lnTo>
                  <a:lnTo>
                    <a:pt x="8110483" y="913279"/>
                  </a:lnTo>
                  <a:lnTo>
                    <a:pt x="8109201" y="913279"/>
                  </a:lnTo>
                  <a:lnTo>
                    <a:pt x="8107920" y="913279"/>
                  </a:lnTo>
                  <a:lnTo>
                    <a:pt x="8106638" y="913279"/>
                  </a:lnTo>
                  <a:lnTo>
                    <a:pt x="8105356" y="913279"/>
                  </a:lnTo>
                  <a:lnTo>
                    <a:pt x="8104074" y="913279"/>
                  </a:lnTo>
                  <a:lnTo>
                    <a:pt x="8102792" y="913279"/>
                  </a:lnTo>
                  <a:lnTo>
                    <a:pt x="8101510" y="913279"/>
                  </a:lnTo>
                  <a:lnTo>
                    <a:pt x="8100228" y="913279"/>
                  </a:lnTo>
                  <a:lnTo>
                    <a:pt x="8098947" y="913279"/>
                  </a:lnTo>
                  <a:lnTo>
                    <a:pt x="8097665" y="913279"/>
                  </a:lnTo>
                  <a:lnTo>
                    <a:pt x="8096383" y="913279"/>
                  </a:lnTo>
                  <a:lnTo>
                    <a:pt x="8095101" y="913279"/>
                  </a:lnTo>
                  <a:lnTo>
                    <a:pt x="8093819" y="913279"/>
                  </a:lnTo>
                  <a:lnTo>
                    <a:pt x="8092537" y="913279"/>
                  </a:lnTo>
                  <a:lnTo>
                    <a:pt x="8091256" y="913279"/>
                  </a:lnTo>
                  <a:lnTo>
                    <a:pt x="8089974" y="913279"/>
                  </a:lnTo>
                  <a:lnTo>
                    <a:pt x="8088692" y="913279"/>
                  </a:lnTo>
                  <a:lnTo>
                    <a:pt x="8087410" y="913279"/>
                  </a:lnTo>
                  <a:lnTo>
                    <a:pt x="8086128" y="913279"/>
                  </a:lnTo>
                  <a:lnTo>
                    <a:pt x="8084846" y="913279"/>
                  </a:lnTo>
                  <a:lnTo>
                    <a:pt x="8083565" y="913279"/>
                  </a:lnTo>
                  <a:lnTo>
                    <a:pt x="8082283" y="913279"/>
                  </a:lnTo>
                  <a:lnTo>
                    <a:pt x="8081001" y="913279"/>
                  </a:lnTo>
                  <a:lnTo>
                    <a:pt x="8079719" y="913279"/>
                  </a:lnTo>
                  <a:lnTo>
                    <a:pt x="8078437" y="913279"/>
                  </a:lnTo>
                  <a:lnTo>
                    <a:pt x="8077155" y="913279"/>
                  </a:lnTo>
                  <a:lnTo>
                    <a:pt x="8075873" y="913279"/>
                  </a:lnTo>
                  <a:lnTo>
                    <a:pt x="8074592" y="913279"/>
                  </a:lnTo>
                  <a:lnTo>
                    <a:pt x="8073310" y="913279"/>
                  </a:lnTo>
                  <a:lnTo>
                    <a:pt x="8072028" y="913279"/>
                  </a:lnTo>
                  <a:lnTo>
                    <a:pt x="8070746" y="913279"/>
                  </a:lnTo>
                  <a:lnTo>
                    <a:pt x="8069464" y="913279"/>
                  </a:lnTo>
                  <a:lnTo>
                    <a:pt x="8068182" y="913279"/>
                  </a:lnTo>
                  <a:lnTo>
                    <a:pt x="8066901" y="913279"/>
                  </a:lnTo>
                  <a:lnTo>
                    <a:pt x="8065619" y="913279"/>
                  </a:lnTo>
                  <a:lnTo>
                    <a:pt x="8064337" y="913279"/>
                  </a:lnTo>
                  <a:lnTo>
                    <a:pt x="8063055" y="913279"/>
                  </a:lnTo>
                  <a:lnTo>
                    <a:pt x="8061773" y="913279"/>
                  </a:lnTo>
                  <a:lnTo>
                    <a:pt x="8060491" y="913279"/>
                  </a:lnTo>
                  <a:lnTo>
                    <a:pt x="8059209" y="913279"/>
                  </a:lnTo>
                  <a:lnTo>
                    <a:pt x="8057928" y="913279"/>
                  </a:lnTo>
                  <a:lnTo>
                    <a:pt x="8056646" y="913279"/>
                  </a:lnTo>
                  <a:lnTo>
                    <a:pt x="8055364" y="913279"/>
                  </a:lnTo>
                  <a:lnTo>
                    <a:pt x="8054082" y="913279"/>
                  </a:lnTo>
                  <a:lnTo>
                    <a:pt x="8052800" y="913279"/>
                  </a:lnTo>
                  <a:lnTo>
                    <a:pt x="8051518" y="913279"/>
                  </a:lnTo>
                  <a:lnTo>
                    <a:pt x="8050237" y="913279"/>
                  </a:lnTo>
                  <a:lnTo>
                    <a:pt x="8048955" y="913279"/>
                  </a:lnTo>
                  <a:lnTo>
                    <a:pt x="8047673" y="913279"/>
                  </a:lnTo>
                  <a:lnTo>
                    <a:pt x="8046391" y="913279"/>
                  </a:lnTo>
                  <a:lnTo>
                    <a:pt x="8045109" y="913279"/>
                  </a:lnTo>
                  <a:lnTo>
                    <a:pt x="8043827" y="913279"/>
                  </a:lnTo>
                  <a:lnTo>
                    <a:pt x="8042546" y="913279"/>
                  </a:lnTo>
                  <a:lnTo>
                    <a:pt x="8041264" y="913279"/>
                  </a:lnTo>
                  <a:lnTo>
                    <a:pt x="8039982" y="913279"/>
                  </a:lnTo>
                  <a:lnTo>
                    <a:pt x="8038700" y="913279"/>
                  </a:lnTo>
                  <a:lnTo>
                    <a:pt x="8037418" y="913279"/>
                  </a:lnTo>
                  <a:lnTo>
                    <a:pt x="8036136" y="913279"/>
                  </a:lnTo>
                  <a:lnTo>
                    <a:pt x="8034854" y="913279"/>
                  </a:lnTo>
                  <a:lnTo>
                    <a:pt x="8033573" y="913279"/>
                  </a:lnTo>
                  <a:lnTo>
                    <a:pt x="8032291" y="913279"/>
                  </a:lnTo>
                  <a:lnTo>
                    <a:pt x="8031009" y="913279"/>
                  </a:lnTo>
                  <a:lnTo>
                    <a:pt x="8029727" y="913279"/>
                  </a:lnTo>
                  <a:lnTo>
                    <a:pt x="8028445" y="913279"/>
                  </a:lnTo>
                  <a:lnTo>
                    <a:pt x="8027163" y="913279"/>
                  </a:lnTo>
                  <a:lnTo>
                    <a:pt x="8025882" y="913279"/>
                  </a:lnTo>
                  <a:lnTo>
                    <a:pt x="8024600" y="913279"/>
                  </a:lnTo>
                  <a:lnTo>
                    <a:pt x="8023318" y="913279"/>
                  </a:lnTo>
                  <a:lnTo>
                    <a:pt x="8022036" y="913279"/>
                  </a:lnTo>
                  <a:lnTo>
                    <a:pt x="8020754" y="913279"/>
                  </a:lnTo>
                  <a:lnTo>
                    <a:pt x="8019472" y="913279"/>
                  </a:lnTo>
                  <a:lnTo>
                    <a:pt x="8018190" y="913279"/>
                  </a:lnTo>
                  <a:lnTo>
                    <a:pt x="8016909" y="913279"/>
                  </a:lnTo>
                  <a:lnTo>
                    <a:pt x="8015627" y="913279"/>
                  </a:lnTo>
                  <a:lnTo>
                    <a:pt x="8014345" y="913279"/>
                  </a:lnTo>
                  <a:lnTo>
                    <a:pt x="8013063" y="913279"/>
                  </a:lnTo>
                  <a:lnTo>
                    <a:pt x="8011781" y="913279"/>
                  </a:lnTo>
                  <a:lnTo>
                    <a:pt x="8010499" y="913279"/>
                  </a:lnTo>
                  <a:lnTo>
                    <a:pt x="8009218" y="913279"/>
                  </a:lnTo>
                  <a:lnTo>
                    <a:pt x="8007936" y="913279"/>
                  </a:lnTo>
                  <a:lnTo>
                    <a:pt x="8006654" y="913279"/>
                  </a:lnTo>
                  <a:lnTo>
                    <a:pt x="8005372" y="913279"/>
                  </a:lnTo>
                  <a:lnTo>
                    <a:pt x="8004090" y="913279"/>
                  </a:lnTo>
                  <a:lnTo>
                    <a:pt x="8002808" y="913279"/>
                  </a:lnTo>
                  <a:lnTo>
                    <a:pt x="8001526" y="913279"/>
                  </a:lnTo>
                  <a:lnTo>
                    <a:pt x="8000245" y="913279"/>
                  </a:lnTo>
                  <a:lnTo>
                    <a:pt x="7998963" y="913279"/>
                  </a:lnTo>
                  <a:lnTo>
                    <a:pt x="7997681" y="913279"/>
                  </a:lnTo>
                  <a:lnTo>
                    <a:pt x="7996399" y="913279"/>
                  </a:lnTo>
                  <a:lnTo>
                    <a:pt x="7995117" y="913279"/>
                  </a:lnTo>
                  <a:lnTo>
                    <a:pt x="7993835" y="913279"/>
                  </a:lnTo>
                  <a:lnTo>
                    <a:pt x="7992554" y="913279"/>
                  </a:lnTo>
                  <a:lnTo>
                    <a:pt x="7991272" y="913279"/>
                  </a:lnTo>
                  <a:lnTo>
                    <a:pt x="7989990" y="913279"/>
                  </a:lnTo>
                  <a:lnTo>
                    <a:pt x="7988708" y="913279"/>
                  </a:lnTo>
                  <a:lnTo>
                    <a:pt x="7987426" y="913279"/>
                  </a:lnTo>
                  <a:lnTo>
                    <a:pt x="7986144" y="913279"/>
                  </a:lnTo>
                  <a:lnTo>
                    <a:pt x="7984863" y="913279"/>
                  </a:lnTo>
                  <a:lnTo>
                    <a:pt x="7983581" y="913279"/>
                  </a:lnTo>
                  <a:lnTo>
                    <a:pt x="7982299" y="913279"/>
                  </a:lnTo>
                  <a:lnTo>
                    <a:pt x="7981017" y="913279"/>
                  </a:lnTo>
                  <a:lnTo>
                    <a:pt x="7979735" y="913279"/>
                  </a:lnTo>
                  <a:lnTo>
                    <a:pt x="7978453" y="913279"/>
                  </a:lnTo>
                  <a:lnTo>
                    <a:pt x="7977171" y="913279"/>
                  </a:lnTo>
                  <a:lnTo>
                    <a:pt x="7975890" y="913279"/>
                  </a:lnTo>
                  <a:lnTo>
                    <a:pt x="7974608" y="913279"/>
                  </a:lnTo>
                  <a:lnTo>
                    <a:pt x="7973326" y="913279"/>
                  </a:lnTo>
                  <a:lnTo>
                    <a:pt x="7972044" y="913279"/>
                  </a:lnTo>
                  <a:lnTo>
                    <a:pt x="7970762" y="913279"/>
                  </a:lnTo>
                  <a:lnTo>
                    <a:pt x="7969480" y="913279"/>
                  </a:lnTo>
                  <a:lnTo>
                    <a:pt x="7968199" y="913279"/>
                  </a:lnTo>
                  <a:lnTo>
                    <a:pt x="7966917" y="913279"/>
                  </a:lnTo>
                  <a:lnTo>
                    <a:pt x="7965635" y="913279"/>
                  </a:lnTo>
                  <a:lnTo>
                    <a:pt x="7964353" y="913279"/>
                  </a:lnTo>
                  <a:lnTo>
                    <a:pt x="7963071" y="913279"/>
                  </a:lnTo>
                  <a:lnTo>
                    <a:pt x="7961789" y="913279"/>
                  </a:lnTo>
                  <a:lnTo>
                    <a:pt x="7960507" y="913279"/>
                  </a:lnTo>
                  <a:lnTo>
                    <a:pt x="7959226" y="913279"/>
                  </a:lnTo>
                  <a:lnTo>
                    <a:pt x="7957944" y="913279"/>
                  </a:lnTo>
                  <a:lnTo>
                    <a:pt x="7956662" y="913279"/>
                  </a:lnTo>
                  <a:lnTo>
                    <a:pt x="7955380" y="913279"/>
                  </a:lnTo>
                  <a:lnTo>
                    <a:pt x="7954098" y="913279"/>
                  </a:lnTo>
                  <a:lnTo>
                    <a:pt x="7952816" y="913279"/>
                  </a:lnTo>
                  <a:lnTo>
                    <a:pt x="7951535" y="913279"/>
                  </a:lnTo>
                  <a:lnTo>
                    <a:pt x="7950253" y="913279"/>
                  </a:lnTo>
                  <a:lnTo>
                    <a:pt x="7948971" y="913279"/>
                  </a:lnTo>
                  <a:lnTo>
                    <a:pt x="7947689" y="913279"/>
                  </a:lnTo>
                  <a:lnTo>
                    <a:pt x="7946407" y="913279"/>
                  </a:lnTo>
                  <a:lnTo>
                    <a:pt x="7945125" y="913279"/>
                  </a:lnTo>
                  <a:lnTo>
                    <a:pt x="7943844" y="913279"/>
                  </a:lnTo>
                  <a:lnTo>
                    <a:pt x="7942562" y="913279"/>
                  </a:lnTo>
                  <a:lnTo>
                    <a:pt x="7941280" y="913279"/>
                  </a:lnTo>
                  <a:lnTo>
                    <a:pt x="7939998" y="913279"/>
                  </a:lnTo>
                  <a:lnTo>
                    <a:pt x="7938716" y="913279"/>
                  </a:lnTo>
                  <a:lnTo>
                    <a:pt x="7937434" y="913279"/>
                  </a:lnTo>
                  <a:lnTo>
                    <a:pt x="7936152" y="913279"/>
                  </a:lnTo>
                  <a:lnTo>
                    <a:pt x="7934871" y="913279"/>
                  </a:lnTo>
                  <a:lnTo>
                    <a:pt x="7933589" y="913279"/>
                  </a:lnTo>
                  <a:lnTo>
                    <a:pt x="7932307" y="913279"/>
                  </a:lnTo>
                  <a:lnTo>
                    <a:pt x="7931025" y="913279"/>
                  </a:lnTo>
                  <a:lnTo>
                    <a:pt x="7929743" y="913279"/>
                  </a:lnTo>
                  <a:lnTo>
                    <a:pt x="7928461" y="913279"/>
                  </a:lnTo>
                  <a:lnTo>
                    <a:pt x="7927180" y="913279"/>
                  </a:lnTo>
                  <a:lnTo>
                    <a:pt x="7925898" y="913279"/>
                  </a:lnTo>
                  <a:lnTo>
                    <a:pt x="7924616" y="913279"/>
                  </a:lnTo>
                  <a:lnTo>
                    <a:pt x="7923334" y="913279"/>
                  </a:lnTo>
                  <a:lnTo>
                    <a:pt x="7922052" y="913279"/>
                  </a:lnTo>
                  <a:lnTo>
                    <a:pt x="7920770" y="913279"/>
                  </a:lnTo>
                  <a:lnTo>
                    <a:pt x="7919488" y="913279"/>
                  </a:lnTo>
                  <a:lnTo>
                    <a:pt x="7918207" y="913279"/>
                  </a:lnTo>
                  <a:lnTo>
                    <a:pt x="7916925" y="913279"/>
                  </a:lnTo>
                  <a:lnTo>
                    <a:pt x="7915643" y="913279"/>
                  </a:lnTo>
                  <a:lnTo>
                    <a:pt x="7914361" y="913279"/>
                  </a:lnTo>
                  <a:lnTo>
                    <a:pt x="7913079" y="913279"/>
                  </a:lnTo>
                  <a:lnTo>
                    <a:pt x="7911797" y="913279"/>
                  </a:lnTo>
                  <a:lnTo>
                    <a:pt x="7910516" y="913279"/>
                  </a:lnTo>
                  <a:lnTo>
                    <a:pt x="7909234" y="913279"/>
                  </a:lnTo>
                  <a:lnTo>
                    <a:pt x="7907952" y="913279"/>
                  </a:lnTo>
                  <a:lnTo>
                    <a:pt x="7906670" y="913279"/>
                  </a:lnTo>
                  <a:lnTo>
                    <a:pt x="7905388" y="913279"/>
                  </a:lnTo>
                  <a:lnTo>
                    <a:pt x="7904106" y="913279"/>
                  </a:lnTo>
                  <a:lnTo>
                    <a:pt x="7902825" y="913279"/>
                  </a:lnTo>
                  <a:lnTo>
                    <a:pt x="7901543" y="913279"/>
                  </a:lnTo>
                  <a:lnTo>
                    <a:pt x="7900261" y="913279"/>
                  </a:lnTo>
                  <a:lnTo>
                    <a:pt x="7898979" y="913279"/>
                  </a:lnTo>
                  <a:lnTo>
                    <a:pt x="7897697" y="913279"/>
                  </a:lnTo>
                  <a:lnTo>
                    <a:pt x="7896415" y="913279"/>
                  </a:lnTo>
                  <a:lnTo>
                    <a:pt x="7895133" y="913279"/>
                  </a:lnTo>
                  <a:lnTo>
                    <a:pt x="7893852" y="913279"/>
                  </a:lnTo>
                  <a:lnTo>
                    <a:pt x="7892570" y="913279"/>
                  </a:lnTo>
                  <a:lnTo>
                    <a:pt x="7891288" y="913279"/>
                  </a:lnTo>
                  <a:lnTo>
                    <a:pt x="7890006" y="913279"/>
                  </a:lnTo>
                  <a:lnTo>
                    <a:pt x="7888724" y="913279"/>
                  </a:lnTo>
                  <a:lnTo>
                    <a:pt x="7887442" y="913279"/>
                  </a:lnTo>
                  <a:lnTo>
                    <a:pt x="7886161" y="913279"/>
                  </a:lnTo>
                  <a:lnTo>
                    <a:pt x="7884879" y="913279"/>
                  </a:lnTo>
                  <a:lnTo>
                    <a:pt x="7883597" y="913279"/>
                  </a:lnTo>
                  <a:lnTo>
                    <a:pt x="7882315" y="913279"/>
                  </a:lnTo>
                  <a:lnTo>
                    <a:pt x="7881033" y="913279"/>
                  </a:lnTo>
                  <a:lnTo>
                    <a:pt x="7879751" y="913279"/>
                  </a:lnTo>
                  <a:lnTo>
                    <a:pt x="7878469" y="913279"/>
                  </a:lnTo>
                  <a:lnTo>
                    <a:pt x="7877188" y="913279"/>
                  </a:lnTo>
                  <a:lnTo>
                    <a:pt x="7875906" y="913279"/>
                  </a:lnTo>
                  <a:lnTo>
                    <a:pt x="7874624" y="913279"/>
                  </a:lnTo>
                  <a:lnTo>
                    <a:pt x="7873342" y="913279"/>
                  </a:lnTo>
                  <a:lnTo>
                    <a:pt x="7872060" y="913279"/>
                  </a:lnTo>
                  <a:lnTo>
                    <a:pt x="7870778" y="913279"/>
                  </a:lnTo>
                  <a:lnTo>
                    <a:pt x="7869497" y="913279"/>
                  </a:lnTo>
                  <a:lnTo>
                    <a:pt x="7868215" y="913279"/>
                  </a:lnTo>
                  <a:lnTo>
                    <a:pt x="7866933" y="913279"/>
                  </a:lnTo>
                  <a:lnTo>
                    <a:pt x="7865651" y="913279"/>
                  </a:lnTo>
                  <a:lnTo>
                    <a:pt x="7864369" y="913279"/>
                  </a:lnTo>
                  <a:lnTo>
                    <a:pt x="7863087" y="913279"/>
                  </a:lnTo>
                  <a:lnTo>
                    <a:pt x="7861805" y="913279"/>
                  </a:lnTo>
                  <a:lnTo>
                    <a:pt x="7860524" y="913279"/>
                  </a:lnTo>
                  <a:lnTo>
                    <a:pt x="7859242" y="913279"/>
                  </a:lnTo>
                  <a:lnTo>
                    <a:pt x="7857960" y="913279"/>
                  </a:lnTo>
                  <a:lnTo>
                    <a:pt x="7856678" y="913279"/>
                  </a:lnTo>
                  <a:lnTo>
                    <a:pt x="7855396" y="913279"/>
                  </a:lnTo>
                  <a:lnTo>
                    <a:pt x="7854114" y="913279"/>
                  </a:lnTo>
                  <a:lnTo>
                    <a:pt x="7852833" y="913279"/>
                  </a:lnTo>
                  <a:lnTo>
                    <a:pt x="7851551" y="913279"/>
                  </a:lnTo>
                  <a:lnTo>
                    <a:pt x="7850269" y="913279"/>
                  </a:lnTo>
                  <a:lnTo>
                    <a:pt x="7848987" y="913279"/>
                  </a:lnTo>
                  <a:lnTo>
                    <a:pt x="7847705" y="913279"/>
                  </a:lnTo>
                  <a:lnTo>
                    <a:pt x="7846423" y="913279"/>
                  </a:lnTo>
                  <a:lnTo>
                    <a:pt x="7845142" y="913279"/>
                  </a:lnTo>
                  <a:lnTo>
                    <a:pt x="7843860" y="913279"/>
                  </a:lnTo>
                  <a:lnTo>
                    <a:pt x="7842578" y="913279"/>
                  </a:lnTo>
                  <a:lnTo>
                    <a:pt x="7841296" y="913279"/>
                  </a:lnTo>
                  <a:lnTo>
                    <a:pt x="7840014" y="913279"/>
                  </a:lnTo>
                  <a:lnTo>
                    <a:pt x="7838732" y="913279"/>
                  </a:lnTo>
                  <a:lnTo>
                    <a:pt x="7837450" y="913279"/>
                  </a:lnTo>
                  <a:lnTo>
                    <a:pt x="7836169" y="913279"/>
                  </a:lnTo>
                  <a:lnTo>
                    <a:pt x="7834887" y="913279"/>
                  </a:lnTo>
                  <a:lnTo>
                    <a:pt x="7833605" y="913279"/>
                  </a:lnTo>
                  <a:lnTo>
                    <a:pt x="7832323" y="913279"/>
                  </a:lnTo>
                  <a:lnTo>
                    <a:pt x="7831041" y="913279"/>
                  </a:lnTo>
                  <a:lnTo>
                    <a:pt x="7829759" y="913279"/>
                  </a:lnTo>
                  <a:lnTo>
                    <a:pt x="7828478" y="913279"/>
                  </a:lnTo>
                  <a:lnTo>
                    <a:pt x="7827196" y="913279"/>
                  </a:lnTo>
                  <a:lnTo>
                    <a:pt x="7825914" y="913279"/>
                  </a:lnTo>
                  <a:lnTo>
                    <a:pt x="7824632" y="913279"/>
                  </a:lnTo>
                  <a:lnTo>
                    <a:pt x="7823350" y="913279"/>
                  </a:lnTo>
                  <a:lnTo>
                    <a:pt x="7822068" y="913279"/>
                  </a:lnTo>
                  <a:lnTo>
                    <a:pt x="7820786" y="913279"/>
                  </a:lnTo>
                  <a:lnTo>
                    <a:pt x="7819505" y="913279"/>
                  </a:lnTo>
                  <a:lnTo>
                    <a:pt x="7818223" y="913279"/>
                  </a:lnTo>
                  <a:lnTo>
                    <a:pt x="7816941" y="913279"/>
                  </a:lnTo>
                  <a:lnTo>
                    <a:pt x="7815659" y="913279"/>
                  </a:lnTo>
                  <a:lnTo>
                    <a:pt x="7814377" y="913279"/>
                  </a:lnTo>
                  <a:lnTo>
                    <a:pt x="7813095" y="913279"/>
                  </a:lnTo>
                  <a:lnTo>
                    <a:pt x="7811814" y="913279"/>
                  </a:lnTo>
                  <a:lnTo>
                    <a:pt x="7810532" y="913279"/>
                  </a:lnTo>
                  <a:lnTo>
                    <a:pt x="7809250" y="913279"/>
                  </a:lnTo>
                  <a:lnTo>
                    <a:pt x="7807968" y="913279"/>
                  </a:lnTo>
                  <a:lnTo>
                    <a:pt x="7806686" y="913279"/>
                  </a:lnTo>
                  <a:lnTo>
                    <a:pt x="7805404" y="913279"/>
                  </a:lnTo>
                  <a:lnTo>
                    <a:pt x="7804123" y="913279"/>
                  </a:lnTo>
                  <a:lnTo>
                    <a:pt x="7802841" y="913279"/>
                  </a:lnTo>
                  <a:lnTo>
                    <a:pt x="7801559" y="913279"/>
                  </a:lnTo>
                  <a:lnTo>
                    <a:pt x="7800277" y="913279"/>
                  </a:lnTo>
                  <a:lnTo>
                    <a:pt x="7798995" y="913279"/>
                  </a:lnTo>
                  <a:lnTo>
                    <a:pt x="7797713" y="913279"/>
                  </a:lnTo>
                  <a:lnTo>
                    <a:pt x="7796431" y="913279"/>
                  </a:lnTo>
                  <a:lnTo>
                    <a:pt x="7795150" y="913279"/>
                  </a:lnTo>
                  <a:lnTo>
                    <a:pt x="7793868" y="913279"/>
                  </a:lnTo>
                  <a:lnTo>
                    <a:pt x="7792586" y="913279"/>
                  </a:lnTo>
                  <a:lnTo>
                    <a:pt x="7791304" y="913279"/>
                  </a:lnTo>
                  <a:lnTo>
                    <a:pt x="7790022" y="913279"/>
                  </a:lnTo>
                  <a:lnTo>
                    <a:pt x="7788740" y="913279"/>
                  </a:lnTo>
                  <a:lnTo>
                    <a:pt x="7787459" y="913279"/>
                  </a:lnTo>
                  <a:lnTo>
                    <a:pt x="7786177" y="913279"/>
                  </a:lnTo>
                  <a:lnTo>
                    <a:pt x="7784895" y="913279"/>
                  </a:lnTo>
                  <a:lnTo>
                    <a:pt x="7783613" y="913279"/>
                  </a:lnTo>
                  <a:lnTo>
                    <a:pt x="7782331" y="913279"/>
                  </a:lnTo>
                  <a:lnTo>
                    <a:pt x="7781049" y="913279"/>
                  </a:lnTo>
                  <a:lnTo>
                    <a:pt x="7779767" y="913279"/>
                  </a:lnTo>
                  <a:lnTo>
                    <a:pt x="7778486" y="913279"/>
                  </a:lnTo>
                  <a:lnTo>
                    <a:pt x="7777204" y="913279"/>
                  </a:lnTo>
                  <a:lnTo>
                    <a:pt x="7775922" y="913279"/>
                  </a:lnTo>
                  <a:lnTo>
                    <a:pt x="7774640" y="913279"/>
                  </a:lnTo>
                  <a:lnTo>
                    <a:pt x="7773358" y="913279"/>
                  </a:lnTo>
                  <a:lnTo>
                    <a:pt x="7772076" y="913279"/>
                  </a:lnTo>
                  <a:lnTo>
                    <a:pt x="7770795" y="913279"/>
                  </a:lnTo>
                  <a:lnTo>
                    <a:pt x="7769513" y="913279"/>
                  </a:lnTo>
                  <a:lnTo>
                    <a:pt x="7768231" y="913279"/>
                  </a:lnTo>
                  <a:lnTo>
                    <a:pt x="7766949" y="913279"/>
                  </a:lnTo>
                  <a:lnTo>
                    <a:pt x="7765667" y="913279"/>
                  </a:lnTo>
                  <a:lnTo>
                    <a:pt x="7764385" y="913279"/>
                  </a:lnTo>
                  <a:lnTo>
                    <a:pt x="7763104" y="913279"/>
                  </a:lnTo>
                  <a:lnTo>
                    <a:pt x="7761822" y="913279"/>
                  </a:lnTo>
                  <a:lnTo>
                    <a:pt x="7760540" y="913279"/>
                  </a:lnTo>
                  <a:lnTo>
                    <a:pt x="7759258" y="913279"/>
                  </a:lnTo>
                  <a:lnTo>
                    <a:pt x="7757976" y="913279"/>
                  </a:lnTo>
                  <a:lnTo>
                    <a:pt x="7756694" y="913279"/>
                  </a:lnTo>
                  <a:lnTo>
                    <a:pt x="7755412" y="913279"/>
                  </a:lnTo>
                  <a:lnTo>
                    <a:pt x="7754131" y="913279"/>
                  </a:lnTo>
                  <a:lnTo>
                    <a:pt x="7752849" y="913279"/>
                  </a:lnTo>
                  <a:lnTo>
                    <a:pt x="7751567" y="913279"/>
                  </a:lnTo>
                  <a:lnTo>
                    <a:pt x="7750285" y="913279"/>
                  </a:lnTo>
                  <a:lnTo>
                    <a:pt x="7749003" y="913279"/>
                  </a:lnTo>
                  <a:lnTo>
                    <a:pt x="7747721" y="913279"/>
                  </a:lnTo>
                  <a:lnTo>
                    <a:pt x="7746440" y="913279"/>
                  </a:lnTo>
                  <a:lnTo>
                    <a:pt x="7745158" y="913279"/>
                  </a:lnTo>
                  <a:lnTo>
                    <a:pt x="7743876" y="913279"/>
                  </a:lnTo>
                  <a:lnTo>
                    <a:pt x="7742594" y="913279"/>
                  </a:lnTo>
                  <a:lnTo>
                    <a:pt x="7741312" y="913279"/>
                  </a:lnTo>
                  <a:lnTo>
                    <a:pt x="7740030" y="913279"/>
                  </a:lnTo>
                  <a:lnTo>
                    <a:pt x="7738748" y="913279"/>
                  </a:lnTo>
                  <a:lnTo>
                    <a:pt x="7737467" y="913279"/>
                  </a:lnTo>
                  <a:lnTo>
                    <a:pt x="7736185" y="913279"/>
                  </a:lnTo>
                  <a:lnTo>
                    <a:pt x="7734903" y="913279"/>
                  </a:lnTo>
                  <a:lnTo>
                    <a:pt x="7733621" y="913279"/>
                  </a:lnTo>
                  <a:lnTo>
                    <a:pt x="7732339" y="913279"/>
                  </a:lnTo>
                  <a:lnTo>
                    <a:pt x="7731057" y="913279"/>
                  </a:lnTo>
                  <a:lnTo>
                    <a:pt x="7729776" y="913279"/>
                  </a:lnTo>
                  <a:lnTo>
                    <a:pt x="7728494" y="913279"/>
                  </a:lnTo>
                  <a:lnTo>
                    <a:pt x="7727212" y="913279"/>
                  </a:lnTo>
                  <a:lnTo>
                    <a:pt x="7725930" y="913279"/>
                  </a:lnTo>
                  <a:lnTo>
                    <a:pt x="7724648" y="913279"/>
                  </a:lnTo>
                  <a:lnTo>
                    <a:pt x="7723366" y="913279"/>
                  </a:lnTo>
                  <a:lnTo>
                    <a:pt x="7722084" y="913279"/>
                  </a:lnTo>
                  <a:lnTo>
                    <a:pt x="7720803" y="913279"/>
                  </a:lnTo>
                  <a:lnTo>
                    <a:pt x="7719521" y="913279"/>
                  </a:lnTo>
                  <a:lnTo>
                    <a:pt x="7718239" y="913279"/>
                  </a:lnTo>
                  <a:lnTo>
                    <a:pt x="7716957" y="913279"/>
                  </a:lnTo>
                  <a:lnTo>
                    <a:pt x="7715675" y="913279"/>
                  </a:lnTo>
                  <a:lnTo>
                    <a:pt x="7714393" y="913279"/>
                  </a:lnTo>
                  <a:lnTo>
                    <a:pt x="7713112" y="913279"/>
                  </a:lnTo>
                  <a:lnTo>
                    <a:pt x="7711830" y="913279"/>
                  </a:lnTo>
                  <a:lnTo>
                    <a:pt x="7710548" y="913279"/>
                  </a:lnTo>
                  <a:lnTo>
                    <a:pt x="7709266" y="913279"/>
                  </a:lnTo>
                  <a:lnTo>
                    <a:pt x="7707984" y="913279"/>
                  </a:lnTo>
                  <a:lnTo>
                    <a:pt x="7706702" y="913279"/>
                  </a:lnTo>
                  <a:lnTo>
                    <a:pt x="7705421" y="913279"/>
                  </a:lnTo>
                  <a:lnTo>
                    <a:pt x="7704139" y="913279"/>
                  </a:lnTo>
                  <a:lnTo>
                    <a:pt x="7702857" y="913279"/>
                  </a:lnTo>
                  <a:lnTo>
                    <a:pt x="7701575" y="913279"/>
                  </a:lnTo>
                  <a:lnTo>
                    <a:pt x="7700293" y="913279"/>
                  </a:lnTo>
                  <a:lnTo>
                    <a:pt x="7699011" y="913279"/>
                  </a:lnTo>
                  <a:lnTo>
                    <a:pt x="7697729" y="913279"/>
                  </a:lnTo>
                  <a:lnTo>
                    <a:pt x="7696448" y="913279"/>
                  </a:lnTo>
                  <a:lnTo>
                    <a:pt x="7695166" y="913279"/>
                  </a:lnTo>
                  <a:lnTo>
                    <a:pt x="7693884" y="913279"/>
                  </a:lnTo>
                  <a:lnTo>
                    <a:pt x="7692602" y="913279"/>
                  </a:lnTo>
                  <a:lnTo>
                    <a:pt x="7691320" y="913279"/>
                  </a:lnTo>
                  <a:lnTo>
                    <a:pt x="7690038" y="913279"/>
                  </a:lnTo>
                  <a:lnTo>
                    <a:pt x="7688757" y="913279"/>
                  </a:lnTo>
                  <a:lnTo>
                    <a:pt x="7687475" y="913279"/>
                  </a:lnTo>
                  <a:lnTo>
                    <a:pt x="7686193" y="913279"/>
                  </a:lnTo>
                  <a:lnTo>
                    <a:pt x="7684911" y="913279"/>
                  </a:lnTo>
                  <a:lnTo>
                    <a:pt x="7683629" y="913279"/>
                  </a:lnTo>
                  <a:lnTo>
                    <a:pt x="7682347" y="913279"/>
                  </a:lnTo>
                  <a:lnTo>
                    <a:pt x="7681065" y="913279"/>
                  </a:lnTo>
                  <a:lnTo>
                    <a:pt x="7679784" y="913279"/>
                  </a:lnTo>
                  <a:lnTo>
                    <a:pt x="7678502" y="913279"/>
                  </a:lnTo>
                  <a:lnTo>
                    <a:pt x="7677220" y="913279"/>
                  </a:lnTo>
                  <a:lnTo>
                    <a:pt x="7675938" y="913279"/>
                  </a:lnTo>
                  <a:lnTo>
                    <a:pt x="7674656" y="913279"/>
                  </a:lnTo>
                  <a:lnTo>
                    <a:pt x="7673374" y="913279"/>
                  </a:lnTo>
                  <a:lnTo>
                    <a:pt x="7672093" y="913279"/>
                  </a:lnTo>
                  <a:lnTo>
                    <a:pt x="7670811" y="913279"/>
                  </a:lnTo>
                  <a:lnTo>
                    <a:pt x="7669529" y="913279"/>
                  </a:lnTo>
                  <a:lnTo>
                    <a:pt x="7668247" y="913279"/>
                  </a:lnTo>
                  <a:lnTo>
                    <a:pt x="7666965" y="913279"/>
                  </a:lnTo>
                  <a:lnTo>
                    <a:pt x="7665683" y="913279"/>
                  </a:lnTo>
                  <a:lnTo>
                    <a:pt x="7664402" y="913279"/>
                  </a:lnTo>
                  <a:lnTo>
                    <a:pt x="7663120" y="913279"/>
                  </a:lnTo>
                  <a:lnTo>
                    <a:pt x="7661838" y="913279"/>
                  </a:lnTo>
                  <a:lnTo>
                    <a:pt x="7660556" y="913279"/>
                  </a:lnTo>
                  <a:lnTo>
                    <a:pt x="7659274" y="913279"/>
                  </a:lnTo>
                  <a:lnTo>
                    <a:pt x="7657992" y="913279"/>
                  </a:lnTo>
                  <a:lnTo>
                    <a:pt x="7656710" y="913279"/>
                  </a:lnTo>
                  <a:lnTo>
                    <a:pt x="7655429" y="913279"/>
                  </a:lnTo>
                  <a:lnTo>
                    <a:pt x="7654147" y="913279"/>
                  </a:lnTo>
                  <a:lnTo>
                    <a:pt x="7652865" y="913279"/>
                  </a:lnTo>
                  <a:lnTo>
                    <a:pt x="7651583" y="913279"/>
                  </a:lnTo>
                  <a:lnTo>
                    <a:pt x="7650301" y="913279"/>
                  </a:lnTo>
                  <a:lnTo>
                    <a:pt x="7649019" y="913279"/>
                  </a:lnTo>
                  <a:lnTo>
                    <a:pt x="7647738" y="913279"/>
                  </a:lnTo>
                  <a:lnTo>
                    <a:pt x="7646456" y="913279"/>
                  </a:lnTo>
                  <a:lnTo>
                    <a:pt x="7645174" y="913279"/>
                  </a:lnTo>
                  <a:lnTo>
                    <a:pt x="7643892" y="913279"/>
                  </a:lnTo>
                  <a:lnTo>
                    <a:pt x="7642610" y="913279"/>
                  </a:lnTo>
                  <a:lnTo>
                    <a:pt x="7641328" y="913279"/>
                  </a:lnTo>
                  <a:lnTo>
                    <a:pt x="7640046" y="913279"/>
                  </a:lnTo>
                  <a:lnTo>
                    <a:pt x="7638765" y="913279"/>
                  </a:lnTo>
                  <a:lnTo>
                    <a:pt x="7637483" y="913279"/>
                  </a:lnTo>
                  <a:lnTo>
                    <a:pt x="7636201" y="913279"/>
                  </a:lnTo>
                  <a:lnTo>
                    <a:pt x="7634919" y="913279"/>
                  </a:lnTo>
                  <a:lnTo>
                    <a:pt x="7633637" y="913279"/>
                  </a:lnTo>
                  <a:lnTo>
                    <a:pt x="7632355" y="913279"/>
                  </a:lnTo>
                  <a:lnTo>
                    <a:pt x="7631074" y="913279"/>
                  </a:lnTo>
                  <a:lnTo>
                    <a:pt x="7629792" y="913279"/>
                  </a:lnTo>
                  <a:lnTo>
                    <a:pt x="7628510" y="913279"/>
                  </a:lnTo>
                  <a:lnTo>
                    <a:pt x="7627228" y="913279"/>
                  </a:lnTo>
                  <a:lnTo>
                    <a:pt x="7625946" y="913279"/>
                  </a:lnTo>
                  <a:lnTo>
                    <a:pt x="7624664" y="913279"/>
                  </a:lnTo>
                  <a:lnTo>
                    <a:pt x="7623382" y="913279"/>
                  </a:lnTo>
                  <a:lnTo>
                    <a:pt x="7622101" y="913279"/>
                  </a:lnTo>
                  <a:lnTo>
                    <a:pt x="7620819" y="913279"/>
                  </a:lnTo>
                  <a:lnTo>
                    <a:pt x="7619537" y="913279"/>
                  </a:lnTo>
                  <a:lnTo>
                    <a:pt x="7618255" y="913279"/>
                  </a:lnTo>
                  <a:lnTo>
                    <a:pt x="7616973" y="913279"/>
                  </a:lnTo>
                  <a:lnTo>
                    <a:pt x="7615691" y="913279"/>
                  </a:lnTo>
                  <a:lnTo>
                    <a:pt x="7614410" y="913279"/>
                  </a:lnTo>
                  <a:lnTo>
                    <a:pt x="7613128" y="913279"/>
                  </a:lnTo>
                  <a:lnTo>
                    <a:pt x="7611846" y="913279"/>
                  </a:lnTo>
                  <a:lnTo>
                    <a:pt x="7610564" y="913279"/>
                  </a:lnTo>
                  <a:lnTo>
                    <a:pt x="7609282" y="913279"/>
                  </a:lnTo>
                  <a:lnTo>
                    <a:pt x="7608000" y="913279"/>
                  </a:lnTo>
                  <a:lnTo>
                    <a:pt x="7606719" y="913279"/>
                  </a:lnTo>
                  <a:lnTo>
                    <a:pt x="7605437" y="913279"/>
                  </a:lnTo>
                  <a:lnTo>
                    <a:pt x="7604155" y="913279"/>
                  </a:lnTo>
                  <a:lnTo>
                    <a:pt x="7602873" y="913279"/>
                  </a:lnTo>
                  <a:lnTo>
                    <a:pt x="7601591" y="913279"/>
                  </a:lnTo>
                  <a:lnTo>
                    <a:pt x="7600309" y="913279"/>
                  </a:lnTo>
                  <a:lnTo>
                    <a:pt x="7599027" y="913279"/>
                  </a:lnTo>
                  <a:lnTo>
                    <a:pt x="7597746" y="913279"/>
                  </a:lnTo>
                  <a:lnTo>
                    <a:pt x="7596464" y="913279"/>
                  </a:lnTo>
                  <a:lnTo>
                    <a:pt x="7595182" y="913279"/>
                  </a:lnTo>
                  <a:lnTo>
                    <a:pt x="7593900" y="913279"/>
                  </a:lnTo>
                  <a:lnTo>
                    <a:pt x="7592618" y="913279"/>
                  </a:lnTo>
                  <a:lnTo>
                    <a:pt x="7591336" y="913279"/>
                  </a:lnTo>
                  <a:lnTo>
                    <a:pt x="7590055" y="913279"/>
                  </a:lnTo>
                  <a:lnTo>
                    <a:pt x="7588773" y="913279"/>
                  </a:lnTo>
                  <a:lnTo>
                    <a:pt x="7587491" y="913279"/>
                  </a:lnTo>
                  <a:lnTo>
                    <a:pt x="7586209" y="913279"/>
                  </a:lnTo>
                  <a:lnTo>
                    <a:pt x="7584927" y="913279"/>
                  </a:lnTo>
                  <a:lnTo>
                    <a:pt x="7583645" y="913279"/>
                  </a:lnTo>
                  <a:lnTo>
                    <a:pt x="7582363" y="913279"/>
                  </a:lnTo>
                  <a:lnTo>
                    <a:pt x="7581082" y="913279"/>
                  </a:lnTo>
                  <a:lnTo>
                    <a:pt x="7579800" y="913279"/>
                  </a:lnTo>
                  <a:lnTo>
                    <a:pt x="7578518" y="913279"/>
                  </a:lnTo>
                  <a:lnTo>
                    <a:pt x="7577236" y="913279"/>
                  </a:lnTo>
                  <a:lnTo>
                    <a:pt x="7575954" y="913279"/>
                  </a:lnTo>
                  <a:lnTo>
                    <a:pt x="7574672" y="913279"/>
                  </a:lnTo>
                  <a:lnTo>
                    <a:pt x="7573391" y="913279"/>
                  </a:lnTo>
                  <a:lnTo>
                    <a:pt x="7572109" y="913279"/>
                  </a:lnTo>
                  <a:lnTo>
                    <a:pt x="7570827" y="913279"/>
                  </a:lnTo>
                  <a:lnTo>
                    <a:pt x="7569545" y="913279"/>
                  </a:lnTo>
                  <a:lnTo>
                    <a:pt x="7568263" y="913279"/>
                  </a:lnTo>
                  <a:lnTo>
                    <a:pt x="7566981" y="913279"/>
                  </a:lnTo>
                  <a:lnTo>
                    <a:pt x="7565700" y="913279"/>
                  </a:lnTo>
                  <a:lnTo>
                    <a:pt x="7564418" y="913279"/>
                  </a:lnTo>
                  <a:lnTo>
                    <a:pt x="7563136" y="913279"/>
                  </a:lnTo>
                  <a:lnTo>
                    <a:pt x="7561854" y="913279"/>
                  </a:lnTo>
                  <a:lnTo>
                    <a:pt x="7560572" y="913279"/>
                  </a:lnTo>
                  <a:lnTo>
                    <a:pt x="7559290" y="913279"/>
                  </a:lnTo>
                  <a:lnTo>
                    <a:pt x="7558008" y="913279"/>
                  </a:lnTo>
                  <a:lnTo>
                    <a:pt x="7556727" y="913279"/>
                  </a:lnTo>
                  <a:lnTo>
                    <a:pt x="7555445" y="913279"/>
                  </a:lnTo>
                  <a:lnTo>
                    <a:pt x="7554163" y="913279"/>
                  </a:lnTo>
                  <a:lnTo>
                    <a:pt x="7552881" y="913279"/>
                  </a:lnTo>
                  <a:lnTo>
                    <a:pt x="7551599" y="913279"/>
                  </a:lnTo>
                  <a:lnTo>
                    <a:pt x="7550317" y="913279"/>
                  </a:lnTo>
                  <a:lnTo>
                    <a:pt x="7549036" y="913279"/>
                  </a:lnTo>
                  <a:lnTo>
                    <a:pt x="7547754" y="913279"/>
                  </a:lnTo>
                  <a:lnTo>
                    <a:pt x="7546472" y="913279"/>
                  </a:lnTo>
                  <a:lnTo>
                    <a:pt x="7545190" y="913279"/>
                  </a:lnTo>
                  <a:lnTo>
                    <a:pt x="7543908" y="913279"/>
                  </a:lnTo>
                  <a:lnTo>
                    <a:pt x="7542626" y="913279"/>
                  </a:lnTo>
                  <a:lnTo>
                    <a:pt x="7541344" y="913279"/>
                  </a:lnTo>
                  <a:lnTo>
                    <a:pt x="7540063" y="913279"/>
                  </a:lnTo>
                  <a:lnTo>
                    <a:pt x="7538781" y="913279"/>
                  </a:lnTo>
                  <a:lnTo>
                    <a:pt x="7537499" y="913279"/>
                  </a:lnTo>
                  <a:lnTo>
                    <a:pt x="7536217" y="913279"/>
                  </a:lnTo>
                  <a:lnTo>
                    <a:pt x="7534935" y="913279"/>
                  </a:lnTo>
                  <a:lnTo>
                    <a:pt x="7533653" y="913279"/>
                  </a:lnTo>
                  <a:lnTo>
                    <a:pt x="7532372" y="913279"/>
                  </a:lnTo>
                  <a:lnTo>
                    <a:pt x="7531090" y="913279"/>
                  </a:lnTo>
                  <a:lnTo>
                    <a:pt x="7529808" y="913279"/>
                  </a:lnTo>
                  <a:lnTo>
                    <a:pt x="7528526" y="913279"/>
                  </a:lnTo>
                  <a:lnTo>
                    <a:pt x="7527244" y="913279"/>
                  </a:lnTo>
                  <a:lnTo>
                    <a:pt x="7525962" y="913279"/>
                  </a:lnTo>
                  <a:lnTo>
                    <a:pt x="7524681" y="913279"/>
                  </a:lnTo>
                  <a:lnTo>
                    <a:pt x="7523399" y="913279"/>
                  </a:lnTo>
                  <a:lnTo>
                    <a:pt x="7522117" y="913279"/>
                  </a:lnTo>
                  <a:lnTo>
                    <a:pt x="7520835" y="913279"/>
                  </a:lnTo>
                  <a:lnTo>
                    <a:pt x="7519553" y="913279"/>
                  </a:lnTo>
                  <a:lnTo>
                    <a:pt x="7518271" y="913279"/>
                  </a:lnTo>
                  <a:lnTo>
                    <a:pt x="7516989" y="913279"/>
                  </a:lnTo>
                  <a:lnTo>
                    <a:pt x="7515708" y="913279"/>
                  </a:lnTo>
                  <a:lnTo>
                    <a:pt x="7514426" y="913279"/>
                  </a:lnTo>
                  <a:lnTo>
                    <a:pt x="7513144" y="913279"/>
                  </a:lnTo>
                  <a:lnTo>
                    <a:pt x="7511862" y="913279"/>
                  </a:lnTo>
                  <a:lnTo>
                    <a:pt x="7510580" y="913279"/>
                  </a:lnTo>
                  <a:lnTo>
                    <a:pt x="7509298" y="913279"/>
                  </a:lnTo>
                  <a:lnTo>
                    <a:pt x="7508017" y="913279"/>
                  </a:lnTo>
                  <a:lnTo>
                    <a:pt x="7506735" y="913279"/>
                  </a:lnTo>
                  <a:lnTo>
                    <a:pt x="7505453" y="913279"/>
                  </a:lnTo>
                  <a:lnTo>
                    <a:pt x="7504171" y="913279"/>
                  </a:lnTo>
                  <a:lnTo>
                    <a:pt x="7502889" y="913279"/>
                  </a:lnTo>
                  <a:lnTo>
                    <a:pt x="7501607" y="913279"/>
                  </a:lnTo>
                  <a:lnTo>
                    <a:pt x="7500325" y="913279"/>
                  </a:lnTo>
                  <a:lnTo>
                    <a:pt x="7499044" y="913279"/>
                  </a:lnTo>
                  <a:lnTo>
                    <a:pt x="7497762" y="913279"/>
                  </a:lnTo>
                  <a:lnTo>
                    <a:pt x="7496480" y="913279"/>
                  </a:lnTo>
                  <a:lnTo>
                    <a:pt x="7495198" y="913279"/>
                  </a:lnTo>
                  <a:lnTo>
                    <a:pt x="7493916" y="913279"/>
                  </a:lnTo>
                  <a:lnTo>
                    <a:pt x="7492634" y="913279"/>
                  </a:lnTo>
                  <a:lnTo>
                    <a:pt x="7491353" y="913279"/>
                  </a:lnTo>
                  <a:lnTo>
                    <a:pt x="7490071" y="913279"/>
                  </a:lnTo>
                  <a:lnTo>
                    <a:pt x="7488789" y="913279"/>
                  </a:lnTo>
                  <a:lnTo>
                    <a:pt x="7487507" y="913279"/>
                  </a:lnTo>
                  <a:lnTo>
                    <a:pt x="7486225" y="913279"/>
                  </a:lnTo>
                  <a:lnTo>
                    <a:pt x="7484943" y="913279"/>
                  </a:lnTo>
                  <a:lnTo>
                    <a:pt x="7483661" y="913279"/>
                  </a:lnTo>
                  <a:lnTo>
                    <a:pt x="7482380" y="913279"/>
                  </a:lnTo>
                  <a:lnTo>
                    <a:pt x="7481098" y="913279"/>
                  </a:lnTo>
                  <a:lnTo>
                    <a:pt x="7479816" y="913279"/>
                  </a:lnTo>
                  <a:lnTo>
                    <a:pt x="7478534" y="913279"/>
                  </a:lnTo>
                  <a:lnTo>
                    <a:pt x="7477252" y="913279"/>
                  </a:lnTo>
                  <a:lnTo>
                    <a:pt x="7475970" y="913279"/>
                  </a:lnTo>
                  <a:lnTo>
                    <a:pt x="7474689" y="913279"/>
                  </a:lnTo>
                  <a:lnTo>
                    <a:pt x="7473407" y="913279"/>
                  </a:lnTo>
                  <a:lnTo>
                    <a:pt x="7472125" y="913279"/>
                  </a:lnTo>
                  <a:lnTo>
                    <a:pt x="7470843" y="913279"/>
                  </a:lnTo>
                  <a:lnTo>
                    <a:pt x="7469561" y="913279"/>
                  </a:lnTo>
                  <a:lnTo>
                    <a:pt x="7468279" y="913279"/>
                  </a:lnTo>
                  <a:lnTo>
                    <a:pt x="7466998" y="913279"/>
                  </a:lnTo>
                  <a:lnTo>
                    <a:pt x="7465716" y="913279"/>
                  </a:lnTo>
                  <a:lnTo>
                    <a:pt x="7464434" y="913279"/>
                  </a:lnTo>
                  <a:lnTo>
                    <a:pt x="7463152" y="913279"/>
                  </a:lnTo>
                  <a:lnTo>
                    <a:pt x="7461870" y="913279"/>
                  </a:lnTo>
                  <a:lnTo>
                    <a:pt x="7460588" y="913279"/>
                  </a:lnTo>
                  <a:lnTo>
                    <a:pt x="7459306" y="913279"/>
                  </a:lnTo>
                  <a:lnTo>
                    <a:pt x="7458025" y="913279"/>
                  </a:lnTo>
                  <a:lnTo>
                    <a:pt x="7456743" y="913279"/>
                  </a:lnTo>
                  <a:lnTo>
                    <a:pt x="7455461" y="913279"/>
                  </a:lnTo>
                  <a:lnTo>
                    <a:pt x="7454179" y="913279"/>
                  </a:lnTo>
                  <a:lnTo>
                    <a:pt x="7452897" y="913279"/>
                  </a:lnTo>
                  <a:lnTo>
                    <a:pt x="7451615" y="913279"/>
                  </a:lnTo>
                  <a:lnTo>
                    <a:pt x="7450334" y="913279"/>
                  </a:lnTo>
                  <a:lnTo>
                    <a:pt x="7449052" y="913279"/>
                  </a:lnTo>
                  <a:lnTo>
                    <a:pt x="7447770" y="913279"/>
                  </a:lnTo>
                  <a:lnTo>
                    <a:pt x="7446488" y="913279"/>
                  </a:lnTo>
                  <a:lnTo>
                    <a:pt x="7445206" y="913279"/>
                  </a:lnTo>
                  <a:lnTo>
                    <a:pt x="7443924" y="913279"/>
                  </a:lnTo>
                  <a:lnTo>
                    <a:pt x="7442642" y="913279"/>
                  </a:lnTo>
                  <a:lnTo>
                    <a:pt x="7441361" y="913279"/>
                  </a:lnTo>
                  <a:lnTo>
                    <a:pt x="7440079" y="913279"/>
                  </a:lnTo>
                  <a:lnTo>
                    <a:pt x="7438797" y="913279"/>
                  </a:lnTo>
                  <a:lnTo>
                    <a:pt x="7437515" y="913279"/>
                  </a:lnTo>
                  <a:lnTo>
                    <a:pt x="7436233" y="913279"/>
                  </a:lnTo>
                  <a:lnTo>
                    <a:pt x="7434951" y="913279"/>
                  </a:lnTo>
                  <a:lnTo>
                    <a:pt x="7433670" y="913279"/>
                  </a:lnTo>
                  <a:lnTo>
                    <a:pt x="7432388" y="913279"/>
                  </a:lnTo>
                  <a:lnTo>
                    <a:pt x="7431106" y="913279"/>
                  </a:lnTo>
                  <a:lnTo>
                    <a:pt x="7429824" y="913279"/>
                  </a:lnTo>
                  <a:lnTo>
                    <a:pt x="7428542" y="913279"/>
                  </a:lnTo>
                  <a:lnTo>
                    <a:pt x="7427260" y="913279"/>
                  </a:lnTo>
                  <a:lnTo>
                    <a:pt x="7425979" y="913279"/>
                  </a:lnTo>
                  <a:lnTo>
                    <a:pt x="7424697" y="913279"/>
                  </a:lnTo>
                  <a:lnTo>
                    <a:pt x="7423415" y="913279"/>
                  </a:lnTo>
                  <a:lnTo>
                    <a:pt x="7422133" y="913279"/>
                  </a:lnTo>
                  <a:lnTo>
                    <a:pt x="7420851" y="913279"/>
                  </a:lnTo>
                  <a:lnTo>
                    <a:pt x="7419569" y="913279"/>
                  </a:lnTo>
                  <a:lnTo>
                    <a:pt x="7418287" y="913279"/>
                  </a:lnTo>
                  <a:lnTo>
                    <a:pt x="7417006" y="913279"/>
                  </a:lnTo>
                  <a:lnTo>
                    <a:pt x="7415724" y="913279"/>
                  </a:lnTo>
                  <a:lnTo>
                    <a:pt x="7414442" y="913279"/>
                  </a:lnTo>
                  <a:lnTo>
                    <a:pt x="7413160" y="913279"/>
                  </a:lnTo>
                  <a:lnTo>
                    <a:pt x="7411878" y="913279"/>
                  </a:lnTo>
                  <a:lnTo>
                    <a:pt x="7410596" y="913279"/>
                  </a:lnTo>
                  <a:lnTo>
                    <a:pt x="7409315" y="913279"/>
                  </a:lnTo>
                  <a:lnTo>
                    <a:pt x="7408033" y="913279"/>
                  </a:lnTo>
                  <a:lnTo>
                    <a:pt x="7406751" y="913279"/>
                  </a:lnTo>
                  <a:lnTo>
                    <a:pt x="7405469" y="913279"/>
                  </a:lnTo>
                  <a:lnTo>
                    <a:pt x="7404187" y="913279"/>
                  </a:lnTo>
                  <a:lnTo>
                    <a:pt x="7402905" y="913279"/>
                  </a:lnTo>
                  <a:lnTo>
                    <a:pt x="7401623" y="913279"/>
                  </a:lnTo>
                  <a:lnTo>
                    <a:pt x="7400342" y="913279"/>
                  </a:lnTo>
                  <a:lnTo>
                    <a:pt x="7399060" y="913279"/>
                  </a:lnTo>
                  <a:lnTo>
                    <a:pt x="7397778" y="913279"/>
                  </a:lnTo>
                  <a:lnTo>
                    <a:pt x="7396496" y="913279"/>
                  </a:lnTo>
                  <a:lnTo>
                    <a:pt x="7395214" y="913279"/>
                  </a:lnTo>
                  <a:lnTo>
                    <a:pt x="7393932" y="913279"/>
                  </a:lnTo>
                  <a:lnTo>
                    <a:pt x="7392651" y="913279"/>
                  </a:lnTo>
                  <a:lnTo>
                    <a:pt x="7391369" y="913279"/>
                  </a:lnTo>
                  <a:lnTo>
                    <a:pt x="7390087" y="913279"/>
                  </a:lnTo>
                  <a:lnTo>
                    <a:pt x="7388805" y="913279"/>
                  </a:lnTo>
                  <a:lnTo>
                    <a:pt x="7387523" y="913279"/>
                  </a:lnTo>
                  <a:lnTo>
                    <a:pt x="7386241" y="913279"/>
                  </a:lnTo>
                  <a:lnTo>
                    <a:pt x="7384960" y="913279"/>
                  </a:lnTo>
                  <a:lnTo>
                    <a:pt x="7383678" y="913279"/>
                  </a:lnTo>
                  <a:lnTo>
                    <a:pt x="7382396" y="913279"/>
                  </a:lnTo>
                  <a:lnTo>
                    <a:pt x="7381114" y="913279"/>
                  </a:lnTo>
                  <a:lnTo>
                    <a:pt x="7379832" y="913279"/>
                  </a:lnTo>
                  <a:lnTo>
                    <a:pt x="7378550" y="913279"/>
                  </a:lnTo>
                  <a:lnTo>
                    <a:pt x="7377268" y="913279"/>
                  </a:lnTo>
                  <a:lnTo>
                    <a:pt x="7375987" y="913279"/>
                  </a:lnTo>
                  <a:lnTo>
                    <a:pt x="7374705" y="913279"/>
                  </a:lnTo>
                  <a:lnTo>
                    <a:pt x="7373423" y="913279"/>
                  </a:lnTo>
                  <a:lnTo>
                    <a:pt x="7372141" y="913279"/>
                  </a:lnTo>
                  <a:lnTo>
                    <a:pt x="7370859" y="913279"/>
                  </a:lnTo>
                  <a:lnTo>
                    <a:pt x="7369577" y="913279"/>
                  </a:lnTo>
                  <a:lnTo>
                    <a:pt x="7368296" y="913279"/>
                  </a:lnTo>
                  <a:lnTo>
                    <a:pt x="7367014" y="913279"/>
                  </a:lnTo>
                  <a:lnTo>
                    <a:pt x="7365732" y="913279"/>
                  </a:lnTo>
                  <a:lnTo>
                    <a:pt x="7364450" y="913279"/>
                  </a:lnTo>
                  <a:lnTo>
                    <a:pt x="7363168" y="913279"/>
                  </a:lnTo>
                  <a:lnTo>
                    <a:pt x="7361886" y="913279"/>
                  </a:lnTo>
                  <a:lnTo>
                    <a:pt x="7360604" y="913279"/>
                  </a:lnTo>
                  <a:lnTo>
                    <a:pt x="7359323" y="913279"/>
                  </a:lnTo>
                  <a:lnTo>
                    <a:pt x="7358041" y="913279"/>
                  </a:lnTo>
                  <a:lnTo>
                    <a:pt x="7356759" y="913279"/>
                  </a:lnTo>
                  <a:lnTo>
                    <a:pt x="7355477" y="913279"/>
                  </a:lnTo>
                  <a:lnTo>
                    <a:pt x="7354195" y="913279"/>
                  </a:lnTo>
                  <a:lnTo>
                    <a:pt x="7352913" y="913279"/>
                  </a:lnTo>
                  <a:lnTo>
                    <a:pt x="7351632" y="913279"/>
                  </a:lnTo>
                  <a:lnTo>
                    <a:pt x="7350350" y="913279"/>
                  </a:lnTo>
                  <a:lnTo>
                    <a:pt x="7349068" y="913279"/>
                  </a:lnTo>
                  <a:lnTo>
                    <a:pt x="7347786" y="913279"/>
                  </a:lnTo>
                  <a:lnTo>
                    <a:pt x="7346504" y="913279"/>
                  </a:lnTo>
                  <a:lnTo>
                    <a:pt x="7345222" y="913279"/>
                  </a:lnTo>
                  <a:lnTo>
                    <a:pt x="7343940" y="913279"/>
                  </a:lnTo>
                  <a:lnTo>
                    <a:pt x="7342659" y="913279"/>
                  </a:lnTo>
                  <a:lnTo>
                    <a:pt x="7341377" y="913279"/>
                  </a:lnTo>
                  <a:lnTo>
                    <a:pt x="7340095" y="913279"/>
                  </a:lnTo>
                  <a:lnTo>
                    <a:pt x="7338813" y="913279"/>
                  </a:lnTo>
                  <a:lnTo>
                    <a:pt x="7337531" y="913279"/>
                  </a:lnTo>
                  <a:lnTo>
                    <a:pt x="7336249" y="913279"/>
                  </a:lnTo>
                  <a:lnTo>
                    <a:pt x="7334968" y="913279"/>
                  </a:lnTo>
                  <a:lnTo>
                    <a:pt x="7333686" y="913279"/>
                  </a:lnTo>
                  <a:lnTo>
                    <a:pt x="7332404" y="913279"/>
                  </a:lnTo>
                  <a:lnTo>
                    <a:pt x="7331122" y="913279"/>
                  </a:lnTo>
                  <a:lnTo>
                    <a:pt x="7329840" y="913279"/>
                  </a:lnTo>
                  <a:lnTo>
                    <a:pt x="7328558" y="913279"/>
                  </a:lnTo>
                  <a:lnTo>
                    <a:pt x="7327277" y="913279"/>
                  </a:lnTo>
                  <a:lnTo>
                    <a:pt x="7325995" y="913279"/>
                  </a:lnTo>
                  <a:lnTo>
                    <a:pt x="7324713" y="913279"/>
                  </a:lnTo>
                  <a:lnTo>
                    <a:pt x="7323431" y="913279"/>
                  </a:lnTo>
                  <a:lnTo>
                    <a:pt x="7322149" y="913279"/>
                  </a:lnTo>
                  <a:lnTo>
                    <a:pt x="7320867" y="913279"/>
                  </a:lnTo>
                  <a:lnTo>
                    <a:pt x="7319585" y="913279"/>
                  </a:lnTo>
                  <a:lnTo>
                    <a:pt x="7318304" y="913279"/>
                  </a:lnTo>
                  <a:lnTo>
                    <a:pt x="7317022" y="913279"/>
                  </a:lnTo>
                  <a:lnTo>
                    <a:pt x="7315740" y="913279"/>
                  </a:lnTo>
                  <a:lnTo>
                    <a:pt x="7314458" y="913279"/>
                  </a:lnTo>
                  <a:lnTo>
                    <a:pt x="7313176" y="913279"/>
                  </a:lnTo>
                  <a:lnTo>
                    <a:pt x="7311894" y="913279"/>
                  </a:lnTo>
                  <a:lnTo>
                    <a:pt x="7310613" y="913279"/>
                  </a:lnTo>
                  <a:lnTo>
                    <a:pt x="7309331" y="913279"/>
                  </a:lnTo>
                  <a:lnTo>
                    <a:pt x="7308049" y="913279"/>
                  </a:lnTo>
                  <a:lnTo>
                    <a:pt x="7306767" y="913279"/>
                  </a:lnTo>
                  <a:lnTo>
                    <a:pt x="7305485" y="913279"/>
                  </a:lnTo>
                  <a:lnTo>
                    <a:pt x="7304203" y="913279"/>
                  </a:lnTo>
                  <a:lnTo>
                    <a:pt x="7302921" y="913279"/>
                  </a:lnTo>
                  <a:lnTo>
                    <a:pt x="7301640" y="913279"/>
                  </a:lnTo>
                  <a:lnTo>
                    <a:pt x="7300358" y="913279"/>
                  </a:lnTo>
                  <a:lnTo>
                    <a:pt x="7299076" y="913279"/>
                  </a:lnTo>
                  <a:lnTo>
                    <a:pt x="7297794" y="913279"/>
                  </a:lnTo>
                  <a:lnTo>
                    <a:pt x="7296512" y="913279"/>
                  </a:lnTo>
                  <a:lnTo>
                    <a:pt x="7295230" y="913279"/>
                  </a:lnTo>
                  <a:lnTo>
                    <a:pt x="7293949" y="913279"/>
                  </a:lnTo>
                  <a:lnTo>
                    <a:pt x="7292667" y="913279"/>
                  </a:lnTo>
                  <a:lnTo>
                    <a:pt x="7291385" y="913279"/>
                  </a:lnTo>
                  <a:lnTo>
                    <a:pt x="7290103" y="913279"/>
                  </a:lnTo>
                  <a:lnTo>
                    <a:pt x="7288821" y="913279"/>
                  </a:lnTo>
                  <a:lnTo>
                    <a:pt x="7287539" y="913279"/>
                  </a:lnTo>
                  <a:lnTo>
                    <a:pt x="7286258" y="913279"/>
                  </a:lnTo>
                  <a:lnTo>
                    <a:pt x="7284976" y="913279"/>
                  </a:lnTo>
                  <a:lnTo>
                    <a:pt x="7283694" y="913279"/>
                  </a:lnTo>
                  <a:lnTo>
                    <a:pt x="7282412" y="913279"/>
                  </a:lnTo>
                  <a:lnTo>
                    <a:pt x="7281130" y="913279"/>
                  </a:lnTo>
                  <a:lnTo>
                    <a:pt x="7279848" y="913279"/>
                  </a:lnTo>
                  <a:lnTo>
                    <a:pt x="7278566" y="913279"/>
                  </a:lnTo>
                  <a:lnTo>
                    <a:pt x="7277285" y="913279"/>
                  </a:lnTo>
                  <a:lnTo>
                    <a:pt x="7276003" y="913279"/>
                  </a:lnTo>
                  <a:lnTo>
                    <a:pt x="7274721" y="913279"/>
                  </a:lnTo>
                  <a:lnTo>
                    <a:pt x="7273439" y="913279"/>
                  </a:lnTo>
                  <a:lnTo>
                    <a:pt x="7272157" y="913279"/>
                  </a:lnTo>
                  <a:lnTo>
                    <a:pt x="7270875" y="913279"/>
                  </a:lnTo>
                  <a:lnTo>
                    <a:pt x="7269594" y="913279"/>
                  </a:lnTo>
                  <a:lnTo>
                    <a:pt x="7268312" y="913279"/>
                  </a:lnTo>
                  <a:lnTo>
                    <a:pt x="7267030" y="913279"/>
                  </a:lnTo>
                  <a:lnTo>
                    <a:pt x="7265748" y="913279"/>
                  </a:lnTo>
                  <a:lnTo>
                    <a:pt x="7264466" y="913279"/>
                  </a:lnTo>
                  <a:lnTo>
                    <a:pt x="7263184" y="913279"/>
                  </a:lnTo>
                  <a:lnTo>
                    <a:pt x="7261902" y="913279"/>
                  </a:lnTo>
                  <a:lnTo>
                    <a:pt x="7260621" y="913279"/>
                  </a:lnTo>
                  <a:lnTo>
                    <a:pt x="7259339" y="913279"/>
                  </a:lnTo>
                  <a:lnTo>
                    <a:pt x="7258057" y="913279"/>
                  </a:lnTo>
                  <a:lnTo>
                    <a:pt x="7256775" y="913279"/>
                  </a:lnTo>
                  <a:lnTo>
                    <a:pt x="7255493" y="913279"/>
                  </a:lnTo>
                  <a:lnTo>
                    <a:pt x="7254211" y="913279"/>
                  </a:lnTo>
                  <a:lnTo>
                    <a:pt x="7252930" y="913279"/>
                  </a:lnTo>
                  <a:lnTo>
                    <a:pt x="7251648" y="913279"/>
                  </a:lnTo>
                  <a:lnTo>
                    <a:pt x="7250366" y="913279"/>
                  </a:lnTo>
                  <a:lnTo>
                    <a:pt x="7249084" y="913279"/>
                  </a:lnTo>
                  <a:lnTo>
                    <a:pt x="7247802" y="913279"/>
                  </a:lnTo>
                  <a:lnTo>
                    <a:pt x="7246520" y="913279"/>
                  </a:lnTo>
                  <a:lnTo>
                    <a:pt x="7245239" y="913279"/>
                  </a:lnTo>
                  <a:lnTo>
                    <a:pt x="7243957" y="913279"/>
                  </a:lnTo>
                  <a:lnTo>
                    <a:pt x="7242675" y="913279"/>
                  </a:lnTo>
                  <a:lnTo>
                    <a:pt x="7241393" y="913279"/>
                  </a:lnTo>
                  <a:lnTo>
                    <a:pt x="7240111" y="913279"/>
                  </a:lnTo>
                  <a:lnTo>
                    <a:pt x="7238829" y="913279"/>
                  </a:lnTo>
                  <a:lnTo>
                    <a:pt x="7237547" y="913279"/>
                  </a:lnTo>
                  <a:lnTo>
                    <a:pt x="7236266" y="913279"/>
                  </a:lnTo>
                  <a:lnTo>
                    <a:pt x="7234984" y="913279"/>
                  </a:lnTo>
                  <a:lnTo>
                    <a:pt x="7233702" y="913279"/>
                  </a:lnTo>
                  <a:lnTo>
                    <a:pt x="7232420" y="913279"/>
                  </a:lnTo>
                  <a:lnTo>
                    <a:pt x="7231138" y="913279"/>
                  </a:lnTo>
                  <a:lnTo>
                    <a:pt x="7229856" y="913279"/>
                  </a:lnTo>
                  <a:lnTo>
                    <a:pt x="7228575" y="913279"/>
                  </a:lnTo>
                  <a:lnTo>
                    <a:pt x="7227293" y="913279"/>
                  </a:lnTo>
                  <a:lnTo>
                    <a:pt x="7226011" y="913279"/>
                  </a:lnTo>
                  <a:lnTo>
                    <a:pt x="7224729" y="913279"/>
                  </a:lnTo>
                  <a:lnTo>
                    <a:pt x="7223447" y="913279"/>
                  </a:lnTo>
                  <a:lnTo>
                    <a:pt x="7222165" y="913279"/>
                  </a:lnTo>
                  <a:lnTo>
                    <a:pt x="7220883" y="913279"/>
                  </a:lnTo>
                  <a:lnTo>
                    <a:pt x="7219602" y="913279"/>
                  </a:lnTo>
                  <a:lnTo>
                    <a:pt x="7218320" y="913279"/>
                  </a:lnTo>
                  <a:lnTo>
                    <a:pt x="7217038" y="913279"/>
                  </a:lnTo>
                  <a:lnTo>
                    <a:pt x="7215756" y="913279"/>
                  </a:lnTo>
                  <a:lnTo>
                    <a:pt x="7214474" y="913279"/>
                  </a:lnTo>
                  <a:lnTo>
                    <a:pt x="7213192" y="913279"/>
                  </a:lnTo>
                  <a:lnTo>
                    <a:pt x="7211911" y="913279"/>
                  </a:lnTo>
                  <a:lnTo>
                    <a:pt x="7210629" y="913279"/>
                  </a:lnTo>
                  <a:lnTo>
                    <a:pt x="7209347" y="913279"/>
                  </a:lnTo>
                  <a:lnTo>
                    <a:pt x="7208065" y="913279"/>
                  </a:lnTo>
                  <a:lnTo>
                    <a:pt x="7206783" y="913279"/>
                  </a:lnTo>
                  <a:lnTo>
                    <a:pt x="7205501" y="913279"/>
                  </a:lnTo>
                  <a:lnTo>
                    <a:pt x="7204219" y="913279"/>
                  </a:lnTo>
                  <a:lnTo>
                    <a:pt x="7202938" y="913279"/>
                  </a:lnTo>
                  <a:lnTo>
                    <a:pt x="7201656" y="913279"/>
                  </a:lnTo>
                  <a:lnTo>
                    <a:pt x="7200374" y="913279"/>
                  </a:lnTo>
                  <a:lnTo>
                    <a:pt x="7199092" y="913279"/>
                  </a:lnTo>
                  <a:lnTo>
                    <a:pt x="7197810" y="913279"/>
                  </a:lnTo>
                  <a:lnTo>
                    <a:pt x="7196528" y="913279"/>
                  </a:lnTo>
                  <a:lnTo>
                    <a:pt x="7195247" y="913279"/>
                  </a:lnTo>
                  <a:lnTo>
                    <a:pt x="7193965" y="913279"/>
                  </a:lnTo>
                  <a:lnTo>
                    <a:pt x="7192683" y="913279"/>
                  </a:lnTo>
                  <a:lnTo>
                    <a:pt x="7191401" y="913279"/>
                  </a:lnTo>
                  <a:lnTo>
                    <a:pt x="7190119" y="913279"/>
                  </a:lnTo>
                  <a:lnTo>
                    <a:pt x="7188837" y="913279"/>
                  </a:lnTo>
                  <a:lnTo>
                    <a:pt x="7187556" y="913279"/>
                  </a:lnTo>
                  <a:lnTo>
                    <a:pt x="7186274" y="913279"/>
                  </a:lnTo>
                  <a:lnTo>
                    <a:pt x="7184992" y="913279"/>
                  </a:lnTo>
                  <a:lnTo>
                    <a:pt x="7183710" y="913279"/>
                  </a:lnTo>
                  <a:lnTo>
                    <a:pt x="7182428" y="913279"/>
                  </a:lnTo>
                  <a:lnTo>
                    <a:pt x="7181146" y="913279"/>
                  </a:lnTo>
                  <a:lnTo>
                    <a:pt x="7179864" y="913279"/>
                  </a:lnTo>
                  <a:lnTo>
                    <a:pt x="7178583" y="913279"/>
                  </a:lnTo>
                  <a:lnTo>
                    <a:pt x="7177301" y="913279"/>
                  </a:lnTo>
                  <a:lnTo>
                    <a:pt x="7176019" y="913279"/>
                  </a:lnTo>
                  <a:lnTo>
                    <a:pt x="7174737" y="913279"/>
                  </a:lnTo>
                  <a:lnTo>
                    <a:pt x="7173455" y="913279"/>
                  </a:lnTo>
                  <a:lnTo>
                    <a:pt x="7172173" y="913279"/>
                  </a:lnTo>
                  <a:lnTo>
                    <a:pt x="7170892" y="913279"/>
                  </a:lnTo>
                  <a:lnTo>
                    <a:pt x="7169610" y="913279"/>
                  </a:lnTo>
                  <a:lnTo>
                    <a:pt x="7168328" y="913279"/>
                  </a:lnTo>
                  <a:lnTo>
                    <a:pt x="7167046" y="913279"/>
                  </a:lnTo>
                  <a:lnTo>
                    <a:pt x="7165764" y="913279"/>
                  </a:lnTo>
                  <a:lnTo>
                    <a:pt x="7164482" y="913279"/>
                  </a:lnTo>
                  <a:lnTo>
                    <a:pt x="7163200" y="913279"/>
                  </a:lnTo>
                  <a:lnTo>
                    <a:pt x="7161919" y="913279"/>
                  </a:lnTo>
                  <a:lnTo>
                    <a:pt x="7160637" y="913279"/>
                  </a:lnTo>
                  <a:lnTo>
                    <a:pt x="7159355" y="913279"/>
                  </a:lnTo>
                  <a:lnTo>
                    <a:pt x="7158073" y="913279"/>
                  </a:lnTo>
                  <a:lnTo>
                    <a:pt x="7156791" y="913279"/>
                  </a:lnTo>
                  <a:lnTo>
                    <a:pt x="7155509" y="913279"/>
                  </a:lnTo>
                  <a:lnTo>
                    <a:pt x="7154228" y="913279"/>
                  </a:lnTo>
                  <a:lnTo>
                    <a:pt x="7152946" y="913279"/>
                  </a:lnTo>
                  <a:lnTo>
                    <a:pt x="7151664" y="913279"/>
                  </a:lnTo>
                  <a:lnTo>
                    <a:pt x="7150382" y="913279"/>
                  </a:lnTo>
                  <a:lnTo>
                    <a:pt x="7149100" y="913279"/>
                  </a:lnTo>
                  <a:lnTo>
                    <a:pt x="7147818" y="913279"/>
                  </a:lnTo>
                  <a:lnTo>
                    <a:pt x="7146537" y="913279"/>
                  </a:lnTo>
                  <a:lnTo>
                    <a:pt x="7145255" y="913279"/>
                  </a:lnTo>
                  <a:lnTo>
                    <a:pt x="7143973" y="913279"/>
                  </a:lnTo>
                  <a:lnTo>
                    <a:pt x="7142691" y="913279"/>
                  </a:lnTo>
                  <a:lnTo>
                    <a:pt x="7141409" y="913279"/>
                  </a:lnTo>
                  <a:lnTo>
                    <a:pt x="7140127" y="913279"/>
                  </a:lnTo>
                  <a:lnTo>
                    <a:pt x="7138845" y="913279"/>
                  </a:lnTo>
                  <a:lnTo>
                    <a:pt x="7137564" y="913279"/>
                  </a:lnTo>
                  <a:lnTo>
                    <a:pt x="7136282" y="913279"/>
                  </a:lnTo>
                  <a:lnTo>
                    <a:pt x="7135000" y="913279"/>
                  </a:lnTo>
                  <a:lnTo>
                    <a:pt x="7133718" y="913279"/>
                  </a:lnTo>
                  <a:lnTo>
                    <a:pt x="7132436" y="913279"/>
                  </a:lnTo>
                  <a:lnTo>
                    <a:pt x="7131154" y="913279"/>
                  </a:lnTo>
                  <a:lnTo>
                    <a:pt x="7129873" y="913279"/>
                  </a:lnTo>
                  <a:lnTo>
                    <a:pt x="7128591" y="913279"/>
                  </a:lnTo>
                  <a:lnTo>
                    <a:pt x="7127309" y="913279"/>
                  </a:lnTo>
                  <a:lnTo>
                    <a:pt x="7126027" y="913279"/>
                  </a:lnTo>
                  <a:lnTo>
                    <a:pt x="7124745" y="913279"/>
                  </a:lnTo>
                  <a:lnTo>
                    <a:pt x="7123463" y="913279"/>
                  </a:lnTo>
                  <a:lnTo>
                    <a:pt x="7122181" y="913279"/>
                  </a:lnTo>
                  <a:lnTo>
                    <a:pt x="7120900" y="913279"/>
                  </a:lnTo>
                  <a:lnTo>
                    <a:pt x="7119618" y="913279"/>
                  </a:lnTo>
                  <a:lnTo>
                    <a:pt x="7118336" y="913279"/>
                  </a:lnTo>
                  <a:lnTo>
                    <a:pt x="7117054" y="913279"/>
                  </a:lnTo>
                  <a:lnTo>
                    <a:pt x="7115772" y="913279"/>
                  </a:lnTo>
                  <a:lnTo>
                    <a:pt x="7114490" y="913279"/>
                  </a:lnTo>
                  <a:lnTo>
                    <a:pt x="7113209" y="913279"/>
                  </a:lnTo>
                  <a:lnTo>
                    <a:pt x="7111927" y="913279"/>
                  </a:lnTo>
                  <a:lnTo>
                    <a:pt x="7110645" y="913279"/>
                  </a:lnTo>
                  <a:lnTo>
                    <a:pt x="7109363" y="913279"/>
                  </a:lnTo>
                  <a:lnTo>
                    <a:pt x="7108081" y="913279"/>
                  </a:lnTo>
                  <a:lnTo>
                    <a:pt x="7106799" y="913279"/>
                  </a:lnTo>
                  <a:lnTo>
                    <a:pt x="7105517" y="913279"/>
                  </a:lnTo>
                  <a:lnTo>
                    <a:pt x="7104236" y="913279"/>
                  </a:lnTo>
                  <a:lnTo>
                    <a:pt x="7102954" y="913279"/>
                  </a:lnTo>
                  <a:lnTo>
                    <a:pt x="7101672" y="913279"/>
                  </a:lnTo>
                  <a:lnTo>
                    <a:pt x="7100390" y="913279"/>
                  </a:lnTo>
                  <a:lnTo>
                    <a:pt x="7099108" y="913279"/>
                  </a:lnTo>
                  <a:lnTo>
                    <a:pt x="7097826" y="913279"/>
                  </a:lnTo>
                  <a:lnTo>
                    <a:pt x="7096545" y="913279"/>
                  </a:lnTo>
                  <a:lnTo>
                    <a:pt x="7095263" y="913279"/>
                  </a:lnTo>
                  <a:lnTo>
                    <a:pt x="7093981" y="913279"/>
                  </a:lnTo>
                  <a:lnTo>
                    <a:pt x="7092699" y="913279"/>
                  </a:lnTo>
                  <a:lnTo>
                    <a:pt x="7091417" y="913279"/>
                  </a:lnTo>
                  <a:lnTo>
                    <a:pt x="7090135" y="913279"/>
                  </a:lnTo>
                  <a:lnTo>
                    <a:pt x="7088854" y="913279"/>
                  </a:lnTo>
                  <a:lnTo>
                    <a:pt x="7087572" y="913279"/>
                  </a:lnTo>
                  <a:lnTo>
                    <a:pt x="7086290" y="913279"/>
                  </a:lnTo>
                  <a:lnTo>
                    <a:pt x="7085008" y="913279"/>
                  </a:lnTo>
                  <a:lnTo>
                    <a:pt x="7083726" y="913279"/>
                  </a:lnTo>
                  <a:lnTo>
                    <a:pt x="7082444" y="913279"/>
                  </a:lnTo>
                  <a:lnTo>
                    <a:pt x="7081162" y="913279"/>
                  </a:lnTo>
                  <a:lnTo>
                    <a:pt x="7079881" y="913279"/>
                  </a:lnTo>
                  <a:lnTo>
                    <a:pt x="7078599" y="913279"/>
                  </a:lnTo>
                  <a:lnTo>
                    <a:pt x="7077317" y="913279"/>
                  </a:lnTo>
                  <a:lnTo>
                    <a:pt x="7076035" y="913279"/>
                  </a:lnTo>
                  <a:lnTo>
                    <a:pt x="7074753" y="913279"/>
                  </a:lnTo>
                  <a:lnTo>
                    <a:pt x="7073471" y="913279"/>
                  </a:lnTo>
                  <a:lnTo>
                    <a:pt x="7072190" y="913279"/>
                  </a:lnTo>
                  <a:lnTo>
                    <a:pt x="7070908" y="913279"/>
                  </a:lnTo>
                  <a:lnTo>
                    <a:pt x="7069626" y="913279"/>
                  </a:lnTo>
                  <a:lnTo>
                    <a:pt x="7068344" y="913279"/>
                  </a:lnTo>
                  <a:lnTo>
                    <a:pt x="7067062" y="913279"/>
                  </a:lnTo>
                  <a:lnTo>
                    <a:pt x="7065780" y="913279"/>
                  </a:lnTo>
                  <a:lnTo>
                    <a:pt x="7064498" y="913279"/>
                  </a:lnTo>
                  <a:lnTo>
                    <a:pt x="7063217" y="913279"/>
                  </a:lnTo>
                  <a:lnTo>
                    <a:pt x="7061935" y="913279"/>
                  </a:lnTo>
                  <a:lnTo>
                    <a:pt x="7060653" y="913279"/>
                  </a:lnTo>
                  <a:lnTo>
                    <a:pt x="7059371" y="913279"/>
                  </a:lnTo>
                  <a:lnTo>
                    <a:pt x="7058089" y="913279"/>
                  </a:lnTo>
                  <a:lnTo>
                    <a:pt x="7056807" y="913279"/>
                  </a:lnTo>
                  <a:lnTo>
                    <a:pt x="7055526" y="913279"/>
                  </a:lnTo>
                  <a:lnTo>
                    <a:pt x="7054244" y="913279"/>
                  </a:lnTo>
                  <a:lnTo>
                    <a:pt x="7052962" y="913279"/>
                  </a:lnTo>
                  <a:lnTo>
                    <a:pt x="7051680" y="913279"/>
                  </a:lnTo>
                  <a:lnTo>
                    <a:pt x="7050398" y="913279"/>
                  </a:lnTo>
                  <a:lnTo>
                    <a:pt x="7049116" y="913279"/>
                  </a:lnTo>
                  <a:lnTo>
                    <a:pt x="7047835" y="913279"/>
                  </a:lnTo>
                  <a:lnTo>
                    <a:pt x="7046553" y="913279"/>
                  </a:lnTo>
                  <a:lnTo>
                    <a:pt x="7045271" y="913279"/>
                  </a:lnTo>
                  <a:lnTo>
                    <a:pt x="7043989" y="913279"/>
                  </a:lnTo>
                  <a:lnTo>
                    <a:pt x="7042707" y="913279"/>
                  </a:lnTo>
                  <a:lnTo>
                    <a:pt x="7041425" y="913279"/>
                  </a:lnTo>
                  <a:lnTo>
                    <a:pt x="7040143" y="913279"/>
                  </a:lnTo>
                  <a:lnTo>
                    <a:pt x="7038862" y="913279"/>
                  </a:lnTo>
                  <a:lnTo>
                    <a:pt x="7037580" y="913279"/>
                  </a:lnTo>
                  <a:lnTo>
                    <a:pt x="7036298" y="913279"/>
                  </a:lnTo>
                  <a:lnTo>
                    <a:pt x="7035016" y="913279"/>
                  </a:lnTo>
                  <a:lnTo>
                    <a:pt x="7033734" y="913279"/>
                  </a:lnTo>
                  <a:lnTo>
                    <a:pt x="7032452" y="913279"/>
                  </a:lnTo>
                  <a:lnTo>
                    <a:pt x="7031171" y="913279"/>
                  </a:lnTo>
                  <a:lnTo>
                    <a:pt x="7029889" y="913279"/>
                  </a:lnTo>
                  <a:lnTo>
                    <a:pt x="7028607" y="913279"/>
                  </a:lnTo>
                  <a:lnTo>
                    <a:pt x="7027325" y="913279"/>
                  </a:lnTo>
                  <a:lnTo>
                    <a:pt x="7026043" y="913279"/>
                  </a:lnTo>
                  <a:lnTo>
                    <a:pt x="7024761" y="913279"/>
                  </a:lnTo>
                  <a:lnTo>
                    <a:pt x="7023479" y="913279"/>
                  </a:lnTo>
                  <a:lnTo>
                    <a:pt x="7022198" y="913279"/>
                  </a:lnTo>
                  <a:lnTo>
                    <a:pt x="7020916" y="913279"/>
                  </a:lnTo>
                  <a:lnTo>
                    <a:pt x="7019634" y="913279"/>
                  </a:lnTo>
                  <a:lnTo>
                    <a:pt x="7018352" y="913279"/>
                  </a:lnTo>
                  <a:lnTo>
                    <a:pt x="7017070" y="913279"/>
                  </a:lnTo>
                  <a:lnTo>
                    <a:pt x="7015788" y="913279"/>
                  </a:lnTo>
                  <a:lnTo>
                    <a:pt x="7014507" y="913279"/>
                  </a:lnTo>
                  <a:lnTo>
                    <a:pt x="7013225" y="913279"/>
                  </a:lnTo>
                  <a:lnTo>
                    <a:pt x="7011943" y="913279"/>
                  </a:lnTo>
                  <a:lnTo>
                    <a:pt x="7010661" y="913279"/>
                  </a:lnTo>
                  <a:lnTo>
                    <a:pt x="7009379" y="913279"/>
                  </a:lnTo>
                  <a:lnTo>
                    <a:pt x="7008097" y="913279"/>
                  </a:lnTo>
                  <a:lnTo>
                    <a:pt x="7006816" y="913279"/>
                  </a:lnTo>
                  <a:lnTo>
                    <a:pt x="7005534" y="913279"/>
                  </a:lnTo>
                  <a:lnTo>
                    <a:pt x="7004252" y="913279"/>
                  </a:lnTo>
                  <a:lnTo>
                    <a:pt x="7002970" y="913279"/>
                  </a:lnTo>
                  <a:lnTo>
                    <a:pt x="7001688" y="913279"/>
                  </a:lnTo>
                  <a:lnTo>
                    <a:pt x="7000406" y="913279"/>
                  </a:lnTo>
                  <a:lnTo>
                    <a:pt x="6999124" y="913279"/>
                  </a:lnTo>
                  <a:lnTo>
                    <a:pt x="6997843" y="913279"/>
                  </a:lnTo>
                  <a:lnTo>
                    <a:pt x="6996561" y="913279"/>
                  </a:lnTo>
                  <a:lnTo>
                    <a:pt x="6995279" y="913279"/>
                  </a:lnTo>
                  <a:lnTo>
                    <a:pt x="6993997" y="913279"/>
                  </a:lnTo>
                  <a:lnTo>
                    <a:pt x="6992715" y="913279"/>
                  </a:lnTo>
                  <a:lnTo>
                    <a:pt x="6991433" y="913279"/>
                  </a:lnTo>
                  <a:lnTo>
                    <a:pt x="6990152" y="913279"/>
                  </a:lnTo>
                  <a:lnTo>
                    <a:pt x="6988870" y="913279"/>
                  </a:lnTo>
                  <a:lnTo>
                    <a:pt x="6987588" y="913279"/>
                  </a:lnTo>
                  <a:lnTo>
                    <a:pt x="6986306" y="913279"/>
                  </a:lnTo>
                  <a:lnTo>
                    <a:pt x="6985024" y="913279"/>
                  </a:lnTo>
                  <a:lnTo>
                    <a:pt x="6983742" y="913279"/>
                  </a:lnTo>
                  <a:lnTo>
                    <a:pt x="6982460" y="913279"/>
                  </a:lnTo>
                  <a:lnTo>
                    <a:pt x="6981179" y="913279"/>
                  </a:lnTo>
                  <a:lnTo>
                    <a:pt x="6979897" y="913279"/>
                  </a:lnTo>
                  <a:lnTo>
                    <a:pt x="6978615" y="913279"/>
                  </a:lnTo>
                  <a:lnTo>
                    <a:pt x="6977333" y="913279"/>
                  </a:lnTo>
                  <a:lnTo>
                    <a:pt x="6976051" y="913279"/>
                  </a:lnTo>
                  <a:lnTo>
                    <a:pt x="6974769" y="913279"/>
                  </a:lnTo>
                  <a:lnTo>
                    <a:pt x="6973488" y="913279"/>
                  </a:lnTo>
                  <a:lnTo>
                    <a:pt x="6972206" y="913279"/>
                  </a:lnTo>
                  <a:lnTo>
                    <a:pt x="6970924" y="913279"/>
                  </a:lnTo>
                  <a:lnTo>
                    <a:pt x="6969642" y="913279"/>
                  </a:lnTo>
                  <a:lnTo>
                    <a:pt x="6968360" y="913279"/>
                  </a:lnTo>
                  <a:lnTo>
                    <a:pt x="6967078" y="913279"/>
                  </a:lnTo>
                  <a:lnTo>
                    <a:pt x="6965796" y="913279"/>
                  </a:lnTo>
                  <a:lnTo>
                    <a:pt x="6964515" y="913279"/>
                  </a:lnTo>
                  <a:lnTo>
                    <a:pt x="6963233" y="913279"/>
                  </a:lnTo>
                  <a:lnTo>
                    <a:pt x="6961951" y="913279"/>
                  </a:lnTo>
                  <a:lnTo>
                    <a:pt x="6960669" y="913279"/>
                  </a:lnTo>
                  <a:lnTo>
                    <a:pt x="6959387" y="913279"/>
                  </a:lnTo>
                  <a:lnTo>
                    <a:pt x="6958105" y="913279"/>
                  </a:lnTo>
                  <a:lnTo>
                    <a:pt x="6956824" y="913279"/>
                  </a:lnTo>
                  <a:lnTo>
                    <a:pt x="6955542" y="913279"/>
                  </a:lnTo>
                  <a:lnTo>
                    <a:pt x="6954260" y="913279"/>
                  </a:lnTo>
                  <a:lnTo>
                    <a:pt x="6952978" y="913279"/>
                  </a:lnTo>
                  <a:lnTo>
                    <a:pt x="6951696" y="913279"/>
                  </a:lnTo>
                  <a:lnTo>
                    <a:pt x="6950414" y="913279"/>
                  </a:lnTo>
                  <a:lnTo>
                    <a:pt x="6949133" y="913279"/>
                  </a:lnTo>
                  <a:lnTo>
                    <a:pt x="6947851" y="913279"/>
                  </a:lnTo>
                  <a:lnTo>
                    <a:pt x="6946569" y="913279"/>
                  </a:lnTo>
                  <a:lnTo>
                    <a:pt x="6945287" y="913279"/>
                  </a:lnTo>
                  <a:lnTo>
                    <a:pt x="6944005" y="913279"/>
                  </a:lnTo>
                  <a:lnTo>
                    <a:pt x="6942723" y="913279"/>
                  </a:lnTo>
                  <a:lnTo>
                    <a:pt x="6941441" y="913279"/>
                  </a:lnTo>
                  <a:lnTo>
                    <a:pt x="6940160" y="913279"/>
                  </a:lnTo>
                  <a:lnTo>
                    <a:pt x="6938878" y="913279"/>
                  </a:lnTo>
                  <a:lnTo>
                    <a:pt x="6937596" y="913279"/>
                  </a:lnTo>
                  <a:lnTo>
                    <a:pt x="6936314" y="913279"/>
                  </a:lnTo>
                  <a:lnTo>
                    <a:pt x="6935032" y="913279"/>
                  </a:lnTo>
                  <a:lnTo>
                    <a:pt x="6933750" y="913279"/>
                  </a:lnTo>
                  <a:lnTo>
                    <a:pt x="6932469" y="913279"/>
                  </a:lnTo>
                  <a:lnTo>
                    <a:pt x="6931187" y="913279"/>
                  </a:lnTo>
                  <a:lnTo>
                    <a:pt x="6929905" y="913279"/>
                  </a:lnTo>
                  <a:lnTo>
                    <a:pt x="6928623" y="913279"/>
                  </a:lnTo>
                  <a:lnTo>
                    <a:pt x="6927341" y="913279"/>
                  </a:lnTo>
                  <a:lnTo>
                    <a:pt x="6926059" y="913279"/>
                  </a:lnTo>
                  <a:lnTo>
                    <a:pt x="6924777" y="913279"/>
                  </a:lnTo>
                  <a:lnTo>
                    <a:pt x="6923496" y="913279"/>
                  </a:lnTo>
                  <a:lnTo>
                    <a:pt x="6922214" y="913279"/>
                  </a:lnTo>
                  <a:lnTo>
                    <a:pt x="6920932" y="913279"/>
                  </a:lnTo>
                  <a:lnTo>
                    <a:pt x="6919650" y="913279"/>
                  </a:lnTo>
                  <a:lnTo>
                    <a:pt x="6918368" y="913279"/>
                  </a:lnTo>
                  <a:lnTo>
                    <a:pt x="6917086" y="913279"/>
                  </a:lnTo>
                  <a:lnTo>
                    <a:pt x="6915805" y="913279"/>
                  </a:lnTo>
                  <a:lnTo>
                    <a:pt x="6914523" y="913279"/>
                  </a:lnTo>
                  <a:lnTo>
                    <a:pt x="6913241" y="913279"/>
                  </a:lnTo>
                  <a:lnTo>
                    <a:pt x="6911959" y="913279"/>
                  </a:lnTo>
                  <a:lnTo>
                    <a:pt x="6910677" y="913279"/>
                  </a:lnTo>
                  <a:lnTo>
                    <a:pt x="6909395" y="913279"/>
                  </a:lnTo>
                  <a:lnTo>
                    <a:pt x="6908114" y="913279"/>
                  </a:lnTo>
                  <a:lnTo>
                    <a:pt x="6906832" y="913279"/>
                  </a:lnTo>
                  <a:lnTo>
                    <a:pt x="6905550" y="913279"/>
                  </a:lnTo>
                  <a:lnTo>
                    <a:pt x="6904268" y="913279"/>
                  </a:lnTo>
                  <a:lnTo>
                    <a:pt x="6902986" y="913279"/>
                  </a:lnTo>
                  <a:lnTo>
                    <a:pt x="6901704" y="913279"/>
                  </a:lnTo>
                  <a:lnTo>
                    <a:pt x="6900422" y="913279"/>
                  </a:lnTo>
                  <a:lnTo>
                    <a:pt x="6899141" y="913279"/>
                  </a:lnTo>
                  <a:lnTo>
                    <a:pt x="6897859" y="913279"/>
                  </a:lnTo>
                  <a:lnTo>
                    <a:pt x="6896577" y="913279"/>
                  </a:lnTo>
                  <a:lnTo>
                    <a:pt x="6895295" y="913279"/>
                  </a:lnTo>
                  <a:lnTo>
                    <a:pt x="6894013" y="913279"/>
                  </a:lnTo>
                  <a:lnTo>
                    <a:pt x="6892731" y="913279"/>
                  </a:lnTo>
                  <a:lnTo>
                    <a:pt x="6891450" y="913279"/>
                  </a:lnTo>
                  <a:lnTo>
                    <a:pt x="6890168" y="913279"/>
                  </a:lnTo>
                  <a:lnTo>
                    <a:pt x="6888886" y="913279"/>
                  </a:lnTo>
                  <a:lnTo>
                    <a:pt x="6887604" y="913279"/>
                  </a:lnTo>
                  <a:lnTo>
                    <a:pt x="6886322" y="913279"/>
                  </a:lnTo>
                  <a:lnTo>
                    <a:pt x="6885040" y="913279"/>
                  </a:lnTo>
                  <a:lnTo>
                    <a:pt x="6883758" y="913279"/>
                  </a:lnTo>
                  <a:lnTo>
                    <a:pt x="6882477" y="913279"/>
                  </a:lnTo>
                  <a:lnTo>
                    <a:pt x="6881195" y="913279"/>
                  </a:lnTo>
                  <a:lnTo>
                    <a:pt x="6879913" y="913279"/>
                  </a:lnTo>
                  <a:lnTo>
                    <a:pt x="6878631" y="913279"/>
                  </a:lnTo>
                  <a:lnTo>
                    <a:pt x="6877349" y="913279"/>
                  </a:lnTo>
                  <a:lnTo>
                    <a:pt x="6876067" y="913279"/>
                  </a:lnTo>
                  <a:lnTo>
                    <a:pt x="6874786" y="913279"/>
                  </a:lnTo>
                  <a:lnTo>
                    <a:pt x="6873504" y="913279"/>
                  </a:lnTo>
                  <a:lnTo>
                    <a:pt x="6872222" y="913279"/>
                  </a:lnTo>
                  <a:lnTo>
                    <a:pt x="6870940" y="913279"/>
                  </a:lnTo>
                  <a:lnTo>
                    <a:pt x="6869658" y="913279"/>
                  </a:lnTo>
                  <a:lnTo>
                    <a:pt x="6868376" y="913279"/>
                  </a:lnTo>
                  <a:lnTo>
                    <a:pt x="6867095" y="913279"/>
                  </a:lnTo>
                  <a:lnTo>
                    <a:pt x="6865813" y="913279"/>
                  </a:lnTo>
                  <a:lnTo>
                    <a:pt x="6864531" y="913279"/>
                  </a:lnTo>
                  <a:lnTo>
                    <a:pt x="6863249" y="913279"/>
                  </a:lnTo>
                  <a:lnTo>
                    <a:pt x="6861967" y="913279"/>
                  </a:lnTo>
                  <a:lnTo>
                    <a:pt x="6860685" y="913279"/>
                  </a:lnTo>
                  <a:lnTo>
                    <a:pt x="6859403" y="913279"/>
                  </a:lnTo>
                  <a:lnTo>
                    <a:pt x="6858122" y="913279"/>
                  </a:lnTo>
                  <a:lnTo>
                    <a:pt x="6856840" y="913279"/>
                  </a:lnTo>
                  <a:lnTo>
                    <a:pt x="6855558" y="913279"/>
                  </a:lnTo>
                  <a:lnTo>
                    <a:pt x="6854276" y="913279"/>
                  </a:lnTo>
                  <a:lnTo>
                    <a:pt x="6852994" y="913279"/>
                  </a:lnTo>
                  <a:lnTo>
                    <a:pt x="6851712" y="913279"/>
                  </a:lnTo>
                  <a:lnTo>
                    <a:pt x="6850431" y="913279"/>
                  </a:lnTo>
                  <a:lnTo>
                    <a:pt x="6849149" y="913279"/>
                  </a:lnTo>
                  <a:lnTo>
                    <a:pt x="6847867" y="913279"/>
                  </a:lnTo>
                  <a:lnTo>
                    <a:pt x="6846585" y="913279"/>
                  </a:lnTo>
                  <a:lnTo>
                    <a:pt x="6845303" y="913279"/>
                  </a:lnTo>
                  <a:lnTo>
                    <a:pt x="6844021" y="913279"/>
                  </a:lnTo>
                  <a:lnTo>
                    <a:pt x="6842739" y="913279"/>
                  </a:lnTo>
                  <a:lnTo>
                    <a:pt x="6841458" y="913279"/>
                  </a:lnTo>
                  <a:lnTo>
                    <a:pt x="6840176" y="913279"/>
                  </a:lnTo>
                  <a:lnTo>
                    <a:pt x="6838894" y="913279"/>
                  </a:lnTo>
                  <a:lnTo>
                    <a:pt x="6837612" y="913279"/>
                  </a:lnTo>
                  <a:lnTo>
                    <a:pt x="6836330" y="913279"/>
                  </a:lnTo>
                  <a:lnTo>
                    <a:pt x="6835048" y="913279"/>
                  </a:lnTo>
                  <a:lnTo>
                    <a:pt x="6833767" y="913279"/>
                  </a:lnTo>
                  <a:lnTo>
                    <a:pt x="6832485" y="913279"/>
                  </a:lnTo>
                  <a:lnTo>
                    <a:pt x="6831203" y="913279"/>
                  </a:lnTo>
                  <a:lnTo>
                    <a:pt x="6829921" y="913279"/>
                  </a:lnTo>
                  <a:lnTo>
                    <a:pt x="6828639" y="913279"/>
                  </a:lnTo>
                  <a:lnTo>
                    <a:pt x="6827357" y="913279"/>
                  </a:lnTo>
                  <a:lnTo>
                    <a:pt x="6826075" y="913279"/>
                  </a:lnTo>
                  <a:lnTo>
                    <a:pt x="6824794" y="913279"/>
                  </a:lnTo>
                  <a:lnTo>
                    <a:pt x="6823512" y="913279"/>
                  </a:lnTo>
                  <a:lnTo>
                    <a:pt x="6822230" y="913279"/>
                  </a:lnTo>
                  <a:lnTo>
                    <a:pt x="6820948" y="913279"/>
                  </a:lnTo>
                  <a:lnTo>
                    <a:pt x="6819666" y="913279"/>
                  </a:lnTo>
                  <a:lnTo>
                    <a:pt x="6818384" y="913279"/>
                  </a:lnTo>
                  <a:lnTo>
                    <a:pt x="6817103" y="913279"/>
                  </a:lnTo>
                  <a:lnTo>
                    <a:pt x="6815821" y="913279"/>
                  </a:lnTo>
                  <a:lnTo>
                    <a:pt x="6814539" y="913279"/>
                  </a:lnTo>
                  <a:lnTo>
                    <a:pt x="6813257" y="913279"/>
                  </a:lnTo>
                  <a:lnTo>
                    <a:pt x="6811975" y="913279"/>
                  </a:lnTo>
                  <a:lnTo>
                    <a:pt x="6810693" y="913279"/>
                  </a:lnTo>
                  <a:lnTo>
                    <a:pt x="6809412" y="913279"/>
                  </a:lnTo>
                  <a:lnTo>
                    <a:pt x="6808130" y="913279"/>
                  </a:lnTo>
                  <a:lnTo>
                    <a:pt x="6806848" y="913279"/>
                  </a:lnTo>
                  <a:lnTo>
                    <a:pt x="6805566" y="913279"/>
                  </a:lnTo>
                  <a:lnTo>
                    <a:pt x="6804284" y="913279"/>
                  </a:lnTo>
                  <a:lnTo>
                    <a:pt x="6803002" y="913279"/>
                  </a:lnTo>
                  <a:lnTo>
                    <a:pt x="6801720" y="913279"/>
                  </a:lnTo>
                  <a:lnTo>
                    <a:pt x="6800439" y="913279"/>
                  </a:lnTo>
                  <a:lnTo>
                    <a:pt x="6799157" y="913279"/>
                  </a:lnTo>
                  <a:lnTo>
                    <a:pt x="6797875" y="913279"/>
                  </a:lnTo>
                  <a:lnTo>
                    <a:pt x="6796593" y="913279"/>
                  </a:lnTo>
                  <a:lnTo>
                    <a:pt x="6795311" y="913279"/>
                  </a:lnTo>
                  <a:lnTo>
                    <a:pt x="6794029" y="913279"/>
                  </a:lnTo>
                  <a:lnTo>
                    <a:pt x="6792748" y="913279"/>
                  </a:lnTo>
                  <a:lnTo>
                    <a:pt x="6791466" y="913279"/>
                  </a:lnTo>
                  <a:lnTo>
                    <a:pt x="6790184" y="913279"/>
                  </a:lnTo>
                  <a:lnTo>
                    <a:pt x="6788902" y="913279"/>
                  </a:lnTo>
                  <a:lnTo>
                    <a:pt x="6787620" y="913279"/>
                  </a:lnTo>
                  <a:lnTo>
                    <a:pt x="6786338" y="913279"/>
                  </a:lnTo>
                  <a:lnTo>
                    <a:pt x="6785056" y="913279"/>
                  </a:lnTo>
                  <a:lnTo>
                    <a:pt x="6783775" y="913279"/>
                  </a:lnTo>
                  <a:lnTo>
                    <a:pt x="6782493" y="913279"/>
                  </a:lnTo>
                  <a:lnTo>
                    <a:pt x="6781211" y="913279"/>
                  </a:lnTo>
                  <a:lnTo>
                    <a:pt x="6779929" y="913279"/>
                  </a:lnTo>
                  <a:lnTo>
                    <a:pt x="6778647" y="913279"/>
                  </a:lnTo>
                  <a:lnTo>
                    <a:pt x="6777365" y="913279"/>
                  </a:lnTo>
                  <a:lnTo>
                    <a:pt x="6776084" y="913279"/>
                  </a:lnTo>
                  <a:lnTo>
                    <a:pt x="6774802" y="913279"/>
                  </a:lnTo>
                  <a:lnTo>
                    <a:pt x="6773520" y="913279"/>
                  </a:lnTo>
                  <a:lnTo>
                    <a:pt x="6772238" y="913279"/>
                  </a:lnTo>
                  <a:lnTo>
                    <a:pt x="6770956" y="913279"/>
                  </a:lnTo>
                  <a:lnTo>
                    <a:pt x="6769674" y="913279"/>
                  </a:lnTo>
                  <a:lnTo>
                    <a:pt x="6768393" y="913279"/>
                  </a:lnTo>
                  <a:lnTo>
                    <a:pt x="6767111" y="913279"/>
                  </a:lnTo>
                  <a:lnTo>
                    <a:pt x="6765829" y="913279"/>
                  </a:lnTo>
                  <a:lnTo>
                    <a:pt x="6764547" y="913279"/>
                  </a:lnTo>
                  <a:lnTo>
                    <a:pt x="6763265" y="913279"/>
                  </a:lnTo>
                  <a:lnTo>
                    <a:pt x="6761983" y="913279"/>
                  </a:lnTo>
                  <a:lnTo>
                    <a:pt x="6760701" y="913279"/>
                  </a:lnTo>
                  <a:lnTo>
                    <a:pt x="6759420" y="913279"/>
                  </a:lnTo>
                  <a:lnTo>
                    <a:pt x="6758138" y="913279"/>
                  </a:lnTo>
                  <a:lnTo>
                    <a:pt x="6756856" y="913279"/>
                  </a:lnTo>
                  <a:lnTo>
                    <a:pt x="6755574" y="913279"/>
                  </a:lnTo>
                  <a:lnTo>
                    <a:pt x="6754292" y="913279"/>
                  </a:lnTo>
                  <a:lnTo>
                    <a:pt x="6753010" y="913279"/>
                  </a:lnTo>
                  <a:lnTo>
                    <a:pt x="6751729" y="913279"/>
                  </a:lnTo>
                  <a:lnTo>
                    <a:pt x="6750447" y="913279"/>
                  </a:lnTo>
                  <a:lnTo>
                    <a:pt x="6749165" y="913279"/>
                  </a:lnTo>
                  <a:lnTo>
                    <a:pt x="6747883" y="913279"/>
                  </a:lnTo>
                  <a:lnTo>
                    <a:pt x="6746601" y="913279"/>
                  </a:lnTo>
                  <a:lnTo>
                    <a:pt x="6745319" y="913279"/>
                  </a:lnTo>
                  <a:lnTo>
                    <a:pt x="6744037" y="913279"/>
                  </a:lnTo>
                  <a:lnTo>
                    <a:pt x="6742756" y="913279"/>
                  </a:lnTo>
                  <a:lnTo>
                    <a:pt x="6741474" y="913279"/>
                  </a:lnTo>
                  <a:lnTo>
                    <a:pt x="6740192" y="913279"/>
                  </a:lnTo>
                  <a:lnTo>
                    <a:pt x="6738910" y="913279"/>
                  </a:lnTo>
                  <a:lnTo>
                    <a:pt x="6737628" y="913279"/>
                  </a:lnTo>
                  <a:lnTo>
                    <a:pt x="6736346" y="913279"/>
                  </a:lnTo>
                  <a:lnTo>
                    <a:pt x="6735065" y="913279"/>
                  </a:lnTo>
                  <a:lnTo>
                    <a:pt x="6733783" y="913279"/>
                  </a:lnTo>
                  <a:lnTo>
                    <a:pt x="6732501" y="913279"/>
                  </a:lnTo>
                  <a:lnTo>
                    <a:pt x="6731219" y="913279"/>
                  </a:lnTo>
                  <a:lnTo>
                    <a:pt x="6729937" y="913279"/>
                  </a:lnTo>
                  <a:lnTo>
                    <a:pt x="6728655" y="913279"/>
                  </a:lnTo>
                  <a:lnTo>
                    <a:pt x="6727374" y="913279"/>
                  </a:lnTo>
                  <a:lnTo>
                    <a:pt x="6726092" y="913279"/>
                  </a:lnTo>
                  <a:lnTo>
                    <a:pt x="6724810" y="913279"/>
                  </a:lnTo>
                  <a:lnTo>
                    <a:pt x="6723528" y="913279"/>
                  </a:lnTo>
                  <a:lnTo>
                    <a:pt x="6722246" y="913279"/>
                  </a:lnTo>
                  <a:lnTo>
                    <a:pt x="6720964" y="913279"/>
                  </a:lnTo>
                  <a:lnTo>
                    <a:pt x="6719682" y="913279"/>
                  </a:lnTo>
                  <a:lnTo>
                    <a:pt x="6718401" y="913279"/>
                  </a:lnTo>
                  <a:lnTo>
                    <a:pt x="6717119" y="913279"/>
                  </a:lnTo>
                  <a:lnTo>
                    <a:pt x="6715837" y="913279"/>
                  </a:lnTo>
                  <a:lnTo>
                    <a:pt x="6714555" y="913279"/>
                  </a:lnTo>
                  <a:lnTo>
                    <a:pt x="6713273" y="913279"/>
                  </a:lnTo>
                  <a:lnTo>
                    <a:pt x="6711991" y="913279"/>
                  </a:lnTo>
                  <a:lnTo>
                    <a:pt x="6710710" y="913279"/>
                  </a:lnTo>
                  <a:lnTo>
                    <a:pt x="6709428" y="913279"/>
                  </a:lnTo>
                  <a:lnTo>
                    <a:pt x="6708146" y="913279"/>
                  </a:lnTo>
                  <a:lnTo>
                    <a:pt x="6706864" y="913279"/>
                  </a:lnTo>
                  <a:lnTo>
                    <a:pt x="6705582" y="913279"/>
                  </a:lnTo>
                  <a:lnTo>
                    <a:pt x="6704300" y="913279"/>
                  </a:lnTo>
                  <a:lnTo>
                    <a:pt x="6703018" y="913279"/>
                  </a:lnTo>
                  <a:lnTo>
                    <a:pt x="6701737" y="913279"/>
                  </a:lnTo>
                  <a:lnTo>
                    <a:pt x="6700455" y="913279"/>
                  </a:lnTo>
                  <a:lnTo>
                    <a:pt x="6699173" y="913279"/>
                  </a:lnTo>
                  <a:lnTo>
                    <a:pt x="6697891" y="913279"/>
                  </a:lnTo>
                  <a:lnTo>
                    <a:pt x="6696609" y="913279"/>
                  </a:lnTo>
                  <a:lnTo>
                    <a:pt x="6695327" y="913279"/>
                  </a:lnTo>
                  <a:lnTo>
                    <a:pt x="6694046" y="913279"/>
                  </a:lnTo>
                  <a:lnTo>
                    <a:pt x="6692764" y="913279"/>
                  </a:lnTo>
                  <a:lnTo>
                    <a:pt x="6691482" y="913279"/>
                  </a:lnTo>
                  <a:lnTo>
                    <a:pt x="6690200" y="913279"/>
                  </a:lnTo>
                  <a:lnTo>
                    <a:pt x="6688918" y="913279"/>
                  </a:lnTo>
                  <a:lnTo>
                    <a:pt x="6687636" y="913279"/>
                  </a:lnTo>
                  <a:lnTo>
                    <a:pt x="6686354" y="913279"/>
                  </a:lnTo>
                  <a:lnTo>
                    <a:pt x="6685073" y="913279"/>
                  </a:lnTo>
                  <a:lnTo>
                    <a:pt x="6683791" y="913279"/>
                  </a:lnTo>
                  <a:lnTo>
                    <a:pt x="6682509" y="913279"/>
                  </a:lnTo>
                  <a:lnTo>
                    <a:pt x="6681227" y="913279"/>
                  </a:lnTo>
                  <a:lnTo>
                    <a:pt x="6679945" y="913279"/>
                  </a:lnTo>
                  <a:lnTo>
                    <a:pt x="6678663" y="913279"/>
                  </a:lnTo>
                  <a:lnTo>
                    <a:pt x="6677382" y="913279"/>
                  </a:lnTo>
                  <a:lnTo>
                    <a:pt x="6676100" y="913279"/>
                  </a:lnTo>
                  <a:lnTo>
                    <a:pt x="6674818" y="913279"/>
                  </a:lnTo>
                  <a:lnTo>
                    <a:pt x="6673536" y="913279"/>
                  </a:lnTo>
                  <a:lnTo>
                    <a:pt x="6672254" y="913279"/>
                  </a:lnTo>
                  <a:lnTo>
                    <a:pt x="6670972" y="913279"/>
                  </a:lnTo>
                  <a:lnTo>
                    <a:pt x="6669691" y="913279"/>
                  </a:lnTo>
                  <a:lnTo>
                    <a:pt x="6668409" y="913279"/>
                  </a:lnTo>
                  <a:lnTo>
                    <a:pt x="6667127" y="913279"/>
                  </a:lnTo>
                  <a:lnTo>
                    <a:pt x="6665845" y="913279"/>
                  </a:lnTo>
                  <a:lnTo>
                    <a:pt x="6664563" y="913279"/>
                  </a:lnTo>
                  <a:lnTo>
                    <a:pt x="6663281" y="913279"/>
                  </a:lnTo>
                  <a:lnTo>
                    <a:pt x="6661999" y="913279"/>
                  </a:lnTo>
                  <a:lnTo>
                    <a:pt x="6660718" y="913279"/>
                  </a:lnTo>
                  <a:lnTo>
                    <a:pt x="6659436" y="913279"/>
                  </a:lnTo>
                  <a:lnTo>
                    <a:pt x="6658154" y="913279"/>
                  </a:lnTo>
                  <a:lnTo>
                    <a:pt x="6656872" y="913279"/>
                  </a:lnTo>
                  <a:lnTo>
                    <a:pt x="6655590" y="913279"/>
                  </a:lnTo>
                  <a:lnTo>
                    <a:pt x="6654308" y="913279"/>
                  </a:lnTo>
                  <a:lnTo>
                    <a:pt x="6653027" y="913279"/>
                  </a:lnTo>
                  <a:lnTo>
                    <a:pt x="6651745" y="913279"/>
                  </a:lnTo>
                  <a:lnTo>
                    <a:pt x="6650463" y="913279"/>
                  </a:lnTo>
                  <a:lnTo>
                    <a:pt x="6649181" y="913279"/>
                  </a:lnTo>
                  <a:lnTo>
                    <a:pt x="6647899" y="913279"/>
                  </a:lnTo>
                  <a:lnTo>
                    <a:pt x="6646617" y="913279"/>
                  </a:lnTo>
                  <a:lnTo>
                    <a:pt x="6645335" y="913279"/>
                  </a:lnTo>
                  <a:lnTo>
                    <a:pt x="6644054" y="913279"/>
                  </a:lnTo>
                  <a:lnTo>
                    <a:pt x="6642772" y="913279"/>
                  </a:lnTo>
                  <a:lnTo>
                    <a:pt x="6641490" y="913279"/>
                  </a:lnTo>
                  <a:lnTo>
                    <a:pt x="6640208" y="913279"/>
                  </a:lnTo>
                  <a:lnTo>
                    <a:pt x="6638926" y="913279"/>
                  </a:lnTo>
                  <a:lnTo>
                    <a:pt x="6637644" y="913279"/>
                  </a:lnTo>
                  <a:lnTo>
                    <a:pt x="6636363" y="913279"/>
                  </a:lnTo>
                  <a:lnTo>
                    <a:pt x="6635081" y="913279"/>
                  </a:lnTo>
                  <a:lnTo>
                    <a:pt x="6633799" y="913279"/>
                  </a:lnTo>
                  <a:lnTo>
                    <a:pt x="6632517" y="913279"/>
                  </a:lnTo>
                  <a:lnTo>
                    <a:pt x="6631235" y="913279"/>
                  </a:lnTo>
                  <a:lnTo>
                    <a:pt x="6629953" y="913279"/>
                  </a:lnTo>
                  <a:lnTo>
                    <a:pt x="6628672" y="913279"/>
                  </a:lnTo>
                  <a:lnTo>
                    <a:pt x="6627390" y="913279"/>
                  </a:lnTo>
                  <a:lnTo>
                    <a:pt x="6626108" y="913279"/>
                  </a:lnTo>
                  <a:lnTo>
                    <a:pt x="6624826" y="913279"/>
                  </a:lnTo>
                  <a:lnTo>
                    <a:pt x="6623544" y="913279"/>
                  </a:lnTo>
                  <a:lnTo>
                    <a:pt x="6622262" y="913279"/>
                  </a:lnTo>
                  <a:lnTo>
                    <a:pt x="6620980" y="913279"/>
                  </a:lnTo>
                  <a:lnTo>
                    <a:pt x="6619699" y="913279"/>
                  </a:lnTo>
                  <a:lnTo>
                    <a:pt x="6618417" y="913279"/>
                  </a:lnTo>
                  <a:lnTo>
                    <a:pt x="6617135" y="913279"/>
                  </a:lnTo>
                  <a:lnTo>
                    <a:pt x="6615853" y="913279"/>
                  </a:lnTo>
                  <a:lnTo>
                    <a:pt x="6614571" y="913279"/>
                  </a:lnTo>
                  <a:lnTo>
                    <a:pt x="6613289" y="913279"/>
                  </a:lnTo>
                  <a:lnTo>
                    <a:pt x="6612008" y="913279"/>
                  </a:lnTo>
                  <a:lnTo>
                    <a:pt x="6610726" y="913279"/>
                  </a:lnTo>
                  <a:lnTo>
                    <a:pt x="6609444" y="913279"/>
                  </a:lnTo>
                  <a:lnTo>
                    <a:pt x="6608162" y="913279"/>
                  </a:lnTo>
                  <a:lnTo>
                    <a:pt x="6606880" y="913279"/>
                  </a:lnTo>
                  <a:lnTo>
                    <a:pt x="6605598" y="913279"/>
                  </a:lnTo>
                  <a:lnTo>
                    <a:pt x="6604316" y="913279"/>
                  </a:lnTo>
                  <a:lnTo>
                    <a:pt x="6603035" y="913279"/>
                  </a:lnTo>
                  <a:lnTo>
                    <a:pt x="6601753" y="913279"/>
                  </a:lnTo>
                  <a:lnTo>
                    <a:pt x="6600471" y="913279"/>
                  </a:lnTo>
                  <a:lnTo>
                    <a:pt x="6599189" y="913279"/>
                  </a:lnTo>
                  <a:lnTo>
                    <a:pt x="6597907" y="913279"/>
                  </a:lnTo>
                  <a:lnTo>
                    <a:pt x="6596625" y="913279"/>
                  </a:lnTo>
                  <a:lnTo>
                    <a:pt x="6595344" y="913279"/>
                  </a:lnTo>
                  <a:lnTo>
                    <a:pt x="6594062" y="913279"/>
                  </a:lnTo>
                  <a:lnTo>
                    <a:pt x="6592780" y="913279"/>
                  </a:lnTo>
                  <a:lnTo>
                    <a:pt x="6591498" y="913279"/>
                  </a:lnTo>
                  <a:lnTo>
                    <a:pt x="6590216" y="913279"/>
                  </a:lnTo>
                  <a:lnTo>
                    <a:pt x="6588934" y="913279"/>
                  </a:lnTo>
                  <a:lnTo>
                    <a:pt x="6587652" y="913279"/>
                  </a:lnTo>
                  <a:lnTo>
                    <a:pt x="6586371" y="913279"/>
                  </a:lnTo>
                  <a:lnTo>
                    <a:pt x="6585089" y="913279"/>
                  </a:lnTo>
                  <a:lnTo>
                    <a:pt x="6583807" y="913279"/>
                  </a:lnTo>
                  <a:lnTo>
                    <a:pt x="6582525" y="913279"/>
                  </a:lnTo>
                  <a:lnTo>
                    <a:pt x="6581243" y="913279"/>
                  </a:lnTo>
                  <a:lnTo>
                    <a:pt x="6579961" y="913279"/>
                  </a:lnTo>
                  <a:lnTo>
                    <a:pt x="6578680" y="913279"/>
                  </a:lnTo>
                  <a:lnTo>
                    <a:pt x="6577398" y="913279"/>
                  </a:lnTo>
                  <a:lnTo>
                    <a:pt x="6576116" y="913279"/>
                  </a:lnTo>
                  <a:lnTo>
                    <a:pt x="6574834" y="913279"/>
                  </a:lnTo>
                  <a:lnTo>
                    <a:pt x="6573552" y="913279"/>
                  </a:lnTo>
                  <a:lnTo>
                    <a:pt x="6572270" y="913279"/>
                  </a:lnTo>
                  <a:lnTo>
                    <a:pt x="6570989" y="913279"/>
                  </a:lnTo>
                  <a:lnTo>
                    <a:pt x="6569707" y="913279"/>
                  </a:lnTo>
                  <a:lnTo>
                    <a:pt x="6568425" y="913279"/>
                  </a:lnTo>
                  <a:lnTo>
                    <a:pt x="6567143" y="913279"/>
                  </a:lnTo>
                  <a:lnTo>
                    <a:pt x="6565861" y="913279"/>
                  </a:lnTo>
                  <a:lnTo>
                    <a:pt x="6564579" y="913279"/>
                  </a:lnTo>
                  <a:lnTo>
                    <a:pt x="6563297" y="913279"/>
                  </a:lnTo>
                  <a:lnTo>
                    <a:pt x="6562016" y="913279"/>
                  </a:lnTo>
                  <a:lnTo>
                    <a:pt x="6560734" y="913279"/>
                  </a:lnTo>
                  <a:lnTo>
                    <a:pt x="6559452" y="913279"/>
                  </a:lnTo>
                  <a:lnTo>
                    <a:pt x="6558170" y="913279"/>
                  </a:lnTo>
                  <a:lnTo>
                    <a:pt x="6556888" y="913279"/>
                  </a:lnTo>
                  <a:lnTo>
                    <a:pt x="6555606" y="913279"/>
                  </a:lnTo>
                  <a:lnTo>
                    <a:pt x="6554325" y="913279"/>
                  </a:lnTo>
                  <a:lnTo>
                    <a:pt x="6553043" y="913279"/>
                  </a:lnTo>
                  <a:lnTo>
                    <a:pt x="6551761" y="913279"/>
                  </a:lnTo>
                  <a:lnTo>
                    <a:pt x="6550479" y="913279"/>
                  </a:lnTo>
                  <a:lnTo>
                    <a:pt x="6549197" y="913279"/>
                  </a:lnTo>
                  <a:lnTo>
                    <a:pt x="6547915" y="913279"/>
                  </a:lnTo>
                  <a:lnTo>
                    <a:pt x="6546633" y="913279"/>
                  </a:lnTo>
                  <a:lnTo>
                    <a:pt x="6545352" y="913279"/>
                  </a:lnTo>
                  <a:lnTo>
                    <a:pt x="6544070" y="913279"/>
                  </a:lnTo>
                  <a:lnTo>
                    <a:pt x="6542788" y="913279"/>
                  </a:lnTo>
                  <a:lnTo>
                    <a:pt x="6541506" y="913279"/>
                  </a:lnTo>
                  <a:lnTo>
                    <a:pt x="6540224" y="913279"/>
                  </a:lnTo>
                  <a:lnTo>
                    <a:pt x="6538942" y="913279"/>
                  </a:lnTo>
                  <a:lnTo>
                    <a:pt x="6537661" y="913279"/>
                  </a:lnTo>
                  <a:lnTo>
                    <a:pt x="6536379" y="913279"/>
                  </a:lnTo>
                  <a:lnTo>
                    <a:pt x="6535097" y="913279"/>
                  </a:lnTo>
                  <a:lnTo>
                    <a:pt x="6533815" y="913279"/>
                  </a:lnTo>
                  <a:lnTo>
                    <a:pt x="6532533" y="913279"/>
                  </a:lnTo>
                  <a:lnTo>
                    <a:pt x="6531251" y="913279"/>
                  </a:lnTo>
                  <a:lnTo>
                    <a:pt x="6529970" y="913279"/>
                  </a:lnTo>
                  <a:lnTo>
                    <a:pt x="6528688" y="913279"/>
                  </a:lnTo>
                  <a:lnTo>
                    <a:pt x="6527406" y="913279"/>
                  </a:lnTo>
                  <a:lnTo>
                    <a:pt x="6526124" y="913279"/>
                  </a:lnTo>
                  <a:lnTo>
                    <a:pt x="6524842" y="913279"/>
                  </a:lnTo>
                  <a:lnTo>
                    <a:pt x="6523560" y="913279"/>
                  </a:lnTo>
                  <a:lnTo>
                    <a:pt x="6522278" y="913279"/>
                  </a:lnTo>
                  <a:lnTo>
                    <a:pt x="6520997" y="913279"/>
                  </a:lnTo>
                  <a:lnTo>
                    <a:pt x="6519715" y="913279"/>
                  </a:lnTo>
                  <a:lnTo>
                    <a:pt x="6518433" y="913279"/>
                  </a:lnTo>
                  <a:lnTo>
                    <a:pt x="6517151" y="913279"/>
                  </a:lnTo>
                  <a:lnTo>
                    <a:pt x="6515869" y="913279"/>
                  </a:lnTo>
                  <a:lnTo>
                    <a:pt x="6514587" y="913279"/>
                  </a:lnTo>
                  <a:lnTo>
                    <a:pt x="6513306" y="913279"/>
                  </a:lnTo>
                  <a:lnTo>
                    <a:pt x="6512024" y="913279"/>
                  </a:lnTo>
                  <a:lnTo>
                    <a:pt x="6510742" y="913279"/>
                  </a:lnTo>
                  <a:lnTo>
                    <a:pt x="6509460" y="913279"/>
                  </a:lnTo>
                  <a:lnTo>
                    <a:pt x="6508178" y="913279"/>
                  </a:lnTo>
                  <a:lnTo>
                    <a:pt x="6506896" y="913279"/>
                  </a:lnTo>
                  <a:lnTo>
                    <a:pt x="6505614" y="913279"/>
                  </a:lnTo>
                  <a:lnTo>
                    <a:pt x="6504333" y="913279"/>
                  </a:lnTo>
                  <a:lnTo>
                    <a:pt x="6503051" y="913279"/>
                  </a:lnTo>
                  <a:lnTo>
                    <a:pt x="6501769" y="913279"/>
                  </a:lnTo>
                  <a:lnTo>
                    <a:pt x="6500487" y="913279"/>
                  </a:lnTo>
                  <a:lnTo>
                    <a:pt x="6499205" y="913279"/>
                  </a:lnTo>
                  <a:lnTo>
                    <a:pt x="6497923" y="913279"/>
                  </a:lnTo>
                  <a:lnTo>
                    <a:pt x="6496642" y="913279"/>
                  </a:lnTo>
                  <a:lnTo>
                    <a:pt x="6495360" y="913279"/>
                  </a:lnTo>
                  <a:lnTo>
                    <a:pt x="6494078" y="913279"/>
                  </a:lnTo>
                  <a:lnTo>
                    <a:pt x="6492796" y="913279"/>
                  </a:lnTo>
                  <a:lnTo>
                    <a:pt x="6491514" y="913279"/>
                  </a:lnTo>
                  <a:lnTo>
                    <a:pt x="6490232" y="913279"/>
                  </a:lnTo>
                  <a:lnTo>
                    <a:pt x="6488951" y="913279"/>
                  </a:lnTo>
                  <a:lnTo>
                    <a:pt x="6487669" y="913279"/>
                  </a:lnTo>
                  <a:lnTo>
                    <a:pt x="6486387" y="913279"/>
                  </a:lnTo>
                  <a:lnTo>
                    <a:pt x="6485105" y="913279"/>
                  </a:lnTo>
                  <a:lnTo>
                    <a:pt x="6483823" y="913279"/>
                  </a:lnTo>
                  <a:lnTo>
                    <a:pt x="6482541" y="913279"/>
                  </a:lnTo>
                  <a:lnTo>
                    <a:pt x="6481259" y="913279"/>
                  </a:lnTo>
                  <a:lnTo>
                    <a:pt x="6479978" y="913279"/>
                  </a:lnTo>
                  <a:lnTo>
                    <a:pt x="6478696" y="913279"/>
                  </a:lnTo>
                  <a:lnTo>
                    <a:pt x="6477414" y="913279"/>
                  </a:lnTo>
                  <a:lnTo>
                    <a:pt x="6476132" y="913279"/>
                  </a:lnTo>
                  <a:lnTo>
                    <a:pt x="6474850" y="913279"/>
                  </a:lnTo>
                  <a:lnTo>
                    <a:pt x="6473568" y="913279"/>
                  </a:lnTo>
                  <a:lnTo>
                    <a:pt x="6472287" y="913279"/>
                  </a:lnTo>
                  <a:lnTo>
                    <a:pt x="6471005" y="913279"/>
                  </a:lnTo>
                  <a:lnTo>
                    <a:pt x="6469723" y="913279"/>
                  </a:lnTo>
                  <a:lnTo>
                    <a:pt x="6468441" y="913279"/>
                  </a:lnTo>
                  <a:lnTo>
                    <a:pt x="6467159" y="913279"/>
                  </a:lnTo>
                  <a:lnTo>
                    <a:pt x="6465877" y="913279"/>
                  </a:lnTo>
                  <a:lnTo>
                    <a:pt x="6464595" y="913279"/>
                  </a:lnTo>
                  <a:lnTo>
                    <a:pt x="6463314" y="913279"/>
                  </a:lnTo>
                  <a:lnTo>
                    <a:pt x="6462032" y="913279"/>
                  </a:lnTo>
                  <a:lnTo>
                    <a:pt x="6460750" y="913279"/>
                  </a:lnTo>
                  <a:lnTo>
                    <a:pt x="6459468" y="913279"/>
                  </a:lnTo>
                  <a:lnTo>
                    <a:pt x="6458186" y="913279"/>
                  </a:lnTo>
                  <a:lnTo>
                    <a:pt x="6456904" y="913279"/>
                  </a:lnTo>
                  <a:lnTo>
                    <a:pt x="6455623" y="913279"/>
                  </a:lnTo>
                  <a:lnTo>
                    <a:pt x="6454341" y="913279"/>
                  </a:lnTo>
                  <a:lnTo>
                    <a:pt x="6453059" y="913279"/>
                  </a:lnTo>
                  <a:lnTo>
                    <a:pt x="6451777" y="913279"/>
                  </a:lnTo>
                  <a:lnTo>
                    <a:pt x="6450495" y="913279"/>
                  </a:lnTo>
                  <a:lnTo>
                    <a:pt x="6449213" y="913279"/>
                  </a:lnTo>
                  <a:lnTo>
                    <a:pt x="6447931" y="913279"/>
                  </a:lnTo>
                  <a:lnTo>
                    <a:pt x="6446650" y="913279"/>
                  </a:lnTo>
                  <a:lnTo>
                    <a:pt x="6445368" y="913279"/>
                  </a:lnTo>
                  <a:lnTo>
                    <a:pt x="6444086" y="913279"/>
                  </a:lnTo>
                  <a:lnTo>
                    <a:pt x="6442804" y="913279"/>
                  </a:lnTo>
                  <a:lnTo>
                    <a:pt x="6441522" y="913279"/>
                  </a:lnTo>
                  <a:lnTo>
                    <a:pt x="6440240" y="913279"/>
                  </a:lnTo>
                  <a:lnTo>
                    <a:pt x="6438959" y="913279"/>
                  </a:lnTo>
                  <a:lnTo>
                    <a:pt x="6437677" y="913279"/>
                  </a:lnTo>
                  <a:lnTo>
                    <a:pt x="6436395" y="913279"/>
                  </a:lnTo>
                  <a:lnTo>
                    <a:pt x="6435113" y="913279"/>
                  </a:lnTo>
                  <a:lnTo>
                    <a:pt x="6433831" y="913279"/>
                  </a:lnTo>
                  <a:lnTo>
                    <a:pt x="6432549" y="913279"/>
                  </a:lnTo>
                  <a:lnTo>
                    <a:pt x="6431268" y="913279"/>
                  </a:lnTo>
                  <a:lnTo>
                    <a:pt x="6429986" y="913279"/>
                  </a:lnTo>
                  <a:lnTo>
                    <a:pt x="6428704" y="913279"/>
                  </a:lnTo>
                  <a:lnTo>
                    <a:pt x="6427422" y="913279"/>
                  </a:lnTo>
                  <a:lnTo>
                    <a:pt x="6426140" y="913279"/>
                  </a:lnTo>
                  <a:lnTo>
                    <a:pt x="6424858" y="913279"/>
                  </a:lnTo>
                  <a:lnTo>
                    <a:pt x="6423576" y="913279"/>
                  </a:lnTo>
                  <a:lnTo>
                    <a:pt x="6422295" y="913279"/>
                  </a:lnTo>
                  <a:lnTo>
                    <a:pt x="6421013" y="913279"/>
                  </a:lnTo>
                  <a:lnTo>
                    <a:pt x="6419731" y="913279"/>
                  </a:lnTo>
                  <a:lnTo>
                    <a:pt x="6418449" y="913279"/>
                  </a:lnTo>
                  <a:lnTo>
                    <a:pt x="6417167" y="913279"/>
                  </a:lnTo>
                  <a:lnTo>
                    <a:pt x="6415885" y="913279"/>
                  </a:lnTo>
                  <a:lnTo>
                    <a:pt x="6414604" y="913279"/>
                  </a:lnTo>
                  <a:lnTo>
                    <a:pt x="6413322" y="913279"/>
                  </a:lnTo>
                  <a:lnTo>
                    <a:pt x="6412040" y="913279"/>
                  </a:lnTo>
                  <a:lnTo>
                    <a:pt x="6410758" y="913279"/>
                  </a:lnTo>
                  <a:lnTo>
                    <a:pt x="6409476" y="913279"/>
                  </a:lnTo>
                  <a:lnTo>
                    <a:pt x="6408194" y="913279"/>
                  </a:lnTo>
                  <a:lnTo>
                    <a:pt x="6406912" y="913279"/>
                  </a:lnTo>
                  <a:lnTo>
                    <a:pt x="6405631" y="913279"/>
                  </a:lnTo>
                  <a:lnTo>
                    <a:pt x="6404349" y="913279"/>
                  </a:lnTo>
                  <a:lnTo>
                    <a:pt x="6403067" y="913279"/>
                  </a:lnTo>
                  <a:lnTo>
                    <a:pt x="6401785" y="913279"/>
                  </a:lnTo>
                  <a:lnTo>
                    <a:pt x="6400503" y="913279"/>
                  </a:lnTo>
                  <a:lnTo>
                    <a:pt x="6399221" y="913279"/>
                  </a:lnTo>
                  <a:lnTo>
                    <a:pt x="6397940" y="913279"/>
                  </a:lnTo>
                  <a:lnTo>
                    <a:pt x="6396658" y="913279"/>
                  </a:lnTo>
                  <a:lnTo>
                    <a:pt x="6395376" y="913279"/>
                  </a:lnTo>
                  <a:lnTo>
                    <a:pt x="6394094" y="913279"/>
                  </a:lnTo>
                  <a:lnTo>
                    <a:pt x="6392812" y="913279"/>
                  </a:lnTo>
                  <a:lnTo>
                    <a:pt x="6391530" y="913279"/>
                  </a:lnTo>
                  <a:lnTo>
                    <a:pt x="6390249" y="913279"/>
                  </a:lnTo>
                  <a:lnTo>
                    <a:pt x="6388967" y="913279"/>
                  </a:lnTo>
                  <a:lnTo>
                    <a:pt x="6387685" y="913279"/>
                  </a:lnTo>
                  <a:lnTo>
                    <a:pt x="6386403" y="913279"/>
                  </a:lnTo>
                  <a:lnTo>
                    <a:pt x="6385121" y="913279"/>
                  </a:lnTo>
                  <a:lnTo>
                    <a:pt x="6383839" y="913279"/>
                  </a:lnTo>
                  <a:lnTo>
                    <a:pt x="6382557" y="913279"/>
                  </a:lnTo>
                  <a:lnTo>
                    <a:pt x="6381276" y="913279"/>
                  </a:lnTo>
                  <a:lnTo>
                    <a:pt x="6379994" y="913279"/>
                  </a:lnTo>
                  <a:lnTo>
                    <a:pt x="6378712" y="913279"/>
                  </a:lnTo>
                  <a:lnTo>
                    <a:pt x="6377430" y="913279"/>
                  </a:lnTo>
                  <a:lnTo>
                    <a:pt x="6376148" y="913279"/>
                  </a:lnTo>
                  <a:lnTo>
                    <a:pt x="6374866" y="913279"/>
                  </a:lnTo>
                  <a:lnTo>
                    <a:pt x="6373585" y="913279"/>
                  </a:lnTo>
                  <a:lnTo>
                    <a:pt x="6372303" y="913279"/>
                  </a:lnTo>
                  <a:lnTo>
                    <a:pt x="6371021" y="913279"/>
                  </a:lnTo>
                  <a:lnTo>
                    <a:pt x="6369739" y="913279"/>
                  </a:lnTo>
                  <a:lnTo>
                    <a:pt x="6368457" y="913279"/>
                  </a:lnTo>
                  <a:lnTo>
                    <a:pt x="6367175" y="913279"/>
                  </a:lnTo>
                  <a:lnTo>
                    <a:pt x="6365893" y="913279"/>
                  </a:lnTo>
                  <a:lnTo>
                    <a:pt x="6364612" y="913279"/>
                  </a:lnTo>
                  <a:lnTo>
                    <a:pt x="6363330" y="913279"/>
                  </a:lnTo>
                  <a:lnTo>
                    <a:pt x="6362048" y="913279"/>
                  </a:lnTo>
                  <a:lnTo>
                    <a:pt x="6360766" y="913279"/>
                  </a:lnTo>
                  <a:lnTo>
                    <a:pt x="6359484" y="913279"/>
                  </a:lnTo>
                  <a:lnTo>
                    <a:pt x="6358202" y="913279"/>
                  </a:lnTo>
                  <a:lnTo>
                    <a:pt x="6356921" y="913279"/>
                  </a:lnTo>
                  <a:lnTo>
                    <a:pt x="6355639" y="913279"/>
                  </a:lnTo>
                  <a:lnTo>
                    <a:pt x="6354357" y="913279"/>
                  </a:lnTo>
                  <a:lnTo>
                    <a:pt x="6353075" y="913279"/>
                  </a:lnTo>
                  <a:lnTo>
                    <a:pt x="6351793" y="913279"/>
                  </a:lnTo>
                  <a:lnTo>
                    <a:pt x="6350511" y="913279"/>
                  </a:lnTo>
                  <a:lnTo>
                    <a:pt x="6349230" y="913279"/>
                  </a:lnTo>
                  <a:lnTo>
                    <a:pt x="6347948" y="913279"/>
                  </a:lnTo>
                  <a:lnTo>
                    <a:pt x="6346666" y="913279"/>
                  </a:lnTo>
                  <a:lnTo>
                    <a:pt x="6345384" y="913279"/>
                  </a:lnTo>
                  <a:lnTo>
                    <a:pt x="6344102" y="913279"/>
                  </a:lnTo>
                  <a:lnTo>
                    <a:pt x="6342820" y="913279"/>
                  </a:lnTo>
                  <a:lnTo>
                    <a:pt x="6341538" y="913279"/>
                  </a:lnTo>
                  <a:lnTo>
                    <a:pt x="6340257" y="913279"/>
                  </a:lnTo>
                  <a:lnTo>
                    <a:pt x="6338975" y="913279"/>
                  </a:lnTo>
                  <a:lnTo>
                    <a:pt x="6337693" y="913279"/>
                  </a:lnTo>
                  <a:lnTo>
                    <a:pt x="6336411" y="913279"/>
                  </a:lnTo>
                  <a:lnTo>
                    <a:pt x="6335129" y="913279"/>
                  </a:lnTo>
                  <a:lnTo>
                    <a:pt x="6333847" y="913279"/>
                  </a:lnTo>
                  <a:lnTo>
                    <a:pt x="6332566" y="913279"/>
                  </a:lnTo>
                  <a:lnTo>
                    <a:pt x="6331284" y="913279"/>
                  </a:lnTo>
                  <a:lnTo>
                    <a:pt x="6330002" y="913279"/>
                  </a:lnTo>
                  <a:lnTo>
                    <a:pt x="6328720" y="913279"/>
                  </a:lnTo>
                  <a:lnTo>
                    <a:pt x="6327438" y="913279"/>
                  </a:lnTo>
                  <a:lnTo>
                    <a:pt x="6326156" y="913279"/>
                  </a:lnTo>
                  <a:lnTo>
                    <a:pt x="6324874" y="913279"/>
                  </a:lnTo>
                  <a:lnTo>
                    <a:pt x="6323593" y="913279"/>
                  </a:lnTo>
                  <a:lnTo>
                    <a:pt x="6322311" y="913279"/>
                  </a:lnTo>
                  <a:lnTo>
                    <a:pt x="6321029" y="913279"/>
                  </a:lnTo>
                  <a:lnTo>
                    <a:pt x="6319747" y="913279"/>
                  </a:lnTo>
                  <a:lnTo>
                    <a:pt x="6318465" y="913279"/>
                  </a:lnTo>
                  <a:lnTo>
                    <a:pt x="6317183" y="913279"/>
                  </a:lnTo>
                  <a:lnTo>
                    <a:pt x="6315902" y="913279"/>
                  </a:lnTo>
                  <a:lnTo>
                    <a:pt x="6314620" y="913279"/>
                  </a:lnTo>
                  <a:lnTo>
                    <a:pt x="6313338" y="913279"/>
                  </a:lnTo>
                  <a:lnTo>
                    <a:pt x="6312056" y="913279"/>
                  </a:lnTo>
                  <a:lnTo>
                    <a:pt x="6310774" y="913279"/>
                  </a:lnTo>
                  <a:lnTo>
                    <a:pt x="6309492" y="913279"/>
                  </a:lnTo>
                  <a:lnTo>
                    <a:pt x="6308210" y="913279"/>
                  </a:lnTo>
                  <a:lnTo>
                    <a:pt x="6306929" y="913279"/>
                  </a:lnTo>
                  <a:lnTo>
                    <a:pt x="6305647" y="913279"/>
                  </a:lnTo>
                  <a:lnTo>
                    <a:pt x="6304365" y="913279"/>
                  </a:lnTo>
                  <a:lnTo>
                    <a:pt x="6303083" y="913279"/>
                  </a:lnTo>
                  <a:lnTo>
                    <a:pt x="6301801" y="913279"/>
                  </a:lnTo>
                  <a:lnTo>
                    <a:pt x="6300519" y="913279"/>
                  </a:lnTo>
                  <a:lnTo>
                    <a:pt x="6299238" y="913279"/>
                  </a:lnTo>
                  <a:lnTo>
                    <a:pt x="6297956" y="913279"/>
                  </a:lnTo>
                  <a:lnTo>
                    <a:pt x="6296674" y="913279"/>
                  </a:lnTo>
                  <a:lnTo>
                    <a:pt x="6295392" y="913279"/>
                  </a:lnTo>
                  <a:lnTo>
                    <a:pt x="6294110" y="913279"/>
                  </a:lnTo>
                  <a:lnTo>
                    <a:pt x="6292828" y="913279"/>
                  </a:lnTo>
                  <a:lnTo>
                    <a:pt x="6291547" y="913279"/>
                  </a:lnTo>
                  <a:lnTo>
                    <a:pt x="6290265" y="913279"/>
                  </a:lnTo>
                  <a:lnTo>
                    <a:pt x="6288983" y="913279"/>
                  </a:lnTo>
                  <a:lnTo>
                    <a:pt x="6287701" y="913279"/>
                  </a:lnTo>
                  <a:lnTo>
                    <a:pt x="6286419" y="913279"/>
                  </a:lnTo>
                  <a:lnTo>
                    <a:pt x="6285137" y="913279"/>
                  </a:lnTo>
                  <a:lnTo>
                    <a:pt x="6283855" y="913279"/>
                  </a:lnTo>
                  <a:lnTo>
                    <a:pt x="6282574" y="913279"/>
                  </a:lnTo>
                  <a:lnTo>
                    <a:pt x="6281292" y="913279"/>
                  </a:lnTo>
                  <a:lnTo>
                    <a:pt x="6280010" y="913279"/>
                  </a:lnTo>
                  <a:lnTo>
                    <a:pt x="6278728" y="913279"/>
                  </a:lnTo>
                  <a:lnTo>
                    <a:pt x="6277446" y="913279"/>
                  </a:lnTo>
                  <a:lnTo>
                    <a:pt x="6276164" y="913279"/>
                  </a:lnTo>
                  <a:lnTo>
                    <a:pt x="6274883" y="913279"/>
                  </a:lnTo>
                  <a:lnTo>
                    <a:pt x="6273601" y="913279"/>
                  </a:lnTo>
                  <a:lnTo>
                    <a:pt x="6272319" y="913279"/>
                  </a:lnTo>
                  <a:lnTo>
                    <a:pt x="6271037" y="913279"/>
                  </a:lnTo>
                  <a:lnTo>
                    <a:pt x="6269755" y="913279"/>
                  </a:lnTo>
                  <a:lnTo>
                    <a:pt x="6268473" y="913279"/>
                  </a:lnTo>
                  <a:lnTo>
                    <a:pt x="6267191" y="913279"/>
                  </a:lnTo>
                  <a:lnTo>
                    <a:pt x="6265910" y="913279"/>
                  </a:lnTo>
                  <a:lnTo>
                    <a:pt x="6264628" y="913279"/>
                  </a:lnTo>
                  <a:lnTo>
                    <a:pt x="6263346" y="913279"/>
                  </a:lnTo>
                  <a:lnTo>
                    <a:pt x="6262064" y="913279"/>
                  </a:lnTo>
                  <a:lnTo>
                    <a:pt x="6260782" y="913279"/>
                  </a:lnTo>
                  <a:lnTo>
                    <a:pt x="6259500" y="913279"/>
                  </a:lnTo>
                  <a:lnTo>
                    <a:pt x="6258219" y="913279"/>
                  </a:lnTo>
                  <a:lnTo>
                    <a:pt x="6256937" y="913279"/>
                  </a:lnTo>
                  <a:lnTo>
                    <a:pt x="6255655" y="913279"/>
                  </a:lnTo>
                  <a:lnTo>
                    <a:pt x="6254373" y="913279"/>
                  </a:lnTo>
                  <a:lnTo>
                    <a:pt x="6253091" y="913279"/>
                  </a:lnTo>
                  <a:lnTo>
                    <a:pt x="6251809" y="913279"/>
                  </a:lnTo>
                  <a:lnTo>
                    <a:pt x="6250528" y="913279"/>
                  </a:lnTo>
                  <a:lnTo>
                    <a:pt x="6249246" y="913279"/>
                  </a:lnTo>
                  <a:lnTo>
                    <a:pt x="6247964" y="913279"/>
                  </a:lnTo>
                  <a:lnTo>
                    <a:pt x="6246682" y="913279"/>
                  </a:lnTo>
                  <a:lnTo>
                    <a:pt x="6245400" y="913279"/>
                  </a:lnTo>
                  <a:lnTo>
                    <a:pt x="6244118" y="913279"/>
                  </a:lnTo>
                  <a:lnTo>
                    <a:pt x="6242836" y="913279"/>
                  </a:lnTo>
                  <a:lnTo>
                    <a:pt x="6241555" y="913279"/>
                  </a:lnTo>
                  <a:lnTo>
                    <a:pt x="6240273" y="913279"/>
                  </a:lnTo>
                  <a:lnTo>
                    <a:pt x="6238991" y="913279"/>
                  </a:lnTo>
                  <a:lnTo>
                    <a:pt x="6237709" y="913279"/>
                  </a:lnTo>
                  <a:lnTo>
                    <a:pt x="6236427" y="913279"/>
                  </a:lnTo>
                  <a:lnTo>
                    <a:pt x="6235145" y="913279"/>
                  </a:lnTo>
                  <a:lnTo>
                    <a:pt x="6233864" y="913279"/>
                  </a:lnTo>
                  <a:lnTo>
                    <a:pt x="6232582" y="913279"/>
                  </a:lnTo>
                  <a:lnTo>
                    <a:pt x="6231300" y="913279"/>
                  </a:lnTo>
                  <a:lnTo>
                    <a:pt x="6230018" y="913279"/>
                  </a:lnTo>
                  <a:lnTo>
                    <a:pt x="6228736" y="913279"/>
                  </a:lnTo>
                  <a:lnTo>
                    <a:pt x="6227454" y="913279"/>
                  </a:lnTo>
                  <a:lnTo>
                    <a:pt x="6226172" y="913279"/>
                  </a:lnTo>
                  <a:lnTo>
                    <a:pt x="6224891" y="913279"/>
                  </a:lnTo>
                  <a:lnTo>
                    <a:pt x="6223609" y="913279"/>
                  </a:lnTo>
                  <a:lnTo>
                    <a:pt x="6222327" y="913279"/>
                  </a:lnTo>
                  <a:lnTo>
                    <a:pt x="6221045" y="913279"/>
                  </a:lnTo>
                  <a:lnTo>
                    <a:pt x="6219763" y="913279"/>
                  </a:lnTo>
                  <a:lnTo>
                    <a:pt x="6218481" y="913279"/>
                  </a:lnTo>
                  <a:lnTo>
                    <a:pt x="6217200" y="913279"/>
                  </a:lnTo>
                  <a:lnTo>
                    <a:pt x="6215918" y="913279"/>
                  </a:lnTo>
                  <a:lnTo>
                    <a:pt x="6214636" y="913279"/>
                  </a:lnTo>
                  <a:lnTo>
                    <a:pt x="6213354" y="913279"/>
                  </a:lnTo>
                  <a:lnTo>
                    <a:pt x="6212072" y="913279"/>
                  </a:lnTo>
                  <a:lnTo>
                    <a:pt x="6210790" y="913279"/>
                  </a:lnTo>
                  <a:lnTo>
                    <a:pt x="6209509" y="913279"/>
                  </a:lnTo>
                  <a:lnTo>
                    <a:pt x="6208227" y="913279"/>
                  </a:lnTo>
                  <a:lnTo>
                    <a:pt x="6206945" y="913279"/>
                  </a:lnTo>
                  <a:lnTo>
                    <a:pt x="6205663" y="913279"/>
                  </a:lnTo>
                  <a:lnTo>
                    <a:pt x="6204381" y="913279"/>
                  </a:lnTo>
                  <a:lnTo>
                    <a:pt x="6203099" y="913279"/>
                  </a:lnTo>
                  <a:lnTo>
                    <a:pt x="6201817" y="913279"/>
                  </a:lnTo>
                  <a:lnTo>
                    <a:pt x="6200536" y="913279"/>
                  </a:lnTo>
                  <a:lnTo>
                    <a:pt x="6199254" y="913279"/>
                  </a:lnTo>
                  <a:lnTo>
                    <a:pt x="6197972" y="913279"/>
                  </a:lnTo>
                  <a:lnTo>
                    <a:pt x="6196690" y="913279"/>
                  </a:lnTo>
                  <a:lnTo>
                    <a:pt x="6195408" y="913279"/>
                  </a:lnTo>
                  <a:lnTo>
                    <a:pt x="6194126" y="913279"/>
                  </a:lnTo>
                  <a:lnTo>
                    <a:pt x="6192845" y="913279"/>
                  </a:lnTo>
                  <a:lnTo>
                    <a:pt x="6191563" y="913279"/>
                  </a:lnTo>
                  <a:lnTo>
                    <a:pt x="6190281" y="913279"/>
                  </a:lnTo>
                  <a:lnTo>
                    <a:pt x="6188999" y="913279"/>
                  </a:lnTo>
                  <a:lnTo>
                    <a:pt x="6187717" y="913279"/>
                  </a:lnTo>
                  <a:lnTo>
                    <a:pt x="6186435" y="913279"/>
                  </a:lnTo>
                  <a:lnTo>
                    <a:pt x="6185153" y="913279"/>
                  </a:lnTo>
                  <a:lnTo>
                    <a:pt x="6183872" y="913279"/>
                  </a:lnTo>
                  <a:lnTo>
                    <a:pt x="6182590" y="913279"/>
                  </a:lnTo>
                  <a:lnTo>
                    <a:pt x="6181308" y="913279"/>
                  </a:lnTo>
                  <a:lnTo>
                    <a:pt x="6180026" y="913279"/>
                  </a:lnTo>
                  <a:lnTo>
                    <a:pt x="6178744" y="913279"/>
                  </a:lnTo>
                  <a:lnTo>
                    <a:pt x="6177462" y="913279"/>
                  </a:lnTo>
                  <a:lnTo>
                    <a:pt x="6176181" y="913279"/>
                  </a:lnTo>
                  <a:lnTo>
                    <a:pt x="6174899" y="913279"/>
                  </a:lnTo>
                  <a:lnTo>
                    <a:pt x="6173617" y="913279"/>
                  </a:lnTo>
                  <a:lnTo>
                    <a:pt x="6172335" y="913279"/>
                  </a:lnTo>
                  <a:lnTo>
                    <a:pt x="6171053" y="913279"/>
                  </a:lnTo>
                  <a:lnTo>
                    <a:pt x="6169771" y="913279"/>
                  </a:lnTo>
                  <a:lnTo>
                    <a:pt x="6168489" y="913279"/>
                  </a:lnTo>
                  <a:lnTo>
                    <a:pt x="6167208" y="913279"/>
                  </a:lnTo>
                  <a:lnTo>
                    <a:pt x="6165926" y="913279"/>
                  </a:lnTo>
                  <a:lnTo>
                    <a:pt x="6164644" y="913279"/>
                  </a:lnTo>
                  <a:lnTo>
                    <a:pt x="6163362" y="913279"/>
                  </a:lnTo>
                  <a:lnTo>
                    <a:pt x="6162080" y="913279"/>
                  </a:lnTo>
                  <a:lnTo>
                    <a:pt x="6160798" y="913279"/>
                  </a:lnTo>
                  <a:lnTo>
                    <a:pt x="6159517" y="913279"/>
                  </a:lnTo>
                  <a:lnTo>
                    <a:pt x="6158235" y="913279"/>
                  </a:lnTo>
                  <a:lnTo>
                    <a:pt x="6156953" y="913279"/>
                  </a:lnTo>
                  <a:lnTo>
                    <a:pt x="6155671" y="913279"/>
                  </a:lnTo>
                  <a:lnTo>
                    <a:pt x="6154389" y="913279"/>
                  </a:lnTo>
                  <a:lnTo>
                    <a:pt x="6153107" y="913279"/>
                  </a:lnTo>
                  <a:lnTo>
                    <a:pt x="6151826" y="913279"/>
                  </a:lnTo>
                  <a:lnTo>
                    <a:pt x="6150544" y="913279"/>
                  </a:lnTo>
                  <a:lnTo>
                    <a:pt x="6149262" y="913279"/>
                  </a:lnTo>
                  <a:lnTo>
                    <a:pt x="6147980" y="913279"/>
                  </a:lnTo>
                  <a:lnTo>
                    <a:pt x="6146698" y="913279"/>
                  </a:lnTo>
                  <a:lnTo>
                    <a:pt x="6145416" y="913279"/>
                  </a:lnTo>
                  <a:lnTo>
                    <a:pt x="6144134" y="913279"/>
                  </a:lnTo>
                  <a:lnTo>
                    <a:pt x="6142853" y="913279"/>
                  </a:lnTo>
                  <a:lnTo>
                    <a:pt x="6141571" y="913279"/>
                  </a:lnTo>
                  <a:lnTo>
                    <a:pt x="6140289" y="913279"/>
                  </a:lnTo>
                  <a:lnTo>
                    <a:pt x="6139007" y="913279"/>
                  </a:lnTo>
                  <a:lnTo>
                    <a:pt x="6137725" y="913279"/>
                  </a:lnTo>
                  <a:lnTo>
                    <a:pt x="6136443" y="913279"/>
                  </a:lnTo>
                  <a:lnTo>
                    <a:pt x="6135162" y="913279"/>
                  </a:lnTo>
                  <a:lnTo>
                    <a:pt x="6133880" y="913279"/>
                  </a:lnTo>
                  <a:lnTo>
                    <a:pt x="6132598" y="913279"/>
                  </a:lnTo>
                  <a:lnTo>
                    <a:pt x="6131316" y="913279"/>
                  </a:lnTo>
                  <a:lnTo>
                    <a:pt x="6130034" y="913279"/>
                  </a:lnTo>
                  <a:lnTo>
                    <a:pt x="6128752" y="913279"/>
                  </a:lnTo>
                  <a:lnTo>
                    <a:pt x="6127470" y="913279"/>
                  </a:lnTo>
                  <a:lnTo>
                    <a:pt x="6126189" y="913279"/>
                  </a:lnTo>
                  <a:lnTo>
                    <a:pt x="6124907" y="913279"/>
                  </a:lnTo>
                  <a:lnTo>
                    <a:pt x="6123625" y="913279"/>
                  </a:lnTo>
                  <a:lnTo>
                    <a:pt x="6122343" y="913279"/>
                  </a:lnTo>
                  <a:lnTo>
                    <a:pt x="6121061" y="913279"/>
                  </a:lnTo>
                  <a:lnTo>
                    <a:pt x="6119779" y="913279"/>
                  </a:lnTo>
                  <a:lnTo>
                    <a:pt x="6118498" y="913279"/>
                  </a:lnTo>
                  <a:lnTo>
                    <a:pt x="6117216" y="913279"/>
                  </a:lnTo>
                  <a:lnTo>
                    <a:pt x="6115934" y="913279"/>
                  </a:lnTo>
                  <a:lnTo>
                    <a:pt x="6114652" y="913279"/>
                  </a:lnTo>
                  <a:lnTo>
                    <a:pt x="6113370" y="913279"/>
                  </a:lnTo>
                  <a:lnTo>
                    <a:pt x="6112088" y="913279"/>
                  </a:lnTo>
                  <a:lnTo>
                    <a:pt x="6110807" y="913279"/>
                  </a:lnTo>
                  <a:lnTo>
                    <a:pt x="6109525" y="913279"/>
                  </a:lnTo>
                  <a:lnTo>
                    <a:pt x="6108243" y="913279"/>
                  </a:lnTo>
                  <a:lnTo>
                    <a:pt x="6106961" y="913279"/>
                  </a:lnTo>
                  <a:lnTo>
                    <a:pt x="6105679" y="913279"/>
                  </a:lnTo>
                  <a:lnTo>
                    <a:pt x="6104397" y="913279"/>
                  </a:lnTo>
                  <a:lnTo>
                    <a:pt x="6103115" y="913279"/>
                  </a:lnTo>
                  <a:lnTo>
                    <a:pt x="6101834" y="913279"/>
                  </a:lnTo>
                  <a:lnTo>
                    <a:pt x="6100552" y="913279"/>
                  </a:lnTo>
                  <a:lnTo>
                    <a:pt x="6099270" y="913279"/>
                  </a:lnTo>
                  <a:lnTo>
                    <a:pt x="6097988" y="913279"/>
                  </a:lnTo>
                  <a:lnTo>
                    <a:pt x="6096706" y="913279"/>
                  </a:lnTo>
                  <a:lnTo>
                    <a:pt x="6095424" y="913279"/>
                  </a:lnTo>
                  <a:lnTo>
                    <a:pt x="6094143" y="913279"/>
                  </a:lnTo>
                  <a:lnTo>
                    <a:pt x="6092861" y="913279"/>
                  </a:lnTo>
                  <a:lnTo>
                    <a:pt x="6091579" y="913279"/>
                  </a:lnTo>
                  <a:lnTo>
                    <a:pt x="6090297" y="913279"/>
                  </a:lnTo>
                  <a:lnTo>
                    <a:pt x="6089015" y="913279"/>
                  </a:lnTo>
                  <a:lnTo>
                    <a:pt x="6087733" y="913279"/>
                  </a:lnTo>
                  <a:lnTo>
                    <a:pt x="6086451" y="913279"/>
                  </a:lnTo>
                  <a:lnTo>
                    <a:pt x="6085170" y="913279"/>
                  </a:lnTo>
                  <a:lnTo>
                    <a:pt x="6083888" y="913279"/>
                  </a:lnTo>
                  <a:lnTo>
                    <a:pt x="6082606" y="913279"/>
                  </a:lnTo>
                  <a:lnTo>
                    <a:pt x="6081324" y="913279"/>
                  </a:lnTo>
                  <a:lnTo>
                    <a:pt x="6080042" y="913279"/>
                  </a:lnTo>
                  <a:lnTo>
                    <a:pt x="6078760" y="913279"/>
                  </a:lnTo>
                  <a:lnTo>
                    <a:pt x="6077479" y="913279"/>
                  </a:lnTo>
                  <a:lnTo>
                    <a:pt x="6076197" y="913279"/>
                  </a:lnTo>
                  <a:lnTo>
                    <a:pt x="6074915" y="913279"/>
                  </a:lnTo>
                  <a:lnTo>
                    <a:pt x="6073633" y="913279"/>
                  </a:lnTo>
                  <a:lnTo>
                    <a:pt x="6072351" y="913279"/>
                  </a:lnTo>
                  <a:lnTo>
                    <a:pt x="6071069" y="913279"/>
                  </a:lnTo>
                  <a:lnTo>
                    <a:pt x="6069787" y="913279"/>
                  </a:lnTo>
                  <a:lnTo>
                    <a:pt x="6068506" y="913279"/>
                  </a:lnTo>
                  <a:lnTo>
                    <a:pt x="6067224" y="913279"/>
                  </a:lnTo>
                  <a:lnTo>
                    <a:pt x="6065942" y="913279"/>
                  </a:lnTo>
                  <a:lnTo>
                    <a:pt x="6064660" y="913279"/>
                  </a:lnTo>
                  <a:lnTo>
                    <a:pt x="6063378" y="913279"/>
                  </a:lnTo>
                  <a:lnTo>
                    <a:pt x="6062096" y="913279"/>
                  </a:lnTo>
                  <a:lnTo>
                    <a:pt x="6060815" y="913279"/>
                  </a:lnTo>
                  <a:lnTo>
                    <a:pt x="6059533" y="913279"/>
                  </a:lnTo>
                  <a:lnTo>
                    <a:pt x="6058251" y="913279"/>
                  </a:lnTo>
                  <a:lnTo>
                    <a:pt x="6056969" y="913279"/>
                  </a:lnTo>
                  <a:lnTo>
                    <a:pt x="6055687" y="913279"/>
                  </a:lnTo>
                  <a:lnTo>
                    <a:pt x="6054405" y="913279"/>
                  </a:lnTo>
                  <a:lnTo>
                    <a:pt x="6053124" y="913279"/>
                  </a:lnTo>
                  <a:lnTo>
                    <a:pt x="6051842" y="913279"/>
                  </a:lnTo>
                  <a:lnTo>
                    <a:pt x="6050560" y="913279"/>
                  </a:lnTo>
                  <a:lnTo>
                    <a:pt x="6049278" y="913279"/>
                  </a:lnTo>
                  <a:lnTo>
                    <a:pt x="6047996" y="913279"/>
                  </a:lnTo>
                  <a:lnTo>
                    <a:pt x="6046714" y="913279"/>
                  </a:lnTo>
                  <a:lnTo>
                    <a:pt x="6045432" y="913279"/>
                  </a:lnTo>
                  <a:lnTo>
                    <a:pt x="6044151" y="913279"/>
                  </a:lnTo>
                  <a:lnTo>
                    <a:pt x="6042869" y="913279"/>
                  </a:lnTo>
                  <a:lnTo>
                    <a:pt x="6041587" y="913279"/>
                  </a:lnTo>
                  <a:lnTo>
                    <a:pt x="6040305" y="913279"/>
                  </a:lnTo>
                  <a:lnTo>
                    <a:pt x="6039023" y="913279"/>
                  </a:lnTo>
                  <a:lnTo>
                    <a:pt x="6037741" y="913279"/>
                  </a:lnTo>
                  <a:lnTo>
                    <a:pt x="6036460" y="913279"/>
                  </a:lnTo>
                  <a:lnTo>
                    <a:pt x="6035178" y="913279"/>
                  </a:lnTo>
                  <a:lnTo>
                    <a:pt x="6033896" y="913279"/>
                  </a:lnTo>
                  <a:lnTo>
                    <a:pt x="6032614" y="913279"/>
                  </a:lnTo>
                  <a:lnTo>
                    <a:pt x="6031332" y="913279"/>
                  </a:lnTo>
                  <a:lnTo>
                    <a:pt x="6030050" y="913279"/>
                  </a:lnTo>
                  <a:lnTo>
                    <a:pt x="6028768" y="913279"/>
                  </a:lnTo>
                  <a:lnTo>
                    <a:pt x="6027487" y="913279"/>
                  </a:lnTo>
                  <a:lnTo>
                    <a:pt x="6026205" y="913279"/>
                  </a:lnTo>
                  <a:lnTo>
                    <a:pt x="6024923" y="913279"/>
                  </a:lnTo>
                  <a:lnTo>
                    <a:pt x="6023641" y="913279"/>
                  </a:lnTo>
                  <a:lnTo>
                    <a:pt x="6022359" y="913279"/>
                  </a:lnTo>
                  <a:lnTo>
                    <a:pt x="6021077" y="913279"/>
                  </a:lnTo>
                  <a:lnTo>
                    <a:pt x="6019796" y="913279"/>
                  </a:lnTo>
                  <a:lnTo>
                    <a:pt x="6018514" y="913279"/>
                  </a:lnTo>
                  <a:lnTo>
                    <a:pt x="6017232" y="913279"/>
                  </a:lnTo>
                  <a:lnTo>
                    <a:pt x="6015950" y="913279"/>
                  </a:lnTo>
                  <a:lnTo>
                    <a:pt x="6014668" y="913279"/>
                  </a:lnTo>
                  <a:lnTo>
                    <a:pt x="6013386" y="913279"/>
                  </a:lnTo>
                  <a:lnTo>
                    <a:pt x="6012105" y="913279"/>
                  </a:lnTo>
                  <a:lnTo>
                    <a:pt x="6010823" y="913279"/>
                  </a:lnTo>
                  <a:lnTo>
                    <a:pt x="6009541" y="913279"/>
                  </a:lnTo>
                  <a:lnTo>
                    <a:pt x="6008259" y="913279"/>
                  </a:lnTo>
                  <a:lnTo>
                    <a:pt x="6006977" y="913279"/>
                  </a:lnTo>
                  <a:lnTo>
                    <a:pt x="6005695" y="913279"/>
                  </a:lnTo>
                  <a:lnTo>
                    <a:pt x="6004413" y="913279"/>
                  </a:lnTo>
                  <a:lnTo>
                    <a:pt x="6003132" y="913279"/>
                  </a:lnTo>
                  <a:lnTo>
                    <a:pt x="6001850" y="913279"/>
                  </a:lnTo>
                  <a:lnTo>
                    <a:pt x="6000568" y="913279"/>
                  </a:lnTo>
                  <a:lnTo>
                    <a:pt x="5999286" y="913279"/>
                  </a:lnTo>
                  <a:lnTo>
                    <a:pt x="5998004" y="913279"/>
                  </a:lnTo>
                  <a:lnTo>
                    <a:pt x="5996722" y="913279"/>
                  </a:lnTo>
                  <a:lnTo>
                    <a:pt x="5995441" y="913279"/>
                  </a:lnTo>
                  <a:lnTo>
                    <a:pt x="5994159" y="913279"/>
                  </a:lnTo>
                  <a:lnTo>
                    <a:pt x="5992877" y="913279"/>
                  </a:lnTo>
                  <a:lnTo>
                    <a:pt x="5991595" y="913279"/>
                  </a:lnTo>
                  <a:lnTo>
                    <a:pt x="5990313" y="913279"/>
                  </a:lnTo>
                  <a:lnTo>
                    <a:pt x="5989031" y="913279"/>
                  </a:lnTo>
                  <a:lnTo>
                    <a:pt x="5987749" y="913279"/>
                  </a:lnTo>
                  <a:lnTo>
                    <a:pt x="5986468" y="913279"/>
                  </a:lnTo>
                  <a:lnTo>
                    <a:pt x="5985186" y="913279"/>
                  </a:lnTo>
                  <a:lnTo>
                    <a:pt x="5983904" y="913279"/>
                  </a:lnTo>
                  <a:lnTo>
                    <a:pt x="5982622" y="913279"/>
                  </a:lnTo>
                  <a:lnTo>
                    <a:pt x="5981340" y="913279"/>
                  </a:lnTo>
                  <a:lnTo>
                    <a:pt x="5980058" y="913279"/>
                  </a:lnTo>
                  <a:lnTo>
                    <a:pt x="5978777" y="913279"/>
                  </a:lnTo>
                  <a:lnTo>
                    <a:pt x="5977495" y="913279"/>
                  </a:lnTo>
                  <a:lnTo>
                    <a:pt x="5976213" y="913279"/>
                  </a:lnTo>
                  <a:lnTo>
                    <a:pt x="5974931" y="913279"/>
                  </a:lnTo>
                  <a:lnTo>
                    <a:pt x="5973649" y="913279"/>
                  </a:lnTo>
                  <a:lnTo>
                    <a:pt x="5972367" y="913279"/>
                  </a:lnTo>
                  <a:lnTo>
                    <a:pt x="5971086" y="913279"/>
                  </a:lnTo>
                  <a:lnTo>
                    <a:pt x="5969804" y="913279"/>
                  </a:lnTo>
                  <a:lnTo>
                    <a:pt x="5968522" y="913279"/>
                  </a:lnTo>
                  <a:lnTo>
                    <a:pt x="5967240" y="913279"/>
                  </a:lnTo>
                  <a:lnTo>
                    <a:pt x="5965958" y="913279"/>
                  </a:lnTo>
                  <a:lnTo>
                    <a:pt x="5964676" y="913279"/>
                  </a:lnTo>
                  <a:lnTo>
                    <a:pt x="5963394" y="913279"/>
                  </a:lnTo>
                  <a:lnTo>
                    <a:pt x="5962113" y="913279"/>
                  </a:lnTo>
                  <a:lnTo>
                    <a:pt x="5960831" y="913279"/>
                  </a:lnTo>
                  <a:lnTo>
                    <a:pt x="5959549" y="913279"/>
                  </a:lnTo>
                  <a:lnTo>
                    <a:pt x="5958267" y="913279"/>
                  </a:lnTo>
                  <a:lnTo>
                    <a:pt x="5956985" y="913279"/>
                  </a:lnTo>
                  <a:lnTo>
                    <a:pt x="5955703" y="913279"/>
                  </a:lnTo>
                  <a:lnTo>
                    <a:pt x="5954422" y="913279"/>
                  </a:lnTo>
                  <a:lnTo>
                    <a:pt x="5953140" y="913279"/>
                  </a:lnTo>
                  <a:lnTo>
                    <a:pt x="5951858" y="913279"/>
                  </a:lnTo>
                  <a:lnTo>
                    <a:pt x="5950576" y="913279"/>
                  </a:lnTo>
                  <a:lnTo>
                    <a:pt x="5949294" y="913279"/>
                  </a:lnTo>
                  <a:lnTo>
                    <a:pt x="5948012" y="913279"/>
                  </a:lnTo>
                  <a:lnTo>
                    <a:pt x="5946730" y="913279"/>
                  </a:lnTo>
                  <a:lnTo>
                    <a:pt x="5945449" y="913279"/>
                  </a:lnTo>
                  <a:lnTo>
                    <a:pt x="5944167" y="913279"/>
                  </a:lnTo>
                  <a:lnTo>
                    <a:pt x="5942885" y="913279"/>
                  </a:lnTo>
                  <a:lnTo>
                    <a:pt x="5941603" y="913279"/>
                  </a:lnTo>
                  <a:lnTo>
                    <a:pt x="5940321" y="913279"/>
                  </a:lnTo>
                  <a:lnTo>
                    <a:pt x="5939039" y="913279"/>
                  </a:lnTo>
                  <a:lnTo>
                    <a:pt x="5937758" y="913279"/>
                  </a:lnTo>
                  <a:lnTo>
                    <a:pt x="5936476" y="913279"/>
                  </a:lnTo>
                  <a:lnTo>
                    <a:pt x="5935194" y="913279"/>
                  </a:lnTo>
                  <a:lnTo>
                    <a:pt x="5933912" y="913279"/>
                  </a:lnTo>
                  <a:lnTo>
                    <a:pt x="5932630" y="913279"/>
                  </a:lnTo>
                  <a:lnTo>
                    <a:pt x="5931348" y="913279"/>
                  </a:lnTo>
                  <a:lnTo>
                    <a:pt x="5930066" y="913279"/>
                  </a:lnTo>
                  <a:lnTo>
                    <a:pt x="5928785" y="913279"/>
                  </a:lnTo>
                  <a:lnTo>
                    <a:pt x="5927503" y="913279"/>
                  </a:lnTo>
                  <a:lnTo>
                    <a:pt x="5926221" y="913279"/>
                  </a:lnTo>
                  <a:lnTo>
                    <a:pt x="5924939" y="913279"/>
                  </a:lnTo>
                  <a:lnTo>
                    <a:pt x="5923657" y="913279"/>
                  </a:lnTo>
                  <a:lnTo>
                    <a:pt x="5922375" y="913279"/>
                  </a:lnTo>
                  <a:lnTo>
                    <a:pt x="5921094" y="913279"/>
                  </a:lnTo>
                  <a:lnTo>
                    <a:pt x="5919812" y="913279"/>
                  </a:lnTo>
                  <a:lnTo>
                    <a:pt x="5918530" y="913279"/>
                  </a:lnTo>
                  <a:lnTo>
                    <a:pt x="5917248" y="913279"/>
                  </a:lnTo>
                  <a:lnTo>
                    <a:pt x="5915966" y="913279"/>
                  </a:lnTo>
                  <a:lnTo>
                    <a:pt x="5914684" y="913279"/>
                  </a:lnTo>
                  <a:lnTo>
                    <a:pt x="5913403" y="913279"/>
                  </a:lnTo>
                  <a:lnTo>
                    <a:pt x="5912121" y="913279"/>
                  </a:lnTo>
                  <a:lnTo>
                    <a:pt x="5910839" y="913279"/>
                  </a:lnTo>
                  <a:lnTo>
                    <a:pt x="5909557" y="913279"/>
                  </a:lnTo>
                  <a:lnTo>
                    <a:pt x="5908275" y="913279"/>
                  </a:lnTo>
                  <a:lnTo>
                    <a:pt x="5906993" y="913279"/>
                  </a:lnTo>
                  <a:lnTo>
                    <a:pt x="5905711" y="913279"/>
                  </a:lnTo>
                  <a:lnTo>
                    <a:pt x="5904430" y="913279"/>
                  </a:lnTo>
                  <a:lnTo>
                    <a:pt x="5903148" y="913279"/>
                  </a:lnTo>
                  <a:lnTo>
                    <a:pt x="5901866" y="913279"/>
                  </a:lnTo>
                  <a:lnTo>
                    <a:pt x="5900584" y="913279"/>
                  </a:lnTo>
                  <a:lnTo>
                    <a:pt x="5899302" y="913279"/>
                  </a:lnTo>
                  <a:lnTo>
                    <a:pt x="5898020" y="913279"/>
                  </a:lnTo>
                  <a:lnTo>
                    <a:pt x="5896739" y="913279"/>
                  </a:lnTo>
                  <a:lnTo>
                    <a:pt x="5895457" y="913279"/>
                  </a:lnTo>
                  <a:lnTo>
                    <a:pt x="5894175" y="913279"/>
                  </a:lnTo>
                  <a:lnTo>
                    <a:pt x="5892893" y="913279"/>
                  </a:lnTo>
                  <a:lnTo>
                    <a:pt x="5891611" y="913279"/>
                  </a:lnTo>
                  <a:lnTo>
                    <a:pt x="5890329" y="913279"/>
                  </a:lnTo>
                  <a:lnTo>
                    <a:pt x="5889047" y="913279"/>
                  </a:lnTo>
                  <a:lnTo>
                    <a:pt x="5887766" y="913279"/>
                  </a:lnTo>
                  <a:lnTo>
                    <a:pt x="5886484" y="913279"/>
                  </a:lnTo>
                  <a:lnTo>
                    <a:pt x="5885202" y="913279"/>
                  </a:lnTo>
                  <a:lnTo>
                    <a:pt x="5883920" y="913279"/>
                  </a:lnTo>
                  <a:lnTo>
                    <a:pt x="5882638" y="913279"/>
                  </a:lnTo>
                  <a:lnTo>
                    <a:pt x="5881356" y="913279"/>
                  </a:lnTo>
                  <a:lnTo>
                    <a:pt x="5880075" y="913279"/>
                  </a:lnTo>
                  <a:lnTo>
                    <a:pt x="5878793" y="913279"/>
                  </a:lnTo>
                  <a:lnTo>
                    <a:pt x="5877511" y="913279"/>
                  </a:lnTo>
                  <a:lnTo>
                    <a:pt x="5876229" y="913279"/>
                  </a:lnTo>
                  <a:lnTo>
                    <a:pt x="5874947" y="913279"/>
                  </a:lnTo>
                  <a:lnTo>
                    <a:pt x="5873665" y="913279"/>
                  </a:lnTo>
                  <a:lnTo>
                    <a:pt x="5872384" y="913279"/>
                  </a:lnTo>
                  <a:lnTo>
                    <a:pt x="5871102" y="913279"/>
                  </a:lnTo>
                  <a:lnTo>
                    <a:pt x="5869820" y="913279"/>
                  </a:lnTo>
                  <a:lnTo>
                    <a:pt x="5868538" y="913279"/>
                  </a:lnTo>
                  <a:lnTo>
                    <a:pt x="5867256" y="913279"/>
                  </a:lnTo>
                  <a:lnTo>
                    <a:pt x="5865974" y="913279"/>
                  </a:lnTo>
                  <a:lnTo>
                    <a:pt x="5864692" y="913279"/>
                  </a:lnTo>
                  <a:lnTo>
                    <a:pt x="5863411" y="913279"/>
                  </a:lnTo>
                  <a:lnTo>
                    <a:pt x="5862129" y="913279"/>
                  </a:lnTo>
                  <a:lnTo>
                    <a:pt x="5860847" y="913279"/>
                  </a:lnTo>
                  <a:lnTo>
                    <a:pt x="5859565" y="913279"/>
                  </a:lnTo>
                  <a:lnTo>
                    <a:pt x="5858283" y="913279"/>
                  </a:lnTo>
                  <a:lnTo>
                    <a:pt x="5857001" y="913279"/>
                  </a:lnTo>
                  <a:lnTo>
                    <a:pt x="5855720" y="913279"/>
                  </a:lnTo>
                  <a:lnTo>
                    <a:pt x="5854438" y="913279"/>
                  </a:lnTo>
                  <a:lnTo>
                    <a:pt x="5853156" y="913279"/>
                  </a:lnTo>
                  <a:lnTo>
                    <a:pt x="5851874" y="913279"/>
                  </a:lnTo>
                  <a:lnTo>
                    <a:pt x="5850592" y="913279"/>
                  </a:lnTo>
                  <a:lnTo>
                    <a:pt x="5849310" y="913279"/>
                  </a:lnTo>
                  <a:lnTo>
                    <a:pt x="5848028" y="913279"/>
                  </a:lnTo>
                  <a:lnTo>
                    <a:pt x="5846747" y="913279"/>
                  </a:lnTo>
                  <a:lnTo>
                    <a:pt x="5845465" y="913279"/>
                  </a:lnTo>
                  <a:lnTo>
                    <a:pt x="5844183" y="913279"/>
                  </a:lnTo>
                  <a:lnTo>
                    <a:pt x="5842901" y="913279"/>
                  </a:lnTo>
                  <a:lnTo>
                    <a:pt x="5841619" y="913279"/>
                  </a:lnTo>
                  <a:lnTo>
                    <a:pt x="5840337" y="913279"/>
                  </a:lnTo>
                  <a:lnTo>
                    <a:pt x="5839056" y="913279"/>
                  </a:lnTo>
                  <a:lnTo>
                    <a:pt x="5837774" y="913279"/>
                  </a:lnTo>
                  <a:lnTo>
                    <a:pt x="5836492" y="913279"/>
                  </a:lnTo>
                  <a:lnTo>
                    <a:pt x="5835210" y="913279"/>
                  </a:lnTo>
                  <a:lnTo>
                    <a:pt x="5833928" y="913279"/>
                  </a:lnTo>
                  <a:lnTo>
                    <a:pt x="5832646" y="913279"/>
                  </a:lnTo>
                  <a:lnTo>
                    <a:pt x="5831365" y="913279"/>
                  </a:lnTo>
                  <a:lnTo>
                    <a:pt x="5830083" y="913279"/>
                  </a:lnTo>
                  <a:lnTo>
                    <a:pt x="5828801" y="913279"/>
                  </a:lnTo>
                  <a:lnTo>
                    <a:pt x="5827519" y="913279"/>
                  </a:lnTo>
                  <a:lnTo>
                    <a:pt x="5826237" y="913279"/>
                  </a:lnTo>
                  <a:lnTo>
                    <a:pt x="5824955" y="913279"/>
                  </a:lnTo>
                  <a:lnTo>
                    <a:pt x="5823673" y="913279"/>
                  </a:lnTo>
                  <a:lnTo>
                    <a:pt x="5822392" y="913279"/>
                  </a:lnTo>
                  <a:lnTo>
                    <a:pt x="5821110" y="913279"/>
                  </a:lnTo>
                  <a:lnTo>
                    <a:pt x="5819828" y="913279"/>
                  </a:lnTo>
                  <a:lnTo>
                    <a:pt x="5818546" y="913279"/>
                  </a:lnTo>
                  <a:lnTo>
                    <a:pt x="5817264" y="913279"/>
                  </a:lnTo>
                  <a:lnTo>
                    <a:pt x="5815982" y="913279"/>
                  </a:lnTo>
                  <a:lnTo>
                    <a:pt x="5814701" y="913279"/>
                  </a:lnTo>
                  <a:lnTo>
                    <a:pt x="5813419" y="913279"/>
                  </a:lnTo>
                  <a:lnTo>
                    <a:pt x="5812137" y="913279"/>
                  </a:lnTo>
                  <a:lnTo>
                    <a:pt x="5810855" y="913279"/>
                  </a:lnTo>
                  <a:lnTo>
                    <a:pt x="5809573" y="913279"/>
                  </a:lnTo>
                  <a:lnTo>
                    <a:pt x="5808291" y="913279"/>
                  </a:lnTo>
                  <a:lnTo>
                    <a:pt x="5807009" y="913279"/>
                  </a:lnTo>
                  <a:lnTo>
                    <a:pt x="5805728" y="913279"/>
                  </a:lnTo>
                  <a:lnTo>
                    <a:pt x="5804446" y="913279"/>
                  </a:lnTo>
                  <a:lnTo>
                    <a:pt x="5803164" y="913279"/>
                  </a:lnTo>
                  <a:lnTo>
                    <a:pt x="5801882" y="913279"/>
                  </a:lnTo>
                  <a:lnTo>
                    <a:pt x="5800600" y="913279"/>
                  </a:lnTo>
                  <a:lnTo>
                    <a:pt x="5799318" y="913279"/>
                  </a:lnTo>
                  <a:lnTo>
                    <a:pt x="5798037" y="913279"/>
                  </a:lnTo>
                  <a:lnTo>
                    <a:pt x="5796755" y="913279"/>
                  </a:lnTo>
                  <a:lnTo>
                    <a:pt x="5795473" y="913279"/>
                  </a:lnTo>
                  <a:lnTo>
                    <a:pt x="5794191" y="913279"/>
                  </a:lnTo>
                  <a:lnTo>
                    <a:pt x="5792909" y="913279"/>
                  </a:lnTo>
                  <a:lnTo>
                    <a:pt x="5791627" y="913279"/>
                  </a:lnTo>
                  <a:lnTo>
                    <a:pt x="5790345" y="913279"/>
                  </a:lnTo>
                  <a:lnTo>
                    <a:pt x="5789064" y="913279"/>
                  </a:lnTo>
                  <a:lnTo>
                    <a:pt x="5787782" y="913279"/>
                  </a:lnTo>
                  <a:lnTo>
                    <a:pt x="5786500" y="913279"/>
                  </a:lnTo>
                  <a:lnTo>
                    <a:pt x="5785218" y="913279"/>
                  </a:lnTo>
                  <a:lnTo>
                    <a:pt x="5783936" y="913279"/>
                  </a:lnTo>
                  <a:lnTo>
                    <a:pt x="5782654" y="913279"/>
                  </a:lnTo>
                  <a:lnTo>
                    <a:pt x="5781373" y="913279"/>
                  </a:lnTo>
                  <a:lnTo>
                    <a:pt x="5780091" y="913279"/>
                  </a:lnTo>
                  <a:lnTo>
                    <a:pt x="5778809" y="913279"/>
                  </a:lnTo>
                  <a:lnTo>
                    <a:pt x="5777527" y="913279"/>
                  </a:lnTo>
                  <a:lnTo>
                    <a:pt x="5776245" y="913279"/>
                  </a:lnTo>
                  <a:lnTo>
                    <a:pt x="5774963" y="913279"/>
                  </a:lnTo>
                  <a:lnTo>
                    <a:pt x="5773682" y="913279"/>
                  </a:lnTo>
                  <a:lnTo>
                    <a:pt x="5772400" y="913279"/>
                  </a:lnTo>
                  <a:lnTo>
                    <a:pt x="5771118" y="913279"/>
                  </a:lnTo>
                  <a:lnTo>
                    <a:pt x="5769836" y="913279"/>
                  </a:lnTo>
                  <a:lnTo>
                    <a:pt x="5768554" y="913279"/>
                  </a:lnTo>
                  <a:lnTo>
                    <a:pt x="5767272" y="913279"/>
                  </a:lnTo>
                  <a:lnTo>
                    <a:pt x="5765990" y="913279"/>
                  </a:lnTo>
                  <a:lnTo>
                    <a:pt x="5764709" y="913279"/>
                  </a:lnTo>
                  <a:lnTo>
                    <a:pt x="5763427" y="913279"/>
                  </a:lnTo>
                  <a:lnTo>
                    <a:pt x="5762145" y="913279"/>
                  </a:lnTo>
                  <a:lnTo>
                    <a:pt x="5760863" y="913279"/>
                  </a:lnTo>
                  <a:lnTo>
                    <a:pt x="5759581" y="913279"/>
                  </a:lnTo>
                  <a:lnTo>
                    <a:pt x="5758299" y="913279"/>
                  </a:lnTo>
                  <a:lnTo>
                    <a:pt x="5757018" y="913279"/>
                  </a:lnTo>
                  <a:lnTo>
                    <a:pt x="5755736" y="913279"/>
                  </a:lnTo>
                  <a:lnTo>
                    <a:pt x="5754454" y="913279"/>
                  </a:lnTo>
                  <a:lnTo>
                    <a:pt x="5753172" y="913279"/>
                  </a:lnTo>
                  <a:lnTo>
                    <a:pt x="5751890" y="913279"/>
                  </a:lnTo>
                  <a:lnTo>
                    <a:pt x="5750608" y="913279"/>
                  </a:lnTo>
                  <a:lnTo>
                    <a:pt x="5749326" y="913279"/>
                  </a:lnTo>
                  <a:lnTo>
                    <a:pt x="5748045" y="913279"/>
                  </a:lnTo>
                  <a:lnTo>
                    <a:pt x="5746763" y="913279"/>
                  </a:lnTo>
                  <a:lnTo>
                    <a:pt x="5745481" y="913279"/>
                  </a:lnTo>
                  <a:lnTo>
                    <a:pt x="5744199" y="913279"/>
                  </a:lnTo>
                  <a:lnTo>
                    <a:pt x="5742917" y="913279"/>
                  </a:lnTo>
                  <a:lnTo>
                    <a:pt x="5741635" y="913279"/>
                  </a:lnTo>
                  <a:lnTo>
                    <a:pt x="5740354" y="913279"/>
                  </a:lnTo>
                  <a:lnTo>
                    <a:pt x="5739072" y="913279"/>
                  </a:lnTo>
                  <a:lnTo>
                    <a:pt x="5737790" y="913279"/>
                  </a:lnTo>
                  <a:lnTo>
                    <a:pt x="5736508" y="913279"/>
                  </a:lnTo>
                  <a:lnTo>
                    <a:pt x="5735226" y="913279"/>
                  </a:lnTo>
                  <a:lnTo>
                    <a:pt x="5733944" y="913279"/>
                  </a:lnTo>
                  <a:lnTo>
                    <a:pt x="5732663" y="913279"/>
                  </a:lnTo>
                  <a:lnTo>
                    <a:pt x="5731381" y="913279"/>
                  </a:lnTo>
                  <a:lnTo>
                    <a:pt x="5730099" y="913279"/>
                  </a:lnTo>
                  <a:lnTo>
                    <a:pt x="5728817" y="913279"/>
                  </a:lnTo>
                  <a:lnTo>
                    <a:pt x="5727535" y="913279"/>
                  </a:lnTo>
                  <a:lnTo>
                    <a:pt x="5726253" y="913279"/>
                  </a:lnTo>
                  <a:lnTo>
                    <a:pt x="5724971" y="913279"/>
                  </a:lnTo>
                  <a:lnTo>
                    <a:pt x="5723690" y="913279"/>
                  </a:lnTo>
                  <a:lnTo>
                    <a:pt x="5722408" y="913279"/>
                  </a:lnTo>
                  <a:lnTo>
                    <a:pt x="5721126" y="913279"/>
                  </a:lnTo>
                  <a:lnTo>
                    <a:pt x="5719844" y="913279"/>
                  </a:lnTo>
                  <a:lnTo>
                    <a:pt x="5718562" y="913279"/>
                  </a:lnTo>
                  <a:lnTo>
                    <a:pt x="5717280" y="913279"/>
                  </a:lnTo>
                  <a:lnTo>
                    <a:pt x="5715999" y="913279"/>
                  </a:lnTo>
                  <a:lnTo>
                    <a:pt x="5714717" y="913279"/>
                  </a:lnTo>
                  <a:lnTo>
                    <a:pt x="5713435" y="913279"/>
                  </a:lnTo>
                  <a:lnTo>
                    <a:pt x="5712153" y="913279"/>
                  </a:lnTo>
                  <a:lnTo>
                    <a:pt x="5710871" y="913279"/>
                  </a:lnTo>
                  <a:lnTo>
                    <a:pt x="5709589" y="913279"/>
                  </a:lnTo>
                  <a:lnTo>
                    <a:pt x="5708307" y="913279"/>
                  </a:lnTo>
                  <a:lnTo>
                    <a:pt x="5707026" y="913279"/>
                  </a:lnTo>
                  <a:lnTo>
                    <a:pt x="5705744" y="913279"/>
                  </a:lnTo>
                  <a:lnTo>
                    <a:pt x="5704462" y="913279"/>
                  </a:lnTo>
                  <a:lnTo>
                    <a:pt x="5703180" y="913279"/>
                  </a:lnTo>
                  <a:lnTo>
                    <a:pt x="5701898" y="913279"/>
                  </a:lnTo>
                  <a:lnTo>
                    <a:pt x="5700616" y="913279"/>
                  </a:lnTo>
                  <a:lnTo>
                    <a:pt x="5699335" y="913279"/>
                  </a:lnTo>
                  <a:lnTo>
                    <a:pt x="5698053" y="913279"/>
                  </a:lnTo>
                  <a:lnTo>
                    <a:pt x="5696771" y="913279"/>
                  </a:lnTo>
                  <a:lnTo>
                    <a:pt x="5695489" y="913279"/>
                  </a:lnTo>
                  <a:lnTo>
                    <a:pt x="5694207" y="913279"/>
                  </a:lnTo>
                  <a:lnTo>
                    <a:pt x="5692925" y="913279"/>
                  </a:lnTo>
                  <a:lnTo>
                    <a:pt x="5691643" y="913279"/>
                  </a:lnTo>
                  <a:lnTo>
                    <a:pt x="5690362" y="913279"/>
                  </a:lnTo>
                  <a:lnTo>
                    <a:pt x="5689080" y="913279"/>
                  </a:lnTo>
                  <a:lnTo>
                    <a:pt x="5687798" y="913279"/>
                  </a:lnTo>
                  <a:lnTo>
                    <a:pt x="5686516" y="913279"/>
                  </a:lnTo>
                  <a:lnTo>
                    <a:pt x="5685234" y="913279"/>
                  </a:lnTo>
                  <a:lnTo>
                    <a:pt x="5683952" y="913279"/>
                  </a:lnTo>
                  <a:lnTo>
                    <a:pt x="5682671" y="913279"/>
                  </a:lnTo>
                  <a:lnTo>
                    <a:pt x="5681389" y="913279"/>
                  </a:lnTo>
                  <a:lnTo>
                    <a:pt x="5680107" y="913279"/>
                  </a:lnTo>
                  <a:lnTo>
                    <a:pt x="5678825" y="913279"/>
                  </a:lnTo>
                  <a:lnTo>
                    <a:pt x="5677543" y="913279"/>
                  </a:lnTo>
                  <a:lnTo>
                    <a:pt x="5676261" y="913279"/>
                  </a:lnTo>
                  <a:lnTo>
                    <a:pt x="5674980" y="913279"/>
                  </a:lnTo>
                  <a:lnTo>
                    <a:pt x="5673698" y="913279"/>
                  </a:lnTo>
                  <a:lnTo>
                    <a:pt x="5672416" y="913279"/>
                  </a:lnTo>
                  <a:lnTo>
                    <a:pt x="5671134" y="913279"/>
                  </a:lnTo>
                  <a:lnTo>
                    <a:pt x="5669852" y="913279"/>
                  </a:lnTo>
                  <a:lnTo>
                    <a:pt x="5668570" y="913279"/>
                  </a:lnTo>
                  <a:lnTo>
                    <a:pt x="5667288" y="913279"/>
                  </a:lnTo>
                  <a:lnTo>
                    <a:pt x="5666007" y="913279"/>
                  </a:lnTo>
                  <a:lnTo>
                    <a:pt x="5664725" y="913279"/>
                  </a:lnTo>
                  <a:lnTo>
                    <a:pt x="5663443" y="913279"/>
                  </a:lnTo>
                  <a:lnTo>
                    <a:pt x="5662161" y="913279"/>
                  </a:lnTo>
                  <a:lnTo>
                    <a:pt x="5660879" y="913279"/>
                  </a:lnTo>
                  <a:lnTo>
                    <a:pt x="5659597" y="913279"/>
                  </a:lnTo>
                  <a:lnTo>
                    <a:pt x="5658316" y="913279"/>
                  </a:lnTo>
                  <a:lnTo>
                    <a:pt x="5657034" y="913279"/>
                  </a:lnTo>
                  <a:lnTo>
                    <a:pt x="5655752" y="913279"/>
                  </a:lnTo>
                  <a:lnTo>
                    <a:pt x="5654470" y="913279"/>
                  </a:lnTo>
                  <a:lnTo>
                    <a:pt x="5653188" y="913279"/>
                  </a:lnTo>
                  <a:lnTo>
                    <a:pt x="5651906" y="913279"/>
                  </a:lnTo>
                  <a:lnTo>
                    <a:pt x="5650624" y="913279"/>
                  </a:lnTo>
                  <a:lnTo>
                    <a:pt x="5649343" y="913279"/>
                  </a:lnTo>
                  <a:lnTo>
                    <a:pt x="5648061" y="913279"/>
                  </a:lnTo>
                  <a:lnTo>
                    <a:pt x="5646779" y="913279"/>
                  </a:lnTo>
                  <a:lnTo>
                    <a:pt x="5645497" y="913279"/>
                  </a:lnTo>
                  <a:lnTo>
                    <a:pt x="5644215" y="913279"/>
                  </a:lnTo>
                  <a:lnTo>
                    <a:pt x="5642933" y="913279"/>
                  </a:lnTo>
                  <a:lnTo>
                    <a:pt x="5641652" y="913279"/>
                  </a:lnTo>
                  <a:lnTo>
                    <a:pt x="5640370" y="913279"/>
                  </a:lnTo>
                  <a:lnTo>
                    <a:pt x="5639088" y="913279"/>
                  </a:lnTo>
                  <a:lnTo>
                    <a:pt x="5637806" y="913279"/>
                  </a:lnTo>
                  <a:lnTo>
                    <a:pt x="5636524" y="913279"/>
                  </a:lnTo>
                  <a:lnTo>
                    <a:pt x="5635242" y="913279"/>
                  </a:lnTo>
                  <a:lnTo>
                    <a:pt x="5633961" y="913279"/>
                  </a:lnTo>
                  <a:lnTo>
                    <a:pt x="5632679" y="913279"/>
                  </a:lnTo>
                  <a:lnTo>
                    <a:pt x="5631397" y="913279"/>
                  </a:lnTo>
                  <a:lnTo>
                    <a:pt x="5630115" y="913279"/>
                  </a:lnTo>
                  <a:lnTo>
                    <a:pt x="5628833" y="913279"/>
                  </a:lnTo>
                  <a:lnTo>
                    <a:pt x="5627551" y="913279"/>
                  </a:lnTo>
                  <a:lnTo>
                    <a:pt x="5626269" y="913279"/>
                  </a:lnTo>
                  <a:lnTo>
                    <a:pt x="5624988" y="913279"/>
                  </a:lnTo>
                  <a:lnTo>
                    <a:pt x="5623706" y="913279"/>
                  </a:lnTo>
                  <a:lnTo>
                    <a:pt x="5622424" y="913279"/>
                  </a:lnTo>
                  <a:lnTo>
                    <a:pt x="5621142" y="913279"/>
                  </a:lnTo>
                  <a:lnTo>
                    <a:pt x="5619860" y="913279"/>
                  </a:lnTo>
                  <a:lnTo>
                    <a:pt x="5618578" y="913279"/>
                  </a:lnTo>
                  <a:lnTo>
                    <a:pt x="5617297" y="913279"/>
                  </a:lnTo>
                  <a:lnTo>
                    <a:pt x="5616015" y="913279"/>
                  </a:lnTo>
                  <a:lnTo>
                    <a:pt x="5614733" y="913279"/>
                  </a:lnTo>
                  <a:lnTo>
                    <a:pt x="5613451" y="913279"/>
                  </a:lnTo>
                  <a:lnTo>
                    <a:pt x="5612169" y="913279"/>
                  </a:lnTo>
                  <a:lnTo>
                    <a:pt x="5610887" y="913279"/>
                  </a:lnTo>
                  <a:lnTo>
                    <a:pt x="5609605" y="913279"/>
                  </a:lnTo>
                  <a:lnTo>
                    <a:pt x="5608324" y="913279"/>
                  </a:lnTo>
                  <a:lnTo>
                    <a:pt x="5607042" y="913279"/>
                  </a:lnTo>
                  <a:lnTo>
                    <a:pt x="5605760" y="913279"/>
                  </a:lnTo>
                  <a:lnTo>
                    <a:pt x="5604478" y="913279"/>
                  </a:lnTo>
                  <a:lnTo>
                    <a:pt x="5603196" y="913279"/>
                  </a:lnTo>
                  <a:lnTo>
                    <a:pt x="5601914" y="913279"/>
                  </a:lnTo>
                  <a:lnTo>
                    <a:pt x="5600633" y="913279"/>
                  </a:lnTo>
                  <a:lnTo>
                    <a:pt x="5599351" y="913279"/>
                  </a:lnTo>
                  <a:lnTo>
                    <a:pt x="5598069" y="913279"/>
                  </a:lnTo>
                  <a:lnTo>
                    <a:pt x="5596787" y="913279"/>
                  </a:lnTo>
                  <a:lnTo>
                    <a:pt x="5595505" y="913279"/>
                  </a:lnTo>
                  <a:lnTo>
                    <a:pt x="5594223" y="913279"/>
                  </a:lnTo>
                  <a:lnTo>
                    <a:pt x="5592942" y="913279"/>
                  </a:lnTo>
                  <a:lnTo>
                    <a:pt x="5591660" y="913279"/>
                  </a:lnTo>
                  <a:lnTo>
                    <a:pt x="5590378" y="913279"/>
                  </a:lnTo>
                  <a:lnTo>
                    <a:pt x="5589096" y="913279"/>
                  </a:lnTo>
                  <a:lnTo>
                    <a:pt x="5587814" y="913279"/>
                  </a:lnTo>
                  <a:lnTo>
                    <a:pt x="5586532" y="913279"/>
                  </a:lnTo>
                  <a:lnTo>
                    <a:pt x="5585250" y="913279"/>
                  </a:lnTo>
                  <a:lnTo>
                    <a:pt x="5583969" y="913279"/>
                  </a:lnTo>
                  <a:lnTo>
                    <a:pt x="5582687" y="913279"/>
                  </a:lnTo>
                  <a:lnTo>
                    <a:pt x="5581405" y="913279"/>
                  </a:lnTo>
                  <a:lnTo>
                    <a:pt x="5580123" y="913279"/>
                  </a:lnTo>
                  <a:lnTo>
                    <a:pt x="5578841" y="913279"/>
                  </a:lnTo>
                  <a:lnTo>
                    <a:pt x="5577559" y="913279"/>
                  </a:lnTo>
                  <a:lnTo>
                    <a:pt x="5576278" y="913279"/>
                  </a:lnTo>
                  <a:lnTo>
                    <a:pt x="5574996" y="913279"/>
                  </a:lnTo>
                  <a:lnTo>
                    <a:pt x="5573714" y="913279"/>
                  </a:lnTo>
                  <a:lnTo>
                    <a:pt x="5572432" y="913279"/>
                  </a:lnTo>
                  <a:lnTo>
                    <a:pt x="5571150" y="913279"/>
                  </a:lnTo>
                  <a:lnTo>
                    <a:pt x="5569868" y="913279"/>
                  </a:lnTo>
                  <a:lnTo>
                    <a:pt x="5568586" y="913279"/>
                  </a:lnTo>
                  <a:lnTo>
                    <a:pt x="5567305" y="913279"/>
                  </a:lnTo>
                  <a:lnTo>
                    <a:pt x="5566023" y="913279"/>
                  </a:lnTo>
                  <a:lnTo>
                    <a:pt x="5564741" y="913279"/>
                  </a:lnTo>
                  <a:lnTo>
                    <a:pt x="5563459" y="913279"/>
                  </a:lnTo>
                  <a:lnTo>
                    <a:pt x="5562177" y="913279"/>
                  </a:lnTo>
                  <a:lnTo>
                    <a:pt x="5560895" y="913279"/>
                  </a:lnTo>
                  <a:lnTo>
                    <a:pt x="5559614" y="913279"/>
                  </a:lnTo>
                  <a:lnTo>
                    <a:pt x="5558332" y="913279"/>
                  </a:lnTo>
                  <a:lnTo>
                    <a:pt x="5557050" y="913279"/>
                  </a:lnTo>
                  <a:lnTo>
                    <a:pt x="5555768" y="913279"/>
                  </a:lnTo>
                  <a:lnTo>
                    <a:pt x="5554486" y="913279"/>
                  </a:lnTo>
                  <a:lnTo>
                    <a:pt x="5553204" y="913279"/>
                  </a:lnTo>
                  <a:lnTo>
                    <a:pt x="5551922" y="913279"/>
                  </a:lnTo>
                  <a:lnTo>
                    <a:pt x="5550641" y="913279"/>
                  </a:lnTo>
                  <a:lnTo>
                    <a:pt x="5549359" y="913279"/>
                  </a:lnTo>
                  <a:lnTo>
                    <a:pt x="5548077" y="913279"/>
                  </a:lnTo>
                  <a:lnTo>
                    <a:pt x="5546795" y="913279"/>
                  </a:lnTo>
                  <a:lnTo>
                    <a:pt x="5545513" y="913279"/>
                  </a:lnTo>
                  <a:lnTo>
                    <a:pt x="5544231" y="913279"/>
                  </a:lnTo>
                  <a:lnTo>
                    <a:pt x="5542950" y="913279"/>
                  </a:lnTo>
                  <a:lnTo>
                    <a:pt x="5541668" y="913279"/>
                  </a:lnTo>
                  <a:lnTo>
                    <a:pt x="5540386" y="913279"/>
                  </a:lnTo>
                  <a:lnTo>
                    <a:pt x="5539104" y="913279"/>
                  </a:lnTo>
                  <a:lnTo>
                    <a:pt x="5537822" y="913279"/>
                  </a:lnTo>
                  <a:lnTo>
                    <a:pt x="5536540" y="913279"/>
                  </a:lnTo>
                  <a:lnTo>
                    <a:pt x="5535259" y="913279"/>
                  </a:lnTo>
                  <a:lnTo>
                    <a:pt x="5533977" y="913279"/>
                  </a:lnTo>
                  <a:lnTo>
                    <a:pt x="5532695" y="913279"/>
                  </a:lnTo>
                  <a:lnTo>
                    <a:pt x="5531413" y="913279"/>
                  </a:lnTo>
                  <a:lnTo>
                    <a:pt x="5530131" y="913279"/>
                  </a:lnTo>
                  <a:lnTo>
                    <a:pt x="5528849" y="913279"/>
                  </a:lnTo>
                  <a:lnTo>
                    <a:pt x="5527567" y="913279"/>
                  </a:lnTo>
                  <a:lnTo>
                    <a:pt x="5526286" y="913279"/>
                  </a:lnTo>
                  <a:lnTo>
                    <a:pt x="5525004" y="913279"/>
                  </a:lnTo>
                  <a:lnTo>
                    <a:pt x="5523722" y="913279"/>
                  </a:lnTo>
                  <a:lnTo>
                    <a:pt x="5522440" y="913279"/>
                  </a:lnTo>
                  <a:lnTo>
                    <a:pt x="5521158" y="913279"/>
                  </a:lnTo>
                  <a:lnTo>
                    <a:pt x="5519876" y="913279"/>
                  </a:lnTo>
                  <a:lnTo>
                    <a:pt x="5518595" y="913279"/>
                  </a:lnTo>
                  <a:lnTo>
                    <a:pt x="5517313" y="913279"/>
                  </a:lnTo>
                  <a:lnTo>
                    <a:pt x="5516031" y="913279"/>
                  </a:lnTo>
                  <a:lnTo>
                    <a:pt x="5514749" y="913279"/>
                  </a:lnTo>
                  <a:lnTo>
                    <a:pt x="5513467" y="913279"/>
                  </a:lnTo>
                  <a:lnTo>
                    <a:pt x="5512185" y="913279"/>
                  </a:lnTo>
                  <a:lnTo>
                    <a:pt x="5510903" y="913279"/>
                  </a:lnTo>
                  <a:lnTo>
                    <a:pt x="5509622" y="913279"/>
                  </a:lnTo>
                  <a:lnTo>
                    <a:pt x="5508340" y="913279"/>
                  </a:lnTo>
                  <a:lnTo>
                    <a:pt x="5507058" y="913279"/>
                  </a:lnTo>
                  <a:lnTo>
                    <a:pt x="5505776" y="913279"/>
                  </a:lnTo>
                  <a:lnTo>
                    <a:pt x="5504494" y="913279"/>
                  </a:lnTo>
                  <a:lnTo>
                    <a:pt x="5503212" y="913279"/>
                  </a:lnTo>
                  <a:lnTo>
                    <a:pt x="5501931" y="913279"/>
                  </a:lnTo>
                  <a:lnTo>
                    <a:pt x="5500649" y="913279"/>
                  </a:lnTo>
                  <a:lnTo>
                    <a:pt x="5499367" y="913279"/>
                  </a:lnTo>
                  <a:lnTo>
                    <a:pt x="5498085" y="913279"/>
                  </a:lnTo>
                  <a:lnTo>
                    <a:pt x="5496803" y="913279"/>
                  </a:lnTo>
                  <a:lnTo>
                    <a:pt x="5495521" y="913279"/>
                  </a:lnTo>
                  <a:lnTo>
                    <a:pt x="5494240" y="913279"/>
                  </a:lnTo>
                  <a:lnTo>
                    <a:pt x="5492958" y="913279"/>
                  </a:lnTo>
                  <a:lnTo>
                    <a:pt x="5491676" y="913279"/>
                  </a:lnTo>
                  <a:lnTo>
                    <a:pt x="5490394" y="913279"/>
                  </a:lnTo>
                  <a:lnTo>
                    <a:pt x="5489112" y="913279"/>
                  </a:lnTo>
                  <a:lnTo>
                    <a:pt x="5487830" y="913279"/>
                  </a:lnTo>
                  <a:lnTo>
                    <a:pt x="5486548" y="913279"/>
                  </a:lnTo>
                  <a:lnTo>
                    <a:pt x="5485267" y="913279"/>
                  </a:lnTo>
                  <a:lnTo>
                    <a:pt x="5483985" y="913279"/>
                  </a:lnTo>
                  <a:lnTo>
                    <a:pt x="5482703" y="913279"/>
                  </a:lnTo>
                  <a:lnTo>
                    <a:pt x="5481421" y="913279"/>
                  </a:lnTo>
                  <a:lnTo>
                    <a:pt x="5480139" y="913279"/>
                  </a:lnTo>
                  <a:lnTo>
                    <a:pt x="5478857" y="913279"/>
                  </a:lnTo>
                  <a:lnTo>
                    <a:pt x="5477576" y="913279"/>
                  </a:lnTo>
                  <a:lnTo>
                    <a:pt x="5476294" y="913279"/>
                  </a:lnTo>
                  <a:lnTo>
                    <a:pt x="5475012" y="913279"/>
                  </a:lnTo>
                  <a:lnTo>
                    <a:pt x="5473730" y="913279"/>
                  </a:lnTo>
                  <a:lnTo>
                    <a:pt x="5472448" y="913279"/>
                  </a:lnTo>
                  <a:lnTo>
                    <a:pt x="5471166" y="913279"/>
                  </a:lnTo>
                  <a:lnTo>
                    <a:pt x="5469884" y="913279"/>
                  </a:lnTo>
                  <a:lnTo>
                    <a:pt x="5468603" y="913279"/>
                  </a:lnTo>
                  <a:lnTo>
                    <a:pt x="5467321" y="913279"/>
                  </a:lnTo>
                  <a:lnTo>
                    <a:pt x="5466039" y="913279"/>
                  </a:lnTo>
                  <a:lnTo>
                    <a:pt x="5464757" y="913279"/>
                  </a:lnTo>
                  <a:lnTo>
                    <a:pt x="5463475" y="913279"/>
                  </a:lnTo>
                  <a:lnTo>
                    <a:pt x="5462193" y="913279"/>
                  </a:lnTo>
                  <a:lnTo>
                    <a:pt x="5460912" y="913279"/>
                  </a:lnTo>
                  <a:lnTo>
                    <a:pt x="5459630" y="913279"/>
                  </a:lnTo>
                  <a:lnTo>
                    <a:pt x="5458348" y="913279"/>
                  </a:lnTo>
                  <a:lnTo>
                    <a:pt x="5457066" y="913279"/>
                  </a:lnTo>
                  <a:lnTo>
                    <a:pt x="5455784" y="913279"/>
                  </a:lnTo>
                  <a:lnTo>
                    <a:pt x="5454502" y="913279"/>
                  </a:lnTo>
                  <a:lnTo>
                    <a:pt x="5453221" y="913279"/>
                  </a:lnTo>
                  <a:lnTo>
                    <a:pt x="5451939" y="913279"/>
                  </a:lnTo>
                  <a:lnTo>
                    <a:pt x="5450657" y="913279"/>
                  </a:lnTo>
                  <a:lnTo>
                    <a:pt x="5449375" y="913279"/>
                  </a:lnTo>
                  <a:lnTo>
                    <a:pt x="5448093" y="913279"/>
                  </a:lnTo>
                  <a:lnTo>
                    <a:pt x="5446811" y="913279"/>
                  </a:lnTo>
                  <a:lnTo>
                    <a:pt x="5445529" y="913279"/>
                  </a:lnTo>
                  <a:lnTo>
                    <a:pt x="5444248" y="913279"/>
                  </a:lnTo>
                  <a:lnTo>
                    <a:pt x="5442966" y="913279"/>
                  </a:lnTo>
                  <a:lnTo>
                    <a:pt x="5441684" y="913279"/>
                  </a:lnTo>
                  <a:lnTo>
                    <a:pt x="5440402" y="913279"/>
                  </a:lnTo>
                  <a:lnTo>
                    <a:pt x="5439120" y="913279"/>
                  </a:lnTo>
                  <a:lnTo>
                    <a:pt x="5437838" y="913279"/>
                  </a:lnTo>
                  <a:lnTo>
                    <a:pt x="5436557" y="913279"/>
                  </a:lnTo>
                  <a:lnTo>
                    <a:pt x="5435275" y="913279"/>
                  </a:lnTo>
                  <a:lnTo>
                    <a:pt x="5433993" y="913279"/>
                  </a:lnTo>
                  <a:lnTo>
                    <a:pt x="5432711" y="913279"/>
                  </a:lnTo>
                  <a:lnTo>
                    <a:pt x="5431429" y="913279"/>
                  </a:lnTo>
                  <a:lnTo>
                    <a:pt x="5430147" y="913279"/>
                  </a:lnTo>
                  <a:lnTo>
                    <a:pt x="5428865" y="913279"/>
                  </a:lnTo>
                  <a:lnTo>
                    <a:pt x="5427584" y="913279"/>
                  </a:lnTo>
                  <a:lnTo>
                    <a:pt x="5426302" y="913279"/>
                  </a:lnTo>
                  <a:lnTo>
                    <a:pt x="5425020" y="913279"/>
                  </a:lnTo>
                  <a:lnTo>
                    <a:pt x="5423738" y="913279"/>
                  </a:lnTo>
                  <a:lnTo>
                    <a:pt x="5422456" y="913279"/>
                  </a:lnTo>
                  <a:lnTo>
                    <a:pt x="5421174" y="913279"/>
                  </a:lnTo>
                  <a:lnTo>
                    <a:pt x="5419893" y="913279"/>
                  </a:lnTo>
                  <a:lnTo>
                    <a:pt x="5418611" y="913279"/>
                  </a:lnTo>
                  <a:lnTo>
                    <a:pt x="5417329" y="913279"/>
                  </a:lnTo>
                  <a:lnTo>
                    <a:pt x="5416047" y="913279"/>
                  </a:lnTo>
                  <a:lnTo>
                    <a:pt x="5414765" y="913279"/>
                  </a:lnTo>
                  <a:lnTo>
                    <a:pt x="5413483" y="913279"/>
                  </a:lnTo>
                  <a:lnTo>
                    <a:pt x="5412201" y="913279"/>
                  </a:lnTo>
                  <a:lnTo>
                    <a:pt x="5410920" y="913279"/>
                  </a:lnTo>
                  <a:lnTo>
                    <a:pt x="5409638" y="913279"/>
                  </a:lnTo>
                  <a:lnTo>
                    <a:pt x="5408356" y="913279"/>
                  </a:lnTo>
                  <a:lnTo>
                    <a:pt x="5407074" y="913279"/>
                  </a:lnTo>
                  <a:lnTo>
                    <a:pt x="5405792" y="913279"/>
                  </a:lnTo>
                  <a:lnTo>
                    <a:pt x="5404510" y="913279"/>
                  </a:lnTo>
                  <a:lnTo>
                    <a:pt x="5403229" y="913279"/>
                  </a:lnTo>
                  <a:lnTo>
                    <a:pt x="5401947" y="913279"/>
                  </a:lnTo>
                  <a:lnTo>
                    <a:pt x="5400665" y="913279"/>
                  </a:lnTo>
                  <a:lnTo>
                    <a:pt x="5399383" y="913279"/>
                  </a:lnTo>
                  <a:lnTo>
                    <a:pt x="5398101" y="913279"/>
                  </a:lnTo>
                  <a:lnTo>
                    <a:pt x="5396819" y="913279"/>
                  </a:lnTo>
                  <a:lnTo>
                    <a:pt x="5395538" y="913279"/>
                  </a:lnTo>
                  <a:lnTo>
                    <a:pt x="5394256" y="913279"/>
                  </a:lnTo>
                  <a:lnTo>
                    <a:pt x="5392974" y="913279"/>
                  </a:lnTo>
                  <a:lnTo>
                    <a:pt x="5391692" y="913279"/>
                  </a:lnTo>
                  <a:lnTo>
                    <a:pt x="5390410" y="913279"/>
                  </a:lnTo>
                  <a:lnTo>
                    <a:pt x="5389128" y="913279"/>
                  </a:lnTo>
                  <a:lnTo>
                    <a:pt x="5387846" y="913279"/>
                  </a:lnTo>
                  <a:lnTo>
                    <a:pt x="5386565" y="913279"/>
                  </a:lnTo>
                  <a:lnTo>
                    <a:pt x="5385283" y="913279"/>
                  </a:lnTo>
                  <a:lnTo>
                    <a:pt x="5384001" y="913279"/>
                  </a:lnTo>
                  <a:lnTo>
                    <a:pt x="5382719" y="913279"/>
                  </a:lnTo>
                  <a:lnTo>
                    <a:pt x="5381437" y="913279"/>
                  </a:lnTo>
                  <a:lnTo>
                    <a:pt x="5380155" y="913279"/>
                  </a:lnTo>
                  <a:lnTo>
                    <a:pt x="5378874" y="913279"/>
                  </a:lnTo>
                  <a:lnTo>
                    <a:pt x="5377592" y="913279"/>
                  </a:lnTo>
                  <a:lnTo>
                    <a:pt x="5376310" y="913279"/>
                  </a:lnTo>
                  <a:lnTo>
                    <a:pt x="5375028" y="913279"/>
                  </a:lnTo>
                  <a:lnTo>
                    <a:pt x="5373746" y="913279"/>
                  </a:lnTo>
                  <a:lnTo>
                    <a:pt x="5372464" y="913279"/>
                  </a:lnTo>
                  <a:lnTo>
                    <a:pt x="5371182" y="913279"/>
                  </a:lnTo>
                  <a:lnTo>
                    <a:pt x="5369901" y="913279"/>
                  </a:lnTo>
                  <a:lnTo>
                    <a:pt x="5368619" y="913279"/>
                  </a:lnTo>
                  <a:lnTo>
                    <a:pt x="5367337" y="913279"/>
                  </a:lnTo>
                  <a:lnTo>
                    <a:pt x="5366055" y="913279"/>
                  </a:lnTo>
                  <a:lnTo>
                    <a:pt x="5364773" y="913279"/>
                  </a:lnTo>
                  <a:lnTo>
                    <a:pt x="5363491" y="913279"/>
                  </a:lnTo>
                  <a:lnTo>
                    <a:pt x="5362210" y="913279"/>
                  </a:lnTo>
                  <a:lnTo>
                    <a:pt x="5360928" y="913279"/>
                  </a:lnTo>
                  <a:lnTo>
                    <a:pt x="5359646" y="913279"/>
                  </a:lnTo>
                  <a:lnTo>
                    <a:pt x="5358364" y="913279"/>
                  </a:lnTo>
                  <a:lnTo>
                    <a:pt x="5357082" y="913279"/>
                  </a:lnTo>
                  <a:lnTo>
                    <a:pt x="5355800" y="913279"/>
                  </a:lnTo>
                  <a:lnTo>
                    <a:pt x="5354519" y="913279"/>
                  </a:lnTo>
                  <a:lnTo>
                    <a:pt x="5353237" y="913279"/>
                  </a:lnTo>
                  <a:lnTo>
                    <a:pt x="5351955" y="913279"/>
                  </a:lnTo>
                  <a:lnTo>
                    <a:pt x="5350673" y="913279"/>
                  </a:lnTo>
                  <a:lnTo>
                    <a:pt x="5349391" y="913279"/>
                  </a:lnTo>
                  <a:lnTo>
                    <a:pt x="5348109" y="913279"/>
                  </a:lnTo>
                  <a:lnTo>
                    <a:pt x="5346827" y="913279"/>
                  </a:lnTo>
                  <a:lnTo>
                    <a:pt x="5345546" y="913279"/>
                  </a:lnTo>
                  <a:lnTo>
                    <a:pt x="5344264" y="913279"/>
                  </a:lnTo>
                  <a:lnTo>
                    <a:pt x="5342982" y="913279"/>
                  </a:lnTo>
                  <a:lnTo>
                    <a:pt x="5341700" y="913279"/>
                  </a:lnTo>
                  <a:lnTo>
                    <a:pt x="5340418" y="913279"/>
                  </a:lnTo>
                  <a:lnTo>
                    <a:pt x="5339136" y="913279"/>
                  </a:lnTo>
                  <a:lnTo>
                    <a:pt x="5337855" y="913279"/>
                  </a:lnTo>
                  <a:lnTo>
                    <a:pt x="5336573" y="913279"/>
                  </a:lnTo>
                  <a:lnTo>
                    <a:pt x="5335291" y="913279"/>
                  </a:lnTo>
                  <a:lnTo>
                    <a:pt x="5334009" y="913279"/>
                  </a:lnTo>
                  <a:lnTo>
                    <a:pt x="5332727" y="913279"/>
                  </a:lnTo>
                  <a:lnTo>
                    <a:pt x="5331445" y="913279"/>
                  </a:lnTo>
                  <a:lnTo>
                    <a:pt x="5330163" y="913279"/>
                  </a:lnTo>
                  <a:lnTo>
                    <a:pt x="5328882" y="913279"/>
                  </a:lnTo>
                  <a:lnTo>
                    <a:pt x="5327600" y="913279"/>
                  </a:lnTo>
                  <a:lnTo>
                    <a:pt x="5326318" y="913279"/>
                  </a:lnTo>
                  <a:lnTo>
                    <a:pt x="5325036" y="913279"/>
                  </a:lnTo>
                  <a:lnTo>
                    <a:pt x="5323754" y="913279"/>
                  </a:lnTo>
                  <a:lnTo>
                    <a:pt x="5322472" y="913279"/>
                  </a:lnTo>
                  <a:lnTo>
                    <a:pt x="5321191" y="913279"/>
                  </a:lnTo>
                  <a:lnTo>
                    <a:pt x="5319909" y="913279"/>
                  </a:lnTo>
                  <a:lnTo>
                    <a:pt x="5318627" y="913279"/>
                  </a:lnTo>
                  <a:lnTo>
                    <a:pt x="5317345" y="913279"/>
                  </a:lnTo>
                  <a:lnTo>
                    <a:pt x="5316063" y="913279"/>
                  </a:lnTo>
                  <a:lnTo>
                    <a:pt x="5314781" y="913279"/>
                  </a:lnTo>
                  <a:lnTo>
                    <a:pt x="5313500" y="913279"/>
                  </a:lnTo>
                  <a:lnTo>
                    <a:pt x="5312218" y="913279"/>
                  </a:lnTo>
                  <a:lnTo>
                    <a:pt x="5310936" y="913279"/>
                  </a:lnTo>
                  <a:lnTo>
                    <a:pt x="5309654" y="913279"/>
                  </a:lnTo>
                  <a:lnTo>
                    <a:pt x="5308372" y="913279"/>
                  </a:lnTo>
                  <a:lnTo>
                    <a:pt x="5307090" y="913279"/>
                  </a:lnTo>
                  <a:lnTo>
                    <a:pt x="5305808" y="913279"/>
                  </a:lnTo>
                  <a:lnTo>
                    <a:pt x="5304527" y="913279"/>
                  </a:lnTo>
                  <a:lnTo>
                    <a:pt x="5303245" y="913279"/>
                  </a:lnTo>
                  <a:lnTo>
                    <a:pt x="5301963" y="913279"/>
                  </a:lnTo>
                  <a:lnTo>
                    <a:pt x="5300681" y="913279"/>
                  </a:lnTo>
                  <a:lnTo>
                    <a:pt x="5299399" y="913279"/>
                  </a:lnTo>
                  <a:lnTo>
                    <a:pt x="5298117" y="913279"/>
                  </a:lnTo>
                  <a:lnTo>
                    <a:pt x="5296836" y="913279"/>
                  </a:lnTo>
                  <a:lnTo>
                    <a:pt x="5295554" y="913279"/>
                  </a:lnTo>
                  <a:lnTo>
                    <a:pt x="5294272" y="913279"/>
                  </a:lnTo>
                  <a:lnTo>
                    <a:pt x="5292990" y="913279"/>
                  </a:lnTo>
                  <a:lnTo>
                    <a:pt x="5291708" y="913279"/>
                  </a:lnTo>
                  <a:lnTo>
                    <a:pt x="5290426" y="913279"/>
                  </a:lnTo>
                  <a:lnTo>
                    <a:pt x="5289144" y="913279"/>
                  </a:lnTo>
                  <a:lnTo>
                    <a:pt x="5287863" y="913279"/>
                  </a:lnTo>
                  <a:lnTo>
                    <a:pt x="5286581" y="913279"/>
                  </a:lnTo>
                  <a:lnTo>
                    <a:pt x="5285299" y="913279"/>
                  </a:lnTo>
                  <a:lnTo>
                    <a:pt x="5284017" y="913279"/>
                  </a:lnTo>
                  <a:lnTo>
                    <a:pt x="5282735" y="913279"/>
                  </a:lnTo>
                  <a:lnTo>
                    <a:pt x="5281453" y="913279"/>
                  </a:lnTo>
                  <a:lnTo>
                    <a:pt x="5280172" y="913279"/>
                  </a:lnTo>
                  <a:lnTo>
                    <a:pt x="5278890" y="913279"/>
                  </a:lnTo>
                  <a:lnTo>
                    <a:pt x="5277608" y="913279"/>
                  </a:lnTo>
                  <a:lnTo>
                    <a:pt x="5276326" y="913279"/>
                  </a:lnTo>
                  <a:lnTo>
                    <a:pt x="5275044" y="913279"/>
                  </a:lnTo>
                  <a:lnTo>
                    <a:pt x="5273762" y="913279"/>
                  </a:lnTo>
                  <a:lnTo>
                    <a:pt x="5272480" y="913279"/>
                  </a:lnTo>
                  <a:lnTo>
                    <a:pt x="5271199" y="913279"/>
                  </a:lnTo>
                  <a:lnTo>
                    <a:pt x="5269917" y="913279"/>
                  </a:lnTo>
                  <a:lnTo>
                    <a:pt x="5268635" y="913279"/>
                  </a:lnTo>
                  <a:lnTo>
                    <a:pt x="5267353" y="913279"/>
                  </a:lnTo>
                  <a:lnTo>
                    <a:pt x="5266071" y="913279"/>
                  </a:lnTo>
                  <a:lnTo>
                    <a:pt x="5264789" y="913279"/>
                  </a:lnTo>
                  <a:lnTo>
                    <a:pt x="5263508" y="913279"/>
                  </a:lnTo>
                  <a:lnTo>
                    <a:pt x="5262226" y="913279"/>
                  </a:lnTo>
                  <a:lnTo>
                    <a:pt x="5260944" y="913279"/>
                  </a:lnTo>
                  <a:lnTo>
                    <a:pt x="5259662" y="913279"/>
                  </a:lnTo>
                  <a:lnTo>
                    <a:pt x="5258380" y="913279"/>
                  </a:lnTo>
                  <a:lnTo>
                    <a:pt x="5257098" y="913279"/>
                  </a:lnTo>
                  <a:lnTo>
                    <a:pt x="5255817" y="913279"/>
                  </a:lnTo>
                  <a:lnTo>
                    <a:pt x="5254535" y="913279"/>
                  </a:lnTo>
                  <a:lnTo>
                    <a:pt x="5253253" y="913279"/>
                  </a:lnTo>
                  <a:lnTo>
                    <a:pt x="5251971" y="913279"/>
                  </a:lnTo>
                  <a:lnTo>
                    <a:pt x="5250689" y="913279"/>
                  </a:lnTo>
                  <a:lnTo>
                    <a:pt x="5249407" y="913279"/>
                  </a:lnTo>
                  <a:lnTo>
                    <a:pt x="5248125" y="913279"/>
                  </a:lnTo>
                  <a:lnTo>
                    <a:pt x="5246844" y="913279"/>
                  </a:lnTo>
                  <a:lnTo>
                    <a:pt x="5245562" y="913279"/>
                  </a:lnTo>
                  <a:lnTo>
                    <a:pt x="5244280" y="913279"/>
                  </a:lnTo>
                  <a:lnTo>
                    <a:pt x="5242998" y="913279"/>
                  </a:lnTo>
                  <a:lnTo>
                    <a:pt x="5241716" y="913279"/>
                  </a:lnTo>
                  <a:lnTo>
                    <a:pt x="5240434" y="913279"/>
                  </a:lnTo>
                  <a:lnTo>
                    <a:pt x="5239153" y="913279"/>
                  </a:lnTo>
                  <a:lnTo>
                    <a:pt x="5237871" y="913279"/>
                  </a:lnTo>
                  <a:lnTo>
                    <a:pt x="5236589" y="913279"/>
                  </a:lnTo>
                  <a:lnTo>
                    <a:pt x="5235307" y="913279"/>
                  </a:lnTo>
                  <a:lnTo>
                    <a:pt x="5234025" y="913279"/>
                  </a:lnTo>
                  <a:lnTo>
                    <a:pt x="5232743" y="913279"/>
                  </a:lnTo>
                  <a:lnTo>
                    <a:pt x="5231461" y="913279"/>
                  </a:lnTo>
                  <a:lnTo>
                    <a:pt x="5230180" y="913279"/>
                  </a:lnTo>
                  <a:lnTo>
                    <a:pt x="5228898" y="913279"/>
                  </a:lnTo>
                  <a:lnTo>
                    <a:pt x="5227616" y="913279"/>
                  </a:lnTo>
                  <a:lnTo>
                    <a:pt x="5226334" y="913279"/>
                  </a:lnTo>
                  <a:lnTo>
                    <a:pt x="5225052" y="913279"/>
                  </a:lnTo>
                  <a:lnTo>
                    <a:pt x="5223770" y="913279"/>
                  </a:lnTo>
                  <a:lnTo>
                    <a:pt x="5222489" y="913279"/>
                  </a:lnTo>
                  <a:lnTo>
                    <a:pt x="5221207" y="913279"/>
                  </a:lnTo>
                  <a:lnTo>
                    <a:pt x="5219925" y="913279"/>
                  </a:lnTo>
                  <a:lnTo>
                    <a:pt x="5218643" y="913279"/>
                  </a:lnTo>
                  <a:lnTo>
                    <a:pt x="5217361" y="913279"/>
                  </a:lnTo>
                  <a:lnTo>
                    <a:pt x="5216079" y="913279"/>
                  </a:lnTo>
                  <a:lnTo>
                    <a:pt x="5214798" y="913279"/>
                  </a:lnTo>
                  <a:lnTo>
                    <a:pt x="5213516" y="913279"/>
                  </a:lnTo>
                  <a:lnTo>
                    <a:pt x="5212234" y="913279"/>
                  </a:lnTo>
                  <a:lnTo>
                    <a:pt x="5210952" y="913279"/>
                  </a:lnTo>
                  <a:lnTo>
                    <a:pt x="5209670" y="913279"/>
                  </a:lnTo>
                  <a:lnTo>
                    <a:pt x="5208388" y="913279"/>
                  </a:lnTo>
                  <a:lnTo>
                    <a:pt x="5207106" y="913279"/>
                  </a:lnTo>
                  <a:lnTo>
                    <a:pt x="5205825" y="913279"/>
                  </a:lnTo>
                  <a:lnTo>
                    <a:pt x="5204543" y="913279"/>
                  </a:lnTo>
                  <a:lnTo>
                    <a:pt x="5203261" y="913279"/>
                  </a:lnTo>
                  <a:lnTo>
                    <a:pt x="5201979" y="913279"/>
                  </a:lnTo>
                  <a:lnTo>
                    <a:pt x="5200697" y="913279"/>
                  </a:lnTo>
                  <a:lnTo>
                    <a:pt x="5199415" y="913279"/>
                  </a:lnTo>
                  <a:lnTo>
                    <a:pt x="5198134" y="913279"/>
                  </a:lnTo>
                  <a:lnTo>
                    <a:pt x="5196852" y="913279"/>
                  </a:lnTo>
                  <a:lnTo>
                    <a:pt x="5195570" y="913279"/>
                  </a:lnTo>
                  <a:lnTo>
                    <a:pt x="5194288" y="913279"/>
                  </a:lnTo>
                  <a:lnTo>
                    <a:pt x="5193006" y="913279"/>
                  </a:lnTo>
                  <a:lnTo>
                    <a:pt x="5191724" y="913279"/>
                  </a:lnTo>
                  <a:lnTo>
                    <a:pt x="5190442" y="913279"/>
                  </a:lnTo>
                  <a:lnTo>
                    <a:pt x="5189161" y="913279"/>
                  </a:lnTo>
                  <a:lnTo>
                    <a:pt x="5187879" y="913279"/>
                  </a:lnTo>
                  <a:lnTo>
                    <a:pt x="5186597" y="913279"/>
                  </a:lnTo>
                  <a:lnTo>
                    <a:pt x="5185315" y="913279"/>
                  </a:lnTo>
                  <a:lnTo>
                    <a:pt x="5184033" y="913279"/>
                  </a:lnTo>
                  <a:lnTo>
                    <a:pt x="5182751" y="913279"/>
                  </a:lnTo>
                  <a:lnTo>
                    <a:pt x="5181470" y="913279"/>
                  </a:lnTo>
                  <a:lnTo>
                    <a:pt x="5180188" y="913279"/>
                  </a:lnTo>
                  <a:lnTo>
                    <a:pt x="5178906" y="913279"/>
                  </a:lnTo>
                  <a:lnTo>
                    <a:pt x="5177624" y="913279"/>
                  </a:lnTo>
                  <a:lnTo>
                    <a:pt x="5176342" y="913279"/>
                  </a:lnTo>
                  <a:lnTo>
                    <a:pt x="5175060" y="913279"/>
                  </a:lnTo>
                  <a:lnTo>
                    <a:pt x="5173778" y="913279"/>
                  </a:lnTo>
                  <a:lnTo>
                    <a:pt x="5172497" y="913279"/>
                  </a:lnTo>
                  <a:lnTo>
                    <a:pt x="5171215" y="913279"/>
                  </a:lnTo>
                  <a:lnTo>
                    <a:pt x="5169933" y="913279"/>
                  </a:lnTo>
                  <a:lnTo>
                    <a:pt x="5168651" y="913279"/>
                  </a:lnTo>
                  <a:lnTo>
                    <a:pt x="5167369" y="913279"/>
                  </a:lnTo>
                  <a:lnTo>
                    <a:pt x="5166087" y="913279"/>
                  </a:lnTo>
                  <a:lnTo>
                    <a:pt x="5164806" y="913279"/>
                  </a:lnTo>
                  <a:lnTo>
                    <a:pt x="5163524" y="913279"/>
                  </a:lnTo>
                  <a:lnTo>
                    <a:pt x="5162242" y="913279"/>
                  </a:lnTo>
                  <a:lnTo>
                    <a:pt x="5160960" y="913279"/>
                  </a:lnTo>
                  <a:lnTo>
                    <a:pt x="5159678" y="913279"/>
                  </a:lnTo>
                  <a:lnTo>
                    <a:pt x="5158396" y="913279"/>
                  </a:lnTo>
                  <a:lnTo>
                    <a:pt x="5157115" y="913279"/>
                  </a:lnTo>
                  <a:lnTo>
                    <a:pt x="5155833" y="913279"/>
                  </a:lnTo>
                  <a:lnTo>
                    <a:pt x="5154551" y="913279"/>
                  </a:lnTo>
                  <a:lnTo>
                    <a:pt x="5153269" y="913279"/>
                  </a:lnTo>
                  <a:lnTo>
                    <a:pt x="5151987" y="913279"/>
                  </a:lnTo>
                  <a:lnTo>
                    <a:pt x="5150705" y="913279"/>
                  </a:lnTo>
                  <a:lnTo>
                    <a:pt x="5149423" y="913279"/>
                  </a:lnTo>
                  <a:lnTo>
                    <a:pt x="5148142" y="913279"/>
                  </a:lnTo>
                  <a:lnTo>
                    <a:pt x="5146860" y="913279"/>
                  </a:lnTo>
                  <a:lnTo>
                    <a:pt x="5145578" y="913279"/>
                  </a:lnTo>
                  <a:lnTo>
                    <a:pt x="5144296" y="913279"/>
                  </a:lnTo>
                  <a:lnTo>
                    <a:pt x="5143014" y="913279"/>
                  </a:lnTo>
                  <a:lnTo>
                    <a:pt x="5141732" y="913279"/>
                  </a:lnTo>
                  <a:lnTo>
                    <a:pt x="5140451" y="913279"/>
                  </a:lnTo>
                  <a:lnTo>
                    <a:pt x="5139169" y="913279"/>
                  </a:lnTo>
                  <a:lnTo>
                    <a:pt x="5137887" y="913279"/>
                  </a:lnTo>
                  <a:lnTo>
                    <a:pt x="5136605" y="913279"/>
                  </a:lnTo>
                  <a:lnTo>
                    <a:pt x="5135323" y="913279"/>
                  </a:lnTo>
                  <a:lnTo>
                    <a:pt x="5134041" y="913279"/>
                  </a:lnTo>
                  <a:lnTo>
                    <a:pt x="5132759" y="913279"/>
                  </a:lnTo>
                  <a:lnTo>
                    <a:pt x="5131478" y="913279"/>
                  </a:lnTo>
                  <a:lnTo>
                    <a:pt x="5130196" y="913279"/>
                  </a:lnTo>
                  <a:lnTo>
                    <a:pt x="5128914" y="913279"/>
                  </a:lnTo>
                  <a:lnTo>
                    <a:pt x="5127632" y="913279"/>
                  </a:lnTo>
                  <a:lnTo>
                    <a:pt x="5126350" y="913279"/>
                  </a:lnTo>
                  <a:lnTo>
                    <a:pt x="5125068" y="913279"/>
                  </a:lnTo>
                  <a:lnTo>
                    <a:pt x="5123787" y="913279"/>
                  </a:lnTo>
                  <a:lnTo>
                    <a:pt x="5122505" y="913279"/>
                  </a:lnTo>
                  <a:lnTo>
                    <a:pt x="5121223" y="913279"/>
                  </a:lnTo>
                  <a:lnTo>
                    <a:pt x="5119941" y="913279"/>
                  </a:lnTo>
                  <a:lnTo>
                    <a:pt x="5118659" y="913279"/>
                  </a:lnTo>
                  <a:lnTo>
                    <a:pt x="5117377" y="913279"/>
                  </a:lnTo>
                  <a:lnTo>
                    <a:pt x="5116096" y="913279"/>
                  </a:lnTo>
                  <a:lnTo>
                    <a:pt x="5114814" y="913279"/>
                  </a:lnTo>
                  <a:lnTo>
                    <a:pt x="5113532" y="913279"/>
                  </a:lnTo>
                  <a:lnTo>
                    <a:pt x="5112250" y="913279"/>
                  </a:lnTo>
                  <a:lnTo>
                    <a:pt x="5110968" y="913279"/>
                  </a:lnTo>
                  <a:lnTo>
                    <a:pt x="5109686" y="913279"/>
                  </a:lnTo>
                  <a:lnTo>
                    <a:pt x="5108404" y="913279"/>
                  </a:lnTo>
                  <a:lnTo>
                    <a:pt x="5107123" y="913279"/>
                  </a:lnTo>
                  <a:lnTo>
                    <a:pt x="5105841" y="913279"/>
                  </a:lnTo>
                  <a:lnTo>
                    <a:pt x="5104559" y="913279"/>
                  </a:lnTo>
                  <a:lnTo>
                    <a:pt x="5103277" y="913279"/>
                  </a:lnTo>
                  <a:lnTo>
                    <a:pt x="5101995" y="913279"/>
                  </a:lnTo>
                  <a:lnTo>
                    <a:pt x="5100713" y="913279"/>
                  </a:lnTo>
                  <a:lnTo>
                    <a:pt x="5099432" y="913279"/>
                  </a:lnTo>
                  <a:lnTo>
                    <a:pt x="5098150" y="913279"/>
                  </a:lnTo>
                  <a:lnTo>
                    <a:pt x="5096868" y="913279"/>
                  </a:lnTo>
                  <a:lnTo>
                    <a:pt x="5095586" y="913279"/>
                  </a:lnTo>
                  <a:lnTo>
                    <a:pt x="5094304" y="913279"/>
                  </a:lnTo>
                  <a:lnTo>
                    <a:pt x="5093022" y="913279"/>
                  </a:lnTo>
                  <a:lnTo>
                    <a:pt x="5091740" y="913279"/>
                  </a:lnTo>
                  <a:lnTo>
                    <a:pt x="5090459" y="913279"/>
                  </a:lnTo>
                  <a:lnTo>
                    <a:pt x="5089177" y="913279"/>
                  </a:lnTo>
                  <a:lnTo>
                    <a:pt x="5087895" y="913279"/>
                  </a:lnTo>
                  <a:lnTo>
                    <a:pt x="5086613" y="913279"/>
                  </a:lnTo>
                  <a:lnTo>
                    <a:pt x="5085331" y="913279"/>
                  </a:lnTo>
                  <a:lnTo>
                    <a:pt x="5084049" y="913279"/>
                  </a:lnTo>
                  <a:lnTo>
                    <a:pt x="5082768" y="913279"/>
                  </a:lnTo>
                  <a:lnTo>
                    <a:pt x="5081486" y="913279"/>
                  </a:lnTo>
                  <a:lnTo>
                    <a:pt x="5080204" y="913279"/>
                  </a:lnTo>
                  <a:lnTo>
                    <a:pt x="5078922" y="913279"/>
                  </a:lnTo>
                  <a:lnTo>
                    <a:pt x="5077640" y="913279"/>
                  </a:lnTo>
                  <a:lnTo>
                    <a:pt x="5076358" y="913279"/>
                  </a:lnTo>
                  <a:lnTo>
                    <a:pt x="5075077" y="913279"/>
                  </a:lnTo>
                  <a:lnTo>
                    <a:pt x="5073795" y="913279"/>
                  </a:lnTo>
                  <a:lnTo>
                    <a:pt x="5072513" y="913279"/>
                  </a:lnTo>
                  <a:lnTo>
                    <a:pt x="5071231" y="913279"/>
                  </a:lnTo>
                  <a:lnTo>
                    <a:pt x="5069949" y="913279"/>
                  </a:lnTo>
                  <a:lnTo>
                    <a:pt x="5068667" y="913279"/>
                  </a:lnTo>
                  <a:lnTo>
                    <a:pt x="5067385" y="913279"/>
                  </a:lnTo>
                  <a:lnTo>
                    <a:pt x="5066104" y="913279"/>
                  </a:lnTo>
                  <a:lnTo>
                    <a:pt x="5064822" y="913279"/>
                  </a:lnTo>
                  <a:lnTo>
                    <a:pt x="5063540" y="913279"/>
                  </a:lnTo>
                  <a:lnTo>
                    <a:pt x="5062258" y="913279"/>
                  </a:lnTo>
                  <a:lnTo>
                    <a:pt x="5060976" y="913279"/>
                  </a:lnTo>
                  <a:lnTo>
                    <a:pt x="5059694" y="913279"/>
                  </a:lnTo>
                  <a:lnTo>
                    <a:pt x="5058413" y="913279"/>
                  </a:lnTo>
                  <a:lnTo>
                    <a:pt x="5057131" y="913279"/>
                  </a:lnTo>
                  <a:lnTo>
                    <a:pt x="5055849" y="913279"/>
                  </a:lnTo>
                  <a:lnTo>
                    <a:pt x="5054567" y="913279"/>
                  </a:lnTo>
                  <a:lnTo>
                    <a:pt x="5053285" y="913279"/>
                  </a:lnTo>
                  <a:lnTo>
                    <a:pt x="5052003" y="913279"/>
                  </a:lnTo>
                  <a:lnTo>
                    <a:pt x="5050721" y="913279"/>
                  </a:lnTo>
                  <a:lnTo>
                    <a:pt x="5049440" y="913279"/>
                  </a:lnTo>
                  <a:lnTo>
                    <a:pt x="5048158" y="913279"/>
                  </a:lnTo>
                  <a:lnTo>
                    <a:pt x="5046876" y="913279"/>
                  </a:lnTo>
                  <a:lnTo>
                    <a:pt x="5045594" y="913279"/>
                  </a:lnTo>
                  <a:lnTo>
                    <a:pt x="5044312" y="913279"/>
                  </a:lnTo>
                  <a:lnTo>
                    <a:pt x="5043030" y="913279"/>
                  </a:lnTo>
                  <a:lnTo>
                    <a:pt x="5041749" y="913279"/>
                  </a:lnTo>
                  <a:lnTo>
                    <a:pt x="5040467" y="913279"/>
                  </a:lnTo>
                  <a:lnTo>
                    <a:pt x="5039185" y="913279"/>
                  </a:lnTo>
                  <a:lnTo>
                    <a:pt x="5037903" y="913279"/>
                  </a:lnTo>
                  <a:lnTo>
                    <a:pt x="5036621" y="913279"/>
                  </a:lnTo>
                  <a:lnTo>
                    <a:pt x="5035339" y="913279"/>
                  </a:lnTo>
                  <a:lnTo>
                    <a:pt x="5034057" y="913279"/>
                  </a:lnTo>
                  <a:lnTo>
                    <a:pt x="5032776" y="913279"/>
                  </a:lnTo>
                  <a:lnTo>
                    <a:pt x="5031494" y="913279"/>
                  </a:lnTo>
                  <a:lnTo>
                    <a:pt x="5030212" y="913279"/>
                  </a:lnTo>
                  <a:lnTo>
                    <a:pt x="5028930" y="913279"/>
                  </a:lnTo>
                  <a:lnTo>
                    <a:pt x="5027648" y="913279"/>
                  </a:lnTo>
                  <a:lnTo>
                    <a:pt x="5026366" y="913279"/>
                  </a:lnTo>
                  <a:lnTo>
                    <a:pt x="5025085" y="913279"/>
                  </a:lnTo>
                  <a:lnTo>
                    <a:pt x="5023803" y="913279"/>
                  </a:lnTo>
                  <a:lnTo>
                    <a:pt x="5022521" y="913279"/>
                  </a:lnTo>
                  <a:lnTo>
                    <a:pt x="5021239" y="913279"/>
                  </a:lnTo>
                  <a:lnTo>
                    <a:pt x="5019957" y="913279"/>
                  </a:lnTo>
                  <a:lnTo>
                    <a:pt x="5018675" y="913279"/>
                  </a:lnTo>
                  <a:lnTo>
                    <a:pt x="5017394" y="913279"/>
                  </a:lnTo>
                  <a:lnTo>
                    <a:pt x="5016112" y="913279"/>
                  </a:lnTo>
                  <a:lnTo>
                    <a:pt x="5014830" y="913279"/>
                  </a:lnTo>
                  <a:lnTo>
                    <a:pt x="5013548" y="913279"/>
                  </a:lnTo>
                  <a:lnTo>
                    <a:pt x="5012266" y="913279"/>
                  </a:lnTo>
                  <a:lnTo>
                    <a:pt x="5010984" y="913279"/>
                  </a:lnTo>
                  <a:lnTo>
                    <a:pt x="5009702" y="913279"/>
                  </a:lnTo>
                  <a:lnTo>
                    <a:pt x="5008421" y="913279"/>
                  </a:lnTo>
                  <a:lnTo>
                    <a:pt x="5007139" y="913279"/>
                  </a:lnTo>
                  <a:lnTo>
                    <a:pt x="5005857" y="913279"/>
                  </a:lnTo>
                  <a:lnTo>
                    <a:pt x="5004575" y="913279"/>
                  </a:lnTo>
                  <a:lnTo>
                    <a:pt x="5003293" y="913279"/>
                  </a:lnTo>
                  <a:lnTo>
                    <a:pt x="5002011" y="913279"/>
                  </a:lnTo>
                  <a:lnTo>
                    <a:pt x="5000730" y="913279"/>
                  </a:lnTo>
                  <a:lnTo>
                    <a:pt x="4999448" y="913279"/>
                  </a:lnTo>
                  <a:lnTo>
                    <a:pt x="4998166" y="913279"/>
                  </a:lnTo>
                  <a:lnTo>
                    <a:pt x="4996884" y="913279"/>
                  </a:lnTo>
                  <a:lnTo>
                    <a:pt x="4995602" y="913279"/>
                  </a:lnTo>
                  <a:lnTo>
                    <a:pt x="4994320" y="913279"/>
                  </a:lnTo>
                  <a:lnTo>
                    <a:pt x="4993038" y="913279"/>
                  </a:lnTo>
                  <a:lnTo>
                    <a:pt x="4991757" y="913279"/>
                  </a:lnTo>
                  <a:lnTo>
                    <a:pt x="4990475" y="913279"/>
                  </a:lnTo>
                  <a:lnTo>
                    <a:pt x="4989193" y="913279"/>
                  </a:lnTo>
                  <a:lnTo>
                    <a:pt x="4987911" y="913279"/>
                  </a:lnTo>
                  <a:lnTo>
                    <a:pt x="4986629" y="913279"/>
                  </a:lnTo>
                  <a:lnTo>
                    <a:pt x="4985347" y="913279"/>
                  </a:lnTo>
                  <a:lnTo>
                    <a:pt x="4984066" y="913279"/>
                  </a:lnTo>
                  <a:lnTo>
                    <a:pt x="4982784" y="913279"/>
                  </a:lnTo>
                  <a:lnTo>
                    <a:pt x="4981502" y="913279"/>
                  </a:lnTo>
                  <a:lnTo>
                    <a:pt x="4980220" y="913279"/>
                  </a:lnTo>
                  <a:lnTo>
                    <a:pt x="4978938" y="913279"/>
                  </a:lnTo>
                  <a:lnTo>
                    <a:pt x="4977656" y="913279"/>
                  </a:lnTo>
                  <a:lnTo>
                    <a:pt x="4976375" y="913279"/>
                  </a:lnTo>
                  <a:lnTo>
                    <a:pt x="4975093" y="913279"/>
                  </a:lnTo>
                  <a:lnTo>
                    <a:pt x="4973811" y="913279"/>
                  </a:lnTo>
                  <a:lnTo>
                    <a:pt x="4972529" y="913279"/>
                  </a:lnTo>
                  <a:lnTo>
                    <a:pt x="4971247" y="913279"/>
                  </a:lnTo>
                  <a:lnTo>
                    <a:pt x="4969965" y="913279"/>
                  </a:lnTo>
                  <a:lnTo>
                    <a:pt x="4968683" y="913279"/>
                  </a:lnTo>
                  <a:lnTo>
                    <a:pt x="4967402" y="913279"/>
                  </a:lnTo>
                  <a:lnTo>
                    <a:pt x="4966120" y="913279"/>
                  </a:lnTo>
                  <a:lnTo>
                    <a:pt x="4964838" y="913279"/>
                  </a:lnTo>
                  <a:lnTo>
                    <a:pt x="4963556" y="913279"/>
                  </a:lnTo>
                  <a:lnTo>
                    <a:pt x="4962274" y="913279"/>
                  </a:lnTo>
                  <a:lnTo>
                    <a:pt x="4960992" y="913279"/>
                  </a:lnTo>
                  <a:lnTo>
                    <a:pt x="4959711" y="913279"/>
                  </a:lnTo>
                  <a:lnTo>
                    <a:pt x="4958429" y="913279"/>
                  </a:lnTo>
                  <a:lnTo>
                    <a:pt x="4957147" y="913279"/>
                  </a:lnTo>
                  <a:lnTo>
                    <a:pt x="4955865" y="913279"/>
                  </a:lnTo>
                  <a:lnTo>
                    <a:pt x="4954583" y="913279"/>
                  </a:lnTo>
                  <a:lnTo>
                    <a:pt x="4953301" y="913279"/>
                  </a:lnTo>
                  <a:lnTo>
                    <a:pt x="4952019" y="913279"/>
                  </a:lnTo>
                  <a:lnTo>
                    <a:pt x="4950738" y="913279"/>
                  </a:lnTo>
                  <a:lnTo>
                    <a:pt x="4949456" y="913279"/>
                  </a:lnTo>
                  <a:lnTo>
                    <a:pt x="4948174" y="913279"/>
                  </a:lnTo>
                  <a:lnTo>
                    <a:pt x="4946892" y="913279"/>
                  </a:lnTo>
                  <a:lnTo>
                    <a:pt x="4945610" y="913279"/>
                  </a:lnTo>
                  <a:lnTo>
                    <a:pt x="4944328" y="913279"/>
                  </a:lnTo>
                  <a:lnTo>
                    <a:pt x="4943047" y="913279"/>
                  </a:lnTo>
                  <a:lnTo>
                    <a:pt x="4941765" y="913279"/>
                  </a:lnTo>
                  <a:lnTo>
                    <a:pt x="4940483" y="913279"/>
                  </a:lnTo>
                  <a:lnTo>
                    <a:pt x="4939201" y="913279"/>
                  </a:lnTo>
                  <a:lnTo>
                    <a:pt x="4937919" y="913279"/>
                  </a:lnTo>
                  <a:lnTo>
                    <a:pt x="4936637" y="913279"/>
                  </a:lnTo>
                  <a:lnTo>
                    <a:pt x="4935356" y="913279"/>
                  </a:lnTo>
                  <a:lnTo>
                    <a:pt x="4934074" y="913279"/>
                  </a:lnTo>
                  <a:lnTo>
                    <a:pt x="4932792" y="913279"/>
                  </a:lnTo>
                  <a:lnTo>
                    <a:pt x="4931510" y="913279"/>
                  </a:lnTo>
                  <a:lnTo>
                    <a:pt x="4930228" y="913279"/>
                  </a:lnTo>
                  <a:lnTo>
                    <a:pt x="4928946" y="913279"/>
                  </a:lnTo>
                  <a:lnTo>
                    <a:pt x="4927664" y="913279"/>
                  </a:lnTo>
                  <a:lnTo>
                    <a:pt x="4926383" y="913279"/>
                  </a:lnTo>
                  <a:lnTo>
                    <a:pt x="4925101" y="913279"/>
                  </a:lnTo>
                  <a:lnTo>
                    <a:pt x="4923819" y="913279"/>
                  </a:lnTo>
                  <a:lnTo>
                    <a:pt x="4922537" y="913279"/>
                  </a:lnTo>
                  <a:lnTo>
                    <a:pt x="4921255" y="913279"/>
                  </a:lnTo>
                  <a:lnTo>
                    <a:pt x="4919973" y="913279"/>
                  </a:lnTo>
                  <a:lnTo>
                    <a:pt x="4918692" y="913279"/>
                  </a:lnTo>
                  <a:lnTo>
                    <a:pt x="4917410" y="913279"/>
                  </a:lnTo>
                  <a:lnTo>
                    <a:pt x="4916128" y="913279"/>
                  </a:lnTo>
                  <a:lnTo>
                    <a:pt x="4914846" y="913279"/>
                  </a:lnTo>
                  <a:lnTo>
                    <a:pt x="4913564" y="913279"/>
                  </a:lnTo>
                  <a:lnTo>
                    <a:pt x="4912282" y="913279"/>
                  </a:lnTo>
                  <a:lnTo>
                    <a:pt x="4911000" y="913279"/>
                  </a:lnTo>
                  <a:lnTo>
                    <a:pt x="4909719" y="913279"/>
                  </a:lnTo>
                  <a:lnTo>
                    <a:pt x="4908437" y="913279"/>
                  </a:lnTo>
                  <a:lnTo>
                    <a:pt x="4907155" y="913279"/>
                  </a:lnTo>
                  <a:lnTo>
                    <a:pt x="4905873" y="913279"/>
                  </a:lnTo>
                  <a:lnTo>
                    <a:pt x="4904591" y="913279"/>
                  </a:lnTo>
                  <a:lnTo>
                    <a:pt x="4903309" y="913279"/>
                  </a:lnTo>
                  <a:lnTo>
                    <a:pt x="4902028" y="913279"/>
                  </a:lnTo>
                  <a:lnTo>
                    <a:pt x="4900746" y="913279"/>
                  </a:lnTo>
                  <a:lnTo>
                    <a:pt x="4899464" y="913279"/>
                  </a:lnTo>
                  <a:lnTo>
                    <a:pt x="4898182" y="913279"/>
                  </a:lnTo>
                  <a:lnTo>
                    <a:pt x="4896900" y="913279"/>
                  </a:lnTo>
                  <a:lnTo>
                    <a:pt x="4895618" y="913279"/>
                  </a:lnTo>
                  <a:lnTo>
                    <a:pt x="4894336" y="913279"/>
                  </a:lnTo>
                  <a:lnTo>
                    <a:pt x="4893055" y="913279"/>
                  </a:lnTo>
                  <a:lnTo>
                    <a:pt x="4891773" y="913279"/>
                  </a:lnTo>
                  <a:lnTo>
                    <a:pt x="4890491" y="913279"/>
                  </a:lnTo>
                  <a:lnTo>
                    <a:pt x="4889209" y="913279"/>
                  </a:lnTo>
                  <a:lnTo>
                    <a:pt x="4887927" y="913279"/>
                  </a:lnTo>
                  <a:lnTo>
                    <a:pt x="4886645" y="913279"/>
                  </a:lnTo>
                  <a:lnTo>
                    <a:pt x="4885364" y="913279"/>
                  </a:lnTo>
                  <a:lnTo>
                    <a:pt x="4884082" y="913279"/>
                  </a:lnTo>
                  <a:lnTo>
                    <a:pt x="4882800" y="913279"/>
                  </a:lnTo>
                  <a:lnTo>
                    <a:pt x="4881518" y="913279"/>
                  </a:lnTo>
                  <a:lnTo>
                    <a:pt x="4880236" y="913279"/>
                  </a:lnTo>
                  <a:lnTo>
                    <a:pt x="4878954" y="913279"/>
                  </a:lnTo>
                  <a:lnTo>
                    <a:pt x="4877673" y="913279"/>
                  </a:lnTo>
                  <a:lnTo>
                    <a:pt x="4876391" y="913279"/>
                  </a:lnTo>
                  <a:lnTo>
                    <a:pt x="4875109" y="913279"/>
                  </a:lnTo>
                  <a:lnTo>
                    <a:pt x="4873827" y="913279"/>
                  </a:lnTo>
                  <a:lnTo>
                    <a:pt x="4872545" y="913279"/>
                  </a:lnTo>
                  <a:lnTo>
                    <a:pt x="4871263" y="913279"/>
                  </a:lnTo>
                  <a:lnTo>
                    <a:pt x="4869981" y="913279"/>
                  </a:lnTo>
                  <a:lnTo>
                    <a:pt x="4868700" y="913279"/>
                  </a:lnTo>
                  <a:lnTo>
                    <a:pt x="4867418" y="913279"/>
                  </a:lnTo>
                  <a:lnTo>
                    <a:pt x="4866136" y="913279"/>
                  </a:lnTo>
                  <a:lnTo>
                    <a:pt x="4864854" y="913279"/>
                  </a:lnTo>
                  <a:lnTo>
                    <a:pt x="4863572" y="913279"/>
                  </a:lnTo>
                  <a:lnTo>
                    <a:pt x="4862290" y="913279"/>
                  </a:lnTo>
                  <a:lnTo>
                    <a:pt x="4861009" y="913279"/>
                  </a:lnTo>
                  <a:lnTo>
                    <a:pt x="4859727" y="913279"/>
                  </a:lnTo>
                  <a:lnTo>
                    <a:pt x="4858445" y="913279"/>
                  </a:lnTo>
                  <a:lnTo>
                    <a:pt x="4857163" y="913279"/>
                  </a:lnTo>
                  <a:lnTo>
                    <a:pt x="4855881" y="913279"/>
                  </a:lnTo>
                  <a:lnTo>
                    <a:pt x="4854599" y="913279"/>
                  </a:lnTo>
                  <a:lnTo>
                    <a:pt x="4853317" y="913279"/>
                  </a:lnTo>
                  <a:lnTo>
                    <a:pt x="4852036" y="913279"/>
                  </a:lnTo>
                  <a:lnTo>
                    <a:pt x="4850754" y="913279"/>
                  </a:lnTo>
                  <a:lnTo>
                    <a:pt x="4849472" y="913279"/>
                  </a:lnTo>
                  <a:lnTo>
                    <a:pt x="4848190" y="913279"/>
                  </a:lnTo>
                  <a:lnTo>
                    <a:pt x="4846908" y="913279"/>
                  </a:lnTo>
                  <a:lnTo>
                    <a:pt x="4845626" y="913279"/>
                  </a:lnTo>
                  <a:lnTo>
                    <a:pt x="4844345" y="913279"/>
                  </a:lnTo>
                  <a:lnTo>
                    <a:pt x="4843063" y="913279"/>
                  </a:lnTo>
                  <a:lnTo>
                    <a:pt x="4841781" y="913279"/>
                  </a:lnTo>
                  <a:lnTo>
                    <a:pt x="4840499" y="913279"/>
                  </a:lnTo>
                  <a:lnTo>
                    <a:pt x="4839217" y="913279"/>
                  </a:lnTo>
                  <a:lnTo>
                    <a:pt x="4837935" y="913279"/>
                  </a:lnTo>
                  <a:lnTo>
                    <a:pt x="4836654" y="913279"/>
                  </a:lnTo>
                  <a:lnTo>
                    <a:pt x="4835372" y="913279"/>
                  </a:lnTo>
                  <a:lnTo>
                    <a:pt x="4834090" y="913279"/>
                  </a:lnTo>
                  <a:lnTo>
                    <a:pt x="4832808" y="913279"/>
                  </a:lnTo>
                  <a:lnTo>
                    <a:pt x="4831526" y="913279"/>
                  </a:lnTo>
                  <a:lnTo>
                    <a:pt x="4830244" y="913279"/>
                  </a:lnTo>
                  <a:lnTo>
                    <a:pt x="4828962" y="913279"/>
                  </a:lnTo>
                  <a:lnTo>
                    <a:pt x="4827681" y="913279"/>
                  </a:lnTo>
                  <a:lnTo>
                    <a:pt x="4826399" y="913279"/>
                  </a:lnTo>
                  <a:lnTo>
                    <a:pt x="4825117" y="913279"/>
                  </a:lnTo>
                  <a:lnTo>
                    <a:pt x="4823835" y="913279"/>
                  </a:lnTo>
                  <a:lnTo>
                    <a:pt x="4822553" y="913279"/>
                  </a:lnTo>
                  <a:lnTo>
                    <a:pt x="4821271" y="913279"/>
                  </a:lnTo>
                  <a:lnTo>
                    <a:pt x="4819990" y="913279"/>
                  </a:lnTo>
                  <a:lnTo>
                    <a:pt x="4818708" y="913279"/>
                  </a:lnTo>
                  <a:lnTo>
                    <a:pt x="4817426" y="913279"/>
                  </a:lnTo>
                  <a:lnTo>
                    <a:pt x="4816144" y="913279"/>
                  </a:lnTo>
                  <a:lnTo>
                    <a:pt x="4814862" y="913279"/>
                  </a:lnTo>
                  <a:lnTo>
                    <a:pt x="4813580" y="913279"/>
                  </a:lnTo>
                  <a:lnTo>
                    <a:pt x="4812298" y="913279"/>
                  </a:lnTo>
                  <a:lnTo>
                    <a:pt x="4811017" y="913279"/>
                  </a:lnTo>
                  <a:lnTo>
                    <a:pt x="4809735" y="913279"/>
                  </a:lnTo>
                  <a:lnTo>
                    <a:pt x="4808453" y="913279"/>
                  </a:lnTo>
                  <a:lnTo>
                    <a:pt x="4807171" y="913279"/>
                  </a:lnTo>
                  <a:lnTo>
                    <a:pt x="4805889" y="913279"/>
                  </a:lnTo>
                  <a:lnTo>
                    <a:pt x="4804607" y="913279"/>
                  </a:lnTo>
                  <a:lnTo>
                    <a:pt x="4803326" y="913279"/>
                  </a:lnTo>
                  <a:lnTo>
                    <a:pt x="4802044" y="913279"/>
                  </a:lnTo>
                  <a:lnTo>
                    <a:pt x="4800762" y="913279"/>
                  </a:lnTo>
                  <a:lnTo>
                    <a:pt x="4799480" y="913279"/>
                  </a:lnTo>
                  <a:lnTo>
                    <a:pt x="4798198" y="913279"/>
                  </a:lnTo>
                  <a:lnTo>
                    <a:pt x="4796916" y="913279"/>
                  </a:lnTo>
                  <a:lnTo>
                    <a:pt x="4795635" y="913279"/>
                  </a:lnTo>
                  <a:lnTo>
                    <a:pt x="4794353" y="913279"/>
                  </a:lnTo>
                  <a:lnTo>
                    <a:pt x="4793071" y="913279"/>
                  </a:lnTo>
                  <a:lnTo>
                    <a:pt x="4791789" y="913279"/>
                  </a:lnTo>
                  <a:lnTo>
                    <a:pt x="4790507" y="913279"/>
                  </a:lnTo>
                  <a:lnTo>
                    <a:pt x="4789225" y="913279"/>
                  </a:lnTo>
                  <a:lnTo>
                    <a:pt x="4787943" y="913279"/>
                  </a:lnTo>
                  <a:lnTo>
                    <a:pt x="4786662" y="913279"/>
                  </a:lnTo>
                  <a:lnTo>
                    <a:pt x="4785380" y="913279"/>
                  </a:lnTo>
                  <a:lnTo>
                    <a:pt x="4784098" y="913279"/>
                  </a:lnTo>
                  <a:lnTo>
                    <a:pt x="4782816" y="913279"/>
                  </a:lnTo>
                  <a:lnTo>
                    <a:pt x="4781534" y="913279"/>
                  </a:lnTo>
                  <a:lnTo>
                    <a:pt x="4780252" y="913279"/>
                  </a:lnTo>
                  <a:lnTo>
                    <a:pt x="4778971" y="913279"/>
                  </a:lnTo>
                  <a:lnTo>
                    <a:pt x="4777689" y="913279"/>
                  </a:lnTo>
                  <a:lnTo>
                    <a:pt x="4776407" y="913279"/>
                  </a:lnTo>
                  <a:lnTo>
                    <a:pt x="4775125" y="913279"/>
                  </a:lnTo>
                  <a:lnTo>
                    <a:pt x="4773843" y="913279"/>
                  </a:lnTo>
                  <a:lnTo>
                    <a:pt x="4772561" y="913279"/>
                  </a:lnTo>
                  <a:lnTo>
                    <a:pt x="4771279" y="913279"/>
                  </a:lnTo>
                  <a:lnTo>
                    <a:pt x="4769998" y="913279"/>
                  </a:lnTo>
                  <a:lnTo>
                    <a:pt x="4768716" y="913279"/>
                  </a:lnTo>
                  <a:lnTo>
                    <a:pt x="4767434" y="913279"/>
                  </a:lnTo>
                  <a:lnTo>
                    <a:pt x="4766152" y="913279"/>
                  </a:lnTo>
                  <a:lnTo>
                    <a:pt x="4764870" y="913279"/>
                  </a:lnTo>
                  <a:lnTo>
                    <a:pt x="4763588" y="913279"/>
                  </a:lnTo>
                  <a:lnTo>
                    <a:pt x="4762307" y="913279"/>
                  </a:lnTo>
                  <a:lnTo>
                    <a:pt x="4761025" y="913279"/>
                  </a:lnTo>
                  <a:lnTo>
                    <a:pt x="4759743" y="913279"/>
                  </a:lnTo>
                  <a:lnTo>
                    <a:pt x="4758461" y="913279"/>
                  </a:lnTo>
                  <a:lnTo>
                    <a:pt x="4757179" y="913279"/>
                  </a:lnTo>
                  <a:lnTo>
                    <a:pt x="4755897" y="913279"/>
                  </a:lnTo>
                  <a:lnTo>
                    <a:pt x="4754615" y="913279"/>
                  </a:lnTo>
                  <a:lnTo>
                    <a:pt x="4753334" y="913279"/>
                  </a:lnTo>
                  <a:lnTo>
                    <a:pt x="4752052" y="913279"/>
                  </a:lnTo>
                  <a:lnTo>
                    <a:pt x="4750770" y="913279"/>
                  </a:lnTo>
                  <a:lnTo>
                    <a:pt x="4749488" y="913279"/>
                  </a:lnTo>
                  <a:lnTo>
                    <a:pt x="4748206" y="913279"/>
                  </a:lnTo>
                  <a:lnTo>
                    <a:pt x="4746924" y="913279"/>
                  </a:lnTo>
                  <a:lnTo>
                    <a:pt x="4745643" y="913279"/>
                  </a:lnTo>
                  <a:lnTo>
                    <a:pt x="4744361" y="913279"/>
                  </a:lnTo>
                  <a:lnTo>
                    <a:pt x="4743079" y="913279"/>
                  </a:lnTo>
                  <a:lnTo>
                    <a:pt x="4741797" y="913279"/>
                  </a:lnTo>
                  <a:lnTo>
                    <a:pt x="4740515" y="913279"/>
                  </a:lnTo>
                  <a:lnTo>
                    <a:pt x="4739233" y="913279"/>
                  </a:lnTo>
                  <a:lnTo>
                    <a:pt x="4737952" y="913279"/>
                  </a:lnTo>
                  <a:lnTo>
                    <a:pt x="4736670" y="913279"/>
                  </a:lnTo>
                  <a:lnTo>
                    <a:pt x="4735388" y="913279"/>
                  </a:lnTo>
                  <a:lnTo>
                    <a:pt x="4734106" y="913279"/>
                  </a:lnTo>
                  <a:lnTo>
                    <a:pt x="4732824" y="913279"/>
                  </a:lnTo>
                  <a:lnTo>
                    <a:pt x="4731542" y="913279"/>
                  </a:lnTo>
                  <a:lnTo>
                    <a:pt x="4730260" y="913279"/>
                  </a:lnTo>
                  <a:lnTo>
                    <a:pt x="4728979" y="913279"/>
                  </a:lnTo>
                  <a:lnTo>
                    <a:pt x="4727697" y="913279"/>
                  </a:lnTo>
                  <a:lnTo>
                    <a:pt x="4726415" y="913279"/>
                  </a:lnTo>
                  <a:lnTo>
                    <a:pt x="4725133" y="913279"/>
                  </a:lnTo>
                  <a:lnTo>
                    <a:pt x="4723851" y="913279"/>
                  </a:lnTo>
                  <a:lnTo>
                    <a:pt x="4722569" y="913279"/>
                  </a:lnTo>
                  <a:lnTo>
                    <a:pt x="4721288" y="913279"/>
                  </a:lnTo>
                  <a:lnTo>
                    <a:pt x="4720006" y="913279"/>
                  </a:lnTo>
                  <a:lnTo>
                    <a:pt x="4718724" y="913279"/>
                  </a:lnTo>
                  <a:lnTo>
                    <a:pt x="4717442" y="913279"/>
                  </a:lnTo>
                  <a:lnTo>
                    <a:pt x="4716160" y="913279"/>
                  </a:lnTo>
                  <a:lnTo>
                    <a:pt x="4714878" y="913279"/>
                  </a:lnTo>
                  <a:lnTo>
                    <a:pt x="4713596" y="913279"/>
                  </a:lnTo>
                  <a:lnTo>
                    <a:pt x="4712315" y="913279"/>
                  </a:lnTo>
                  <a:lnTo>
                    <a:pt x="4711033" y="913279"/>
                  </a:lnTo>
                  <a:lnTo>
                    <a:pt x="4709751" y="913279"/>
                  </a:lnTo>
                  <a:lnTo>
                    <a:pt x="4708469" y="913279"/>
                  </a:lnTo>
                  <a:lnTo>
                    <a:pt x="4707187" y="913279"/>
                  </a:lnTo>
                  <a:lnTo>
                    <a:pt x="4705905" y="913279"/>
                  </a:lnTo>
                  <a:lnTo>
                    <a:pt x="4704624" y="913279"/>
                  </a:lnTo>
                  <a:lnTo>
                    <a:pt x="4703342" y="913279"/>
                  </a:lnTo>
                  <a:lnTo>
                    <a:pt x="4702060" y="913279"/>
                  </a:lnTo>
                  <a:lnTo>
                    <a:pt x="4700778" y="913279"/>
                  </a:lnTo>
                  <a:lnTo>
                    <a:pt x="4699496" y="913279"/>
                  </a:lnTo>
                  <a:lnTo>
                    <a:pt x="4698214" y="913279"/>
                  </a:lnTo>
                  <a:lnTo>
                    <a:pt x="4696933" y="913279"/>
                  </a:lnTo>
                  <a:lnTo>
                    <a:pt x="4695651" y="913279"/>
                  </a:lnTo>
                  <a:lnTo>
                    <a:pt x="4694369" y="913279"/>
                  </a:lnTo>
                  <a:lnTo>
                    <a:pt x="4693087" y="913279"/>
                  </a:lnTo>
                  <a:lnTo>
                    <a:pt x="4691805" y="913279"/>
                  </a:lnTo>
                  <a:lnTo>
                    <a:pt x="4690523" y="913279"/>
                  </a:lnTo>
                  <a:lnTo>
                    <a:pt x="4689241" y="913279"/>
                  </a:lnTo>
                  <a:lnTo>
                    <a:pt x="4687960" y="913279"/>
                  </a:lnTo>
                  <a:lnTo>
                    <a:pt x="4686678" y="913279"/>
                  </a:lnTo>
                  <a:lnTo>
                    <a:pt x="4685396" y="913279"/>
                  </a:lnTo>
                  <a:lnTo>
                    <a:pt x="4684114" y="913279"/>
                  </a:lnTo>
                  <a:lnTo>
                    <a:pt x="4682832" y="913279"/>
                  </a:lnTo>
                  <a:lnTo>
                    <a:pt x="4681550" y="913279"/>
                  </a:lnTo>
                  <a:lnTo>
                    <a:pt x="4680269" y="913279"/>
                  </a:lnTo>
                  <a:lnTo>
                    <a:pt x="4678987" y="913279"/>
                  </a:lnTo>
                  <a:lnTo>
                    <a:pt x="4677705" y="913279"/>
                  </a:lnTo>
                  <a:lnTo>
                    <a:pt x="4676423" y="913279"/>
                  </a:lnTo>
                  <a:lnTo>
                    <a:pt x="4675141" y="913279"/>
                  </a:lnTo>
                  <a:lnTo>
                    <a:pt x="4673859" y="913279"/>
                  </a:lnTo>
                  <a:lnTo>
                    <a:pt x="4672577" y="913279"/>
                  </a:lnTo>
                  <a:lnTo>
                    <a:pt x="4671296" y="913279"/>
                  </a:lnTo>
                  <a:lnTo>
                    <a:pt x="4670014" y="913279"/>
                  </a:lnTo>
                  <a:lnTo>
                    <a:pt x="4668732" y="913279"/>
                  </a:lnTo>
                  <a:lnTo>
                    <a:pt x="4667450" y="913279"/>
                  </a:lnTo>
                  <a:lnTo>
                    <a:pt x="4666168" y="913279"/>
                  </a:lnTo>
                  <a:lnTo>
                    <a:pt x="4664886" y="913279"/>
                  </a:lnTo>
                  <a:lnTo>
                    <a:pt x="4663605" y="913279"/>
                  </a:lnTo>
                  <a:lnTo>
                    <a:pt x="4662323" y="913279"/>
                  </a:lnTo>
                  <a:lnTo>
                    <a:pt x="4661041" y="913279"/>
                  </a:lnTo>
                  <a:lnTo>
                    <a:pt x="4659759" y="913279"/>
                  </a:lnTo>
                  <a:lnTo>
                    <a:pt x="4658477" y="913279"/>
                  </a:lnTo>
                  <a:lnTo>
                    <a:pt x="4657195" y="913279"/>
                  </a:lnTo>
                  <a:lnTo>
                    <a:pt x="4655913" y="913279"/>
                  </a:lnTo>
                  <a:lnTo>
                    <a:pt x="4654632" y="913279"/>
                  </a:lnTo>
                  <a:lnTo>
                    <a:pt x="4653350" y="913279"/>
                  </a:lnTo>
                  <a:lnTo>
                    <a:pt x="4652068" y="913279"/>
                  </a:lnTo>
                  <a:lnTo>
                    <a:pt x="4650786" y="913279"/>
                  </a:lnTo>
                  <a:lnTo>
                    <a:pt x="4649504" y="913279"/>
                  </a:lnTo>
                  <a:lnTo>
                    <a:pt x="4648222" y="913279"/>
                  </a:lnTo>
                  <a:lnTo>
                    <a:pt x="4646941" y="913279"/>
                  </a:lnTo>
                  <a:lnTo>
                    <a:pt x="4645659" y="913279"/>
                  </a:lnTo>
                  <a:lnTo>
                    <a:pt x="4644377" y="913279"/>
                  </a:lnTo>
                  <a:lnTo>
                    <a:pt x="4643095" y="913279"/>
                  </a:lnTo>
                  <a:lnTo>
                    <a:pt x="4641813" y="913279"/>
                  </a:lnTo>
                  <a:lnTo>
                    <a:pt x="4640531" y="913279"/>
                  </a:lnTo>
                  <a:lnTo>
                    <a:pt x="4639250" y="913279"/>
                  </a:lnTo>
                  <a:lnTo>
                    <a:pt x="4637968" y="913279"/>
                  </a:lnTo>
                  <a:lnTo>
                    <a:pt x="4636686" y="913279"/>
                  </a:lnTo>
                  <a:lnTo>
                    <a:pt x="4635404" y="913279"/>
                  </a:lnTo>
                  <a:lnTo>
                    <a:pt x="4634122" y="913279"/>
                  </a:lnTo>
                  <a:lnTo>
                    <a:pt x="4632840" y="913279"/>
                  </a:lnTo>
                  <a:lnTo>
                    <a:pt x="4631558" y="913279"/>
                  </a:lnTo>
                  <a:lnTo>
                    <a:pt x="4630277" y="913279"/>
                  </a:lnTo>
                  <a:lnTo>
                    <a:pt x="4628995" y="913279"/>
                  </a:lnTo>
                  <a:lnTo>
                    <a:pt x="4627713" y="913279"/>
                  </a:lnTo>
                  <a:lnTo>
                    <a:pt x="4626431" y="913279"/>
                  </a:lnTo>
                  <a:lnTo>
                    <a:pt x="4625149" y="913279"/>
                  </a:lnTo>
                  <a:lnTo>
                    <a:pt x="4623867" y="913279"/>
                  </a:lnTo>
                  <a:lnTo>
                    <a:pt x="4622586" y="913279"/>
                  </a:lnTo>
                  <a:lnTo>
                    <a:pt x="4621304" y="913279"/>
                  </a:lnTo>
                  <a:lnTo>
                    <a:pt x="4620022" y="913279"/>
                  </a:lnTo>
                  <a:lnTo>
                    <a:pt x="4618740" y="913279"/>
                  </a:lnTo>
                  <a:lnTo>
                    <a:pt x="4617458" y="913279"/>
                  </a:lnTo>
                  <a:lnTo>
                    <a:pt x="4616176" y="913279"/>
                  </a:lnTo>
                  <a:lnTo>
                    <a:pt x="4614894" y="913279"/>
                  </a:lnTo>
                  <a:lnTo>
                    <a:pt x="4613613" y="913279"/>
                  </a:lnTo>
                  <a:lnTo>
                    <a:pt x="4612331" y="913279"/>
                  </a:lnTo>
                  <a:lnTo>
                    <a:pt x="4611049" y="913279"/>
                  </a:lnTo>
                  <a:lnTo>
                    <a:pt x="4609767" y="913279"/>
                  </a:lnTo>
                  <a:lnTo>
                    <a:pt x="4608485" y="913279"/>
                  </a:lnTo>
                  <a:lnTo>
                    <a:pt x="4607203" y="913279"/>
                  </a:lnTo>
                  <a:lnTo>
                    <a:pt x="4605922" y="913279"/>
                  </a:lnTo>
                  <a:lnTo>
                    <a:pt x="4604640" y="913279"/>
                  </a:lnTo>
                  <a:lnTo>
                    <a:pt x="4603358" y="913279"/>
                  </a:lnTo>
                  <a:lnTo>
                    <a:pt x="4602076" y="913279"/>
                  </a:lnTo>
                  <a:lnTo>
                    <a:pt x="4600794" y="913279"/>
                  </a:lnTo>
                  <a:lnTo>
                    <a:pt x="4599512" y="913279"/>
                  </a:lnTo>
                  <a:lnTo>
                    <a:pt x="4598231" y="913279"/>
                  </a:lnTo>
                  <a:lnTo>
                    <a:pt x="4596949" y="913279"/>
                  </a:lnTo>
                  <a:lnTo>
                    <a:pt x="4595667" y="913279"/>
                  </a:lnTo>
                  <a:lnTo>
                    <a:pt x="4594385" y="913279"/>
                  </a:lnTo>
                  <a:lnTo>
                    <a:pt x="4593103" y="913279"/>
                  </a:lnTo>
                  <a:lnTo>
                    <a:pt x="4591821" y="913279"/>
                  </a:lnTo>
                  <a:lnTo>
                    <a:pt x="4590539" y="913279"/>
                  </a:lnTo>
                  <a:lnTo>
                    <a:pt x="4589258" y="913279"/>
                  </a:lnTo>
                  <a:lnTo>
                    <a:pt x="4587976" y="913279"/>
                  </a:lnTo>
                  <a:lnTo>
                    <a:pt x="4586694" y="913279"/>
                  </a:lnTo>
                  <a:lnTo>
                    <a:pt x="4585412" y="913279"/>
                  </a:lnTo>
                  <a:lnTo>
                    <a:pt x="4584130" y="913279"/>
                  </a:lnTo>
                  <a:lnTo>
                    <a:pt x="4582848" y="913279"/>
                  </a:lnTo>
                  <a:lnTo>
                    <a:pt x="4581567" y="913279"/>
                  </a:lnTo>
                  <a:lnTo>
                    <a:pt x="4580285" y="913279"/>
                  </a:lnTo>
                  <a:lnTo>
                    <a:pt x="4579003" y="913279"/>
                  </a:lnTo>
                  <a:lnTo>
                    <a:pt x="4577721" y="913279"/>
                  </a:lnTo>
                  <a:lnTo>
                    <a:pt x="4576439" y="913279"/>
                  </a:lnTo>
                  <a:lnTo>
                    <a:pt x="4575157" y="913279"/>
                  </a:lnTo>
                  <a:lnTo>
                    <a:pt x="4573875" y="913279"/>
                  </a:lnTo>
                  <a:lnTo>
                    <a:pt x="4572594" y="913279"/>
                  </a:lnTo>
                  <a:lnTo>
                    <a:pt x="4571312" y="913279"/>
                  </a:lnTo>
                  <a:lnTo>
                    <a:pt x="4570030" y="913279"/>
                  </a:lnTo>
                  <a:lnTo>
                    <a:pt x="4568748" y="913279"/>
                  </a:lnTo>
                  <a:lnTo>
                    <a:pt x="4567466" y="913279"/>
                  </a:lnTo>
                  <a:lnTo>
                    <a:pt x="4566184" y="913279"/>
                  </a:lnTo>
                  <a:lnTo>
                    <a:pt x="4564903" y="913279"/>
                  </a:lnTo>
                  <a:lnTo>
                    <a:pt x="4563621" y="913279"/>
                  </a:lnTo>
                  <a:lnTo>
                    <a:pt x="4562339" y="913279"/>
                  </a:lnTo>
                  <a:lnTo>
                    <a:pt x="4561057" y="913279"/>
                  </a:lnTo>
                  <a:lnTo>
                    <a:pt x="4559775" y="913279"/>
                  </a:lnTo>
                  <a:lnTo>
                    <a:pt x="4558493" y="913279"/>
                  </a:lnTo>
                  <a:lnTo>
                    <a:pt x="4557212" y="913279"/>
                  </a:lnTo>
                  <a:lnTo>
                    <a:pt x="4555930" y="913279"/>
                  </a:lnTo>
                  <a:lnTo>
                    <a:pt x="4554648" y="913279"/>
                  </a:lnTo>
                  <a:lnTo>
                    <a:pt x="4553366" y="913279"/>
                  </a:lnTo>
                  <a:lnTo>
                    <a:pt x="4552084" y="913279"/>
                  </a:lnTo>
                  <a:lnTo>
                    <a:pt x="4550802" y="913279"/>
                  </a:lnTo>
                  <a:lnTo>
                    <a:pt x="4549520" y="913279"/>
                  </a:lnTo>
                  <a:lnTo>
                    <a:pt x="4548239" y="913279"/>
                  </a:lnTo>
                  <a:lnTo>
                    <a:pt x="4546957" y="913279"/>
                  </a:lnTo>
                  <a:lnTo>
                    <a:pt x="4545675" y="913279"/>
                  </a:lnTo>
                  <a:lnTo>
                    <a:pt x="4544393" y="913279"/>
                  </a:lnTo>
                  <a:lnTo>
                    <a:pt x="4543111" y="913279"/>
                  </a:lnTo>
                  <a:lnTo>
                    <a:pt x="4541829" y="913279"/>
                  </a:lnTo>
                  <a:lnTo>
                    <a:pt x="4540548" y="913279"/>
                  </a:lnTo>
                  <a:lnTo>
                    <a:pt x="4539266" y="913279"/>
                  </a:lnTo>
                  <a:lnTo>
                    <a:pt x="4537984" y="913279"/>
                  </a:lnTo>
                  <a:lnTo>
                    <a:pt x="4536702" y="913279"/>
                  </a:lnTo>
                  <a:lnTo>
                    <a:pt x="4535420" y="913279"/>
                  </a:lnTo>
                  <a:lnTo>
                    <a:pt x="4534138" y="913279"/>
                  </a:lnTo>
                  <a:lnTo>
                    <a:pt x="4532856" y="913279"/>
                  </a:lnTo>
                  <a:lnTo>
                    <a:pt x="4531575" y="913279"/>
                  </a:lnTo>
                  <a:lnTo>
                    <a:pt x="4530293" y="913279"/>
                  </a:lnTo>
                  <a:lnTo>
                    <a:pt x="4529011" y="913279"/>
                  </a:lnTo>
                  <a:lnTo>
                    <a:pt x="4527729" y="913279"/>
                  </a:lnTo>
                  <a:lnTo>
                    <a:pt x="4526447" y="913279"/>
                  </a:lnTo>
                  <a:lnTo>
                    <a:pt x="4525165" y="913279"/>
                  </a:lnTo>
                  <a:lnTo>
                    <a:pt x="4523884" y="913279"/>
                  </a:lnTo>
                  <a:lnTo>
                    <a:pt x="4522602" y="913279"/>
                  </a:lnTo>
                  <a:lnTo>
                    <a:pt x="4521320" y="913279"/>
                  </a:lnTo>
                  <a:lnTo>
                    <a:pt x="4520038" y="913279"/>
                  </a:lnTo>
                  <a:lnTo>
                    <a:pt x="4518756" y="913279"/>
                  </a:lnTo>
                  <a:lnTo>
                    <a:pt x="4517474" y="913279"/>
                  </a:lnTo>
                  <a:lnTo>
                    <a:pt x="4516192" y="913279"/>
                  </a:lnTo>
                  <a:lnTo>
                    <a:pt x="4514911" y="913279"/>
                  </a:lnTo>
                  <a:lnTo>
                    <a:pt x="4513629" y="913279"/>
                  </a:lnTo>
                  <a:lnTo>
                    <a:pt x="4512347" y="913279"/>
                  </a:lnTo>
                  <a:lnTo>
                    <a:pt x="4511065" y="913279"/>
                  </a:lnTo>
                  <a:lnTo>
                    <a:pt x="4509783" y="913279"/>
                  </a:lnTo>
                  <a:lnTo>
                    <a:pt x="4508501" y="913279"/>
                  </a:lnTo>
                  <a:lnTo>
                    <a:pt x="4507220" y="913279"/>
                  </a:lnTo>
                  <a:lnTo>
                    <a:pt x="4505938" y="913279"/>
                  </a:lnTo>
                  <a:lnTo>
                    <a:pt x="4504656" y="913279"/>
                  </a:lnTo>
                  <a:lnTo>
                    <a:pt x="4503374" y="913279"/>
                  </a:lnTo>
                  <a:lnTo>
                    <a:pt x="4502092" y="913279"/>
                  </a:lnTo>
                  <a:lnTo>
                    <a:pt x="4500810" y="913279"/>
                  </a:lnTo>
                  <a:lnTo>
                    <a:pt x="4499529" y="913279"/>
                  </a:lnTo>
                  <a:lnTo>
                    <a:pt x="4498247" y="913279"/>
                  </a:lnTo>
                  <a:lnTo>
                    <a:pt x="4496965" y="913279"/>
                  </a:lnTo>
                  <a:lnTo>
                    <a:pt x="4495683" y="913279"/>
                  </a:lnTo>
                  <a:lnTo>
                    <a:pt x="4494401" y="913279"/>
                  </a:lnTo>
                  <a:lnTo>
                    <a:pt x="4493119" y="913279"/>
                  </a:lnTo>
                  <a:lnTo>
                    <a:pt x="4491837" y="913279"/>
                  </a:lnTo>
                  <a:lnTo>
                    <a:pt x="4490556" y="913279"/>
                  </a:lnTo>
                  <a:lnTo>
                    <a:pt x="4489274" y="913279"/>
                  </a:lnTo>
                  <a:lnTo>
                    <a:pt x="4487992" y="913279"/>
                  </a:lnTo>
                  <a:lnTo>
                    <a:pt x="4486710" y="913279"/>
                  </a:lnTo>
                  <a:lnTo>
                    <a:pt x="4485428" y="913279"/>
                  </a:lnTo>
                  <a:lnTo>
                    <a:pt x="4484146" y="913279"/>
                  </a:lnTo>
                  <a:lnTo>
                    <a:pt x="4482865" y="913279"/>
                  </a:lnTo>
                  <a:lnTo>
                    <a:pt x="4481583" y="913279"/>
                  </a:lnTo>
                  <a:lnTo>
                    <a:pt x="4480301" y="913279"/>
                  </a:lnTo>
                  <a:lnTo>
                    <a:pt x="4479019" y="913279"/>
                  </a:lnTo>
                  <a:lnTo>
                    <a:pt x="4477737" y="913279"/>
                  </a:lnTo>
                  <a:lnTo>
                    <a:pt x="4476455" y="913279"/>
                  </a:lnTo>
                  <a:lnTo>
                    <a:pt x="4475173" y="913279"/>
                  </a:lnTo>
                  <a:lnTo>
                    <a:pt x="4473892" y="913279"/>
                  </a:lnTo>
                  <a:lnTo>
                    <a:pt x="4472610" y="913279"/>
                  </a:lnTo>
                  <a:lnTo>
                    <a:pt x="4471328" y="913279"/>
                  </a:lnTo>
                  <a:lnTo>
                    <a:pt x="4470046" y="913279"/>
                  </a:lnTo>
                  <a:lnTo>
                    <a:pt x="4468764" y="913279"/>
                  </a:lnTo>
                  <a:lnTo>
                    <a:pt x="4467482" y="913279"/>
                  </a:lnTo>
                  <a:lnTo>
                    <a:pt x="4466201" y="913279"/>
                  </a:lnTo>
                  <a:lnTo>
                    <a:pt x="4464919" y="913279"/>
                  </a:lnTo>
                  <a:lnTo>
                    <a:pt x="4463637" y="913279"/>
                  </a:lnTo>
                  <a:lnTo>
                    <a:pt x="4462355" y="913279"/>
                  </a:lnTo>
                  <a:lnTo>
                    <a:pt x="4461073" y="913279"/>
                  </a:lnTo>
                  <a:lnTo>
                    <a:pt x="4459791" y="913279"/>
                  </a:lnTo>
                  <a:lnTo>
                    <a:pt x="4458510" y="913279"/>
                  </a:lnTo>
                  <a:lnTo>
                    <a:pt x="4457228" y="913279"/>
                  </a:lnTo>
                  <a:lnTo>
                    <a:pt x="4455946" y="913279"/>
                  </a:lnTo>
                  <a:lnTo>
                    <a:pt x="4454664" y="913279"/>
                  </a:lnTo>
                  <a:lnTo>
                    <a:pt x="4453382" y="913279"/>
                  </a:lnTo>
                  <a:lnTo>
                    <a:pt x="4452100" y="913279"/>
                  </a:lnTo>
                  <a:lnTo>
                    <a:pt x="4450818" y="913279"/>
                  </a:lnTo>
                  <a:lnTo>
                    <a:pt x="4449537" y="913279"/>
                  </a:lnTo>
                  <a:lnTo>
                    <a:pt x="4448255" y="913279"/>
                  </a:lnTo>
                  <a:lnTo>
                    <a:pt x="4446973" y="913279"/>
                  </a:lnTo>
                  <a:lnTo>
                    <a:pt x="4445691" y="913279"/>
                  </a:lnTo>
                  <a:lnTo>
                    <a:pt x="4444409" y="913279"/>
                  </a:lnTo>
                  <a:lnTo>
                    <a:pt x="4443127" y="913279"/>
                  </a:lnTo>
                  <a:lnTo>
                    <a:pt x="4441846" y="913279"/>
                  </a:lnTo>
                  <a:lnTo>
                    <a:pt x="4440564" y="913279"/>
                  </a:lnTo>
                  <a:lnTo>
                    <a:pt x="4439282" y="913279"/>
                  </a:lnTo>
                  <a:lnTo>
                    <a:pt x="4438000" y="913279"/>
                  </a:lnTo>
                  <a:lnTo>
                    <a:pt x="4436718" y="913279"/>
                  </a:lnTo>
                  <a:lnTo>
                    <a:pt x="4435436" y="913279"/>
                  </a:lnTo>
                  <a:lnTo>
                    <a:pt x="4434154" y="913279"/>
                  </a:lnTo>
                  <a:lnTo>
                    <a:pt x="4432873" y="913279"/>
                  </a:lnTo>
                  <a:lnTo>
                    <a:pt x="4431591" y="913279"/>
                  </a:lnTo>
                  <a:lnTo>
                    <a:pt x="4430309" y="913279"/>
                  </a:lnTo>
                  <a:lnTo>
                    <a:pt x="4429027" y="913279"/>
                  </a:lnTo>
                  <a:lnTo>
                    <a:pt x="4427745" y="913279"/>
                  </a:lnTo>
                  <a:lnTo>
                    <a:pt x="4426463" y="913279"/>
                  </a:lnTo>
                  <a:lnTo>
                    <a:pt x="4425182" y="913279"/>
                  </a:lnTo>
                  <a:lnTo>
                    <a:pt x="4423900" y="913279"/>
                  </a:lnTo>
                  <a:lnTo>
                    <a:pt x="4422618" y="913279"/>
                  </a:lnTo>
                  <a:lnTo>
                    <a:pt x="4421336" y="913279"/>
                  </a:lnTo>
                  <a:lnTo>
                    <a:pt x="4420054" y="913279"/>
                  </a:lnTo>
                  <a:lnTo>
                    <a:pt x="4418772" y="913279"/>
                  </a:lnTo>
                  <a:lnTo>
                    <a:pt x="4417491" y="913279"/>
                  </a:lnTo>
                  <a:lnTo>
                    <a:pt x="4416209" y="913279"/>
                  </a:lnTo>
                  <a:lnTo>
                    <a:pt x="4414927" y="913279"/>
                  </a:lnTo>
                  <a:lnTo>
                    <a:pt x="4413645" y="913279"/>
                  </a:lnTo>
                  <a:lnTo>
                    <a:pt x="4412363" y="913279"/>
                  </a:lnTo>
                  <a:lnTo>
                    <a:pt x="4411081" y="913279"/>
                  </a:lnTo>
                  <a:lnTo>
                    <a:pt x="4409799" y="913279"/>
                  </a:lnTo>
                  <a:lnTo>
                    <a:pt x="4408518" y="913279"/>
                  </a:lnTo>
                  <a:lnTo>
                    <a:pt x="4407236" y="913279"/>
                  </a:lnTo>
                  <a:lnTo>
                    <a:pt x="4405954" y="913279"/>
                  </a:lnTo>
                  <a:lnTo>
                    <a:pt x="4404672" y="913279"/>
                  </a:lnTo>
                  <a:lnTo>
                    <a:pt x="4403390" y="913279"/>
                  </a:lnTo>
                  <a:lnTo>
                    <a:pt x="4402108" y="913279"/>
                  </a:lnTo>
                  <a:lnTo>
                    <a:pt x="4400827" y="913279"/>
                  </a:lnTo>
                  <a:lnTo>
                    <a:pt x="4399545" y="913279"/>
                  </a:lnTo>
                  <a:lnTo>
                    <a:pt x="4398263" y="913279"/>
                  </a:lnTo>
                  <a:lnTo>
                    <a:pt x="4396981" y="913279"/>
                  </a:lnTo>
                  <a:lnTo>
                    <a:pt x="4395699" y="913279"/>
                  </a:lnTo>
                  <a:lnTo>
                    <a:pt x="4394417" y="913279"/>
                  </a:lnTo>
                  <a:lnTo>
                    <a:pt x="4393135" y="913279"/>
                  </a:lnTo>
                  <a:lnTo>
                    <a:pt x="4391854" y="913279"/>
                  </a:lnTo>
                  <a:lnTo>
                    <a:pt x="4390572" y="913279"/>
                  </a:lnTo>
                  <a:lnTo>
                    <a:pt x="4389290" y="913279"/>
                  </a:lnTo>
                  <a:lnTo>
                    <a:pt x="4388008" y="913279"/>
                  </a:lnTo>
                  <a:lnTo>
                    <a:pt x="4386726" y="913279"/>
                  </a:lnTo>
                  <a:lnTo>
                    <a:pt x="4385444" y="913279"/>
                  </a:lnTo>
                  <a:lnTo>
                    <a:pt x="4384163" y="913279"/>
                  </a:lnTo>
                  <a:lnTo>
                    <a:pt x="4382881" y="913279"/>
                  </a:lnTo>
                  <a:lnTo>
                    <a:pt x="4381599" y="913279"/>
                  </a:lnTo>
                  <a:lnTo>
                    <a:pt x="4380317" y="913279"/>
                  </a:lnTo>
                  <a:lnTo>
                    <a:pt x="4379035" y="913279"/>
                  </a:lnTo>
                  <a:lnTo>
                    <a:pt x="4377753" y="913279"/>
                  </a:lnTo>
                  <a:lnTo>
                    <a:pt x="4376471" y="913279"/>
                  </a:lnTo>
                  <a:lnTo>
                    <a:pt x="4375190" y="913279"/>
                  </a:lnTo>
                  <a:lnTo>
                    <a:pt x="4373908" y="913279"/>
                  </a:lnTo>
                  <a:lnTo>
                    <a:pt x="4372626" y="913279"/>
                  </a:lnTo>
                  <a:lnTo>
                    <a:pt x="4371344" y="913279"/>
                  </a:lnTo>
                  <a:lnTo>
                    <a:pt x="4370062" y="913279"/>
                  </a:lnTo>
                  <a:lnTo>
                    <a:pt x="4368780" y="913279"/>
                  </a:lnTo>
                  <a:lnTo>
                    <a:pt x="4367499" y="913279"/>
                  </a:lnTo>
                  <a:lnTo>
                    <a:pt x="4366217" y="913279"/>
                  </a:lnTo>
                  <a:lnTo>
                    <a:pt x="4364935" y="913279"/>
                  </a:lnTo>
                  <a:lnTo>
                    <a:pt x="4363653" y="913279"/>
                  </a:lnTo>
                  <a:lnTo>
                    <a:pt x="4362371" y="913279"/>
                  </a:lnTo>
                  <a:lnTo>
                    <a:pt x="4361089" y="913279"/>
                  </a:lnTo>
                  <a:lnTo>
                    <a:pt x="4359808" y="913279"/>
                  </a:lnTo>
                  <a:lnTo>
                    <a:pt x="4358526" y="913279"/>
                  </a:lnTo>
                  <a:lnTo>
                    <a:pt x="4357244" y="913279"/>
                  </a:lnTo>
                  <a:lnTo>
                    <a:pt x="4355962" y="913279"/>
                  </a:lnTo>
                  <a:lnTo>
                    <a:pt x="4354680" y="913279"/>
                  </a:lnTo>
                  <a:lnTo>
                    <a:pt x="4353398" y="913279"/>
                  </a:lnTo>
                  <a:lnTo>
                    <a:pt x="4352116" y="913279"/>
                  </a:lnTo>
                  <a:lnTo>
                    <a:pt x="4350835" y="913279"/>
                  </a:lnTo>
                  <a:lnTo>
                    <a:pt x="4349553" y="913279"/>
                  </a:lnTo>
                  <a:lnTo>
                    <a:pt x="4348271" y="913279"/>
                  </a:lnTo>
                  <a:lnTo>
                    <a:pt x="4346989" y="913279"/>
                  </a:lnTo>
                  <a:lnTo>
                    <a:pt x="4345707" y="913279"/>
                  </a:lnTo>
                  <a:lnTo>
                    <a:pt x="4344425" y="913279"/>
                  </a:lnTo>
                  <a:lnTo>
                    <a:pt x="4343144" y="913279"/>
                  </a:lnTo>
                  <a:lnTo>
                    <a:pt x="4341862" y="913279"/>
                  </a:lnTo>
                  <a:lnTo>
                    <a:pt x="4340580" y="913279"/>
                  </a:lnTo>
                  <a:lnTo>
                    <a:pt x="4339298" y="913279"/>
                  </a:lnTo>
                  <a:lnTo>
                    <a:pt x="4338016" y="913279"/>
                  </a:lnTo>
                  <a:lnTo>
                    <a:pt x="4336734" y="913279"/>
                  </a:lnTo>
                  <a:lnTo>
                    <a:pt x="4335452" y="913279"/>
                  </a:lnTo>
                  <a:lnTo>
                    <a:pt x="4334171" y="913279"/>
                  </a:lnTo>
                  <a:lnTo>
                    <a:pt x="4332889" y="913279"/>
                  </a:lnTo>
                  <a:lnTo>
                    <a:pt x="4331607" y="913279"/>
                  </a:lnTo>
                  <a:lnTo>
                    <a:pt x="4330325" y="913279"/>
                  </a:lnTo>
                  <a:lnTo>
                    <a:pt x="4329043" y="913279"/>
                  </a:lnTo>
                  <a:lnTo>
                    <a:pt x="4327761" y="913279"/>
                  </a:lnTo>
                  <a:lnTo>
                    <a:pt x="4326480" y="913279"/>
                  </a:lnTo>
                  <a:lnTo>
                    <a:pt x="4325198" y="913279"/>
                  </a:lnTo>
                  <a:lnTo>
                    <a:pt x="4323916" y="913279"/>
                  </a:lnTo>
                  <a:lnTo>
                    <a:pt x="4322634" y="913279"/>
                  </a:lnTo>
                  <a:lnTo>
                    <a:pt x="4321352" y="913279"/>
                  </a:lnTo>
                  <a:lnTo>
                    <a:pt x="4320070" y="913279"/>
                  </a:lnTo>
                  <a:lnTo>
                    <a:pt x="4318789" y="913279"/>
                  </a:lnTo>
                  <a:lnTo>
                    <a:pt x="4317507" y="913279"/>
                  </a:lnTo>
                  <a:lnTo>
                    <a:pt x="4316225" y="913279"/>
                  </a:lnTo>
                  <a:lnTo>
                    <a:pt x="4314943" y="913279"/>
                  </a:lnTo>
                  <a:lnTo>
                    <a:pt x="4313661" y="913279"/>
                  </a:lnTo>
                  <a:lnTo>
                    <a:pt x="4312379" y="913279"/>
                  </a:lnTo>
                  <a:lnTo>
                    <a:pt x="4311097" y="913279"/>
                  </a:lnTo>
                  <a:lnTo>
                    <a:pt x="4309816" y="913279"/>
                  </a:lnTo>
                  <a:lnTo>
                    <a:pt x="4308534" y="913279"/>
                  </a:lnTo>
                  <a:lnTo>
                    <a:pt x="4307252" y="913279"/>
                  </a:lnTo>
                  <a:lnTo>
                    <a:pt x="4305970" y="913279"/>
                  </a:lnTo>
                  <a:lnTo>
                    <a:pt x="4304688" y="913279"/>
                  </a:lnTo>
                  <a:lnTo>
                    <a:pt x="4303406" y="913279"/>
                  </a:lnTo>
                  <a:lnTo>
                    <a:pt x="4302125" y="913279"/>
                  </a:lnTo>
                  <a:lnTo>
                    <a:pt x="4300843" y="913279"/>
                  </a:lnTo>
                  <a:lnTo>
                    <a:pt x="4299561" y="913279"/>
                  </a:lnTo>
                  <a:lnTo>
                    <a:pt x="4298279" y="913279"/>
                  </a:lnTo>
                  <a:lnTo>
                    <a:pt x="4296997" y="913279"/>
                  </a:lnTo>
                  <a:lnTo>
                    <a:pt x="4295715" y="913279"/>
                  </a:lnTo>
                  <a:lnTo>
                    <a:pt x="4294433" y="913279"/>
                  </a:lnTo>
                  <a:lnTo>
                    <a:pt x="4293152" y="913279"/>
                  </a:lnTo>
                  <a:lnTo>
                    <a:pt x="4291870" y="913279"/>
                  </a:lnTo>
                  <a:lnTo>
                    <a:pt x="4290588" y="913279"/>
                  </a:lnTo>
                  <a:lnTo>
                    <a:pt x="4289306" y="913279"/>
                  </a:lnTo>
                  <a:lnTo>
                    <a:pt x="4288024" y="913279"/>
                  </a:lnTo>
                  <a:lnTo>
                    <a:pt x="4286742" y="913279"/>
                  </a:lnTo>
                  <a:lnTo>
                    <a:pt x="4285461" y="913279"/>
                  </a:lnTo>
                  <a:lnTo>
                    <a:pt x="4284179" y="913279"/>
                  </a:lnTo>
                  <a:lnTo>
                    <a:pt x="4282897" y="913279"/>
                  </a:lnTo>
                  <a:lnTo>
                    <a:pt x="4281615" y="913279"/>
                  </a:lnTo>
                  <a:lnTo>
                    <a:pt x="4280333" y="913279"/>
                  </a:lnTo>
                  <a:lnTo>
                    <a:pt x="4279051" y="913279"/>
                  </a:lnTo>
                  <a:lnTo>
                    <a:pt x="4277770" y="913279"/>
                  </a:lnTo>
                  <a:lnTo>
                    <a:pt x="4276488" y="913279"/>
                  </a:lnTo>
                  <a:lnTo>
                    <a:pt x="4275206" y="913279"/>
                  </a:lnTo>
                  <a:lnTo>
                    <a:pt x="4273924" y="913279"/>
                  </a:lnTo>
                  <a:lnTo>
                    <a:pt x="4272642" y="913279"/>
                  </a:lnTo>
                  <a:lnTo>
                    <a:pt x="4271360" y="913279"/>
                  </a:lnTo>
                  <a:lnTo>
                    <a:pt x="4270078" y="913279"/>
                  </a:lnTo>
                  <a:lnTo>
                    <a:pt x="4268797" y="913279"/>
                  </a:lnTo>
                  <a:lnTo>
                    <a:pt x="4267515" y="913279"/>
                  </a:lnTo>
                  <a:lnTo>
                    <a:pt x="4266233" y="913279"/>
                  </a:lnTo>
                  <a:lnTo>
                    <a:pt x="4264951" y="913279"/>
                  </a:lnTo>
                  <a:lnTo>
                    <a:pt x="4263669" y="913279"/>
                  </a:lnTo>
                  <a:lnTo>
                    <a:pt x="4262387" y="913279"/>
                  </a:lnTo>
                  <a:lnTo>
                    <a:pt x="4261106" y="913279"/>
                  </a:lnTo>
                  <a:lnTo>
                    <a:pt x="4259824" y="913279"/>
                  </a:lnTo>
                  <a:lnTo>
                    <a:pt x="4258542" y="913279"/>
                  </a:lnTo>
                  <a:lnTo>
                    <a:pt x="4257260" y="913279"/>
                  </a:lnTo>
                  <a:lnTo>
                    <a:pt x="4255978" y="913279"/>
                  </a:lnTo>
                  <a:lnTo>
                    <a:pt x="4254696" y="913279"/>
                  </a:lnTo>
                  <a:lnTo>
                    <a:pt x="4253414" y="913279"/>
                  </a:lnTo>
                  <a:lnTo>
                    <a:pt x="4252133" y="913279"/>
                  </a:lnTo>
                  <a:lnTo>
                    <a:pt x="4250851" y="913279"/>
                  </a:lnTo>
                  <a:lnTo>
                    <a:pt x="4249569" y="913279"/>
                  </a:lnTo>
                  <a:lnTo>
                    <a:pt x="4248287" y="913279"/>
                  </a:lnTo>
                  <a:lnTo>
                    <a:pt x="4247005" y="913279"/>
                  </a:lnTo>
                  <a:lnTo>
                    <a:pt x="4245723" y="913279"/>
                  </a:lnTo>
                  <a:lnTo>
                    <a:pt x="4244442" y="913279"/>
                  </a:lnTo>
                  <a:lnTo>
                    <a:pt x="4243160" y="913279"/>
                  </a:lnTo>
                  <a:lnTo>
                    <a:pt x="4241878" y="913279"/>
                  </a:lnTo>
                  <a:lnTo>
                    <a:pt x="4240596" y="913279"/>
                  </a:lnTo>
                  <a:lnTo>
                    <a:pt x="4239314" y="913279"/>
                  </a:lnTo>
                  <a:lnTo>
                    <a:pt x="4238032" y="913279"/>
                  </a:lnTo>
                  <a:lnTo>
                    <a:pt x="4236750" y="913279"/>
                  </a:lnTo>
                  <a:lnTo>
                    <a:pt x="4235469" y="913279"/>
                  </a:lnTo>
                  <a:lnTo>
                    <a:pt x="4234187" y="913279"/>
                  </a:lnTo>
                  <a:lnTo>
                    <a:pt x="4232905" y="913279"/>
                  </a:lnTo>
                  <a:lnTo>
                    <a:pt x="4231623" y="913279"/>
                  </a:lnTo>
                  <a:lnTo>
                    <a:pt x="4230341" y="913279"/>
                  </a:lnTo>
                  <a:lnTo>
                    <a:pt x="4229059" y="913279"/>
                  </a:lnTo>
                  <a:lnTo>
                    <a:pt x="4227778" y="913279"/>
                  </a:lnTo>
                  <a:lnTo>
                    <a:pt x="4226496" y="913279"/>
                  </a:lnTo>
                  <a:lnTo>
                    <a:pt x="4225214" y="913279"/>
                  </a:lnTo>
                  <a:lnTo>
                    <a:pt x="4223932" y="913279"/>
                  </a:lnTo>
                  <a:lnTo>
                    <a:pt x="4222650" y="913279"/>
                  </a:lnTo>
                  <a:lnTo>
                    <a:pt x="4221368" y="913279"/>
                  </a:lnTo>
                  <a:lnTo>
                    <a:pt x="4220087" y="913279"/>
                  </a:lnTo>
                  <a:lnTo>
                    <a:pt x="4218805" y="913279"/>
                  </a:lnTo>
                  <a:lnTo>
                    <a:pt x="4217523" y="913279"/>
                  </a:lnTo>
                  <a:lnTo>
                    <a:pt x="4216241" y="913279"/>
                  </a:lnTo>
                  <a:lnTo>
                    <a:pt x="4214959" y="913279"/>
                  </a:lnTo>
                  <a:lnTo>
                    <a:pt x="4213677" y="913279"/>
                  </a:lnTo>
                  <a:lnTo>
                    <a:pt x="4212395" y="913279"/>
                  </a:lnTo>
                  <a:lnTo>
                    <a:pt x="4211114" y="913279"/>
                  </a:lnTo>
                  <a:lnTo>
                    <a:pt x="4209832" y="913279"/>
                  </a:lnTo>
                  <a:lnTo>
                    <a:pt x="4208550" y="913279"/>
                  </a:lnTo>
                  <a:lnTo>
                    <a:pt x="4207268" y="913279"/>
                  </a:lnTo>
                  <a:lnTo>
                    <a:pt x="4205986" y="913279"/>
                  </a:lnTo>
                  <a:lnTo>
                    <a:pt x="4204704" y="913279"/>
                  </a:lnTo>
                  <a:lnTo>
                    <a:pt x="4203423" y="913279"/>
                  </a:lnTo>
                  <a:lnTo>
                    <a:pt x="4202141" y="913279"/>
                  </a:lnTo>
                  <a:lnTo>
                    <a:pt x="4200859" y="913279"/>
                  </a:lnTo>
                  <a:lnTo>
                    <a:pt x="4199577" y="913279"/>
                  </a:lnTo>
                  <a:lnTo>
                    <a:pt x="4198295" y="913279"/>
                  </a:lnTo>
                  <a:lnTo>
                    <a:pt x="4197013" y="913279"/>
                  </a:lnTo>
                  <a:lnTo>
                    <a:pt x="4195731" y="913279"/>
                  </a:lnTo>
                  <a:lnTo>
                    <a:pt x="4194450" y="913279"/>
                  </a:lnTo>
                  <a:lnTo>
                    <a:pt x="4193168" y="913279"/>
                  </a:lnTo>
                  <a:lnTo>
                    <a:pt x="4191886" y="913279"/>
                  </a:lnTo>
                  <a:lnTo>
                    <a:pt x="4190604" y="913279"/>
                  </a:lnTo>
                  <a:lnTo>
                    <a:pt x="4189322" y="913279"/>
                  </a:lnTo>
                  <a:lnTo>
                    <a:pt x="4188040" y="913279"/>
                  </a:lnTo>
                  <a:lnTo>
                    <a:pt x="4186759" y="913279"/>
                  </a:lnTo>
                  <a:lnTo>
                    <a:pt x="4185477" y="913279"/>
                  </a:lnTo>
                  <a:lnTo>
                    <a:pt x="4184195" y="913279"/>
                  </a:lnTo>
                  <a:lnTo>
                    <a:pt x="4182913" y="913279"/>
                  </a:lnTo>
                  <a:lnTo>
                    <a:pt x="4181631" y="913279"/>
                  </a:lnTo>
                  <a:lnTo>
                    <a:pt x="4180349" y="913279"/>
                  </a:lnTo>
                  <a:lnTo>
                    <a:pt x="4179068" y="913279"/>
                  </a:lnTo>
                  <a:lnTo>
                    <a:pt x="4177786" y="913279"/>
                  </a:lnTo>
                  <a:lnTo>
                    <a:pt x="4176504" y="913279"/>
                  </a:lnTo>
                  <a:lnTo>
                    <a:pt x="4175222" y="913279"/>
                  </a:lnTo>
                  <a:lnTo>
                    <a:pt x="4173940" y="913279"/>
                  </a:lnTo>
                  <a:lnTo>
                    <a:pt x="4172658" y="913279"/>
                  </a:lnTo>
                  <a:lnTo>
                    <a:pt x="4171376" y="913279"/>
                  </a:lnTo>
                  <a:lnTo>
                    <a:pt x="4170095" y="913279"/>
                  </a:lnTo>
                  <a:lnTo>
                    <a:pt x="4168813" y="913279"/>
                  </a:lnTo>
                  <a:lnTo>
                    <a:pt x="4167531" y="913279"/>
                  </a:lnTo>
                  <a:lnTo>
                    <a:pt x="4166249" y="913279"/>
                  </a:lnTo>
                  <a:lnTo>
                    <a:pt x="4164967" y="913279"/>
                  </a:lnTo>
                  <a:lnTo>
                    <a:pt x="4163685" y="913279"/>
                  </a:lnTo>
                  <a:lnTo>
                    <a:pt x="4162404" y="913279"/>
                  </a:lnTo>
                  <a:lnTo>
                    <a:pt x="4161122" y="913279"/>
                  </a:lnTo>
                  <a:lnTo>
                    <a:pt x="4159840" y="913279"/>
                  </a:lnTo>
                  <a:lnTo>
                    <a:pt x="4158558" y="913279"/>
                  </a:lnTo>
                  <a:lnTo>
                    <a:pt x="4157276" y="913279"/>
                  </a:lnTo>
                  <a:lnTo>
                    <a:pt x="4155994" y="913279"/>
                  </a:lnTo>
                  <a:lnTo>
                    <a:pt x="4154712" y="913279"/>
                  </a:lnTo>
                  <a:lnTo>
                    <a:pt x="4153431" y="913279"/>
                  </a:lnTo>
                  <a:lnTo>
                    <a:pt x="4152149" y="913279"/>
                  </a:lnTo>
                  <a:lnTo>
                    <a:pt x="4150867" y="913279"/>
                  </a:lnTo>
                  <a:lnTo>
                    <a:pt x="4149585" y="913279"/>
                  </a:lnTo>
                  <a:lnTo>
                    <a:pt x="4148303" y="913279"/>
                  </a:lnTo>
                  <a:lnTo>
                    <a:pt x="4147021" y="913279"/>
                  </a:lnTo>
                  <a:lnTo>
                    <a:pt x="4145740" y="913279"/>
                  </a:lnTo>
                  <a:lnTo>
                    <a:pt x="4144458" y="913279"/>
                  </a:lnTo>
                  <a:lnTo>
                    <a:pt x="4143176" y="913279"/>
                  </a:lnTo>
                  <a:lnTo>
                    <a:pt x="4141894" y="913279"/>
                  </a:lnTo>
                  <a:lnTo>
                    <a:pt x="4140612" y="913279"/>
                  </a:lnTo>
                  <a:lnTo>
                    <a:pt x="4139330" y="913279"/>
                  </a:lnTo>
                  <a:lnTo>
                    <a:pt x="4138048" y="913279"/>
                  </a:lnTo>
                  <a:lnTo>
                    <a:pt x="4136767" y="913279"/>
                  </a:lnTo>
                  <a:lnTo>
                    <a:pt x="4135485" y="913279"/>
                  </a:lnTo>
                  <a:lnTo>
                    <a:pt x="4134203" y="913279"/>
                  </a:lnTo>
                  <a:lnTo>
                    <a:pt x="4132921" y="913279"/>
                  </a:lnTo>
                  <a:lnTo>
                    <a:pt x="4131639" y="913279"/>
                  </a:lnTo>
                  <a:lnTo>
                    <a:pt x="4130357" y="913279"/>
                  </a:lnTo>
                  <a:lnTo>
                    <a:pt x="4129076" y="913279"/>
                  </a:lnTo>
                  <a:lnTo>
                    <a:pt x="4127794" y="913279"/>
                  </a:lnTo>
                  <a:lnTo>
                    <a:pt x="4126512" y="913279"/>
                  </a:lnTo>
                  <a:lnTo>
                    <a:pt x="4125230" y="913279"/>
                  </a:lnTo>
                  <a:lnTo>
                    <a:pt x="4123948" y="913279"/>
                  </a:lnTo>
                  <a:lnTo>
                    <a:pt x="4122666" y="913279"/>
                  </a:lnTo>
                  <a:lnTo>
                    <a:pt x="4121385" y="913279"/>
                  </a:lnTo>
                  <a:lnTo>
                    <a:pt x="4120103" y="913279"/>
                  </a:lnTo>
                  <a:lnTo>
                    <a:pt x="4118821" y="913279"/>
                  </a:lnTo>
                  <a:lnTo>
                    <a:pt x="4117539" y="913279"/>
                  </a:lnTo>
                  <a:lnTo>
                    <a:pt x="4116257" y="913279"/>
                  </a:lnTo>
                  <a:lnTo>
                    <a:pt x="4114975" y="913279"/>
                  </a:lnTo>
                  <a:lnTo>
                    <a:pt x="4113693" y="913279"/>
                  </a:lnTo>
                  <a:lnTo>
                    <a:pt x="4112412" y="913279"/>
                  </a:lnTo>
                  <a:lnTo>
                    <a:pt x="4111130" y="913279"/>
                  </a:lnTo>
                  <a:lnTo>
                    <a:pt x="4109848" y="913279"/>
                  </a:lnTo>
                  <a:lnTo>
                    <a:pt x="4108566" y="913279"/>
                  </a:lnTo>
                  <a:lnTo>
                    <a:pt x="4107284" y="913279"/>
                  </a:lnTo>
                  <a:lnTo>
                    <a:pt x="4106002" y="913279"/>
                  </a:lnTo>
                  <a:lnTo>
                    <a:pt x="4104721" y="913279"/>
                  </a:lnTo>
                  <a:lnTo>
                    <a:pt x="4103439" y="913279"/>
                  </a:lnTo>
                  <a:lnTo>
                    <a:pt x="4102157" y="913279"/>
                  </a:lnTo>
                  <a:lnTo>
                    <a:pt x="4100875" y="913279"/>
                  </a:lnTo>
                  <a:lnTo>
                    <a:pt x="4099593" y="913279"/>
                  </a:lnTo>
                  <a:lnTo>
                    <a:pt x="4098311" y="913279"/>
                  </a:lnTo>
                  <a:lnTo>
                    <a:pt x="4097029" y="913279"/>
                  </a:lnTo>
                  <a:lnTo>
                    <a:pt x="4095748" y="913279"/>
                  </a:lnTo>
                  <a:lnTo>
                    <a:pt x="4094466" y="913279"/>
                  </a:lnTo>
                  <a:lnTo>
                    <a:pt x="4093184" y="913279"/>
                  </a:lnTo>
                  <a:lnTo>
                    <a:pt x="4091902" y="913279"/>
                  </a:lnTo>
                  <a:lnTo>
                    <a:pt x="4090620" y="913279"/>
                  </a:lnTo>
                  <a:lnTo>
                    <a:pt x="4089338" y="913279"/>
                  </a:lnTo>
                  <a:lnTo>
                    <a:pt x="4088057" y="913279"/>
                  </a:lnTo>
                  <a:lnTo>
                    <a:pt x="4086775" y="913279"/>
                  </a:lnTo>
                  <a:lnTo>
                    <a:pt x="4085493" y="913279"/>
                  </a:lnTo>
                  <a:lnTo>
                    <a:pt x="4084211" y="913279"/>
                  </a:lnTo>
                  <a:lnTo>
                    <a:pt x="4082929" y="913279"/>
                  </a:lnTo>
                  <a:lnTo>
                    <a:pt x="4081647" y="913279"/>
                  </a:lnTo>
                  <a:lnTo>
                    <a:pt x="4080366" y="913279"/>
                  </a:lnTo>
                  <a:lnTo>
                    <a:pt x="4079084" y="913279"/>
                  </a:lnTo>
                  <a:lnTo>
                    <a:pt x="4077802" y="913279"/>
                  </a:lnTo>
                  <a:lnTo>
                    <a:pt x="4076520" y="913279"/>
                  </a:lnTo>
                  <a:lnTo>
                    <a:pt x="4075238" y="913279"/>
                  </a:lnTo>
                  <a:lnTo>
                    <a:pt x="4073956" y="913279"/>
                  </a:lnTo>
                  <a:lnTo>
                    <a:pt x="4072674" y="913279"/>
                  </a:lnTo>
                  <a:lnTo>
                    <a:pt x="4071393" y="913279"/>
                  </a:lnTo>
                  <a:lnTo>
                    <a:pt x="4070111" y="913279"/>
                  </a:lnTo>
                  <a:lnTo>
                    <a:pt x="4068829" y="913279"/>
                  </a:lnTo>
                  <a:lnTo>
                    <a:pt x="4067547" y="913279"/>
                  </a:lnTo>
                  <a:lnTo>
                    <a:pt x="4066265" y="913279"/>
                  </a:lnTo>
                  <a:lnTo>
                    <a:pt x="4064983" y="913279"/>
                  </a:lnTo>
                  <a:lnTo>
                    <a:pt x="4063702" y="913279"/>
                  </a:lnTo>
                  <a:lnTo>
                    <a:pt x="4062420" y="913279"/>
                  </a:lnTo>
                  <a:lnTo>
                    <a:pt x="4061138" y="913279"/>
                  </a:lnTo>
                  <a:lnTo>
                    <a:pt x="4059856" y="913279"/>
                  </a:lnTo>
                  <a:lnTo>
                    <a:pt x="4058574" y="913279"/>
                  </a:lnTo>
                  <a:lnTo>
                    <a:pt x="4057292" y="913279"/>
                  </a:lnTo>
                  <a:lnTo>
                    <a:pt x="4056010" y="913279"/>
                  </a:lnTo>
                  <a:lnTo>
                    <a:pt x="4054729" y="913279"/>
                  </a:lnTo>
                  <a:lnTo>
                    <a:pt x="4053447" y="913279"/>
                  </a:lnTo>
                  <a:lnTo>
                    <a:pt x="4052165" y="913279"/>
                  </a:lnTo>
                  <a:lnTo>
                    <a:pt x="4050883" y="913279"/>
                  </a:lnTo>
                  <a:lnTo>
                    <a:pt x="4049601" y="913279"/>
                  </a:lnTo>
                  <a:lnTo>
                    <a:pt x="4048319" y="913279"/>
                  </a:lnTo>
                  <a:lnTo>
                    <a:pt x="4047038" y="913279"/>
                  </a:lnTo>
                  <a:lnTo>
                    <a:pt x="4045756" y="913279"/>
                  </a:lnTo>
                  <a:lnTo>
                    <a:pt x="4044474" y="913279"/>
                  </a:lnTo>
                  <a:lnTo>
                    <a:pt x="4043192" y="913279"/>
                  </a:lnTo>
                  <a:lnTo>
                    <a:pt x="4041910" y="913279"/>
                  </a:lnTo>
                  <a:lnTo>
                    <a:pt x="4040628" y="913279"/>
                  </a:lnTo>
                  <a:lnTo>
                    <a:pt x="4039347" y="913279"/>
                  </a:lnTo>
                  <a:lnTo>
                    <a:pt x="4038065" y="913279"/>
                  </a:lnTo>
                  <a:lnTo>
                    <a:pt x="4036783" y="913279"/>
                  </a:lnTo>
                  <a:lnTo>
                    <a:pt x="4035501" y="913279"/>
                  </a:lnTo>
                  <a:lnTo>
                    <a:pt x="4034219" y="913279"/>
                  </a:lnTo>
                  <a:lnTo>
                    <a:pt x="4032937" y="913279"/>
                  </a:lnTo>
                  <a:lnTo>
                    <a:pt x="4031655" y="913279"/>
                  </a:lnTo>
                  <a:lnTo>
                    <a:pt x="4030374" y="913279"/>
                  </a:lnTo>
                  <a:lnTo>
                    <a:pt x="4029092" y="913279"/>
                  </a:lnTo>
                  <a:lnTo>
                    <a:pt x="4027810" y="913279"/>
                  </a:lnTo>
                  <a:lnTo>
                    <a:pt x="4026528" y="913279"/>
                  </a:lnTo>
                  <a:lnTo>
                    <a:pt x="4025246" y="913279"/>
                  </a:lnTo>
                  <a:lnTo>
                    <a:pt x="4023964" y="913279"/>
                  </a:lnTo>
                  <a:lnTo>
                    <a:pt x="4022683" y="913279"/>
                  </a:lnTo>
                  <a:lnTo>
                    <a:pt x="4021401" y="913279"/>
                  </a:lnTo>
                  <a:lnTo>
                    <a:pt x="4020119" y="913279"/>
                  </a:lnTo>
                  <a:lnTo>
                    <a:pt x="4018837" y="913279"/>
                  </a:lnTo>
                  <a:lnTo>
                    <a:pt x="4017555" y="913279"/>
                  </a:lnTo>
                  <a:lnTo>
                    <a:pt x="4016273" y="913279"/>
                  </a:lnTo>
                  <a:lnTo>
                    <a:pt x="4014991" y="913279"/>
                  </a:lnTo>
                  <a:lnTo>
                    <a:pt x="4013710" y="913279"/>
                  </a:lnTo>
                  <a:lnTo>
                    <a:pt x="4012428" y="913279"/>
                  </a:lnTo>
                  <a:lnTo>
                    <a:pt x="4011146" y="913279"/>
                  </a:lnTo>
                  <a:lnTo>
                    <a:pt x="4009864" y="913279"/>
                  </a:lnTo>
                  <a:lnTo>
                    <a:pt x="4008582" y="913279"/>
                  </a:lnTo>
                  <a:lnTo>
                    <a:pt x="4007300" y="913279"/>
                  </a:lnTo>
                  <a:lnTo>
                    <a:pt x="4006019" y="913279"/>
                  </a:lnTo>
                  <a:lnTo>
                    <a:pt x="4004737" y="913279"/>
                  </a:lnTo>
                  <a:lnTo>
                    <a:pt x="4003455" y="913279"/>
                  </a:lnTo>
                  <a:lnTo>
                    <a:pt x="4002173" y="913279"/>
                  </a:lnTo>
                  <a:lnTo>
                    <a:pt x="4000891" y="913279"/>
                  </a:lnTo>
                  <a:lnTo>
                    <a:pt x="3999609" y="913279"/>
                  </a:lnTo>
                  <a:lnTo>
                    <a:pt x="3998327" y="913279"/>
                  </a:lnTo>
                  <a:lnTo>
                    <a:pt x="3997046" y="913279"/>
                  </a:lnTo>
                  <a:lnTo>
                    <a:pt x="3995764" y="913279"/>
                  </a:lnTo>
                  <a:lnTo>
                    <a:pt x="3994482" y="913279"/>
                  </a:lnTo>
                  <a:lnTo>
                    <a:pt x="3993200" y="913279"/>
                  </a:lnTo>
                  <a:lnTo>
                    <a:pt x="3991918" y="913279"/>
                  </a:lnTo>
                  <a:lnTo>
                    <a:pt x="3990636" y="913279"/>
                  </a:lnTo>
                  <a:lnTo>
                    <a:pt x="3989355" y="913279"/>
                  </a:lnTo>
                  <a:lnTo>
                    <a:pt x="3988073" y="913279"/>
                  </a:lnTo>
                  <a:lnTo>
                    <a:pt x="3986791" y="913279"/>
                  </a:lnTo>
                  <a:lnTo>
                    <a:pt x="3985509" y="913279"/>
                  </a:lnTo>
                  <a:lnTo>
                    <a:pt x="3984227" y="913279"/>
                  </a:lnTo>
                  <a:lnTo>
                    <a:pt x="3982945" y="913279"/>
                  </a:lnTo>
                  <a:lnTo>
                    <a:pt x="3981664" y="913279"/>
                  </a:lnTo>
                  <a:lnTo>
                    <a:pt x="3980382" y="913279"/>
                  </a:lnTo>
                  <a:lnTo>
                    <a:pt x="3979100" y="913279"/>
                  </a:lnTo>
                  <a:lnTo>
                    <a:pt x="3977818" y="913279"/>
                  </a:lnTo>
                  <a:lnTo>
                    <a:pt x="3976536" y="913279"/>
                  </a:lnTo>
                  <a:lnTo>
                    <a:pt x="3975254" y="913279"/>
                  </a:lnTo>
                  <a:lnTo>
                    <a:pt x="3973972" y="913279"/>
                  </a:lnTo>
                  <a:lnTo>
                    <a:pt x="3972691" y="913279"/>
                  </a:lnTo>
                  <a:lnTo>
                    <a:pt x="3971409" y="913279"/>
                  </a:lnTo>
                  <a:lnTo>
                    <a:pt x="3970127" y="913279"/>
                  </a:lnTo>
                  <a:lnTo>
                    <a:pt x="3968845" y="913279"/>
                  </a:lnTo>
                  <a:lnTo>
                    <a:pt x="3967563" y="913279"/>
                  </a:lnTo>
                  <a:lnTo>
                    <a:pt x="3966281" y="913279"/>
                  </a:lnTo>
                  <a:lnTo>
                    <a:pt x="3965000" y="913279"/>
                  </a:lnTo>
                  <a:lnTo>
                    <a:pt x="3963718" y="913279"/>
                  </a:lnTo>
                  <a:lnTo>
                    <a:pt x="3962436" y="913279"/>
                  </a:lnTo>
                  <a:lnTo>
                    <a:pt x="3961154" y="913279"/>
                  </a:lnTo>
                  <a:lnTo>
                    <a:pt x="3959872" y="913279"/>
                  </a:lnTo>
                  <a:lnTo>
                    <a:pt x="3958590" y="913279"/>
                  </a:lnTo>
                  <a:lnTo>
                    <a:pt x="3957308" y="913279"/>
                  </a:lnTo>
                  <a:lnTo>
                    <a:pt x="3956027" y="913279"/>
                  </a:lnTo>
                  <a:lnTo>
                    <a:pt x="3954745" y="913279"/>
                  </a:lnTo>
                  <a:lnTo>
                    <a:pt x="3953463" y="913279"/>
                  </a:lnTo>
                  <a:lnTo>
                    <a:pt x="3952181" y="913279"/>
                  </a:lnTo>
                  <a:lnTo>
                    <a:pt x="3950899" y="913279"/>
                  </a:lnTo>
                  <a:lnTo>
                    <a:pt x="3949617" y="913279"/>
                  </a:lnTo>
                  <a:lnTo>
                    <a:pt x="3948336" y="913279"/>
                  </a:lnTo>
                  <a:lnTo>
                    <a:pt x="3947054" y="913279"/>
                  </a:lnTo>
                  <a:lnTo>
                    <a:pt x="3945772" y="913279"/>
                  </a:lnTo>
                  <a:lnTo>
                    <a:pt x="3944490" y="913279"/>
                  </a:lnTo>
                  <a:lnTo>
                    <a:pt x="3943208" y="913279"/>
                  </a:lnTo>
                  <a:lnTo>
                    <a:pt x="3941926" y="913279"/>
                  </a:lnTo>
                  <a:lnTo>
                    <a:pt x="3940645" y="913279"/>
                  </a:lnTo>
                  <a:lnTo>
                    <a:pt x="3939363" y="913279"/>
                  </a:lnTo>
                  <a:lnTo>
                    <a:pt x="3938081" y="913279"/>
                  </a:lnTo>
                  <a:lnTo>
                    <a:pt x="3936799" y="913279"/>
                  </a:lnTo>
                  <a:lnTo>
                    <a:pt x="3935517" y="913279"/>
                  </a:lnTo>
                  <a:lnTo>
                    <a:pt x="3934235" y="913279"/>
                  </a:lnTo>
                  <a:lnTo>
                    <a:pt x="3932953" y="913279"/>
                  </a:lnTo>
                  <a:lnTo>
                    <a:pt x="3931672" y="913279"/>
                  </a:lnTo>
                  <a:lnTo>
                    <a:pt x="3930390" y="913279"/>
                  </a:lnTo>
                  <a:lnTo>
                    <a:pt x="3929108" y="913279"/>
                  </a:lnTo>
                  <a:lnTo>
                    <a:pt x="3927826" y="913279"/>
                  </a:lnTo>
                  <a:lnTo>
                    <a:pt x="3926544" y="913279"/>
                  </a:lnTo>
                  <a:lnTo>
                    <a:pt x="3925262" y="913279"/>
                  </a:lnTo>
                  <a:lnTo>
                    <a:pt x="3923981" y="913279"/>
                  </a:lnTo>
                  <a:lnTo>
                    <a:pt x="3922699" y="913279"/>
                  </a:lnTo>
                  <a:lnTo>
                    <a:pt x="3921417" y="913279"/>
                  </a:lnTo>
                  <a:lnTo>
                    <a:pt x="3920135" y="913279"/>
                  </a:lnTo>
                  <a:lnTo>
                    <a:pt x="3918853" y="913279"/>
                  </a:lnTo>
                  <a:lnTo>
                    <a:pt x="3917571" y="913279"/>
                  </a:lnTo>
                  <a:lnTo>
                    <a:pt x="3916289" y="913279"/>
                  </a:lnTo>
                  <a:lnTo>
                    <a:pt x="3915008" y="913279"/>
                  </a:lnTo>
                  <a:lnTo>
                    <a:pt x="3913726" y="913279"/>
                  </a:lnTo>
                  <a:lnTo>
                    <a:pt x="3912444" y="913279"/>
                  </a:lnTo>
                  <a:lnTo>
                    <a:pt x="3911162" y="913279"/>
                  </a:lnTo>
                  <a:lnTo>
                    <a:pt x="3909880" y="913279"/>
                  </a:lnTo>
                  <a:lnTo>
                    <a:pt x="3908598" y="913279"/>
                  </a:lnTo>
                  <a:lnTo>
                    <a:pt x="3907317" y="913279"/>
                  </a:lnTo>
                  <a:lnTo>
                    <a:pt x="3906035" y="913279"/>
                  </a:lnTo>
                  <a:lnTo>
                    <a:pt x="3904753" y="913279"/>
                  </a:lnTo>
                  <a:lnTo>
                    <a:pt x="3903471" y="913279"/>
                  </a:lnTo>
                  <a:lnTo>
                    <a:pt x="3902189" y="913279"/>
                  </a:lnTo>
                  <a:lnTo>
                    <a:pt x="3900907" y="913279"/>
                  </a:lnTo>
                  <a:lnTo>
                    <a:pt x="3899626" y="913279"/>
                  </a:lnTo>
                  <a:lnTo>
                    <a:pt x="3898344" y="913279"/>
                  </a:lnTo>
                  <a:lnTo>
                    <a:pt x="3897062" y="913279"/>
                  </a:lnTo>
                  <a:lnTo>
                    <a:pt x="3895780" y="913279"/>
                  </a:lnTo>
                  <a:lnTo>
                    <a:pt x="3894498" y="913279"/>
                  </a:lnTo>
                  <a:lnTo>
                    <a:pt x="3893216" y="913279"/>
                  </a:lnTo>
                  <a:lnTo>
                    <a:pt x="3891934" y="913279"/>
                  </a:lnTo>
                  <a:lnTo>
                    <a:pt x="3890653" y="913279"/>
                  </a:lnTo>
                  <a:lnTo>
                    <a:pt x="3889371" y="913279"/>
                  </a:lnTo>
                  <a:lnTo>
                    <a:pt x="3888089" y="913279"/>
                  </a:lnTo>
                  <a:lnTo>
                    <a:pt x="3886807" y="913279"/>
                  </a:lnTo>
                  <a:lnTo>
                    <a:pt x="3885525" y="913279"/>
                  </a:lnTo>
                  <a:lnTo>
                    <a:pt x="3884243" y="913279"/>
                  </a:lnTo>
                  <a:lnTo>
                    <a:pt x="3882962" y="913279"/>
                  </a:lnTo>
                  <a:lnTo>
                    <a:pt x="3881680" y="913279"/>
                  </a:lnTo>
                  <a:lnTo>
                    <a:pt x="3880398" y="913279"/>
                  </a:lnTo>
                  <a:lnTo>
                    <a:pt x="3879116" y="913279"/>
                  </a:lnTo>
                  <a:lnTo>
                    <a:pt x="3877834" y="913279"/>
                  </a:lnTo>
                  <a:lnTo>
                    <a:pt x="3876552" y="913279"/>
                  </a:lnTo>
                  <a:lnTo>
                    <a:pt x="3875270" y="913279"/>
                  </a:lnTo>
                  <a:lnTo>
                    <a:pt x="3873989" y="913279"/>
                  </a:lnTo>
                  <a:lnTo>
                    <a:pt x="3872707" y="913279"/>
                  </a:lnTo>
                  <a:lnTo>
                    <a:pt x="3871425" y="913279"/>
                  </a:lnTo>
                  <a:lnTo>
                    <a:pt x="3870143" y="913279"/>
                  </a:lnTo>
                  <a:lnTo>
                    <a:pt x="3868861" y="913279"/>
                  </a:lnTo>
                  <a:lnTo>
                    <a:pt x="3867579" y="913279"/>
                  </a:lnTo>
                  <a:lnTo>
                    <a:pt x="3866298" y="913279"/>
                  </a:lnTo>
                  <a:lnTo>
                    <a:pt x="3865016" y="913279"/>
                  </a:lnTo>
                  <a:lnTo>
                    <a:pt x="3863734" y="913279"/>
                  </a:lnTo>
                  <a:lnTo>
                    <a:pt x="3862452" y="913279"/>
                  </a:lnTo>
                  <a:lnTo>
                    <a:pt x="3861170" y="913279"/>
                  </a:lnTo>
                  <a:lnTo>
                    <a:pt x="3859888" y="913279"/>
                  </a:lnTo>
                  <a:lnTo>
                    <a:pt x="3858606" y="913279"/>
                  </a:lnTo>
                  <a:lnTo>
                    <a:pt x="3857325" y="913279"/>
                  </a:lnTo>
                  <a:lnTo>
                    <a:pt x="3856043" y="913279"/>
                  </a:lnTo>
                  <a:lnTo>
                    <a:pt x="3854761" y="913279"/>
                  </a:lnTo>
                  <a:lnTo>
                    <a:pt x="3853479" y="913279"/>
                  </a:lnTo>
                  <a:lnTo>
                    <a:pt x="3852197" y="913279"/>
                  </a:lnTo>
                  <a:lnTo>
                    <a:pt x="3850915" y="913279"/>
                  </a:lnTo>
                  <a:lnTo>
                    <a:pt x="3849634" y="913279"/>
                  </a:lnTo>
                  <a:lnTo>
                    <a:pt x="3848352" y="913279"/>
                  </a:lnTo>
                  <a:lnTo>
                    <a:pt x="3847070" y="913279"/>
                  </a:lnTo>
                  <a:lnTo>
                    <a:pt x="3845788" y="913279"/>
                  </a:lnTo>
                  <a:lnTo>
                    <a:pt x="3844506" y="913279"/>
                  </a:lnTo>
                  <a:lnTo>
                    <a:pt x="3843224" y="913279"/>
                  </a:lnTo>
                  <a:lnTo>
                    <a:pt x="3841943" y="913279"/>
                  </a:lnTo>
                  <a:lnTo>
                    <a:pt x="3840661" y="913279"/>
                  </a:lnTo>
                  <a:lnTo>
                    <a:pt x="3839379" y="913279"/>
                  </a:lnTo>
                  <a:lnTo>
                    <a:pt x="3838097" y="913279"/>
                  </a:lnTo>
                  <a:lnTo>
                    <a:pt x="3836815" y="913279"/>
                  </a:lnTo>
                  <a:lnTo>
                    <a:pt x="3835533" y="913279"/>
                  </a:lnTo>
                  <a:lnTo>
                    <a:pt x="3834251" y="913279"/>
                  </a:lnTo>
                  <a:lnTo>
                    <a:pt x="3832970" y="913279"/>
                  </a:lnTo>
                  <a:lnTo>
                    <a:pt x="3831688" y="913279"/>
                  </a:lnTo>
                  <a:lnTo>
                    <a:pt x="3830406" y="913279"/>
                  </a:lnTo>
                  <a:lnTo>
                    <a:pt x="3829124" y="913279"/>
                  </a:lnTo>
                  <a:lnTo>
                    <a:pt x="3827842" y="913279"/>
                  </a:lnTo>
                  <a:lnTo>
                    <a:pt x="3826560" y="913279"/>
                  </a:lnTo>
                  <a:lnTo>
                    <a:pt x="3825279" y="913279"/>
                  </a:lnTo>
                  <a:lnTo>
                    <a:pt x="3823997" y="913279"/>
                  </a:lnTo>
                  <a:lnTo>
                    <a:pt x="3822715" y="913279"/>
                  </a:lnTo>
                  <a:lnTo>
                    <a:pt x="3821433" y="913279"/>
                  </a:lnTo>
                  <a:lnTo>
                    <a:pt x="3820151" y="913279"/>
                  </a:lnTo>
                  <a:lnTo>
                    <a:pt x="3818869" y="913279"/>
                  </a:lnTo>
                  <a:lnTo>
                    <a:pt x="3817587" y="913279"/>
                  </a:lnTo>
                  <a:lnTo>
                    <a:pt x="3816306" y="913279"/>
                  </a:lnTo>
                  <a:lnTo>
                    <a:pt x="3815024" y="913279"/>
                  </a:lnTo>
                  <a:lnTo>
                    <a:pt x="3813742" y="913279"/>
                  </a:lnTo>
                  <a:lnTo>
                    <a:pt x="3812460" y="913279"/>
                  </a:lnTo>
                  <a:lnTo>
                    <a:pt x="3811178" y="913279"/>
                  </a:lnTo>
                  <a:lnTo>
                    <a:pt x="3809896" y="913279"/>
                  </a:lnTo>
                  <a:lnTo>
                    <a:pt x="3808615" y="913279"/>
                  </a:lnTo>
                  <a:lnTo>
                    <a:pt x="3807333" y="913279"/>
                  </a:lnTo>
                  <a:lnTo>
                    <a:pt x="3806051" y="913279"/>
                  </a:lnTo>
                  <a:lnTo>
                    <a:pt x="3804769" y="913279"/>
                  </a:lnTo>
                  <a:lnTo>
                    <a:pt x="3803487" y="913279"/>
                  </a:lnTo>
                  <a:lnTo>
                    <a:pt x="3802205" y="913279"/>
                  </a:lnTo>
                  <a:lnTo>
                    <a:pt x="3800924" y="913279"/>
                  </a:lnTo>
                  <a:lnTo>
                    <a:pt x="3799642" y="913279"/>
                  </a:lnTo>
                  <a:lnTo>
                    <a:pt x="3798360" y="913279"/>
                  </a:lnTo>
                  <a:lnTo>
                    <a:pt x="3797078" y="913279"/>
                  </a:lnTo>
                  <a:lnTo>
                    <a:pt x="3795796" y="913279"/>
                  </a:lnTo>
                  <a:lnTo>
                    <a:pt x="3794514" y="913279"/>
                  </a:lnTo>
                  <a:lnTo>
                    <a:pt x="3793232" y="913279"/>
                  </a:lnTo>
                  <a:lnTo>
                    <a:pt x="3791951" y="913279"/>
                  </a:lnTo>
                  <a:lnTo>
                    <a:pt x="3790669" y="913279"/>
                  </a:lnTo>
                  <a:lnTo>
                    <a:pt x="3789387" y="913279"/>
                  </a:lnTo>
                  <a:lnTo>
                    <a:pt x="3788105" y="913279"/>
                  </a:lnTo>
                  <a:lnTo>
                    <a:pt x="3786823" y="913279"/>
                  </a:lnTo>
                  <a:lnTo>
                    <a:pt x="3785541" y="913279"/>
                  </a:lnTo>
                  <a:lnTo>
                    <a:pt x="3784260" y="913279"/>
                  </a:lnTo>
                  <a:lnTo>
                    <a:pt x="3782978" y="913279"/>
                  </a:lnTo>
                  <a:lnTo>
                    <a:pt x="3781696" y="913279"/>
                  </a:lnTo>
                  <a:lnTo>
                    <a:pt x="3780414" y="913279"/>
                  </a:lnTo>
                  <a:lnTo>
                    <a:pt x="3779132" y="913279"/>
                  </a:lnTo>
                  <a:lnTo>
                    <a:pt x="3777850" y="913279"/>
                  </a:lnTo>
                  <a:lnTo>
                    <a:pt x="3776568" y="913279"/>
                  </a:lnTo>
                  <a:lnTo>
                    <a:pt x="3775287" y="913279"/>
                  </a:lnTo>
                  <a:lnTo>
                    <a:pt x="3774005" y="913279"/>
                  </a:lnTo>
                  <a:lnTo>
                    <a:pt x="3772723" y="913279"/>
                  </a:lnTo>
                  <a:lnTo>
                    <a:pt x="3771441" y="913279"/>
                  </a:lnTo>
                  <a:lnTo>
                    <a:pt x="3770159" y="913279"/>
                  </a:lnTo>
                  <a:lnTo>
                    <a:pt x="3768877" y="913279"/>
                  </a:lnTo>
                  <a:lnTo>
                    <a:pt x="3767596" y="913279"/>
                  </a:lnTo>
                  <a:lnTo>
                    <a:pt x="3766314" y="913279"/>
                  </a:lnTo>
                  <a:lnTo>
                    <a:pt x="3765032" y="913279"/>
                  </a:lnTo>
                  <a:lnTo>
                    <a:pt x="3763750" y="913279"/>
                  </a:lnTo>
                  <a:lnTo>
                    <a:pt x="3762468" y="913279"/>
                  </a:lnTo>
                  <a:lnTo>
                    <a:pt x="3761186" y="913279"/>
                  </a:lnTo>
                  <a:lnTo>
                    <a:pt x="3759904" y="913279"/>
                  </a:lnTo>
                  <a:lnTo>
                    <a:pt x="3758623" y="913279"/>
                  </a:lnTo>
                  <a:lnTo>
                    <a:pt x="3757341" y="913279"/>
                  </a:lnTo>
                  <a:lnTo>
                    <a:pt x="3756059" y="913279"/>
                  </a:lnTo>
                  <a:lnTo>
                    <a:pt x="3754777" y="913279"/>
                  </a:lnTo>
                  <a:lnTo>
                    <a:pt x="3753495" y="913279"/>
                  </a:lnTo>
                  <a:lnTo>
                    <a:pt x="3752213" y="913279"/>
                  </a:lnTo>
                  <a:lnTo>
                    <a:pt x="3750932" y="913279"/>
                  </a:lnTo>
                  <a:lnTo>
                    <a:pt x="3749650" y="913279"/>
                  </a:lnTo>
                  <a:lnTo>
                    <a:pt x="3748368" y="913279"/>
                  </a:lnTo>
                  <a:lnTo>
                    <a:pt x="3747086" y="913279"/>
                  </a:lnTo>
                  <a:lnTo>
                    <a:pt x="3745804" y="913279"/>
                  </a:lnTo>
                  <a:lnTo>
                    <a:pt x="3744522" y="913279"/>
                  </a:lnTo>
                  <a:lnTo>
                    <a:pt x="3743241" y="913279"/>
                  </a:lnTo>
                  <a:lnTo>
                    <a:pt x="3741959" y="913279"/>
                  </a:lnTo>
                  <a:lnTo>
                    <a:pt x="3740677" y="913279"/>
                  </a:lnTo>
                  <a:lnTo>
                    <a:pt x="3739395" y="913279"/>
                  </a:lnTo>
                  <a:lnTo>
                    <a:pt x="3738113" y="913279"/>
                  </a:lnTo>
                  <a:lnTo>
                    <a:pt x="3736831" y="913279"/>
                  </a:lnTo>
                  <a:lnTo>
                    <a:pt x="3735549" y="913279"/>
                  </a:lnTo>
                  <a:lnTo>
                    <a:pt x="3734268" y="913279"/>
                  </a:lnTo>
                  <a:lnTo>
                    <a:pt x="3732986" y="913279"/>
                  </a:lnTo>
                  <a:lnTo>
                    <a:pt x="3731704" y="913279"/>
                  </a:lnTo>
                  <a:lnTo>
                    <a:pt x="3730422" y="913279"/>
                  </a:lnTo>
                  <a:lnTo>
                    <a:pt x="3729140" y="913279"/>
                  </a:lnTo>
                  <a:lnTo>
                    <a:pt x="3727858" y="913279"/>
                  </a:lnTo>
                  <a:lnTo>
                    <a:pt x="3726577" y="913279"/>
                  </a:lnTo>
                  <a:lnTo>
                    <a:pt x="3725295" y="913279"/>
                  </a:lnTo>
                  <a:lnTo>
                    <a:pt x="3724013" y="913279"/>
                  </a:lnTo>
                  <a:lnTo>
                    <a:pt x="3722731" y="913279"/>
                  </a:lnTo>
                  <a:lnTo>
                    <a:pt x="3721449" y="913279"/>
                  </a:lnTo>
                  <a:lnTo>
                    <a:pt x="3720167" y="913279"/>
                  </a:lnTo>
                  <a:lnTo>
                    <a:pt x="3718885" y="913279"/>
                  </a:lnTo>
                  <a:lnTo>
                    <a:pt x="3717604" y="913279"/>
                  </a:lnTo>
                  <a:lnTo>
                    <a:pt x="3716322" y="913279"/>
                  </a:lnTo>
                  <a:lnTo>
                    <a:pt x="3715040" y="913279"/>
                  </a:lnTo>
                  <a:lnTo>
                    <a:pt x="3713758" y="913279"/>
                  </a:lnTo>
                  <a:lnTo>
                    <a:pt x="3712476" y="913279"/>
                  </a:lnTo>
                  <a:lnTo>
                    <a:pt x="3711194" y="913279"/>
                  </a:lnTo>
                  <a:lnTo>
                    <a:pt x="3709913" y="913279"/>
                  </a:lnTo>
                  <a:lnTo>
                    <a:pt x="3708631" y="913279"/>
                  </a:lnTo>
                  <a:lnTo>
                    <a:pt x="3707349" y="913279"/>
                  </a:lnTo>
                  <a:lnTo>
                    <a:pt x="3706067" y="913279"/>
                  </a:lnTo>
                  <a:lnTo>
                    <a:pt x="3704785" y="913279"/>
                  </a:lnTo>
                  <a:lnTo>
                    <a:pt x="3703503" y="913279"/>
                  </a:lnTo>
                  <a:lnTo>
                    <a:pt x="3702222" y="913279"/>
                  </a:lnTo>
                  <a:lnTo>
                    <a:pt x="3700940" y="913279"/>
                  </a:lnTo>
                  <a:lnTo>
                    <a:pt x="3699658" y="913279"/>
                  </a:lnTo>
                  <a:lnTo>
                    <a:pt x="3698376" y="913279"/>
                  </a:lnTo>
                  <a:lnTo>
                    <a:pt x="3697094" y="913279"/>
                  </a:lnTo>
                  <a:lnTo>
                    <a:pt x="3695812" y="913279"/>
                  </a:lnTo>
                  <a:lnTo>
                    <a:pt x="3694530" y="913279"/>
                  </a:lnTo>
                  <a:lnTo>
                    <a:pt x="3693249" y="913279"/>
                  </a:lnTo>
                  <a:lnTo>
                    <a:pt x="3691967" y="913279"/>
                  </a:lnTo>
                  <a:lnTo>
                    <a:pt x="3690685" y="913279"/>
                  </a:lnTo>
                  <a:lnTo>
                    <a:pt x="3689403" y="913279"/>
                  </a:lnTo>
                  <a:lnTo>
                    <a:pt x="3688121" y="913279"/>
                  </a:lnTo>
                  <a:lnTo>
                    <a:pt x="3686839" y="913279"/>
                  </a:lnTo>
                  <a:lnTo>
                    <a:pt x="3685558" y="913279"/>
                  </a:lnTo>
                  <a:lnTo>
                    <a:pt x="3684276" y="913279"/>
                  </a:lnTo>
                  <a:lnTo>
                    <a:pt x="3682994" y="913279"/>
                  </a:lnTo>
                  <a:lnTo>
                    <a:pt x="3681712" y="913279"/>
                  </a:lnTo>
                  <a:lnTo>
                    <a:pt x="3680430" y="913279"/>
                  </a:lnTo>
                  <a:lnTo>
                    <a:pt x="3679148" y="913279"/>
                  </a:lnTo>
                  <a:lnTo>
                    <a:pt x="3677866" y="913279"/>
                  </a:lnTo>
                  <a:lnTo>
                    <a:pt x="3676585" y="913279"/>
                  </a:lnTo>
                  <a:lnTo>
                    <a:pt x="3675303" y="913279"/>
                  </a:lnTo>
                  <a:lnTo>
                    <a:pt x="3674021" y="913279"/>
                  </a:lnTo>
                  <a:lnTo>
                    <a:pt x="3672739" y="913279"/>
                  </a:lnTo>
                  <a:lnTo>
                    <a:pt x="3671457" y="913279"/>
                  </a:lnTo>
                  <a:lnTo>
                    <a:pt x="3670175" y="913279"/>
                  </a:lnTo>
                  <a:lnTo>
                    <a:pt x="3668894" y="913279"/>
                  </a:lnTo>
                  <a:lnTo>
                    <a:pt x="3667612" y="913279"/>
                  </a:lnTo>
                  <a:lnTo>
                    <a:pt x="3666330" y="913279"/>
                  </a:lnTo>
                  <a:lnTo>
                    <a:pt x="3665048" y="913279"/>
                  </a:lnTo>
                  <a:lnTo>
                    <a:pt x="3663766" y="913279"/>
                  </a:lnTo>
                  <a:lnTo>
                    <a:pt x="3662484" y="913279"/>
                  </a:lnTo>
                  <a:lnTo>
                    <a:pt x="3661203" y="913279"/>
                  </a:lnTo>
                  <a:lnTo>
                    <a:pt x="3659921" y="913279"/>
                  </a:lnTo>
                  <a:lnTo>
                    <a:pt x="3658639" y="913279"/>
                  </a:lnTo>
                  <a:lnTo>
                    <a:pt x="3657357" y="913279"/>
                  </a:lnTo>
                  <a:lnTo>
                    <a:pt x="3656075" y="913279"/>
                  </a:lnTo>
                  <a:lnTo>
                    <a:pt x="3654793" y="913279"/>
                  </a:lnTo>
                  <a:lnTo>
                    <a:pt x="3653511" y="913279"/>
                  </a:lnTo>
                  <a:lnTo>
                    <a:pt x="3652230" y="913279"/>
                  </a:lnTo>
                  <a:lnTo>
                    <a:pt x="3650948" y="913279"/>
                  </a:lnTo>
                  <a:lnTo>
                    <a:pt x="3649666" y="913279"/>
                  </a:lnTo>
                  <a:lnTo>
                    <a:pt x="3648384" y="913279"/>
                  </a:lnTo>
                  <a:lnTo>
                    <a:pt x="3647102" y="913279"/>
                  </a:lnTo>
                  <a:lnTo>
                    <a:pt x="3645820" y="913279"/>
                  </a:lnTo>
                  <a:lnTo>
                    <a:pt x="3644539" y="913279"/>
                  </a:lnTo>
                  <a:lnTo>
                    <a:pt x="3643257" y="913279"/>
                  </a:lnTo>
                  <a:lnTo>
                    <a:pt x="3641975" y="913279"/>
                  </a:lnTo>
                  <a:lnTo>
                    <a:pt x="3640693" y="913279"/>
                  </a:lnTo>
                  <a:lnTo>
                    <a:pt x="3639411" y="913279"/>
                  </a:lnTo>
                  <a:lnTo>
                    <a:pt x="3638129" y="913279"/>
                  </a:lnTo>
                  <a:lnTo>
                    <a:pt x="3636847" y="913279"/>
                  </a:lnTo>
                  <a:lnTo>
                    <a:pt x="3635566" y="913279"/>
                  </a:lnTo>
                  <a:lnTo>
                    <a:pt x="3634284" y="913279"/>
                  </a:lnTo>
                  <a:lnTo>
                    <a:pt x="3633002" y="913279"/>
                  </a:lnTo>
                  <a:lnTo>
                    <a:pt x="3631720" y="913279"/>
                  </a:lnTo>
                  <a:lnTo>
                    <a:pt x="3630438" y="913279"/>
                  </a:lnTo>
                  <a:lnTo>
                    <a:pt x="3629156" y="913279"/>
                  </a:lnTo>
                  <a:lnTo>
                    <a:pt x="3627875" y="913279"/>
                  </a:lnTo>
                  <a:lnTo>
                    <a:pt x="3626593" y="913279"/>
                  </a:lnTo>
                  <a:lnTo>
                    <a:pt x="3625311" y="913279"/>
                  </a:lnTo>
                  <a:lnTo>
                    <a:pt x="3624029" y="913279"/>
                  </a:lnTo>
                  <a:lnTo>
                    <a:pt x="3622747" y="913279"/>
                  </a:lnTo>
                  <a:lnTo>
                    <a:pt x="3621465" y="913279"/>
                  </a:lnTo>
                  <a:lnTo>
                    <a:pt x="3620183" y="913279"/>
                  </a:lnTo>
                  <a:lnTo>
                    <a:pt x="3618902" y="913279"/>
                  </a:lnTo>
                  <a:lnTo>
                    <a:pt x="3617620" y="913279"/>
                  </a:lnTo>
                  <a:lnTo>
                    <a:pt x="3616338" y="913279"/>
                  </a:lnTo>
                  <a:lnTo>
                    <a:pt x="3615056" y="913279"/>
                  </a:lnTo>
                  <a:lnTo>
                    <a:pt x="3613774" y="913279"/>
                  </a:lnTo>
                  <a:lnTo>
                    <a:pt x="3612492" y="913279"/>
                  </a:lnTo>
                  <a:lnTo>
                    <a:pt x="3611211" y="913279"/>
                  </a:lnTo>
                  <a:lnTo>
                    <a:pt x="3609929" y="913279"/>
                  </a:lnTo>
                  <a:lnTo>
                    <a:pt x="3608647" y="913279"/>
                  </a:lnTo>
                  <a:lnTo>
                    <a:pt x="3607365" y="913279"/>
                  </a:lnTo>
                  <a:lnTo>
                    <a:pt x="3606083" y="913279"/>
                  </a:lnTo>
                  <a:lnTo>
                    <a:pt x="3604801" y="913279"/>
                  </a:lnTo>
                  <a:lnTo>
                    <a:pt x="3603520" y="913279"/>
                  </a:lnTo>
                  <a:lnTo>
                    <a:pt x="3602238" y="913279"/>
                  </a:lnTo>
                  <a:lnTo>
                    <a:pt x="3600956" y="913279"/>
                  </a:lnTo>
                  <a:lnTo>
                    <a:pt x="3599674" y="913279"/>
                  </a:lnTo>
                  <a:lnTo>
                    <a:pt x="3598392" y="913279"/>
                  </a:lnTo>
                  <a:lnTo>
                    <a:pt x="3597110" y="913279"/>
                  </a:lnTo>
                  <a:lnTo>
                    <a:pt x="3595828" y="913279"/>
                  </a:lnTo>
                  <a:lnTo>
                    <a:pt x="3594547" y="913279"/>
                  </a:lnTo>
                  <a:lnTo>
                    <a:pt x="3593265" y="913279"/>
                  </a:lnTo>
                  <a:lnTo>
                    <a:pt x="3591983" y="913279"/>
                  </a:lnTo>
                  <a:lnTo>
                    <a:pt x="3590701" y="913279"/>
                  </a:lnTo>
                  <a:lnTo>
                    <a:pt x="3589419" y="913279"/>
                  </a:lnTo>
                  <a:lnTo>
                    <a:pt x="3588137" y="913279"/>
                  </a:lnTo>
                  <a:lnTo>
                    <a:pt x="3586856" y="913279"/>
                  </a:lnTo>
                  <a:lnTo>
                    <a:pt x="3585574" y="913279"/>
                  </a:lnTo>
                  <a:lnTo>
                    <a:pt x="3584292" y="913279"/>
                  </a:lnTo>
                  <a:lnTo>
                    <a:pt x="3583010" y="913279"/>
                  </a:lnTo>
                  <a:lnTo>
                    <a:pt x="3581728" y="913279"/>
                  </a:lnTo>
                  <a:lnTo>
                    <a:pt x="3580446" y="913279"/>
                  </a:lnTo>
                  <a:lnTo>
                    <a:pt x="3579164" y="913279"/>
                  </a:lnTo>
                  <a:lnTo>
                    <a:pt x="3577883" y="913279"/>
                  </a:lnTo>
                  <a:lnTo>
                    <a:pt x="3576601" y="913279"/>
                  </a:lnTo>
                  <a:lnTo>
                    <a:pt x="3575319" y="913279"/>
                  </a:lnTo>
                  <a:lnTo>
                    <a:pt x="3574037" y="913279"/>
                  </a:lnTo>
                  <a:lnTo>
                    <a:pt x="3572755" y="913279"/>
                  </a:lnTo>
                  <a:lnTo>
                    <a:pt x="3571473" y="913279"/>
                  </a:lnTo>
                  <a:lnTo>
                    <a:pt x="3570192" y="913279"/>
                  </a:lnTo>
                  <a:lnTo>
                    <a:pt x="3568910" y="913279"/>
                  </a:lnTo>
                  <a:lnTo>
                    <a:pt x="3567628" y="913279"/>
                  </a:lnTo>
                  <a:lnTo>
                    <a:pt x="3566346" y="913279"/>
                  </a:lnTo>
                  <a:lnTo>
                    <a:pt x="3565064" y="913279"/>
                  </a:lnTo>
                  <a:lnTo>
                    <a:pt x="3563782" y="913279"/>
                  </a:lnTo>
                  <a:lnTo>
                    <a:pt x="3562501" y="913279"/>
                  </a:lnTo>
                  <a:lnTo>
                    <a:pt x="3561219" y="913279"/>
                  </a:lnTo>
                  <a:lnTo>
                    <a:pt x="3559937" y="913279"/>
                  </a:lnTo>
                  <a:lnTo>
                    <a:pt x="3558655" y="913279"/>
                  </a:lnTo>
                  <a:lnTo>
                    <a:pt x="3557373" y="913279"/>
                  </a:lnTo>
                  <a:lnTo>
                    <a:pt x="3556091" y="913279"/>
                  </a:lnTo>
                  <a:lnTo>
                    <a:pt x="3554809" y="913279"/>
                  </a:lnTo>
                  <a:lnTo>
                    <a:pt x="3553528" y="913279"/>
                  </a:lnTo>
                  <a:lnTo>
                    <a:pt x="3552246" y="913279"/>
                  </a:lnTo>
                  <a:lnTo>
                    <a:pt x="3550964" y="913279"/>
                  </a:lnTo>
                  <a:lnTo>
                    <a:pt x="3549682" y="913279"/>
                  </a:lnTo>
                  <a:lnTo>
                    <a:pt x="3548400" y="913279"/>
                  </a:lnTo>
                  <a:lnTo>
                    <a:pt x="3547118" y="913279"/>
                  </a:lnTo>
                  <a:lnTo>
                    <a:pt x="3545837" y="913279"/>
                  </a:lnTo>
                  <a:lnTo>
                    <a:pt x="3544555" y="913279"/>
                  </a:lnTo>
                  <a:lnTo>
                    <a:pt x="3543273" y="913279"/>
                  </a:lnTo>
                  <a:lnTo>
                    <a:pt x="3541991" y="913279"/>
                  </a:lnTo>
                  <a:lnTo>
                    <a:pt x="3540709" y="913279"/>
                  </a:lnTo>
                  <a:lnTo>
                    <a:pt x="3539427" y="913279"/>
                  </a:lnTo>
                  <a:lnTo>
                    <a:pt x="3538145" y="913279"/>
                  </a:lnTo>
                  <a:lnTo>
                    <a:pt x="3536864" y="913279"/>
                  </a:lnTo>
                  <a:lnTo>
                    <a:pt x="3535582" y="913279"/>
                  </a:lnTo>
                  <a:lnTo>
                    <a:pt x="3534300" y="913279"/>
                  </a:lnTo>
                  <a:lnTo>
                    <a:pt x="3533018" y="913279"/>
                  </a:lnTo>
                  <a:lnTo>
                    <a:pt x="3531736" y="913279"/>
                  </a:lnTo>
                  <a:lnTo>
                    <a:pt x="3530454" y="913279"/>
                  </a:lnTo>
                  <a:lnTo>
                    <a:pt x="3529173" y="913279"/>
                  </a:lnTo>
                  <a:lnTo>
                    <a:pt x="3527891" y="913279"/>
                  </a:lnTo>
                  <a:lnTo>
                    <a:pt x="3526609" y="913279"/>
                  </a:lnTo>
                  <a:lnTo>
                    <a:pt x="3525327" y="913279"/>
                  </a:lnTo>
                  <a:lnTo>
                    <a:pt x="3524045" y="913279"/>
                  </a:lnTo>
                  <a:lnTo>
                    <a:pt x="3522763" y="913279"/>
                  </a:lnTo>
                  <a:lnTo>
                    <a:pt x="3521482" y="913279"/>
                  </a:lnTo>
                  <a:lnTo>
                    <a:pt x="3520200" y="913279"/>
                  </a:lnTo>
                  <a:lnTo>
                    <a:pt x="3518918" y="913279"/>
                  </a:lnTo>
                  <a:lnTo>
                    <a:pt x="3517636" y="913279"/>
                  </a:lnTo>
                  <a:lnTo>
                    <a:pt x="3516354" y="913279"/>
                  </a:lnTo>
                  <a:lnTo>
                    <a:pt x="3515072" y="913279"/>
                  </a:lnTo>
                  <a:lnTo>
                    <a:pt x="3513790" y="913279"/>
                  </a:lnTo>
                  <a:lnTo>
                    <a:pt x="3512509" y="913279"/>
                  </a:lnTo>
                  <a:lnTo>
                    <a:pt x="3511227" y="913279"/>
                  </a:lnTo>
                  <a:lnTo>
                    <a:pt x="3509945" y="913279"/>
                  </a:lnTo>
                  <a:lnTo>
                    <a:pt x="3508663" y="913279"/>
                  </a:lnTo>
                  <a:lnTo>
                    <a:pt x="3507381" y="913279"/>
                  </a:lnTo>
                  <a:lnTo>
                    <a:pt x="3506099" y="913279"/>
                  </a:lnTo>
                  <a:lnTo>
                    <a:pt x="3504818" y="913279"/>
                  </a:lnTo>
                  <a:lnTo>
                    <a:pt x="3503536" y="913279"/>
                  </a:lnTo>
                  <a:lnTo>
                    <a:pt x="3502254" y="913279"/>
                  </a:lnTo>
                  <a:lnTo>
                    <a:pt x="3500972" y="913279"/>
                  </a:lnTo>
                  <a:lnTo>
                    <a:pt x="3499690" y="913279"/>
                  </a:lnTo>
                  <a:lnTo>
                    <a:pt x="3498408" y="913279"/>
                  </a:lnTo>
                  <a:lnTo>
                    <a:pt x="3497126" y="913279"/>
                  </a:lnTo>
                  <a:lnTo>
                    <a:pt x="3495845" y="913279"/>
                  </a:lnTo>
                  <a:lnTo>
                    <a:pt x="3494563" y="913279"/>
                  </a:lnTo>
                  <a:lnTo>
                    <a:pt x="3493281" y="913279"/>
                  </a:lnTo>
                  <a:lnTo>
                    <a:pt x="3491999" y="913279"/>
                  </a:lnTo>
                  <a:lnTo>
                    <a:pt x="3490717" y="913279"/>
                  </a:lnTo>
                  <a:lnTo>
                    <a:pt x="3489435" y="913279"/>
                  </a:lnTo>
                  <a:lnTo>
                    <a:pt x="3488154" y="913279"/>
                  </a:lnTo>
                  <a:lnTo>
                    <a:pt x="3486872" y="913279"/>
                  </a:lnTo>
                  <a:lnTo>
                    <a:pt x="3485590" y="913279"/>
                  </a:lnTo>
                  <a:lnTo>
                    <a:pt x="3484308" y="913279"/>
                  </a:lnTo>
                  <a:lnTo>
                    <a:pt x="3483026" y="913279"/>
                  </a:lnTo>
                  <a:lnTo>
                    <a:pt x="3481744" y="913279"/>
                  </a:lnTo>
                  <a:lnTo>
                    <a:pt x="3480462" y="913279"/>
                  </a:lnTo>
                  <a:lnTo>
                    <a:pt x="3479181" y="913279"/>
                  </a:lnTo>
                  <a:lnTo>
                    <a:pt x="3477899" y="913279"/>
                  </a:lnTo>
                  <a:lnTo>
                    <a:pt x="3476617" y="913279"/>
                  </a:lnTo>
                  <a:lnTo>
                    <a:pt x="3475335" y="913279"/>
                  </a:lnTo>
                  <a:lnTo>
                    <a:pt x="3474053" y="913279"/>
                  </a:lnTo>
                  <a:lnTo>
                    <a:pt x="3472771" y="913279"/>
                  </a:lnTo>
                  <a:lnTo>
                    <a:pt x="3471490" y="913279"/>
                  </a:lnTo>
                  <a:lnTo>
                    <a:pt x="3470208" y="913279"/>
                  </a:lnTo>
                  <a:lnTo>
                    <a:pt x="3468926" y="913279"/>
                  </a:lnTo>
                  <a:lnTo>
                    <a:pt x="3467644" y="913279"/>
                  </a:lnTo>
                  <a:lnTo>
                    <a:pt x="3466362" y="913279"/>
                  </a:lnTo>
                  <a:lnTo>
                    <a:pt x="3465080" y="913279"/>
                  </a:lnTo>
                  <a:lnTo>
                    <a:pt x="3463799" y="913279"/>
                  </a:lnTo>
                  <a:lnTo>
                    <a:pt x="3462517" y="913279"/>
                  </a:lnTo>
                  <a:lnTo>
                    <a:pt x="3461235" y="913279"/>
                  </a:lnTo>
                  <a:lnTo>
                    <a:pt x="3459953" y="913279"/>
                  </a:lnTo>
                  <a:lnTo>
                    <a:pt x="3458671" y="913279"/>
                  </a:lnTo>
                  <a:lnTo>
                    <a:pt x="3457389" y="913279"/>
                  </a:lnTo>
                  <a:lnTo>
                    <a:pt x="3456107" y="913279"/>
                  </a:lnTo>
                  <a:lnTo>
                    <a:pt x="3454826" y="913279"/>
                  </a:lnTo>
                  <a:lnTo>
                    <a:pt x="3453544" y="913279"/>
                  </a:lnTo>
                  <a:lnTo>
                    <a:pt x="3452262" y="913279"/>
                  </a:lnTo>
                  <a:lnTo>
                    <a:pt x="3450980" y="913279"/>
                  </a:lnTo>
                  <a:lnTo>
                    <a:pt x="3449698" y="913279"/>
                  </a:lnTo>
                  <a:lnTo>
                    <a:pt x="3448416" y="913279"/>
                  </a:lnTo>
                  <a:lnTo>
                    <a:pt x="3447135" y="913279"/>
                  </a:lnTo>
                  <a:lnTo>
                    <a:pt x="3445853" y="913279"/>
                  </a:lnTo>
                  <a:lnTo>
                    <a:pt x="3444571" y="913279"/>
                  </a:lnTo>
                  <a:lnTo>
                    <a:pt x="3443289" y="913279"/>
                  </a:lnTo>
                  <a:lnTo>
                    <a:pt x="3442007" y="913279"/>
                  </a:lnTo>
                  <a:lnTo>
                    <a:pt x="3440725" y="913279"/>
                  </a:lnTo>
                  <a:lnTo>
                    <a:pt x="3439443" y="913279"/>
                  </a:lnTo>
                  <a:lnTo>
                    <a:pt x="3438162" y="913279"/>
                  </a:lnTo>
                  <a:lnTo>
                    <a:pt x="3436880" y="913279"/>
                  </a:lnTo>
                  <a:lnTo>
                    <a:pt x="3435598" y="913279"/>
                  </a:lnTo>
                  <a:lnTo>
                    <a:pt x="3434316" y="913279"/>
                  </a:lnTo>
                  <a:lnTo>
                    <a:pt x="3433034" y="913279"/>
                  </a:lnTo>
                  <a:lnTo>
                    <a:pt x="3431752" y="913279"/>
                  </a:lnTo>
                  <a:lnTo>
                    <a:pt x="3430471" y="913279"/>
                  </a:lnTo>
                  <a:lnTo>
                    <a:pt x="3429189" y="913279"/>
                  </a:lnTo>
                  <a:lnTo>
                    <a:pt x="3427907" y="913279"/>
                  </a:lnTo>
                  <a:lnTo>
                    <a:pt x="3426625" y="913279"/>
                  </a:lnTo>
                  <a:lnTo>
                    <a:pt x="3425343" y="913279"/>
                  </a:lnTo>
                  <a:lnTo>
                    <a:pt x="3424061" y="913279"/>
                  </a:lnTo>
                  <a:lnTo>
                    <a:pt x="3422780" y="913279"/>
                  </a:lnTo>
                  <a:lnTo>
                    <a:pt x="3421498" y="913279"/>
                  </a:lnTo>
                  <a:lnTo>
                    <a:pt x="3420216" y="913279"/>
                  </a:lnTo>
                  <a:lnTo>
                    <a:pt x="3418934" y="913279"/>
                  </a:lnTo>
                  <a:lnTo>
                    <a:pt x="3417652" y="913279"/>
                  </a:lnTo>
                  <a:lnTo>
                    <a:pt x="3416370" y="913279"/>
                  </a:lnTo>
                  <a:lnTo>
                    <a:pt x="3415088" y="913279"/>
                  </a:lnTo>
                  <a:lnTo>
                    <a:pt x="3413807" y="913279"/>
                  </a:lnTo>
                  <a:lnTo>
                    <a:pt x="3412525" y="913279"/>
                  </a:lnTo>
                  <a:lnTo>
                    <a:pt x="3411243" y="913279"/>
                  </a:lnTo>
                  <a:lnTo>
                    <a:pt x="3409961" y="913279"/>
                  </a:lnTo>
                  <a:lnTo>
                    <a:pt x="3408679" y="913279"/>
                  </a:lnTo>
                  <a:lnTo>
                    <a:pt x="3407397" y="913279"/>
                  </a:lnTo>
                  <a:lnTo>
                    <a:pt x="3406116" y="913279"/>
                  </a:lnTo>
                  <a:lnTo>
                    <a:pt x="3404834" y="913279"/>
                  </a:lnTo>
                  <a:lnTo>
                    <a:pt x="3403552" y="913279"/>
                  </a:lnTo>
                  <a:lnTo>
                    <a:pt x="3402270" y="913279"/>
                  </a:lnTo>
                  <a:lnTo>
                    <a:pt x="3400988" y="913279"/>
                  </a:lnTo>
                  <a:lnTo>
                    <a:pt x="3399706" y="913279"/>
                  </a:lnTo>
                  <a:lnTo>
                    <a:pt x="3398424" y="913279"/>
                  </a:lnTo>
                  <a:lnTo>
                    <a:pt x="3397143" y="913279"/>
                  </a:lnTo>
                  <a:lnTo>
                    <a:pt x="3395861" y="913279"/>
                  </a:lnTo>
                  <a:lnTo>
                    <a:pt x="3394579" y="913279"/>
                  </a:lnTo>
                  <a:lnTo>
                    <a:pt x="3393297" y="913279"/>
                  </a:lnTo>
                  <a:lnTo>
                    <a:pt x="3392015" y="913279"/>
                  </a:lnTo>
                  <a:lnTo>
                    <a:pt x="3390733" y="913279"/>
                  </a:lnTo>
                  <a:lnTo>
                    <a:pt x="3389452" y="913279"/>
                  </a:lnTo>
                  <a:lnTo>
                    <a:pt x="3388170" y="913279"/>
                  </a:lnTo>
                  <a:lnTo>
                    <a:pt x="3386888" y="913279"/>
                  </a:lnTo>
                  <a:lnTo>
                    <a:pt x="3385606" y="913279"/>
                  </a:lnTo>
                  <a:lnTo>
                    <a:pt x="3384324" y="913279"/>
                  </a:lnTo>
                  <a:lnTo>
                    <a:pt x="3383042" y="913279"/>
                  </a:lnTo>
                  <a:lnTo>
                    <a:pt x="3381761" y="913279"/>
                  </a:lnTo>
                  <a:lnTo>
                    <a:pt x="3380479" y="913279"/>
                  </a:lnTo>
                  <a:lnTo>
                    <a:pt x="3379197" y="913279"/>
                  </a:lnTo>
                  <a:lnTo>
                    <a:pt x="3377915" y="913279"/>
                  </a:lnTo>
                  <a:lnTo>
                    <a:pt x="3376633" y="913279"/>
                  </a:lnTo>
                  <a:lnTo>
                    <a:pt x="3375351" y="913279"/>
                  </a:lnTo>
                  <a:lnTo>
                    <a:pt x="3374069" y="913279"/>
                  </a:lnTo>
                  <a:lnTo>
                    <a:pt x="3372788" y="913279"/>
                  </a:lnTo>
                  <a:lnTo>
                    <a:pt x="3371506" y="913279"/>
                  </a:lnTo>
                  <a:lnTo>
                    <a:pt x="3370224" y="913279"/>
                  </a:lnTo>
                  <a:lnTo>
                    <a:pt x="3368942" y="913279"/>
                  </a:lnTo>
                  <a:lnTo>
                    <a:pt x="3367660" y="913279"/>
                  </a:lnTo>
                  <a:lnTo>
                    <a:pt x="3366378" y="913279"/>
                  </a:lnTo>
                  <a:lnTo>
                    <a:pt x="3365097" y="913279"/>
                  </a:lnTo>
                  <a:lnTo>
                    <a:pt x="3363815" y="913279"/>
                  </a:lnTo>
                  <a:lnTo>
                    <a:pt x="3362533" y="913279"/>
                  </a:lnTo>
                  <a:lnTo>
                    <a:pt x="3361251" y="913279"/>
                  </a:lnTo>
                  <a:lnTo>
                    <a:pt x="3359969" y="913279"/>
                  </a:lnTo>
                  <a:lnTo>
                    <a:pt x="3358687" y="913279"/>
                  </a:lnTo>
                  <a:lnTo>
                    <a:pt x="3357405" y="913279"/>
                  </a:lnTo>
                  <a:lnTo>
                    <a:pt x="3356124" y="913279"/>
                  </a:lnTo>
                  <a:lnTo>
                    <a:pt x="3354842" y="913279"/>
                  </a:lnTo>
                  <a:lnTo>
                    <a:pt x="3353560" y="913279"/>
                  </a:lnTo>
                  <a:lnTo>
                    <a:pt x="3352278" y="913279"/>
                  </a:lnTo>
                  <a:lnTo>
                    <a:pt x="3350996" y="913279"/>
                  </a:lnTo>
                  <a:lnTo>
                    <a:pt x="3349714" y="913279"/>
                  </a:lnTo>
                  <a:lnTo>
                    <a:pt x="3348433" y="913279"/>
                  </a:lnTo>
                  <a:lnTo>
                    <a:pt x="3347151" y="913279"/>
                  </a:lnTo>
                  <a:lnTo>
                    <a:pt x="3345869" y="913279"/>
                  </a:lnTo>
                  <a:lnTo>
                    <a:pt x="3344587" y="913279"/>
                  </a:lnTo>
                  <a:lnTo>
                    <a:pt x="3343305" y="913279"/>
                  </a:lnTo>
                  <a:lnTo>
                    <a:pt x="3342023" y="913279"/>
                  </a:lnTo>
                  <a:lnTo>
                    <a:pt x="3340741" y="913279"/>
                  </a:lnTo>
                  <a:lnTo>
                    <a:pt x="3339460" y="913279"/>
                  </a:lnTo>
                  <a:lnTo>
                    <a:pt x="3338178" y="913279"/>
                  </a:lnTo>
                  <a:lnTo>
                    <a:pt x="3336896" y="913279"/>
                  </a:lnTo>
                  <a:lnTo>
                    <a:pt x="3335614" y="913279"/>
                  </a:lnTo>
                  <a:lnTo>
                    <a:pt x="3334332" y="913279"/>
                  </a:lnTo>
                  <a:lnTo>
                    <a:pt x="3333050" y="913279"/>
                  </a:lnTo>
                  <a:lnTo>
                    <a:pt x="3331769" y="913279"/>
                  </a:lnTo>
                  <a:lnTo>
                    <a:pt x="3330487" y="913279"/>
                  </a:lnTo>
                  <a:lnTo>
                    <a:pt x="3329205" y="913279"/>
                  </a:lnTo>
                  <a:lnTo>
                    <a:pt x="3327923" y="913279"/>
                  </a:lnTo>
                  <a:lnTo>
                    <a:pt x="3326641" y="913279"/>
                  </a:lnTo>
                  <a:lnTo>
                    <a:pt x="3325359" y="913279"/>
                  </a:lnTo>
                  <a:lnTo>
                    <a:pt x="3324078" y="913279"/>
                  </a:lnTo>
                  <a:lnTo>
                    <a:pt x="3322796" y="913279"/>
                  </a:lnTo>
                  <a:lnTo>
                    <a:pt x="3321514" y="913279"/>
                  </a:lnTo>
                  <a:lnTo>
                    <a:pt x="3320232" y="913279"/>
                  </a:lnTo>
                  <a:lnTo>
                    <a:pt x="3318950" y="913279"/>
                  </a:lnTo>
                  <a:lnTo>
                    <a:pt x="3317668" y="913279"/>
                  </a:lnTo>
                  <a:lnTo>
                    <a:pt x="3316386" y="913279"/>
                  </a:lnTo>
                  <a:lnTo>
                    <a:pt x="3315105" y="913279"/>
                  </a:lnTo>
                  <a:lnTo>
                    <a:pt x="3313823" y="913279"/>
                  </a:lnTo>
                  <a:lnTo>
                    <a:pt x="3312541" y="913279"/>
                  </a:lnTo>
                  <a:lnTo>
                    <a:pt x="3311259" y="913279"/>
                  </a:lnTo>
                  <a:lnTo>
                    <a:pt x="3309977" y="913279"/>
                  </a:lnTo>
                  <a:lnTo>
                    <a:pt x="3308695" y="913279"/>
                  </a:lnTo>
                  <a:lnTo>
                    <a:pt x="3307414" y="913279"/>
                  </a:lnTo>
                  <a:lnTo>
                    <a:pt x="3306132" y="913279"/>
                  </a:lnTo>
                  <a:lnTo>
                    <a:pt x="3304850" y="913279"/>
                  </a:lnTo>
                  <a:lnTo>
                    <a:pt x="3303568" y="913279"/>
                  </a:lnTo>
                  <a:lnTo>
                    <a:pt x="3302286" y="913279"/>
                  </a:lnTo>
                  <a:lnTo>
                    <a:pt x="3301004" y="913279"/>
                  </a:lnTo>
                  <a:lnTo>
                    <a:pt x="3299722" y="913279"/>
                  </a:lnTo>
                  <a:lnTo>
                    <a:pt x="3298441" y="913279"/>
                  </a:lnTo>
                  <a:lnTo>
                    <a:pt x="3297159" y="913279"/>
                  </a:lnTo>
                  <a:lnTo>
                    <a:pt x="3295877" y="913279"/>
                  </a:lnTo>
                  <a:lnTo>
                    <a:pt x="3294595" y="913279"/>
                  </a:lnTo>
                  <a:lnTo>
                    <a:pt x="3293313" y="913279"/>
                  </a:lnTo>
                  <a:lnTo>
                    <a:pt x="3292031" y="913279"/>
                  </a:lnTo>
                  <a:lnTo>
                    <a:pt x="3290750" y="913279"/>
                  </a:lnTo>
                  <a:lnTo>
                    <a:pt x="3289468" y="913279"/>
                  </a:lnTo>
                  <a:lnTo>
                    <a:pt x="3288186" y="913279"/>
                  </a:lnTo>
                  <a:lnTo>
                    <a:pt x="3286904" y="913279"/>
                  </a:lnTo>
                  <a:lnTo>
                    <a:pt x="3285622" y="913279"/>
                  </a:lnTo>
                  <a:lnTo>
                    <a:pt x="3284340" y="913279"/>
                  </a:lnTo>
                  <a:lnTo>
                    <a:pt x="3283059" y="913279"/>
                  </a:lnTo>
                  <a:lnTo>
                    <a:pt x="3281777" y="913279"/>
                  </a:lnTo>
                  <a:lnTo>
                    <a:pt x="3280495" y="913279"/>
                  </a:lnTo>
                  <a:lnTo>
                    <a:pt x="3279213" y="913279"/>
                  </a:lnTo>
                  <a:lnTo>
                    <a:pt x="3277931" y="913279"/>
                  </a:lnTo>
                  <a:lnTo>
                    <a:pt x="3276649" y="913279"/>
                  </a:lnTo>
                  <a:lnTo>
                    <a:pt x="3275367" y="913279"/>
                  </a:lnTo>
                  <a:lnTo>
                    <a:pt x="3274086" y="913279"/>
                  </a:lnTo>
                  <a:lnTo>
                    <a:pt x="3272804" y="913279"/>
                  </a:lnTo>
                  <a:lnTo>
                    <a:pt x="3271522" y="913279"/>
                  </a:lnTo>
                  <a:lnTo>
                    <a:pt x="3270240" y="913279"/>
                  </a:lnTo>
                  <a:lnTo>
                    <a:pt x="3268958" y="913279"/>
                  </a:lnTo>
                  <a:lnTo>
                    <a:pt x="3267676" y="913279"/>
                  </a:lnTo>
                  <a:lnTo>
                    <a:pt x="3266395" y="913279"/>
                  </a:lnTo>
                  <a:lnTo>
                    <a:pt x="3265113" y="913279"/>
                  </a:lnTo>
                  <a:lnTo>
                    <a:pt x="3263831" y="913279"/>
                  </a:lnTo>
                  <a:lnTo>
                    <a:pt x="3262549" y="913279"/>
                  </a:lnTo>
                  <a:lnTo>
                    <a:pt x="3261267" y="913279"/>
                  </a:lnTo>
                  <a:lnTo>
                    <a:pt x="3259985" y="913279"/>
                  </a:lnTo>
                  <a:lnTo>
                    <a:pt x="3258703" y="913279"/>
                  </a:lnTo>
                  <a:lnTo>
                    <a:pt x="3257422" y="913279"/>
                  </a:lnTo>
                  <a:lnTo>
                    <a:pt x="3256140" y="913279"/>
                  </a:lnTo>
                  <a:lnTo>
                    <a:pt x="3254858" y="913279"/>
                  </a:lnTo>
                  <a:lnTo>
                    <a:pt x="3253576" y="913279"/>
                  </a:lnTo>
                  <a:lnTo>
                    <a:pt x="3252294" y="913279"/>
                  </a:lnTo>
                  <a:lnTo>
                    <a:pt x="3251012" y="913279"/>
                  </a:lnTo>
                  <a:lnTo>
                    <a:pt x="3249731" y="913279"/>
                  </a:lnTo>
                  <a:lnTo>
                    <a:pt x="3248449" y="913279"/>
                  </a:lnTo>
                  <a:lnTo>
                    <a:pt x="3247167" y="913279"/>
                  </a:lnTo>
                  <a:lnTo>
                    <a:pt x="3245885" y="913279"/>
                  </a:lnTo>
                  <a:lnTo>
                    <a:pt x="3244603" y="913279"/>
                  </a:lnTo>
                  <a:lnTo>
                    <a:pt x="3243321" y="913279"/>
                  </a:lnTo>
                  <a:lnTo>
                    <a:pt x="3242039" y="913279"/>
                  </a:lnTo>
                  <a:lnTo>
                    <a:pt x="3240758" y="913279"/>
                  </a:lnTo>
                  <a:lnTo>
                    <a:pt x="3239476" y="913279"/>
                  </a:lnTo>
                  <a:lnTo>
                    <a:pt x="3238194" y="913279"/>
                  </a:lnTo>
                  <a:lnTo>
                    <a:pt x="3236912" y="913279"/>
                  </a:lnTo>
                  <a:lnTo>
                    <a:pt x="3235630" y="913279"/>
                  </a:lnTo>
                  <a:lnTo>
                    <a:pt x="3234348" y="913279"/>
                  </a:lnTo>
                  <a:lnTo>
                    <a:pt x="3233067" y="913279"/>
                  </a:lnTo>
                  <a:lnTo>
                    <a:pt x="3231785" y="913279"/>
                  </a:lnTo>
                  <a:lnTo>
                    <a:pt x="3230503" y="913279"/>
                  </a:lnTo>
                  <a:lnTo>
                    <a:pt x="3229221" y="913279"/>
                  </a:lnTo>
                  <a:lnTo>
                    <a:pt x="3227939" y="913279"/>
                  </a:lnTo>
                  <a:lnTo>
                    <a:pt x="3226657" y="913279"/>
                  </a:lnTo>
                  <a:lnTo>
                    <a:pt x="3225376" y="913279"/>
                  </a:lnTo>
                  <a:lnTo>
                    <a:pt x="3224094" y="913279"/>
                  </a:lnTo>
                  <a:lnTo>
                    <a:pt x="3222812" y="913279"/>
                  </a:lnTo>
                  <a:lnTo>
                    <a:pt x="3221530" y="913279"/>
                  </a:lnTo>
                  <a:lnTo>
                    <a:pt x="3220248" y="913279"/>
                  </a:lnTo>
                  <a:lnTo>
                    <a:pt x="3218966" y="913279"/>
                  </a:lnTo>
                  <a:lnTo>
                    <a:pt x="3217684" y="913279"/>
                  </a:lnTo>
                  <a:lnTo>
                    <a:pt x="3216403" y="913279"/>
                  </a:lnTo>
                  <a:lnTo>
                    <a:pt x="3215121" y="913279"/>
                  </a:lnTo>
                  <a:lnTo>
                    <a:pt x="3213839" y="913279"/>
                  </a:lnTo>
                  <a:lnTo>
                    <a:pt x="3212557" y="913279"/>
                  </a:lnTo>
                  <a:lnTo>
                    <a:pt x="3211275" y="913279"/>
                  </a:lnTo>
                  <a:lnTo>
                    <a:pt x="3209993" y="913279"/>
                  </a:lnTo>
                  <a:lnTo>
                    <a:pt x="3208712" y="913279"/>
                  </a:lnTo>
                  <a:lnTo>
                    <a:pt x="3207430" y="913279"/>
                  </a:lnTo>
                  <a:lnTo>
                    <a:pt x="3206148" y="913279"/>
                  </a:lnTo>
                  <a:lnTo>
                    <a:pt x="3204866" y="913279"/>
                  </a:lnTo>
                  <a:lnTo>
                    <a:pt x="3203584" y="913279"/>
                  </a:lnTo>
                  <a:lnTo>
                    <a:pt x="3202302" y="913279"/>
                  </a:lnTo>
                  <a:lnTo>
                    <a:pt x="3201020" y="913279"/>
                  </a:lnTo>
                  <a:lnTo>
                    <a:pt x="3199739" y="913279"/>
                  </a:lnTo>
                  <a:lnTo>
                    <a:pt x="3198457" y="913279"/>
                  </a:lnTo>
                  <a:lnTo>
                    <a:pt x="3197175" y="913279"/>
                  </a:lnTo>
                  <a:lnTo>
                    <a:pt x="3195893" y="913279"/>
                  </a:lnTo>
                  <a:lnTo>
                    <a:pt x="3194611" y="913279"/>
                  </a:lnTo>
                  <a:lnTo>
                    <a:pt x="3193329" y="913279"/>
                  </a:lnTo>
                  <a:lnTo>
                    <a:pt x="3192048" y="913279"/>
                  </a:lnTo>
                  <a:lnTo>
                    <a:pt x="3190766" y="913279"/>
                  </a:lnTo>
                  <a:lnTo>
                    <a:pt x="3189484" y="913279"/>
                  </a:lnTo>
                  <a:lnTo>
                    <a:pt x="3188202" y="913279"/>
                  </a:lnTo>
                  <a:lnTo>
                    <a:pt x="3186920" y="913279"/>
                  </a:lnTo>
                  <a:lnTo>
                    <a:pt x="3185638" y="913279"/>
                  </a:lnTo>
                  <a:lnTo>
                    <a:pt x="3184357" y="913279"/>
                  </a:lnTo>
                  <a:lnTo>
                    <a:pt x="3183075" y="913279"/>
                  </a:lnTo>
                  <a:lnTo>
                    <a:pt x="3181793" y="913279"/>
                  </a:lnTo>
                  <a:lnTo>
                    <a:pt x="3180511" y="913279"/>
                  </a:lnTo>
                  <a:lnTo>
                    <a:pt x="3179229" y="913279"/>
                  </a:lnTo>
                  <a:lnTo>
                    <a:pt x="3177947" y="913279"/>
                  </a:lnTo>
                  <a:lnTo>
                    <a:pt x="3176665" y="913279"/>
                  </a:lnTo>
                  <a:lnTo>
                    <a:pt x="3175384" y="913279"/>
                  </a:lnTo>
                  <a:lnTo>
                    <a:pt x="3174102" y="913279"/>
                  </a:lnTo>
                  <a:lnTo>
                    <a:pt x="3172820" y="913279"/>
                  </a:lnTo>
                  <a:lnTo>
                    <a:pt x="3171538" y="913279"/>
                  </a:lnTo>
                  <a:lnTo>
                    <a:pt x="3170256" y="913279"/>
                  </a:lnTo>
                  <a:lnTo>
                    <a:pt x="3168974" y="913279"/>
                  </a:lnTo>
                  <a:lnTo>
                    <a:pt x="3167693" y="913279"/>
                  </a:lnTo>
                  <a:lnTo>
                    <a:pt x="3166411" y="913279"/>
                  </a:lnTo>
                  <a:lnTo>
                    <a:pt x="3165129" y="913279"/>
                  </a:lnTo>
                  <a:lnTo>
                    <a:pt x="3163847" y="913279"/>
                  </a:lnTo>
                  <a:lnTo>
                    <a:pt x="3162565" y="913279"/>
                  </a:lnTo>
                  <a:lnTo>
                    <a:pt x="3161283" y="913279"/>
                  </a:lnTo>
                  <a:lnTo>
                    <a:pt x="3160001" y="913279"/>
                  </a:lnTo>
                  <a:lnTo>
                    <a:pt x="3158720" y="913279"/>
                  </a:lnTo>
                  <a:lnTo>
                    <a:pt x="3157438" y="913279"/>
                  </a:lnTo>
                  <a:lnTo>
                    <a:pt x="3156156" y="913279"/>
                  </a:lnTo>
                  <a:lnTo>
                    <a:pt x="3154874" y="913279"/>
                  </a:lnTo>
                  <a:lnTo>
                    <a:pt x="3153592" y="913279"/>
                  </a:lnTo>
                  <a:lnTo>
                    <a:pt x="3152310" y="913279"/>
                  </a:lnTo>
                  <a:lnTo>
                    <a:pt x="3151029" y="913279"/>
                  </a:lnTo>
                  <a:lnTo>
                    <a:pt x="3149747" y="913279"/>
                  </a:lnTo>
                  <a:lnTo>
                    <a:pt x="3148465" y="913279"/>
                  </a:lnTo>
                  <a:lnTo>
                    <a:pt x="3147183" y="913279"/>
                  </a:lnTo>
                  <a:lnTo>
                    <a:pt x="3145901" y="913279"/>
                  </a:lnTo>
                  <a:lnTo>
                    <a:pt x="3144619" y="913279"/>
                  </a:lnTo>
                  <a:lnTo>
                    <a:pt x="3143338" y="913279"/>
                  </a:lnTo>
                  <a:lnTo>
                    <a:pt x="3142056" y="913279"/>
                  </a:lnTo>
                  <a:lnTo>
                    <a:pt x="3140774" y="913279"/>
                  </a:lnTo>
                  <a:lnTo>
                    <a:pt x="3139492" y="913279"/>
                  </a:lnTo>
                  <a:lnTo>
                    <a:pt x="3138210" y="913279"/>
                  </a:lnTo>
                  <a:lnTo>
                    <a:pt x="3136928" y="913279"/>
                  </a:lnTo>
                  <a:lnTo>
                    <a:pt x="3135646" y="913279"/>
                  </a:lnTo>
                  <a:lnTo>
                    <a:pt x="3134365" y="913279"/>
                  </a:lnTo>
                  <a:lnTo>
                    <a:pt x="3133083" y="913279"/>
                  </a:lnTo>
                  <a:lnTo>
                    <a:pt x="3131801" y="913279"/>
                  </a:lnTo>
                  <a:lnTo>
                    <a:pt x="3130519" y="913279"/>
                  </a:lnTo>
                  <a:lnTo>
                    <a:pt x="3129237" y="913279"/>
                  </a:lnTo>
                  <a:lnTo>
                    <a:pt x="3127955" y="913279"/>
                  </a:lnTo>
                  <a:lnTo>
                    <a:pt x="3126674" y="913279"/>
                  </a:lnTo>
                  <a:lnTo>
                    <a:pt x="3125392" y="913279"/>
                  </a:lnTo>
                  <a:lnTo>
                    <a:pt x="3124110" y="913279"/>
                  </a:lnTo>
                  <a:lnTo>
                    <a:pt x="3122828" y="913279"/>
                  </a:lnTo>
                  <a:lnTo>
                    <a:pt x="3121546" y="913279"/>
                  </a:lnTo>
                  <a:lnTo>
                    <a:pt x="3120264" y="913279"/>
                  </a:lnTo>
                  <a:lnTo>
                    <a:pt x="3118982" y="913279"/>
                  </a:lnTo>
                  <a:lnTo>
                    <a:pt x="3117701" y="913279"/>
                  </a:lnTo>
                  <a:lnTo>
                    <a:pt x="3116419" y="913279"/>
                  </a:lnTo>
                  <a:lnTo>
                    <a:pt x="3115137" y="913279"/>
                  </a:lnTo>
                  <a:lnTo>
                    <a:pt x="3113855" y="913279"/>
                  </a:lnTo>
                  <a:lnTo>
                    <a:pt x="3112573" y="913279"/>
                  </a:lnTo>
                  <a:lnTo>
                    <a:pt x="3111291" y="913279"/>
                  </a:lnTo>
                  <a:lnTo>
                    <a:pt x="3110010" y="913279"/>
                  </a:lnTo>
                  <a:lnTo>
                    <a:pt x="3108728" y="913279"/>
                  </a:lnTo>
                  <a:lnTo>
                    <a:pt x="3107446" y="913279"/>
                  </a:lnTo>
                  <a:lnTo>
                    <a:pt x="3106164" y="913279"/>
                  </a:lnTo>
                  <a:lnTo>
                    <a:pt x="3104882" y="913279"/>
                  </a:lnTo>
                  <a:lnTo>
                    <a:pt x="3103600" y="913279"/>
                  </a:lnTo>
                  <a:lnTo>
                    <a:pt x="3102318" y="913279"/>
                  </a:lnTo>
                  <a:lnTo>
                    <a:pt x="3101037" y="913279"/>
                  </a:lnTo>
                  <a:lnTo>
                    <a:pt x="3099755" y="913279"/>
                  </a:lnTo>
                  <a:lnTo>
                    <a:pt x="3098473" y="913279"/>
                  </a:lnTo>
                  <a:lnTo>
                    <a:pt x="3097191" y="913279"/>
                  </a:lnTo>
                  <a:lnTo>
                    <a:pt x="3095909" y="913279"/>
                  </a:lnTo>
                  <a:lnTo>
                    <a:pt x="3094627" y="913279"/>
                  </a:lnTo>
                  <a:lnTo>
                    <a:pt x="3093346" y="913279"/>
                  </a:lnTo>
                  <a:lnTo>
                    <a:pt x="3092064" y="913279"/>
                  </a:lnTo>
                  <a:lnTo>
                    <a:pt x="3090782" y="913279"/>
                  </a:lnTo>
                  <a:lnTo>
                    <a:pt x="3089500" y="913279"/>
                  </a:lnTo>
                  <a:lnTo>
                    <a:pt x="3088218" y="913279"/>
                  </a:lnTo>
                  <a:lnTo>
                    <a:pt x="3086936" y="913279"/>
                  </a:lnTo>
                  <a:lnTo>
                    <a:pt x="3085655" y="913279"/>
                  </a:lnTo>
                  <a:lnTo>
                    <a:pt x="3084373" y="913279"/>
                  </a:lnTo>
                  <a:lnTo>
                    <a:pt x="3083091" y="913279"/>
                  </a:lnTo>
                  <a:lnTo>
                    <a:pt x="3081809" y="913279"/>
                  </a:lnTo>
                  <a:lnTo>
                    <a:pt x="3080527" y="913279"/>
                  </a:lnTo>
                  <a:lnTo>
                    <a:pt x="3079245" y="913279"/>
                  </a:lnTo>
                  <a:lnTo>
                    <a:pt x="3077963" y="913279"/>
                  </a:lnTo>
                  <a:lnTo>
                    <a:pt x="3076682" y="913279"/>
                  </a:lnTo>
                  <a:lnTo>
                    <a:pt x="3075400" y="913279"/>
                  </a:lnTo>
                  <a:lnTo>
                    <a:pt x="3074118" y="913279"/>
                  </a:lnTo>
                  <a:lnTo>
                    <a:pt x="3072836" y="913279"/>
                  </a:lnTo>
                  <a:lnTo>
                    <a:pt x="3071554" y="913279"/>
                  </a:lnTo>
                  <a:lnTo>
                    <a:pt x="3070272" y="913279"/>
                  </a:lnTo>
                  <a:lnTo>
                    <a:pt x="3068991" y="913279"/>
                  </a:lnTo>
                  <a:lnTo>
                    <a:pt x="3067709" y="913279"/>
                  </a:lnTo>
                  <a:lnTo>
                    <a:pt x="3066427" y="913279"/>
                  </a:lnTo>
                  <a:lnTo>
                    <a:pt x="3065145" y="913279"/>
                  </a:lnTo>
                  <a:lnTo>
                    <a:pt x="3063863" y="913279"/>
                  </a:lnTo>
                  <a:lnTo>
                    <a:pt x="3062581" y="913279"/>
                  </a:lnTo>
                  <a:lnTo>
                    <a:pt x="3061299" y="913279"/>
                  </a:lnTo>
                  <a:lnTo>
                    <a:pt x="3060018" y="913279"/>
                  </a:lnTo>
                  <a:lnTo>
                    <a:pt x="3058736" y="913279"/>
                  </a:lnTo>
                  <a:lnTo>
                    <a:pt x="3057454" y="913279"/>
                  </a:lnTo>
                  <a:lnTo>
                    <a:pt x="3056172" y="913279"/>
                  </a:lnTo>
                  <a:lnTo>
                    <a:pt x="3054890" y="913279"/>
                  </a:lnTo>
                  <a:lnTo>
                    <a:pt x="3053608" y="913279"/>
                  </a:lnTo>
                  <a:lnTo>
                    <a:pt x="3052327" y="913279"/>
                  </a:lnTo>
                  <a:lnTo>
                    <a:pt x="3051045" y="913279"/>
                  </a:lnTo>
                  <a:lnTo>
                    <a:pt x="3049763" y="913279"/>
                  </a:lnTo>
                  <a:lnTo>
                    <a:pt x="3048481" y="913279"/>
                  </a:lnTo>
                  <a:lnTo>
                    <a:pt x="3047199" y="913279"/>
                  </a:lnTo>
                  <a:lnTo>
                    <a:pt x="3045917" y="913279"/>
                  </a:lnTo>
                  <a:lnTo>
                    <a:pt x="3044636" y="913279"/>
                  </a:lnTo>
                  <a:lnTo>
                    <a:pt x="3043354" y="913279"/>
                  </a:lnTo>
                  <a:lnTo>
                    <a:pt x="3042072" y="913279"/>
                  </a:lnTo>
                  <a:lnTo>
                    <a:pt x="3040790" y="913279"/>
                  </a:lnTo>
                  <a:lnTo>
                    <a:pt x="3039508" y="913279"/>
                  </a:lnTo>
                  <a:lnTo>
                    <a:pt x="3038226" y="913279"/>
                  </a:lnTo>
                  <a:lnTo>
                    <a:pt x="3036944" y="913279"/>
                  </a:lnTo>
                  <a:lnTo>
                    <a:pt x="3035663" y="913279"/>
                  </a:lnTo>
                  <a:lnTo>
                    <a:pt x="3034381" y="913279"/>
                  </a:lnTo>
                  <a:lnTo>
                    <a:pt x="3033099" y="913279"/>
                  </a:lnTo>
                  <a:lnTo>
                    <a:pt x="3031817" y="913279"/>
                  </a:lnTo>
                  <a:lnTo>
                    <a:pt x="3030535" y="913279"/>
                  </a:lnTo>
                  <a:lnTo>
                    <a:pt x="3029253" y="913279"/>
                  </a:lnTo>
                  <a:lnTo>
                    <a:pt x="3027972" y="913279"/>
                  </a:lnTo>
                  <a:lnTo>
                    <a:pt x="3026690" y="913279"/>
                  </a:lnTo>
                  <a:lnTo>
                    <a:pt x="3025408" y="913279"/>
                  </a:lnTo>
                  <a:lnTo>
                    <a:pt x="3024126" y="913279"/>
                  </a:lnTo>
                  <a:lnTo>
                    <a:pt x="3022844" y="913279"/>
                  </a:lnTo>
                  <a:lnTo>
                    <a:pt x="3021562" y="913279"/>
                  </a:lnTo>
                  <a:lnTo>
                    <a:pt x="3020280" y="913279"/>
                  </a:lnTo>
                  <a:lnTo>
                    <a:pt x="3018999" y="913279"/>
                  </a:lnTo>
                  <a:lnTo>
                    <a:pt x="3017717" y="913279"/>
                  </a:lnTo>
                  <a:lnTo>
                    <a:pt x="3016435" y="913279"/>
                  </a:lnTo>
                  <a:lnTo>
                    <a:pt x="3015153" y="913279"/>
                  </a:lnTo>
                  <a:lnTo>
                    <a:pt x="3013871" y="913279"/>
                  </a:lnTo>
                  <a:lnTo>
                    <a:pt x="3012589" y="913279"/>
                  </a:lnTo>
                  <a:lnTo>
                    <a:pt x="3011308" y="913279"/>
                  </a:lnTo>
                  <a:lnTo>
                    <a:pt x="3010026" y="913279"/>
                  </a:lnTo>
                  <a:lnTo>
                    <a:pt x="3008744" y="913279"/>
                  </a:lnTo>
                  <a:lnTo>
                    <a:pt x="3007462" y="913279"/>
                  </a:lnTo>
                  <a:lnTo>
                    <a:pt x="3006180" y="913279"/>
                  </a:lnTo>
                  <a:lnTo>
                    <a:pt x="3004898" y="913279"/>
                  </a:lnTo>
                  <a:lnTo>
                    <a:pt x="3003617" y="913279"/>
                  </a:lnTo>
                  <a:lnTo>
                    <a:pt x="3002335" y="913279"/>
                  </a:lnTo>
                  <a:lnTo>
                    <a:pt x="3001053" y="913279"/>
                  </a:lnTo>
                  <a:lnTo>
                    <a:pt x="2999771" y="913279"/>
                  </a:lnTo>
                  <a:lnTo>
                    <a:pt x="2998489" y="913279"/>
                  </a:lnTo>
                  <a:lnTo>
                    <a:pt x="2997207" y="913279"/>
                  </a:lnTo>
                  <a:lnTo>
                    <a:pt x="2995925" y="913279"/>
                  </a:lnTo>
                  <a:lnTo>
                    <a:pt x="2994644" y="913279"/>
                  </a:lnTo>
                  <a:lnTo>
                    <a:pt x="2993362" y="913279"/>
                  </a:lnTo>
                  <a:lnTo>
                    <a:pt x="2992080" y="913279"/>
                  </a:lnTo>
                  <a:lnTo>
                    <a:pt x="2990798" y="913279"/>
                  </a:lnTo>
                  <a:lnTo>
                    <a:pt x="2989516" y="913279"/>
                  </a:lnTo>
                  <a:lnTo>
                    <a:pt x="2988234" y="913279"/>
                  </a:lnTo>
                  <a:lnTo>
                    <a:pt x="2986953" y="913279"/>
                  </a:lnTo>
                  <a:lnTo>
                    <a:pt x="2985671" y="913279"/>
                  </a:lnTo>
                  <a:lnTo>
                    <a:pt x="2984389" y="913279"/>
                  </a:lnTo>
                  <a:lnTo>
                    <a:pt x="2983107" y="913279"/>
                  </a:lnTo>
                  <a:lnTo>
                    <a:pt x="2981825" y="913279"/>
                  </a:lnTo>
                  <a:lnTo>
                    <a:pt x="2980543" y="913279"/>
                  </a:lnTo>
                  <a:lnTo>
                    <a:pt x="2979261" y="913279"/>
                  </a:lnTo>
                  <a:lnTo>
                    <a:pt x="2977980" y="913279"/>
                  </a:lnTo>
                  <a:lnTo>
                    <a:pt x="2976698" y="913279"/>
                  </a:lnTo>
                  <a:lnTo>
                    <a:pt x="2975416" y="913279"/>
                  </a:lnTo>
                  <a:lnTo>
                    <a:pt x="2974134" y="913279"/>
                  </a:lnTo>
                  <a:lnTo>
                    <a:pt x="2972852" y="913279"/>
                  </a:lnTo>
                  <a:lnTo>
                    <a:pt x="2971570" y="913279"/>
                  </a:lnTo>
                  <a:lnTo>
                    <a:pt x="2970289" y="913279"/>
                  </a:lnTo>
                  <a:lnTo>
                    <a:pt x="2969007" y="913279"/>
                  </a:lnTo>
                  <a:lnTo>
                    <a:pt x="2967725" y="913279"/>
                  </a:lnTo>
                  <a:lnTo>
                    <a:pt x="2966443" y="913279"/>
                  </a:lnTo>
                  <a:lnTo>
                    <a:pt x="2965161" y="913279"/>
                  </a:lnTo>
                  <a:lnTo>
                    <a:pt x="2963879" y="913279"/>
                  </a:lnTo>
                  <a:lnTo>
                    <a:pt x="2962597" y="913279"/>
                  </a:lnTo>
                  <a:lnTo>
                    <a:pt x="2961316" y="913279"/>
                  </a:lnTo>
                  <a:lnTo>
                    <a:pt x="2960034" y="913279"/>
                  </a:lnTo>
                  <a:lnTo>
                    <a:pt x="2958752" y="913279"/>
                  </a:lnTo>
                  <a:lnTo>
                    <a:pt x="2957470" y="913279"/>
                  </a:lnTo>
                  <a:lnTo>
                    <a:pt x="2956188" y="913279"/>
                  </a:lnTo>
                  <a:lnTo>
                    <a:pt x="2954906" y="913279"/>
                  </a:lnTo>
                  <a:lnTo>
                    <a:pt x="2953625" y="913279"/>
                  </a:lnTo>
                  <a:lnTo>
                    <a:pt x="2952343" y="913279"/>
                  </a:lnTo>
                  <a:lnTo>
                    <a:pt x="2951061" y="913279"/>
                  </a:lnTo>
                  <a:lnTo>
                    <a:pt x="2949779" y="913279"/>
                  </a:lnTo>
                  <a:lnTo>
                    <a:pt x="2948497" y="913279"/>
                  </a:lnTo>
                  <a:lnTo>
                    <a:pt x="2947215" y="913279"/>
                  </a:lnTo>
                  <a:lnTo>
                    <a:pt x="2945934" y="913279"/>
                  </a:lnTo>
                  <a:lnTo>
                    <a:pt x="2944652" y="913279"/>
                  </a:lnTo>
                  <a:lnTo>
                    <a:pt x="2943370" y="913279"/>
                  </a:lnTo>
                  <a:lnTo>
                    <a:pt x="2942088" y="913279"/>
                  </a:lnTo>
                  <a:lnTo>
                    <a:pt x="2940806" y="913279"/>
                  </a:lnTo>
                  <a:lnTo>
                    <a:pt x="2939524" y="913279"/>
                  </a:lnTo>
                  <a:lnTo>
                    <a:pt x="2938242" y="913279"/>
                  </a:lnTo>
                  <a:lnTo>
                    <a:pt x="2936961" y="913279"/>
                  </a:lnTo>
                  <a:lnTo>
                    <a:pt x="2935679" y="913279"/>
                  </a:lnTo>
                  <a:lnTo>
                    <a:pt x="2934397" y="913279"/>
                  </a:lnTo>
                  <a:lnTo>
                    <a:pt x="2933115" y="913279"/>
                  </a:lnTo>
                  <a:lnTo>
                    <a:pt x="2931833" y="913279"/>
                  </a:lnTo>
                  <a:lnTo>
                    <a:pt x="2930551" y="913279"/>
                  </a:lnTo>
                  <a:lnTo>
                    <a:pt x="2929270" y="913279"/>
                  </a:lnTo>
                  <a:lnTo>
                    <a:pt x="2927988" y="913279"/>
                  </a:lnTo>
                  <a:lnTo>
                    <a:pt x="2926706" y="913279"/>
                  </a:lnTo>
                  <a:lnTo>
                    <a:pt x="2925424" y="913279"/>
                  </a:lnTo>
                  <a:lnTo>
                    <a:pt x="2924142" y="913279"/>
                  </a:lnTo>
                  <a:lnTo>
                    <a:pt x="2922860" y="913279"/>
                  </a:lnTo>
                  <a:lnTo>
                    <a:pt x="2921578" y="913279"/>
                  </a:lnTo>
                  <a:lnTo>
                    <a:pt x="2920297" y="913279"/>
                  </a:lnTo>
                  <a:lnTo>
                    <a:pt x="2919015" y="913279"/>
                  </a:lnTo>
                  <a:lnTo>
                    <a:pt x="2917733" y="913279"/>
                  </a:lnTo>
                  <a:lnTo>
                    <a:pt x="2916451" y="913279"/>
                  </a:lnTo>
                  <a:lnTo>
                    <a:pt x="2915169" y="913279"/>
                  </a:lnTo>
                  <a:lnTo>
                    <a:pt x="2913887" y="913279"/>
                  </a:lnTo>
                  <a:lnTo>
                    <a:pt x="2912606" y="913279"/>
                  </a:lnTo>
                  <a:lnTo>
                    <a:pt x="2911324" y="913279"/>
                  </a:lnTo>
                  <a:lnTo>
                    <a:pt x="2910042" y="913279"/>
                  </a:lnTo>
                  <a:lnTo>
                    <a:pt x="2908760" y="913279"/>
                  </a:lnTo>
                  <a:lnTo>
                    <a:pt x="2907478" y="913279"/>
                  </a:lnTo>
                  <a:lnTo>
                    <a:pt x="2906196" y="913279"/>
                  </a:lnTo>
                  <a:lnTo>
                    <a:pt x="2904915" y="913279"/>
                  </a:lnTo>
                  <a:lnTo>
                    <a:pt x="2903633" y="913279"/>
                  </a:lnTo>
                  <a:lnTo>
                    <a:pt x="2902351" y="913279"/>
                  </a:lnTo>
                  <a:lnTo>
                    <a:pt x="2901069" y="913279"/>
                  </a:lnTo>
                  <a:lnTo>
                    <a:pt x="2899787" y="913279"/>
                  </a:lnTo>
                  <a:lnTo>
                    <a:pt x="2898505" y="913279"/>
                  </a:lnTo>
                  <a:lnTo>
                    <a:pt x="2897223" y="913279"/>
                  </a:lnTo>
                  <a:lnTo>
                    <a:pt x="2895942" y="913279"/>
                  </a:lnTo>
                  <a:lnTo>
                    <a:pt x="2894660" y="913279"/>
                  </a:lnTo>
                  <a:lnTo>
                    <a:pt x="2893378" y="913279"/>
                  </a:lnTo>
                  <a:lnTo>
                    <a:pt x="2892096" y="913279"/>
                  </a:lnTo>
                  <a:lnTo>
                    <a:pt x="2890814" y="913279"/>
                  </a:lnTo>
                  <a:lnTo>
                    <a:pt x="2889532" y="913279"/>
                  </a:lnTo>
                  <a:lnTo>
                    <a:pt x="2888251" y="913279"/>
                  </a:lnTo>
                  <a:lnTo>
                    <a:pt x="2886969" y="913279"/>
                  </a:lnTo>
                  <a:lnTo>
                    <a:pt x="2885687" y="913279"/>
                  </a:lnTo>
                  <a:lnTo>
                    <a:pt x="2884405" y="913279"/>
                  </a:lnTo>
                  <a:lnTo>
                    <a:pt x="2883123" y="913279"/>
                  </a:lnTo>
                  <a:lnTo>
                    <a:pt x="2881841" y="913279"/>
                  </a:lnTo>
                  <a:lnTo>
                    <a:pt x="2880559" y="913279"/>
                  </a:lnTo>
                  <a:lnTo>
                    <a:pt x="2879278" y="913279"/>
                  </a:lnTo>
                  <a:lnTo>
                    <a:pt x="2877996" y="913279"/>
                  </a:lnTo>
                  <a:lnTo>
                    <a:pt x="2876714" y="913279"/>
                  </a:lnTo>
                  <a:lnTo>
                    <a:pt x="2875432" y="913279"/>
                  </a:lnTo>
                  <a:lnTo>
                    <a:pt x="2874150" y="913279"/>
                  </a:lnTo>
                  <a:lnTo>
                    <a:pt x="2872868" y="913279"/>
                  </a:lnTo>
                  <a:lnTo>
                    <a:pt x="2871587" y="913279"/>
                  </a:lnTo>
                  <a:lnTo>
                    <a:pt x="2870305" y="913279"/>
                  </a:lnTo>
                  <a:lnTo>
                    <a:pt x="2869023" y="913279"/>
                  </a:lnTo>
                  <a:lnTo>
                    <a:pt x="2867741" y="913279"/>
                  </a:lnTo>
                  <a:lnTo>
                    <a:pt x="2866459" y="913279"/>
                  </a:lnTo>
                  <a:lnTo>
                    <a:pt x="2865177" y="913279"/>
                  </a:lnTo>
                  <a:lnTo>
                    <a:pt x="2863896" y="913279"/>
                  </a:lnTo>
                  <a:lnTo>
                    <a:pt x="2862614" y="913279"/>
                  </a:lnTo>
                  <a:lnTo>
                    <a:pt x="2861332" y="913279"/>
                  </a:lnTo>
                  <a:lnTo>
                    <a:pt x="2860050" y="913279"/>
                  </a:lnTo>
                  <a:lnTo>
                    <a:pt x="2858768" y="913279"/>
                  </a:lnTo>
                  <a:lnTo>
                    <a:pt x="2857486" y="913279"/>
                  </a:lnTo>
                  <a:lnTo>
                    <a:pt x="2856204" y="913279"/>
                  </a:lnTo>
                  <a:lnTo>
                    <a:pt x="2854923" y="913279"/>
                  </a:lnTo>
                  <a:lnTo>
                    <a:pt x="2853641" y="913279"/>
                  </a:lnTo>
                  <a:lnTo>
                    <a:pt x="2852359" y="913279"/>
                  </a:lnTo>
                  <a:lnTo>
                    <a:pt x="2851077" y="913279"/>
                  </a:lnTo>
                  <a:lnTo>
                    <a:pt x="2849795" y="913279"/>
                  </a:lnTo>
                  <a:lnTo>
                    <a:pt x="2848513" y="913279"/>
                  </a:lnTo>
                  <a:lnTo>
                    <a:pt x="2847232" y="913279"/>
                  </a:lnTo>
                  <a:lnTo>
                    <a:pt x="2845950" y="913279"/>
                  </a:lnTo>
                  <a:lnTo>
                    <a:pt x="2844668" y="913279"/>
                  </a:lnTo>
                  <a:lnTo>
                    <a:pt x="2843386" y="913279"/>
                  </a:lnTo>
                  <a:lnTo>
                    <a:pt x="2842104" y="913279"/>
                  </a:lnTo>
                  <a:lnTo>
                    <a:pt x="2840822" y="913279"/>
                  </a:lnTo>
                  <a:lnTo>
                    <a:pt x="2839540" y="913279"/>
                  </a:lnTo>
                  <a:lnTo>
                    <a:pt x="2838259" y="913279"/>
                  </a:lnTo>
                  <a:lnTo>
                    <a:pt x="2836977" y="913279"/>
                  </a:lnTo>
                  <a:lnTo>
                    <a:pt x="2835695" y="913279"/>
                  </a:lnTo>
                  <a:lnTo>
                    <a:pt x="2834413" y="913279"/>
                  </a:lnTo>
                  <a:lnTo>
                    <a:pt x="2833131" y="913279"/>
                  </a:lnTo>
                  <a:lnTo>
                    <a:pt x="2831849" y="913279"/>
                  </a:lnTo>
                  <a:lnTo>
                    <a:pt x="2830568" y="913279"/>
                  </a:lnTo>
                  <a:lnTo>
                    <a:pt x="2829286" y="913279"/>
                  </a:lnTo>
                  <a:lnTo>
                    <a:pt x="2828004" y="913279"/>
                  </a:lnTo>
                  <a:lnTo>
                    <a:pt x="2826722" y="913279"/>
                  </a:lnTo>
                  <a:lnTo>
                    <a:pt x="2825440" y="913279"/>
                  </a:lnTo>
                  <a:lnTo>
                    <a:pt x="2824158" y="913279"/>
                  </a:lnTo>
                  <a:lnTo>
                    <a:pt x="2822876" y="913279"/>
                  </a:lnTo>
                  <a:lnTo>
                    <a:pt x="2821595" y="913279"/>
                  </a:lnTo>
                  <a:lnTo>
                    <a:pt x="2820313" y="913279"/>
                  </a:lnTo>
                  <a:lnTo>
                    <a:pt x="2819031" y="913279"/>
                  </a:lnTo>
                  <a:lnTo>
                    <a:pt x="2817749" y="913279"/>
                  </a:lnTo>
                  <a:lnTo>
                    <a:pt x="2816467" y="913279"/>
                  </a:lnTo>
                  <a:lnTo>
                    <a:pt x="2815185" y="913279"/>
                  </a:lnTo>
                  <a:lnTo>
                    <a:pt x="2813904" y="913279"/>
                  </a:lnTo>
                  <a:lnTo>
                    <a:pt x="2812622" y="913279"/>
                  </a:lnTo>
                  <a:lnTo>
                    <a:pt x="2811340" y="913279"/>
                  </a:lnTo>
                  <a:lnTo>
                    <a:pt x="2810058" y="913279"/>
                  </a:lnTo>
                  <a:lnTo>
                    <a:pt x="2808776" y="913279"/>
                  </a:lnTo>
                  <a:lnTo>
                    <a:pt x="2807494" y="913279"/>
                  </a:lnTo>
                  <a:lnTo>
                    <a:pt x="2806213" y="913279"/>
                  </a:lnTo>
                  <a:lnTo>
                    <a:pt x="2804931" y="913279"/>
                  </a:lnTo>
                  <a:lnTo>
                    <a:pt x="2803649" y="913279"/>
                  </a:lnTo>
                  <a:lnTo>
                    <a:pt x="2802367" y="913279"/>
                  </a:lnTo>
                  <a:lnTo>
                    <a:pt x="2801085" y="913279"/>
                  </a:lnTo>
                  <a:lnTo>
                    <a:pt x="2799803" y="913279"/>
                  </a:lnTo>
                  <a:lnTo>
                    <a:pt x="2798521" y="913279"/>
                  </a:lnTo>
                  <a:lnTo>
                    <a:pt x="2797240" y="913279"/>
                  </a:lnTo>
                  <a:lnTo>
                    <a:pt x="2795958" y="913279"/>
                  </a:lnTo>
                  <a:lnTo>
                    <a:pt x="2794676" y="913279"/>
                  </a:lnTo>
                  <a:lnTo>
                    <a:pt x="2793394" y="913279"/>
                  </a:lnTo>
                  <a:lnTo>
                    <a:pt x="2792112" y="913279"/>
                  </a:lnTo>
                  <a:lnTo>
                    <a:pt x="2790830" y="913279"/>
                  </a:lnTo>
                  <a:lnTo>
                    <a:pt x="2789549" y="913279"/>
                  </a:lnTo>
                  <a:lnTo>
                    <a:pt x="2788267" y="913279"/>
                  </a:lnTo>
                  <a:lnTo>
                    <a:pt x="2786985" y="913279"/>
                  </a:lnTo>
                  <a:lnTo>
                    <a:pt x="2785703" y="913279"/>
                  </a:lnTo>
                  <a:lnTo>
                    <a:pt x="2784421" y="913279"/>
                  </a:lnTo>
                  <a:lnTo>
                    <a:pt x="2783139" y="913279"/>
                  </a:lnTo>
                  <a:lnTo>
                    <a:pt x="2781857" y="913279"/>
                  </a:lnTo>
                  <a:lnTo>
                    <a:pt x="2780576" y="913279"/>
                  </a:lnTo>
                  <a:lnTo>
                    <a:pt x="2779294" y="913279"/>
                  </a:lnTo>
                  <a:lnTo>
                    <a:pt x="2778012" y="913279"/>
                  </a:lnTo>
                  <a:lnTo>
                    <a:pt x="2776730" y="913279"/>
                  </a:lnTo>
                  <a:lnTo>
                    <a:pt x="2775448" y="913279"/>
                  </a:lnTo>
                  <a:lnTo>
                    <a:pt x="2774166" y="913279"/>
                  </a:lnTo>
                  <a:lnTo>
                    <a:pt x="2772885" y="913279"/>
                  </a:lnTo>
                  <a:lnTo>
                    <a:pt x="2771603" y="913279"/>
                  </a:lnTo>
                  <a:lnTo>
                    <a:pt x="2770321" y="913279"/>
                  </a:lnTo>
                  <a:lnTo>
                    <a:pt x="2769039" y="913279"/>
                  </a:lnTo>
                  <a:lnTo>
                    <a:pt x="2767757" y="913279"/>
                  </a:lnTo>
                  <a:lnTo>
                    <a:pt x="2766475" y="913279"/>
                  </a:lnTo>
                  <a:lnTo>
                    <a:pt x="2765194" y="913279"/>
                  </a:lnTo>
                  <a:lnTo>
                    <a:pt x="2763912" y="913279"/>
                  </a:lnTo>
                  <a:lnTo>
                    <a:pt x="2762630" y="913279"/>
                  </a:lnTo>
                  <a:lnTo>
                    <a:pt x="2761348" y="913279"/>
                  </a:lnTo>
                  <a:lnTo>
                    <a:pt x="2760066" y="913279"/>
                  </a:lnTo>
                  <a:lnTo>
                    <a:pt x="2758784" y="913279"/>
                  </a:lnTo>
                  <a:lnTo>
                    <a:pt x="2757502" y="913279"/>
                  </a:lnTo>
                  <a:lnTo>
                    <a:pt x="2756221" y="913279"/>
                  </a:lnTo>
                  <a:lnTo>
                    <a:pt x="2754939" y="913279"/>
                  </a:lnTo>
                  <a:lnTo>
                    <a:pt x="2753657" y="913279"/>
                  </a:lnTo>
                  <a:lnTo>
                    <a:pt x="2752375" y="913279"/>
                  </a:lnTo>
                  <a:lnTo>
                    <a:pt x="2751093" y="913279"/>
                  </a:lnTo>
                  <a:lnTo>
                    <a:pt x="2749811" y="913279"/>
                  </a:lnTo>
                  <a:lnTo>
                    <a:pt x="2748530" y="913279"/>
                  </a:lnTo>
                  <a:lnTo>
                    <a:pt x="2747248" y="913279"/>
                  </a:lnTo>
                  <a:lnTo>
                    <a:pt x="2745966" y="913279"/>
                  </a:lnTo>
                  <a:lnTo>
                    <a:pt x="2744684" y="913279"/>
                  </a:lnTo>
                  <a:lnTo>
                    <a:pt x="2743402" y="913279"/>
                  </a:lnTo>
                  <a:lnTo>
                    <a:pt x="2742120" y="913279"/>
                  </a:lnTo>
                  <a:lnTo>
                    <a:pt x="2740838" y="913279"/>
                  </a:lnTo>
                  <a:lnTo>
                    <a:pt x="2739557" y="913279"/>
                  </a:lnTo>
                  <a:lnTo>
                    <a:pt x="2738275" y="913279"/>
                  </a:lnTo>
                  <a:lnTo>
                    <a:pt x="2736993" y="913279"/>
                  </a:lnTo>
                  <a:lnTo>
                    <a:pt x="2735711" y="913279"/>
                  </a:lnTo>
                  <a:lnTo>
                    <a:pt x="2734429" y="913279"/>
                  </a:lnTo>
                  <a:lnTo>
                    <a:pt x="2733147" y="913279"/>
                  </a:lnTo>
                  <a:lnTo>
                    <a:pt x="2731866" y="913279"/>
                  </a:lnTo>
                  <a:lnTo>
                    <a:pt x="2730584" y="913279"/>
                  </a:lnTo>
                  <a:lnTo>
                    <a:pt x="2729302" y="913279"/>
                  </a:lnTo>
                  <a:lnTo>
                    <a:pt x="2728020" y="913279"/>
                  </a:lnTo>
                  <a:lnTo>
                    <a:pt x="2726738" y="913279"/>
                  </a:lnTo>
                  <a:lnTo>
                    <a:pt x="2725456" y="913279"/>
                  </a:lnTo>
                  <a:lnTo>
                    <a:pt x="2724174" y="913279"/>
                  </a:lnTo>
                  <a:lnTo>
                    <a:pt x="2722893" y="913279"/>
                  </a:lnTo>
                  <a:lnTo>
                    <a:pt x="2721611" y="913279"/>
                  </a:lnTo>
                  <a:lnTo>
                    <a:pt x="2720329" y="913279"/>
                  </a:lnTo>
                  <a:lnTo>
                    <a:pt x="2719047" y="913279"/>
                  </a:lnTo>
                  <a:lnTo>
                    <a:pt x="2717765" y="913279"/>
                  </a:lnTo>
                  <a:lnTo>
                    <a:pt x="2716483" y="913279"/>
                  </a:lnTo>
                  <a:lnTo>
                    <a:pt x="2715202" y="913279"/>
                  </a:lnTo>
                  <a:lnTo>
                    <a:pt x="2713920" y="913279"/>
                  </a:lnTo>
                  <a:lnTo>
                    <a:pt x="2712638" y="913279"/>
                  </a:lnTo>
                  <a:lnTo>
                    <a:pt x="2711356" y="913279"/>
                  </a:lnTo>
                  <a:lnTo>
                    <a:pt x="2710074" y="913279"/>
                  </a:lnTo>
                  <a:lnTo>
                    <a:pt x="2708792" y="913279"/>
                  </a:lnTo>
                  <a:lnTo>
                    <a:pt x="2707511" y="913279"/>
                  </a:lnTo>
                  <a:lnTo>
                    <a:pt x="2706229" y="913279"/>
                  </a:lnTo>
                  <a:lnTo>
                    <a:pt x="2704947" y="913279"/>
                  </a:lnTo>
                  <a:lnTo>
                    <a:pt x="2703665" y="913279"/>
                  </a:lnTo>
                  <a:lnTo>
                    <a:pt x="2702383" y="913279"/>
                  </a:lnTo>
                  <a:lnTo>
                    <a:pt x="2701101" y="913279"/>
                  </a:lnTo>
                  <a:lnTo>
                    <a:pt x="2699819" y="913279"/>
                  </a:lnTo>
                  <a:lnTo>
                    <a:pt x="2698538" y="913279"/>
                  </a:lnTo>
                  <a:lnTo>
                    <a:pt x="2697256" y="913279"/>
                  </a:lnTo>
                  <a:lnTo>
                    <a:pt x="2695974" y="913279"/>
                  </a:lnTo>
                  <a:lnTo>
                    <a:pt x="2694692" y="913279"/>
                  </a:lnTo>
                  <a:lnTo>
                    <a:pt x="2693410" y="913279"/>
                  </a:lnTo>
                  <a:lnTo>
                    <a:pt x="2692128" y="913279"/>
                  </a:lnTo>
                  <a:lnTo>
                    <a:pt x="2690847" y="913279"/>
                  </a:lnTo>
                  <a:lnTo>
                    <a:pt x="2689565" y="913279"/>
                  </a:lnTo>
                  <a:lnTo>
                    <a:pt x="2688283" y="913279"/>
                  </a:lnTo>
                  <a:lnTo>
                    <a:pt x="2687001" y="913279"/>
                  </a:lnTo>
                  <a:lnTo>
                    <a:pt x="2685719" y="913279"/>
                  </a:lnTo>
                  <a:lnTo>
                    <a:pt x="2684437" y="913279"/>
                  </a:lnTo>
                  <a:lnTo>
                    <a:pt x="2683155" y="913279"/>
                  </a:lnTo>
                  <a:lnTo>
                    <a:pt x="2681874" y="913279"/>
                  </a:lnTo>
                  <a:lnTo>
                    <a:pt x="2680592" y="913279"/>
                  </a:lnTo>
                  <a:lnTo>
                    <a:pt x="2679310" y="913279"/>
                  </a:lnTo>
                  <a:lnTo>
                    <a:pt x="2678028" y="913279"/>
                  </a:lnTo>
                  <a:lnTo>
                    <a:pt x="2676746" y="913279"/>
                  </a:lnTo>
                  <a:lnTo>
                    <a:pt x="2675464" y="913279"/>
                  </a:lnTo>
                  <a:lnTo>
                    <a:pt x="2674183" y="913279"/>
                  </a:lnTo>
                  <a:lnTo>
                    <a:pt x="2672901" y="913279"/>
                  </a:lnTo>
                  <a:lnTo>
                    <a:pt x="2671619" y="913279"/>
                  </a:lnTo>
                  <a:lnTo>
                    <a:pt x="2670337" y="913279"/>
                  </a:lnTo>
                  <a:lnTo>
                    <a:pt x="2669055" y="913279"/>
                  </a:lnTo>
                  <a:lnTo>
                    <a:pt x="2667773" y="913279"/>
                  </a:lnTo>
                  <a:lnTo>
                    <a:pt x="2666492" y="913279"/>
                  </a:lnTo>
                  <a:lnTo>
                    <a:pt x="2665210" y="913279"/>
                  </a:lnTo>
                  <a:lnTo>
                    <a:pt x="2663928" y="913279"/>
                  </a:lnTo>
                  <a:lnTo>
                    <a:pt x="2662646" y="913279"/>
                  </a:lnTo>
                  <a:lnTo>
                    <a:pt x="2661364" y="913279"/>
                  </a:lnTo>
                  <a:lnTo>
                    <a:pt x="2660082" y="913279"/>
                  </a:lnTo>
                  <a:lnTo>
                    <a:pt x="2658800" y="913279"/>
                  </a:lnTo>
                  <a:lnTo>
                    <a:pt x="2657519" y="913279"/>
                  </a:lnTo>
                  <a:lnTo>
                    <a:pt x="2656237" y="913279"/>
                  </a:lnTo>
                  <a:lnTo>
                    <a:pt x="2654955" y="913279"/>
                  </a:lnTo>
                  <a:lnTo>
                    <a:pt x="2653673" y="913279"/>
                  </a:lnTo>
                  <a:lnTo>
                    <a:pt x="2652391" y="913279"/>
                  </a:lnTo>
                  <a:lnTo>
                    <a:pt x="2651109" y="913279"/>
                  </a:lnTo>
                  <a:lnTo>
                    <a:pt x="2649828" y="913279"/>
                  </a:lnTo>
                  <a:lnTo>
                    <a:pt x="2648546" y="913279"/>
                  </a:lnTo>
                  <a:lnTo>
                    <a:pt x="2647264" y="913279"/>
                  </a:lnTo>
                  <a:lnTo>
                    <a:pt x="2645982" y="913279"/>
                  </a:lnTo>
                  <a:lnTo>
                    <a:pt x="2644700" y="913279"/>
                  </a:lnTo>
                  <a:lnTo>
                    <a:pt x="2643418" y="913279"/>
                  </a:lnTo>
                  <a:lnTo>
                    <a:pt x="2642136" y="913279"/>
                  </a:lnTo>
                  <a:lnTo>
                    <a:pt x="2640855" y="913279"/>
                  </a:lnTo>
                  <a:lnTo>
                    <a:pt x="2639573" y="913279"/>
                  </a:lnTo>
                  <a:lnTo>
                    <a:pt x="2638291" y="913279"/>
                  </a:lnTo>
                  <a:lnTo>
                    <a:pt x="2637009" y="913279"/>
                  </a:lnTo>
                  <a:lnTo>
                    <a:pt x="2635727" y="913279"/>
                  </a:lnTo>
                  <a:lnTo>
                    <a:pt x="2634445" y="913279"/>
                  </a:lnTo>
                  <a:lnTo>
                    <a:pt x="2633164" y="913279"/>
                  </a:lnTo>
                  <a:lnTo>
                    <a:pt x="2631882" y="913279"/>
                  </a:lnTo>
                  <a:lnTo>
                    <a:pt x="2630600" y="913279"/>
                  </a:lnTo>
                  <a:lnTo>
                    <a:pt x="2629318" y="913279"/>
                  </a:lnTo>
                  <a:lnTo>
                    <a:pt x="2628036" y="913279"/>
                  </a:lnTo>
                  <a:lnTo>
                    <a:pt x="2626754" y="913279"/>
                  </a:lnTo>
                  <a:lnTo>
                    <a:pt x="2625473" y="913279"/>
                  </a:lnTo>
                  <a:lnTo>
                    <a:pt x="2624191" y="913279"/>
                  </a:lnTo>
                  <a:lnTo>
                    <a:pt x="2622909" y="913279"/>
                  </a:lnTo>
                  <a:lnTo>
                    <a:pt x="2621627" y="913279"/>
                  </a:lnTo>
                  <a:lnTo>
                    <a:pt x="2620345" y="913279"/>
                  </a:lnTo>
                  <a:lnTo>
                    <a:pt x="2619063" y="913279"/>
                  </a:lnTo>
                  <a:lnTo>
                    <a:pt x="2617781" y="913279"/>
                  </a:lnTo>
                  <a:lnTo>
                    <a:pt x="2616500" y="913279"/>
                  </a:lnTo>
                  <a:lnTo>
                    <a:pt x="2615218" y="913279"/>
                  </a:lnTo>
                  <a:lnTo>
                    <a:pt x="2613936" y="913279"/>
                  </a:lnTo>
                  <a:lnTo>
                    <a:pt x="2612654" y="913279"/>
                  </a:lnTo>
                  <a:lnTo>
                    <a:pt x="2611372" y="913279"/>
                  </a:lnTo>
                  <a:lnTo>
                    <a:pt x="2610090" y="913279"/>
                  </a:lnTo>
                  <a:lnTo>
                    <a:pt x="2608809" y="913279"/>
                  </a:lnTo>
                  <a:lnTo>
                    <a:pt x="2607527" y="913279"/>
                  </a:lnTo>
                  <a:lnTo>
                    <a:pt x="2606245" y="913279"/>
                  </a:lnTo>
                  <a:lnTo>
                    <a:pt x="2604963" y="913279"/>
                  </a:lnTo>
                  <a:lnTo>
                    <a:pt x="2603681" y="913279"/>
                  </a:lnTo>
                  <a:lnTo>
                    <a:pt x="2602399" y="913279"/>
                  </a:lnTo>
                  <a:lnTo>
                    <a:pt x="2601117" y="913279"/>
                  </a:lnTo>
                  <a:lnTo>
                    <a:pt x="2599836" y="913279"/>
                  </a:lnTo>
                  <a:lnTo>
                    <a:pt x="2598554" y="913279"/>
                  </a:lnTo>
                  <a:lnTo>
                    <a:pt x="2597272" y="913279"/>
                  </a:lnTo>
                  <a:lnTo>
                    <a:pt x="2595990" y="913279"/>
                  </a:lnTo>
                  <a:lnTo>
                    <a:pt x="2594708" y="913279"/>
                  </a:lnTo>
                  <a:lnTo>
                    <a:pt x="2593426" y="913279"/>
                  </a:lnTo>
                  <a:lnTo>
                    <a:pt x="2592145" y="913279"/>
                  </a:lnTo>
                  <a:lnTo>
                    <a:pt x="2590863" y="913279"/>
                  </a:lnTo>
                  <a:lnTo>
                    <a:pt x="2589581" y="913279"/>
                  </a:lnTo>
                  <a:lnTo>
                    <a:pt x="2588299" y="913279"/>
                  </a:lnTo>
                  <a:lnTo>
                    <a:pt x="2587017" y="913279"/>
                  </a:lnTo>
                  <a:lnTo>
                    <a:pt x="2585735" y="913279"/>
                  </a:lnTo>
                  <a:lnTo>
                    <a:pt x="2584453" y="913279"/>
                  </a:lnTo>
                  <a:lnTo>
                    <a:pt x="2583172" y="913279"/>
                  </a:lnTo>
                  <a:lnTo>
                    <a:pt x="2581890" y="913279"/>
                  </a:lnTo>
                  <a:lnTo>
                    <a:pt x="2580608" y="913279"/>
                  </a:lnTo>
                  <a:lnTo>
                    <a:pt x="2579326" y="913279"/>
                  </a:lnTo>
                  <a:lnTo>
                    <a:pt x="2578044" y="913279"/>
                  </a:lnTo>
                  <a:lnTo>
                    <a:pt x="2576762" y="913279"/>
                  </a:lnTo>
                  <a:lnTo>
                    <a:pt x="2575481" y="913279"/>
                  </a:lnTo>
                  <a:lnTo>
                    <a:pt x="2574199" y="913279"/>
                  </a:lnTo>
                  <a:lnTo>
                    <a:pt x="2572917" y="913279"/>
                  </a:lnTo>
                  <a:lnTo>
                    <a:pt x="2571635" y="913279"/>
                  </a:lnTo>
                  <a:lnTo>
                    <a:pt x="2570353" y="913279"/>
                  </a:lnTo>
                  <a:lnTo>
                    <a:pt x="2569071" y="913279"/>
                  </a:lnTo>
                  <a:lnTo>
                    <a:pt x="2567790" y="913279"/>
                  </a:lnTo>
                  <a:lnTo>
                    <a:pt x="2566508" y="913279"/>
                  </a:lnTo>
                  <a:lnTo>
                    <a:pt x="2565226" y="913279"/>
                  </a:lnTo>
                  <a:lnTo>
                    <a:pt x="2563944" y="913279"/>
                  </a:lnTo>
                  <a:lnTo>
                    <a:pt x="2562662" y="913279"/>
                  </a:lnTo>
                  <a:lnTo>
                    <a:pt x="2561380" y="913279"/>
                  </a:lnTo>
                  <a:lnTo>
                    <a:pt x="2560098" y="913279"/>
                  </a:lnTo>
                  <a:lnTo>
                    <a:pt x="2558817" y="913279"/>
                  </a:lnTo>
                  <a:lnTo>
                    <a:pt x="2557535" y="913279"/>
                  </a:lnTo>
                  <a:lnTo>
                    <a:pt x="2556253" y="913279"/>
                  </a:lnTo>
                  <a:lnTo>
                    <a:pt x="2554971" y="913279"/>
                  </a:lnTo>
                  <a:lnTo>
                    <a:pt x="2553689" y="913279"/>
                  </a:lnTo>
                  <a:lnTo>
                    <a:pt x="2552407" y="913279"/>
                  </a:lnTo>
                  <a:lnTo>
                    <a:pt x="2551126" y="913279"/>
                  </a:lnTo>
                  <a:lnTo>
                    <a:pt x="2549844" y="913279"/>
                  </a:lnTo>
                  <a:lnTo>
                    <a:pt x="2548562" y="913279"/>
                  </a:lnTo>
                  <a:lnTo>
                    <a:pt x="2547280" y="913279"/>
                  </a:lnTo>
                  <a:lnTo>
                    <a:pt x="2545998" y="913279"/>
                  </a:lnTo>
                  <a:lnTo>
                    <a:pt x="2544716" y="913279"/>
                  </a:lnTo>
                  <a:lnTo>
                    <a:pt x="2543434" y="913279"/>
                  </a:lnTo>
                  <a:lnTo>
                    <a:pt x="2542153" y="913279"/>
                  </a:lnTo>
                  <a:lnTo>
                    <a:pt x="2540871" y="913279"/>
                  </a:lnTo>
                  <a:lnTo>
                    <a:pt x="2539589" y="913279"/>
                  </a:lnTo>
                  <a:lnTo>
                    <a:pt x="2538307" y="913279"/>
                  </a:lnTo>
                  <a:lnTo>
                    <a:pt x="2537025" y="913279"/>
                  </a:lnTo>
                  <a:lnTo>
                    <a:pt x="2535743" y="913279"/>
                  </a:lnTo>
                  <a:lnTo>
                    <a:pt x="2534462" y="913279"/>
                  </a:lnTo>
                  <a:lnTo>
                    <a:pt x="2533180" y="913279"/>
                  </a:lnTo>
                  <a:lnTo>
                    <a:pt x="2531898" y="913279"/>
                  </a:lnTo>
                  <a:lnTo>
                    <a:pt x="2530616" y="913279"/>
                  </a:lnTo>
                  <a:lnTo>
                    <a:pt x="2529334" y="913279"/>
                  </a:lnTo>
                  <a:lnTo>
                    <a:pt x="2528052" y="913279"/>
                  </a:lnTo>
                  <a:lnTo>
                    <a:pt x="2526771" y="913279"/>
                  </a:lnTo>
                  <a:lnTo>
                    <a:pt x="2525489" y="913279"/>
                  </a:lnTo>
                  <a:lnTo>
                    <a:pt x="2524207" y="913279"/>
                  </a:lnTo>
                  <a:lnTo>
                    <a:pt x="2522925" y="913279"/>
                  </a:lnTo>
                  <a:lnTo>
                    <a:pt x="2521643" y="913279"/>
                  </a:lnTo>
                  <a:lnTo>
                    <a:pt x="2520361" y="913279"/>
                  </a:lnTo>
                  <a:lnTo>
                    <a:pt x="2519079" y="913279"/>
                  </a:lnTo>
                  <a:lnTo>
                    <a:pt x="2517798" y="913279"/>
                  </a:lnTo>
                  <a:lnTo>
                    <a:pt x="2516516" y="913279"/>
                  </a:lnTo>
                  <a:lnTo>
                    <a:pt x="2515234" y="913279"/>
                  </a:lnTo>
                  <a:lnTo>
                    <a:pt x="2513952" y="913279"/>
                  </a:lnTo>
                  <a:lnTo>
                    <a:pt x="2512670" y="913279"/>
                  </a:lnTo>
                  <a:lnTo>
                    <a:pt x="2511388" y="913279"/>
                  </a:lnTo>
                  <a:lnTo>
                    <a:pt x="2510107" y="913279"/>
                  </a:lnTo>
                  <a:lnTo>
                    <a:pt x="2508825" y="913279"/>
                  </a:lnTo>
                  <a:lnTo>
                    <a:pt x="2507543" y="913279"/>
                  </a:lnTo>
                  <a:lnTo>
                    <a:pt x="2506261" y="913279"/>
                  </a:lnTo>
                  <a:lnTo>
                    <a:pt x="2504979" y="913279"/>
                  </a:lnTo>
                  <a:lnTo>
                    <a:pt x="2503697" y="913279"/>
                  </a:lnTo>
                  <a:lnTo>
                    <a:pt x="2502415" y="913279"/>
                  </a:lnTo>
                  <a:lnTo>
                    <a:pt x="2501134" y="913279"/>
                  </a:lnTo>
                  <a:lnTo>
                    <a:pt x="2499852" y="913279"/>
                  </a:lnTo>
                  <a:lnTo>
                    <a:pt x="2498570" y="913279"/>
                  </a:lnTo>
                  <a:lnTo>
                    <a:pt x="2497288" y="913279"/>
                  </a:lnTo>
                  <a:lnTo>
                    <a:pt x="2496006" y="913279"/>
                  </a:lnTo>
                  <a:lnTo>
                    <a:pt x="2494724" y="913279"/>
                  </a:lnTo>
                  <a:lnTo>
                    <a:pt x="2493443" y="913279"/>
                  </a:lnTo>
                  <a:lnTo>
                    <a:pt x="2492161" y="913279"/>
                  </a:lnTo>
                  <a:lnTo>
                    <a:pt x="2490879" y="913279"/>
                  </a:lnTo>
                  <a:lnTo>
                    <a:pt x="2489597" y="913279"/>
                  </a:lnTo>
                  <a:lnTo>
                    <a:pt x="2488315" y="913279"/>
                  </a:lnTo>
                  <a:lnTo>
                    <a:pt x="2487033" y="913279"/>
                  </a:lnTo>
                  <a:lnTo>
                    <a:pt x="2485752" y="913279"/>
                  </a:lnTo>
                  <a:lnTo>
                    <a:pt x="2484470" y="913279"/>
                  </a:lnTo>
                  <a:lnTo>
                    <a:pt x="2483188" y="913279"/>
                  </a:lnTo>
                  <a:lnTo>
                    <a:pt x="2481906" y="913279"/>
                  </a:lnTo>
                  <a:lnTo>
                    <a:pt x="2480624" y="913279"/>
                  </a:lnTo>
                  <a:lnTo>
                    <a:pt x="2479342" y="913279"/>
                  </a:lnTo>
                  <a:lnTo>
                    <a:pt x="2478060" y="913279"/>
                  </a:lnTo>
                  <a:lnTo>
                    <a:pt x="2476779" y="913279"/>
                  </a:lnTo>
                  <a:lnTo>
                    <a:pt x="2475497" y="913279"/>
                  </a:lnTo>
                  <a:lnTo>
                    <a:pt x="2474215" y="913279"/>
                  </a:lnTo>
                  <a:lnTo>
                    <a:pt x="2472933" y="913279"/>
                  </a:lnTo>
                  <a:lnTo>
                    <a:pt x="2471651" y="913279"/>
                  </a:lnTo>
                  <a:lnTo>
                    <a:pt x="2470369" y="913279"/>
                  </a:lnTo>
                  <a:lnTo>
                    <a:pt x="2469088" y="913279"/>
                  </a:lnTo>
                  <a:lnTo>
                    <a:pt x="2467806" y="913279"/>
                  </a:lnTo>
                  <a:lnTo>
                    <a:pt x="2466524" y="913279"/>
                  </a:lnTo>
                  <a:lnTo>
                    <a:pt x="2465242" y="913279"/>
                  </a:lnTo>
                  <a:lnTo>
                    <a:pt x="2463960" y="913279"/>
                  </a:lnTo>
                  <a:lnTo>
                    <a:pt x="2462678" y="913279"/>
                  </a:lnTo>
                  <a:lnTo>
                    <a:pt x="2461396" y="913279"/>
                  </a:lnTo>
                  <a:lnTo>
                    <a:pt x="2460115" y="913279"/>
                  </a:lnTo>
                  <a:lnTo>
                    <a:pt x="2458833" y="913279"/>
                  </a:lnTo>
                  <a:lnTo>
                    <a:pt x="2457551" y="913279"/>
                  </a:lnTo>
                  <a:lnTo>
                    <a:pt x="2456269" y="913279"/>
                  </a:lnTo>
                  <a:lnTo>
                    <a:pt x="2454987" y="913279"/>
                  </a:lnTo>
                  <a:lnTo>
                    <a:pt x="2453705" y="913279"/>
                  </a:lnTo>
                  <a:lnTo>
                    <a:pt x="2452424" y="913279"/>
                  </a:lnTo>
                  <a:lnTo>
                    <a:pt x="2451142" y="913279"/>
                  </a:lnTo>
                  <a:lnTo>
                    <a:pt x="2449860" y="913279"/>
                  </a:lnTo>
                  <a:lnTo>
                    <a:pt x="2448578" y="913279"/>
                  </a:lnTo>
                  <a:lnTo>
                    <a:pt x="2447296" y="913279"/>
                  </a:lnTo>
                  <a:lnTo>
                    <a:pt x="2446014" y="913279"/>
                  </a:lnTo>
                  <a:lnTo>
                    <a:pt x="2444732" y="913279"/>
                  </a:lnTo>
                  <a:lnTo>
                    <a:pt x="2443451" y="913279"/>
                  </a:lnTo>
                  <a:lnTo>
                    <a:pt x="2442169" y="913279"/>
                  </a:lnTo>
                  <a:lnTo>
                    <a:pt x="2440887" y="913279"/>
                  </a:lnTo>
                  <a:lnTo>
                    <a:pt x="2439605" y="913279"/>
                  </a:lnTo>
                  <a:lnTo>
                    <a:pt x="2438323" y="913279"/>
                  </a:lnTo>
                  <a:lnTo>
                    <a:pt x="2437041" y="913279"/>
                  </a:lnTo>
                  <a:lnTo>
                    <a:pt x="2435760" y="913279"/>
                  </a:lnTo>
                  <a:lnTo>
                    <a:pt x="2434478" y="913279"/>
                  </a:lnTo>
                  <a:lnTo>
                    <a:pt x="2433196" y="913279"/>
                  </a:lnTo>
                  <a:lnTo>
                    <a:pt x="2431914" y="913279"/>
                  </a:lnTo>
                  <a:lnTo>
                    <a:pt x="2430632" y="913279"/>
                  </a:lnTo>
                  <a:lnTo>
                    <a:pt x="2429350" y="913279"/>
                  </a:lnTo>
                  <a:lnTo>
                    <a:pt x="2428069" y="913279"/>
                  </a:lnTo>
                  <a:lnTo>
                    <a:pt x="2426787" y="913279"/>
                  </a:lnTo>
                  <a:lnTo>
                    <a:pt x="2425505" y="913279"/>
                  </a:lnTo>
                  <a:lnTo>
                    <a:pt x="2424223" y="913279"/>
                  </a:lnTo>
                  <a:lnTo>
                    <a:pt x="2422941" y="913279"/>
                  </a:lnTo>
                  <a:lnTo>
                    <a:pt x="2421659" y="913279"/>
                  </a:lnTo>
                  <a:lnTo>
                    <a:pt x="2420377" y="913279"/>
                  </a:lnTo>
                  <a:lnTo>
                    <a:pt x="2419096" y="913279"/>
                  </a:lnTo>
                  <a:lnTo>
                    <a:pt x="2417814" y="913279"/>
                  </a:lnTo>
                  <a:lnTo>
                    <a:pt x="2416532" y="913279"/>
                  </a:lnTo>
                  <a:lnTo>
                    <a:pt x="2415250" y="913279"/>
                  </a:lnTo>
                  <a:lnTo>
                    <a:pt x="2413968" y="913279"/>
                  </a:lnTo>
                  <a:lnTo>
                    <a:pt x="2412686" y="913279"/>
                  </a:lnTo>
                  <a:lnTo>
                    <a:pt x="2411405" y="913279"/>
                  </a:lnTo>
                  <a:lnTo>
                    <a:pt x="2410123" y="913279"/>
                  </a:lnTo>
                  <a:lnTo>
                    <a:pt x="2408841" y="913279"/>
                  </a:lnTo>
                  <a:lnTo>
                    <a:pt x="2407559" y="913279"/>
                  </a:lnTo>
                  <a:lnTo>
                    <a:pt x="2406277" y="913279"/>
                  </a:lnTo>
                  <a:lnTo>
                    <a:pt x="2404995" y="913279"/>
                  </a:lnTo>
                  <a:lnTo>
                    <a:pt x="2403713" y="913279"/>
                  </a:lnTo>
                  <a:lnTo>
                    <a:pt x="2402432" y="913279"/>
                  </a:lnTo>
                  <a:lnTo>
                    <a:pt x="2401150" y="913279"/>
                  </a:lnTo>
                  <a:lnTo>
                    <a:pt x="2399868" y="913279"/>
                  </a:lnTo>
                  <a:lnTo>
                    <a:pt x="2398586" y="913279"/>
                  </a:lnTo>
                  <a:lnTo>
                    <a:pt x="2397304" y="913279"/>
                  </a:lnTo>
                  <a:lnTo>
                    <a:pt x="2396022" y="913279"/>
                  </a:lnTo>
                  <a:lnTo>
                    <a:pt x="2394741" y="913279"/>
                  </a:lnTo>
                  <a:lnTo>
                    <a:pt x="2393459" y="913279"/>
                  </a:lnTo>
                  <a:lnTo>
                    <a:pt x="2392177" y="913279"/>
                  </a:lnTo>
                  <a:lnTo>
                    <a:pt x="2390895" y="913279"/>
                  </a:lnTo>
                  <a:lnTo>
                    <a:pt x="2389613" y="913279"/>
                  </a:lnTo>
                  <a:lnTo>
                    <a:pt x="2388331" y="913279"/>
                  </a:lnTo>
                  <a:lnTo>
                    <a:pt x="2387050" y="913279"/>
                  </a:lnTo>
                  <a:lnTo>
                    <a:pt x="2385768" y="913279"/>
                  </a:lnTo>
                  <a:lnTo>
                    <a:pt x="2384486" y="913279"/>
                  </a:lnTo>
                  <a:lnTo>
                    <a:pt x="2383204" y="913279"/>
                  </a:lnTo>
                  <a:lnTo>
                    <a:pt x="2381922" y="913279"/>
                  </a:lnTo>
                  <a:lnTo>
                    <a:pt x="2380640" y="913279"/>
                  </a:lnTo>
                  <a:lnTo>
                    <a:pt x="2379358" y="913279"/>
                  </a:lnTo>
                  <a:lnTo>
                    <a:pt x="2378077" y="913279"/>
                  </a:lnTo>
                  <a:lnTo>
                    <a:pt x="2376795" y="913279"/>
                  </a:lnTo>
                  <a:lnTo>
                    <a:pt x="2375513" y="913279"/>
                  </a:lnTo>
                  <a:lnTo>
                    <a:pt x="2374231" y="913279"/>
                  </a:lnTo>
                  <a:lnTo>
                    <a:pt x="2372949" y="913279"/>
                  </a:lnTo>
                  <a:lnTo>
                    <a:pt x="2371667" y="913279"/>
                  </a:lnTo>
                  <a:lnTo>
                    <a:pt x="2370386" y="913279"/>
                  </a:lnTo>
                  <a:lnTo>
                    <a:pt x="2369104" y="913279"/>
                  </a:lnTo>
                  <a:lnTo>
                    <a:pt x="2367822" y="913279"/>
                  </a:lnTo>
                  <a:lnTo>
                    <a:pt x="2366540" y="913279"/>
                  </a:lnTo>
                  <a:lnTo>
                    <a:pt x="2365258" y="913279"/>
                  </a:lnTo>
                  <a:lnTo>
                    <a:pt x="2363976" y="913279"/>
                  </a:lnTo>
                  <a:lnTo>
                    <a:pt x="2362694" y="913279"/>
                  </a:lnTo>
                  <a:lnTo>
                    <a:pt x="2361413" y="913279"/>
                  </a:lnTo>
                  <a:lnTo>
                    <a:pt x="2360131" y="913279"/>
                  </a:lnTo>
                  <a:lnTo>
                    <a:pt x="2358849" y="913279"/>
                  </a:lnTo>
                  <a:lnTo>
                    <a:pt x="2357567" y="913279"/>
                  </a:lnTo>
                  <a:lnTo>
                    <a:pt x="2356285" y="913279"/>
                  </a:lnTo>
                  <a:lnTo>
                    <a:pt x="2355003" y="913279"/>
                  </a:lnTo>
                  <a:lnTo>
                    <a:pt x="2353722" y="913279"/>
                  </a:lnTo>
                  <a:lnTo>
                    <a:pt x="2352440" y="913279"/>
                  </a:lnTo>
                  <a:lnTo>
                    <a:pt x="2351158" y="913279"/>
                  </a:lnTo>
                  <a:lnTo>
                    <a:pt x="2349876" y="913279"/>
                  </a:lnTo>
                  <a:lnTo>
                    <a:pt x="2348594" y="913279"/>
                  </a:lnTo>
                  <a:lnTo>
                    <a:pt x="2347312" y="913279"/>
                  </a:lnTo>
                  <a:lnTo>
                    <a:pt x="2346031" y="913279"/>
                  </a:lnTo>
                  <a:lnTo>
                    <a:pt x="2344749" y="913279"/>
                  </a:lnTo>
                  <a:lnTo>
                    <a:pt x="2343467" y="913279"/>
                  </a:lnTo>
                  <a:lnTo>
                    <a:pt x="2342185" y="913279"/>
                  </a:lnTo>
                  <a:lnTo>
                    <a:pt x="2340903" y="913279"/>
                  </a:lnTo>
                  <a:lnTo>
                    <a:pt x="2339621" y="913279"/>
                  </a:lnTo>
                  <a:lnTo>
                    <a:pt x="2338339" y="913279"/>
                  </a:lnTo>
                  <a:lnTo>
                    <a:pt x="2337058" y="913279"/>
                  </a:lnTo>
                  <a:lnTo>
                    <a:pt x="2335776" y="913279"/>
                  </a:lnTo>
                  <a:lnTo>
                    <a:pt x="2334494" y="913279"/>
                  </a:lnTo>
                  <a:lnTo>
                    <a:pt x="2333212" y="913279"/>
                  </a:lnTo>
                  <a:lnTo>
                    <a:pt x="2331930" y="913279"/>
                  </a:lnTo>
                  <a:lnTo>
                    <a:pt x="2330648" y="913279"/>
                  </a:lnTo>
                  <a:lnTo>
                    <a:pt x="2329367" y="913279"/>
                  </a:lnTo>
                  <a:lnTo>
                    <a:pt x="2328085" y="913279"/>
                  </a:lnTo>
                  <a:lnTo>
                    <a:pt x="2326803" y="913279"/>
                  </a:lnTo>
                  <a:lnTo>
                    <a:pt x="2325521" y="913279"/>
                  </a:lnTo>
                  <a:lnTo>
                    <a:pt x="2324239" y="913279"/>
                  </a:lnTo>
                  <a:lnTo>
                    <a:pt x="2322957" y="913279"/>
                  </a:lnTo>
                  <a:lnTo>
                    <a:pt x="2321675" y="913279"/>
                  </a:lnTo>
                  <a:lnTo>
                    <a:pt x="2320394" y="913279"/>
                  </a:lnTo>
                  <a:lnTo>
                    <a:pt x="2319112" y="913279"/>
                  </a:lnTo>
                  <a:lnTo>
                    <a:pt x="2317830" y="913279"/>
                  </a:lnTo>
                  <a:lnTo>
                    <a:pt x="2316548" y="913279"/>
                  </a:lnTo>
                  <a:lnTo>
                    <a:pt x="2315266" y="913279"/>
                  </a:lnTo>
                  <a:lnTo>
                    <a:pt x="2313984" y="913279"/>
                  </a:lnTo>
                  <a:lnTo>
                    <a:pt x="2312703" y="913279"/>
                  </a:lnTo>
                  <a:lnTo>
                    <a:pt x="2311421" y="913279"/>
                  </a:lnTo>
                  <a:lnTo>
                    <a:pt x="2310139" y="913279"/>
                  </a:lnTo>
                  <a:lnTo>
                    <a:pt x="2308857" y="913279"/>
                  </a:lnTo>
                  <a:lnTo>
                    <a:pt x="2307575" y="913279"/>
                  </a:lnTo>
                  <a:lnTo>
                    <a:pt x="2306293" y="913279"/>
                  </a:lnTo>
                  <a:lnTo>
                    <a:pt x="2305011" y="913279"/>
                  </a:lnTo>
                  <a:lnTo>
                    <a:pt x="2303730" y="913279"/>
                  </a:lnTo>
                  <a:lnTo>
                    <a:pt x="2302448" y="913279"/>
                  </a:lnTo>
                  <a:lnTo>
                    <a:pt x="2301166" y="913279"/>
                  </a:lnTo>
                  <a:lnTo>
                    <a:pt x="2299884" y="913279"/>
                  </a:lnTo>
                  <a:lnTo>
                    <a:pt x="2298602" y="913279"/>
                  </a:lnTo>
                  <a:lnTo>
                    <a:pt x="2297320" y="913279"/>
                  </a:lnTo>
                  <a:lnTo>
                    <a:pt x="2296039" y="913279"/>
                  </a:lnTo>
                  <a:lnTo>
                    <a:pt x="2294757" y="913279"/>
                  </a:lnTo>
                  <a:lnTo>
                    <a:pt x="2293475" y="913279"/>
                  </a:lnTo>
                  <a:lnTo>
                    <a:pt x="2292193" y="913279"/>
                  </a:lnTo>
                  <a:lnTo>
                    <a:pt x="2290911" y="913279"/>
                  </a:lnTo>
                  <a:lnTo>
                    <a:pt x="2289629" y="913279"/>
                  </a:lnTo>
                  <a:lnTo>
                    <a:pt x="2288348" y="913279"/>
                  </a:lnTo>
                  <a:lnTo>
                    <a:pt x="2287066" y="913279"/>
                  </a:lnTo>
                  <a:lnTo>
                    <a:pt x="2285784" y="913279"/>
                  </a:lnTo>
                  <a:lnTo>
                    <a:pt x="2284502" y="913279"/>
                  </a:lnTo>
                  <a:lnTo>
                    <a:pt x="2283220" y="913279"/>
                  </a:lnTo>
                  <a:lnTo>
                    <a:pt x="2281938" y="913279"/>
                  </a:lnTo>
                  <a:lnTo>
                    <a:pt x="2280656" y="913279"/>
                  </a:lnTo>
                  <a:lnTo>
                    <a:pt x="2279375" y="913279"/>
                  </a:lnTo>
                  <a:lnTo>
                    <a:pt x="2278093" y="913279"/>
                  </a:lnTo>
                  <a:lnTo>
                    <a:pt x="2276811" y="913279"/>
                  </a:lnTo>
                  <a:lnTo>
                    <a:pt x="2275529" y="913279"/>
                  </a:lnTo>
                  <a:lnTo>
                    <a:pt x="2274247" y="913279"/>
                  </a:lnTo>
                  <a:lnTo>
                    <a:pt x="2272965" y="913279"/>
                  </a:lnTo>
                  <a:lnTo>
                    <a:pt x="2271684" y="913279"/>
                  </a:lnTo>
                  <a:lnTo>
                    <a:pt x="2270402" y="913279"/>
                  </a:lnTo>
                  <a:lnTo>
                    <a:pt x="2269120" y="913279"/>
                  </a:lnTo>
                  <a:lnTo>
                    <a:pt x="2267838" y="913279"/>
                  </a:lnTo>
                  <a:lnTo>
                    <a:pt x="2266556" y="913279"/>
                  </a:lnTo>
                  <a:lnTo>
                    <a:pt x="2265274" y="913279"/>
                  </a:lnTo>
                  <a:lnTo>
                    <a:pt x="2263992" y="913279"/>
                  </a:lnTo>
                  <a:lnTo>
                    <a:pt x="2262711" y="913279"/>
                  </a:lnTo>
                  <a:lnTo>
                    <a:pt x="2261429" y="913279"/>
                  </a:lnTo>
                  <a:lnTo>
                    <a:pt x="2260147" y="913279"/>
                  </a:lnTo>
                  <a:lnTo>
                    <a:pt x="2258865" y="913279"/>
                  </a:lnTo>
                  <a:lnTo>
                    <a:pt x="2257583" y="913279"/>
                  </a:lnTo>
                  <a:lnTo>
                    <a:pt x="2256301" y="913279"/>
                  </a:lnTo>
                  <a:lnTo>
                    <a:pt x="2255020" y="913279"/>
                  </a:lnTo>
                  <a:lnTo>
                    <a:pt x="2253738" y="913279"/>
                  </a:lnTo>
                  <a:lnTo>
                    <a:pt x="2252456" y="913279"/>
                  </a:lnTo>
                  <a:lnTo>
                    <a:pt x="2251174" y="913279"/>
                  </a:lnTo>
                  <a:lnTo>
                    <a:pt x="2249892" y="913279"/>
                  </a:lnTo>
                  <a:lnTo>
                    <a:pt x="2248610" y="913279"/>
                  </a:lnTo>
                  <a:lnTo>
                    <a:pt x="2247329" y="913279"/>
                  </a:lnTo>
                  <a:lnTo>
                    <a:pt x="2246047" y="913279"/>
                  </a:lnTo>
                  <a:lnTo>
                    <a:pt x="2244765" y="913279"/>
                  </a:lnTo>
                  <a:lnTo>
                    <a:pt x="2243483" y="913279"/>
                  </a:lnTo>
                  <a:lnTo>
                    <a:pt x="2242201" y="913279"/>
                  </a:lnTo>
                  <a:lnTo>
                    <a:pt x="2240919" y="913279"/>
                  </a:lnTo>
                  <a:lnTo>
                    <a:pt x="2239637" y="913279"/>
                  </a:lnTo>
                  <a:lnTo>
                    <a:pt x="2238356" y="913279"/>
                  </a:lnTo>
                  <a:lnTo>
                    <a:pt x="2237074" y="913279"/>
                  </a:lnTo>
                  <a:lnTo>
                    <a:pt x="2235792" y="913279"/>
                  </a:lnTo>
                  <a:lnTo>
                    <a:pt x="2234510" y="913279"/>
                  </a:lnTo>
                  <a:lnTo>
                    <a:pt x="2233228" y="913279"/>
                  </a:lnTo>
                  <a:lnTo>
                    <a:pt x="2231946" y="913279"/>
                  </a:lnTo>
                  <a:lnTo>
                    <a:pt x="2230665" y="913279"/>
                  </a:lnTo>
                  <a:lnTo>
                    <a:pt x="2229383" y="913279"/>
                  </a:lnTo>
                  <a:lnTo>
                    <a:pt x="2228101" y="913279"/>
                  </a:lnTo>
                  <a:lnTo>
                    <a:pt x="2226819" y="913279"/>
                  </a:lnTo>
                  <a:lnTo>
                    <a:pt x="2225537" y="913279"/>
                  </a:lnTo>
                  <a:lnTo>
                    <a:pt x="2224255" y="913279"/>
                  </a:lnTo>
                  <a:lnTo>
                    <a:pt x="2222973" y="913279"/>
                  </a:lnTo>
                  <a:lnTo>
                    <a:pt x="2221692" y="913279"/>
                  </a:lnTo>
                  <a:lnTo>
                    <a:pt x="2220410" y="913279"/>
                  </a:lnTo>
                  <a:lnTo>
                    <a:pt x="2219128" y="913279"/>
                  </a:lnTo>
                  <a:lnTo>
                    <a:pt x="2217846" y="913279"/>
                  </a:lnTo>
                  <a:lnTo>
                    <a:pt x="2216564" y="913279"/>
                  </a:lnTo>
                  <a:lnTo>
                    <a:pt x="2215282" y="913279"/>
                  </a:lnTo>
                  <a:lnTo>
                    <a:pt x="2214001" y="913279"/>
                  </a:lnTo>
                  <a:lnTo>
                    <a:pt x="2212719" y="913279"/>
                  </a:lnTo>
                  <a:lnTo>
                    <a:pt x="2211437" y="913279"/>
                  </a:lnTo>
                  <a:lnTo>
                    <a:pt x="2210155" y="913279"/>
                  </a:lnTo>
                  <a:lnTo>
                    <a:pt x="2208873" y="913279"/>
                  </a:lnTo>
                  <a:lnTo>
                    <a:pt x="2207591" y="913279"/>
                  </a:lnTo>
                  <a:lnTo>
                    <a:pt x="2206309" y="913279"/>
                  </a:lnTo>
                  <a:lnTo>
                    <a:pt x="2205028" y="913279"/>
                  </a:lnTo>
                  <a:lnTo>
                    <a:pt x="2203746" y="913279"/>
                  </a:lnTo>
                  <a:lnTo>
                    <a:pt x="2202464" y="913279"/>
                  </a:lnTo>
                  <a:lnTo>
                    <a:pt x="2201182" y="913279"/>
                  </a:lnTo>
                  <a:lnTo>
                    <a:pt x="2199900" y="913279"/>
                  </a:lnTo>
                  <a:lnTo>
                    <a:pt x="2198618" y="913279"/>
                  </a:lnTo>
                  <a:lnTo>
                    <a:pt x="2197337" y="913279"/>
                  </a:lnTo>
                  <a:lnTo>
                    <a:pt x="2196055" y="913279"/>
                  </a:lnTo>
                  <a:lnTo>
                    <a:pt x="2194773" y="913279"/>
                  </a:lnTo>
                  <a:lnTo>
                    <a:pt x="2193491" y="913279"/>
                  </a:lnTo>
                  <a:lnTo>
                    <a:pt x="2192209" y="913279"/>
                  </a:lnTo>
                  <a:lnTo>
                    <a:pt x="2190927" y="913279"/>
                  </a:lnTo>
                  <a:lnTo>
                    <a:pt x="2189646" y="913279"/>
                  </a:lnTo>
                  <a:lnTo>
                    <a:pt x="2188364" y="913279"/>
                  </a:lnTo>
                  <a:lnTo>
                    <a:pt x="2187082" y="913279"/>
                  </a:lnTo>
                  <a:lnTo>
                    <a:pt x="2185800" y="913279"/>
                  </a:lnTo>
                  <a:lnTo>
                    <a:pt x="2184518" y="913279"/>
                  </a:lnTo>
                  <a:lnTo>
                    <a:pt x="2183236" y="913279"/>
                  </a:lnTo>
                  <a:lnTo>
                    <a:pt x="2181954" y="913279"/>
                  </a:lnTo>
                  <a:lnTo>
                    <a:pt x="2180673" y="913279"/>
                  </a:lnTo>
                  <a:lnTo>
                    <a:pt x="2179391" y="913279"/>
                  </a:lnTo>
                  <a:lnTo>
                    <a:pt x="2178109" y="913279"/>
                  </a:lnTo>
                  <a:lnTo>
                    <a:pt x="2176827" y="913279"/>
                  </a:lnTo>
                  <a:lnTo>
                    <a:pt x="2175545" y="913279"/>
                  </a:lnTo>
                  <a:lnTo>
                    <a:pt x="2174263" y="913279"/>
                  </a:lnTo>
                  <a:lnTo>
                    <a:pt x="2172982" y="913279"/>
                  </a:lnTo>
                  <a:lnTo>
                    <a:pt x="2171700" y="913279"/>
                  </a:lnTo>
                  <a:lnTo>
                    <a:pt x="2170418" y="913279"/>
                  </a:lnTo>
                  <a:lnTo>
                    <a:pt x="2169136" y="913279"/>
                  </a:lnTo>
                  <a:lnTo>
                    <a:pt x="2167854" y="913279"/>
                  </a:lnTo>
                  <a:lnTo>
                    <a:pt x="2166572" y="913279"/>
                  </a:lnTo>
                  <a:lnTo>
                    <a:pt x="2165290" y="913279"/>
                  </a:lnTo>
                  <a:lnTo>
                    <a:pt x="2164009" y="913279"/>
                  </a:lnTo>
                  <a:lnTo>
                    <a:pt x="2162727" y="913279"/>
                  </a:lnTo>
                  <a:lnTo>
                    <a:pt x="2161445" y="913279"/>
                  </a:lnTo>
                  <a:lnTo>
                    <a:pt x="2160163" y="913279"/>
                  </a:lnTo>
                  <a:lnTo>
                    <a:pt x="2158881" y="913279"/>
                  </a:lnTo>
                  <a:lnTo>
                    <a:pt x="2157599" y="913279"/>
                  </a:lnTo>
                  <a:lnTo>
                    <a:pt x="2156318" y="913279"/>
                  </a:lnTo>
                  <a:lnTo>
                    <a:pt x="2155036" y="913279"/>
                  </a:lnTo>
                  <a:lnTo>
                    <a:pt x="2153754" y="913279"/>
                  </a:lnTo>
                  <a:lnTo>
                    <a:pt x="2152472" y="913279"/>
                  </a:lnTo>
                  <a:lnTo>
                    <a:pt x="2151190" y="913279"/>
                  </a:lnTo>
                  <a:lnTo>
                    <a:pt x="2149908" y="913279"/>
                  </a:lnTo>
                  <a:lnTo>
                    <a:pt x="2148627" y="913279"/>
                  </a:lnTo>
                  <a:lnTo>
                    <a:pt x="2147345" y="913279"/>
                  </a:lnTo>
                  <a:lnTo>
                    <a:pt x="2146063" y="913279"/>
                  </a:lnTo>
                  <a:lnTo>
                    <a:pt x="2144781" y="913279"/>
                  </a:lnTo>
                  <a:lnTo>
                    <a:pt x="2143499" y="913279"/>
                  </a:lnTo>
                  <a:lnTo>
                    <a:pt x="2142217" y="913279"/>
                  </a:lnTo>
                  <a:lnTo>
                    <a:pt x="2140935" y="913279"/>
                  </a:lnTo>
                  <a:lnTo>
                    <a:pt x="2139654" y="913279"/>
                  </a:lnTo>
                  <a:lnTo>
                    <a:pt x="2138372" y="913279"/>
                  </a:lnTo>
                  <a:lnTo>
                    <a:pt x="2137090" y="913279"/>
                  </a:lnTo>
                  <a:lnTo>
                    <a:pt x="2135808" y="913279"/>
                  </a:lnTo>
                  <a:lnTo>
                    <a:pt x="2134526" y="913279"/>
                  </a:lnTo>
                  <a:lnTo>
                    <a:pt x="2133244" y="913279"/>
                  </a:lnTo>
                  <a:lnTo>
                    <a:pt x="2131963" y="913279"/>
                  </a:lnTo>
                  <a:lnTo>
                    <a:pt x="2130681" y="913279"/>
                  </a:lnTo>
                  <a:lnTo>
                    <a:pt x="2129399" y="913279"/>
                  </a:lnTo>
                  <a:lnTo>
                    <a:pt x="2128117" y="913279"/>
                  </a:lnTo>
                  <a:lnTo>
                    <a:pt x="2126835" y="913279"/>
                  </a:lnTo>
                  <a:lnTo>
                    <a:pt x="2125553" y="913279"/>
                  </a:lnTo>
                  <a:lnTo>
                    <a:pt x="2124271" y="913279"/>
                  </a:lnTo>
                  <a:lnTo>
                    <a:pt x="2122990" y="913279"/>
                  </a:lnTo>
                  <a:lnTo>
                    <a:pt x="2121708" y="913279"/>
                  </a:lnTo>
                  <a:lnTo>
                    <a:pt x="2120426" y="913279"/>
                  </a:lnTo>
                  <a:lnTo>
                    <a:pt x="2119144" y="913279"/>
                  </a:lnTo>
                  <a:lnTo>
                    <a:pt x="2117862" y="913279"/>
                  </a:lnTo>
                  <a:lnTo>
                    <a:pt x="2116580" y="913279"/>
                  </a:lnTo>
                  <a:lnTo>
                    <a:pt x="2115299" y="913279"/>
                  </a:lnTo>
                  <a:lnTo>
                    <a:pt x="2114017" y="913279"/>
                  </a:lnTo>
                  <a:lnTo>
                    <a:pt x="2112735" y="913279"/>
                  </a:lnTo>
                  <a:lnTo>
                    <a:pt x="2111453" y="913279"/>
                  </a:lnTo>
                  <a:lnTo>
                    <a:pt x="2110171" y="913279"/>
                  </a:lnTo>
                  <a:lnTo>
                    <a:pt x="2108889" y="913279"/>
                  </a:lnTo>
                  <a:lnTo>
                    <a:pt x="2107608" y="913279"/>
                  </a:lnTo>
                  <a:lnTo>
                    <a:pt x="2106326" y="913279"/>
                  </a:lnTo>
                  <a:lnTo>
                    <a:pt x="2105044" y="913279"/>
                  </a:lnTo>
                  <a:lnTo>
                    <a:pt x="2103762" y="913279"/>
                  </a:lnTo>
                  <a:lnTo>
                    <a:pt x="2102480" y="913279"/>
                  </a:lnTo>
                  <a:lnTo>
                    <a:pt x="2101198" y="913279"/>
                  </a:lnTo>
                  <a:lnTo>
                    <a:pt x="2099916" y="913279"/>
                  </a:lnTo>
                  <a:lnTo>
                    <a:pt x="2098635" y="913279"/>
                  </a:lnTo>
                  <a:lnTo>
                    <a:pt x="2097353" y="913279"/>
                  </a:lnTo>
                  <a:lnTo>
                    <a:pt x="2096071" y="913279"/>
                  </a:lnTo>
                  <a:lnTo>
                    <a:pt x="2094789" y="913279"/>
                  </a:lnTo>
                  <a:lnTo>
                    <a:pt x="2093507" y="913279"/>
                  </a:lnTo>
                  <a:lnTo>
                    <a:pt x="2092225" y="913279"/>
                  </a:lnTo>
                  <a:lnTo>
                    <a:pt x="2090944" y="913279"/>
                  </a:lnTo>
                  <a:lnTo>
                    <a:pt x="2089662" y="913279"/>
                  </a:lnTo>
                  <a:lnTo>
                    <a:pt x="2088380" y="913279"/>
                  </a:lnTo>
                  <a:lnTo>
                    <a:pt x="2087098" y="913279"/>
                  </a:lnTo>
                  <a:lnTo>
                    <a:pt x="2085816" y="913279"/>
                  </a:lnTo>
                  <a:lnTo>
                    <a:pt x="2084534" y="913279"/>
                  </a:lnTo>
                  <a:lnTo>
                    <a:pt x="2083252" y="913279"/>
                  </a:lnTo>
                  <a:lnTo>
                    <a:pt x="2081971" y="913279"/>
                  </a:lnTo>
                  <a:lnTo>
                    <a:pt x="2080689" y="913279"/>
                  </a:lnTo>
                  <a:lnTo>
                    <a:pt x="2079407" y="913279"/>
                  </a:lnTo>
                  <a:lnTo>
                    <a:pt x="2078125" y="913279"/>
                  </a:lnTo>
                  <a:lnTo>
                    <a:pt x="2076843" y="913279"/>
                  </a:lnTo>
                  <a:lnTo>
                    <a:pt x="2075561" y="913279"/>
                  </a:lnTo>
                  <a:lnTo>
                    <a:pt x="2074280" y="913279"/>
                  </a:lnTo>
                  <a:lnTo>
                    <a:pt x="2072998" y="913279"/>
                  </a:lnTo>
                  <a:lnTo>
                    <a:pt x="2071716" y="913279"/>
                  </a:lnTo>
                  <a:lnTo>
                    <a:pt x="2070434" y="913279"/>
                  </a:lnTo>
                  <a:lnTo>
                    <a:pt x="2069152" y="913279"/>
                  </a:lnTo>
                  <a:lnTo>
                    <a:pt x="2067870" y="913279"/>
                  </a:lnTo>
                  <a:lnTo>
                    <a:pt x="2066588" y="913279"/>
                  </a:lnTo>
                  <a:lnTo>
                    <a:pt x="2065307" y="913279"/>
                  </a:lnTo>
                  <a:lnTo>
                    <a:pt x="2064025" y="913279"/>
                  </a:lnTo>
                  <a:lnTo>
                    <a:pt x="2062743" y="913279"/>
                  </a:lnTo>
                  <a:lnTo>
                    <a:pt x="2061461" y="913279"/>
                  </a:lnTo>
                  <a:lnTo>
                    <a:pt x="2060179" y="913279"/>
                  </a:lnTo>
                  <a:lnTo>
                    <a:pt x="2058897" y="913279"/>
                  </a:lnTo>
                  <a:lnTo>
                    <a:pt x="2057616" y="913279"/>
                  </a:lnTo>
                  <a:lnTo>
                    <a:pt x="2056334" y="913279"/>
                  </a:lnTo>
                  <a:lnTo>
                    <a:pt x="2055052" y="913279"/>
                  </a:lnTo>
                  <a:lnTo>
                    <a:pt x="2053770" y="913279"/>
                  </a:lnTo>
                  <a:lnTo>
                    <a:pt x="2052488" y="913279"/>
                  </a:lnTo>
                  <a:lnTo>
                    <a:pt x="2051206" y="913279"/>
                  </a:lnTo>
                  <a:lnTo>
                    <a:pt x="2049925" y="913279"/>
                  </a:lnTo>
                  <a:lnTo>
                    <a:pt x="2048643" y="913279"/>
                  </a:lnTo>
                  <a:lnTo>
                    <a:pt x="2047361" y="913279"/>
                  </a:lnTo>
                  <a:lnTo>
                    <a:pt x="2046079" y="913279"/>
                  </a:lnTo>
                  <a:lnTo>
                    <a:pt x="2044797" y="913279"/>
                  </a:lnTo>
                  <a:lnTo>
                    <a:pt x="2043515" y="913279"/>
                  </a:lnTo>
                  <a:lnTo>
                    <a:pt x="2042233" y="913279"/>
                  </a:lnTo>
                  <a:lnTo>
                    <a:pt x="2040952" y="913279"/>
                  </a:lnTo>
                  <a:lnTo>
                    <a:pt x="2039670" y="913279"/>
                  </a:lnTo>
                  <a:lnTo>
                    <a:pt x="2038388" y="913279"/>
                  </a:lnTo>
                  <a:lnTo>
                    <a:pt x="2037106" y="913279"/>
                  </a:lnTo>
                  <a:lnTo>
                    <a:pt x="2035824" y="913279"/>
                  </a:lnTo>
                  <a:lnTo>
                    <a:pt x="2034542" y="913279"/>
                  </a:lnTo>
                  <a:lnTo>
                    <a:pt x="2033261" y="913279"/>
                  </a:lnTo>
                  <a:lnTo>
                    <a:pt x="2031979" y="913279"/>
                  </a:lnTo>
                  <a:lnTo>
                    <a:pt x="2030697" y="913279"/>
                  </a:lnTo>
                  <a:lnTo>
                    <a:pt x="2029415" y="913279"/>
                  </a:lnTo>
                  <a:lnTo>
                    <a:pt x="2028133" y="913279"/>
                  </a:lnTo>
                  <a:lnTo>
                    <a:pt x="2026851" y="913279"/>
                  </a:lnTo>
                  <a:lnTo>
                    <a:pt x="2025569" y="913279"/>
                  </a:lnTo>
                  <a:lnTo>
                    <a:pt x="2024288" y="913279"/>
                  </a:lnTo>
                  <a:lnTo>
                    <a:pt x="2023006" y="913279"/>
                  </a:lnTo>
                  <a:lnTo>
                    <a:pt x="2021724" y="913279"/>
                  </a:lnTo>
                  <a:lnTo>
                    <a:pt x="2020442" y="913279"/>
                  </a:lnTo>
                  <a:lnTo>
                    <a:pt x="2019160" y="913279"/>
                  </a:lnTo>
                  <a:lnTo>
                    <a:pt x="2017878" y="913279"/>
                  </a:lnTo>
                  <a:lnTo>
                    <a:pt x="2016597" y="913279"/>
                  </a:lnTo>
                  <a:lnTo>
                    <a:pt x="2015315" y="913279"/>
                  </a:lnTo>
                  <a:lnTo>
                    <a:pt x="2014033" y="913279"/>
                  </a:lnTo>
                  <a:lnTo>
                    <a:pt x="2012751" y="913279"/>
                  </a:lnTo>
                  <a:lnTo>
                    <a:pt x="2011469" y="913279"/>
                  </a:lnTo>
                  <a:lnTo>
                    <a:pt x="2010187" y="913279"/>
                  </a:lnTo>
                  <a:lnTo>
                    <a:pt x="2008906" y="913279"/>
                  </a:lnTo>
                  <a:lnTo>
                    <a:pt x="2007624" y="913279"/>
                  </a:lnTo>
                  <a:lnTo>
                    <a:pt x="2006342" y="913279"/>
                  </a:lnTo>
                  <a:lnTo>
                    <a:pt x="2005060" y="913279"/>
                  </a:lnTo>
                  <a:lnTo>
                    <a:pt x="2003778" y="913279"/>
                  </a:lnTo>
                  <a:lnTo>
                    <a:pt x="2002496" y="913279"/>
                  </a:lnTo>
                  <a:lnTo>
                    <a:pt x="2001214" y="913279"/>
                  </a:lnTo>
                  <a:lnTo>
                    <a:pt x="1999933" y="913279"/>
                  </a:lnTo>
                  <a:lnTo>
                    <a:pt x="1998651" y="913279"/>
                  </a:lnTo>
                  <a:lnTo>
                    <a:pt x="1997369" y="913279"/>
                  </a:lnTo>
                  <a:lnTo>
                    <a:pt x="1996087" y="913279"/>
                  </a:lnTo>
                  <a:lnTo>
                    <a:pt x="1994805" y="913279"/>
                  </a:lnTo>
                  <a:lnTo>
                    <a:pt x="1993523" y="913279"/>
                  </a:lnTo>
                  <a:lnTo>
                    <a:pt x="1992242" y="913279"/>
                  </a:lnTo>
                  <a:lnTo>
                    <a:pt x="1990960" y="913279"/>
                  </a:lnTo>
                  <a:lnTo>
                    <a:pt x="1989678" y="913279"/>
                  </a:lnTo>
                  <a:lnTo>
                    <a:pt x="1988396" y="913279"/>
                  </a:lnTo>
                  <a:lnTo>
                    <a:pt x="1987114" y="913279"/>
                  </a:lnTo>
                  <a:lnTo>
                    <a:pt x="1985832" y="913279"/>
                  </a:lnTo>
                  <a:lnTo>
                    <a:pt x="1984550" y="913279"/>
                  </a:lnTo>
                  <a:lnTo>
                    <a:pt x="1983269" y="913279"/>
                  </a:lnTo>
                  <a:lnTo>
                    <a:pt x="1981987" y="913279"/>
                  </a:lnTo>
                  <a:lnTo>
                    <a:pt x="1980705" y="913279"/>
                  </a:lnTo>
                  <a:lnTo>
                    <a:pt x="1979423" y="913279"/>
                  </a:lnTo>
                  <a:lnTo>
                    <a:pt x="1978141" y="913279"/>
                  </a:lnTo>
                  <a:lnTo>
                    <a:pt x="1976859" y="913279"/>
                  </a:lnTo>
                  <a:lnTo>
                    <a:pt x="1975578" y="913279"/>
                  </a:lnTo>
                  <a:lnTo>
                    <a:pt x="1974296" y="913279"/>
                  </a:lnTo>
                  <a:lnTo>
                    <a:pt x="1973014" y="913279"/>
                  </a:lnTo>
                  <a:lnTo>
                    <a:pt x="1971732" y="913279"/>
                  </a:lnTo>
                  <a:lnTo>
                    <a:pt x="1970450" y="913279"/>
                  </a:lnTo>
                  <a:lnTo>
                    <a:pt x="1969168" y="913279"/>
                  </a:lnTo>
                  <a:lnTo>
                    <a:pt x="1967887" y="913279"/>
                  </a:lnTo>
                  <a:lnTo>
                    <a:pt x="1966605" y="913279"/>
                  </a:lnTo>
                  <a:lnTo>
                    <a:pt x="1965323" y="913279"/>
                  </a:lnTo>
                  <a:lnTo>
                    <a:pt x="1964041" y="913279"/>
                  </a:lnTo>
                  <a:lnTo>
                    <a:pt x="1962759" y="913279"/>
                  </a:lnTo>
                  <a:lnTo>
                    <a:pt x="1961477" y="913279"/>
                  </a:lnTo>
                  <a:lnTo>
                    <a:pt x="1960195" y="913279"/>
                  </a:lnTo>
                  <a:lnTo>
                    <a:pt x="1958914" y="913279"/>
                  </a:lnTo>
                  <a:lnTo>
                    <a:pt x="1957632" y="913279"/>
                  </a:lnTo>
                  <a:lnTo>
                    <a:pt x="1956350" y="913279"/>
                  </a:lnTo>
                  <a:lnTo>
                    <a:pt x="1955068" y="913279"/>
                  </a:lnTo>
                  <a:lnTo>
                    <a:pt x="1953786" y="913279"/>
                  </a:lnTo>
                  <a:lnTo>
                    <a:pt x="1952504" y="913279"/>
                  </a:lnTo>
                  <a:lnTo>
                    <a:pt x="1951223" y="913279"/>
                  </a:lnTo>
                  <a:lnTo>
                    <a:pt x="1949941" y="913279"/>
                  </a:lnTo>
                  <a:lnTo>
                    <a:pt x="1948659" y="913279"/>
                  </a:lnTo>
                  <a:lnTo>
                    <a:pt x="1947377" y="913279"/>
                  </a:lnTo>
                  <a:lnTo>
                    <a:pt x="1946095" y="913279"/>
                  </a:lnTo>
                  <a:lnTo>
                    <a:pt x="1944813" y="913279"/>
                  </a:lnTo>
                  <a:lnTo>
                    <a:pt x="1943531" y="913279"/>
                  </a:lnTo>
                  <a:lnTo>
                    <a:pt x="1942250" y="913279"/>
                  </a:lnTo>
                  <a:lnTo>
                    <a:pt x="1940968" y="913279"/>
                  </a:lnTo>
                  <a:lnTo>
                    <a:pt x="1939686" y="913279"/>
                  </a:lnTo>
                  <a:lnTo>
                    <a:pt x="1938404" y="913279"/>
                  </a:lnTo>
                  <a:lnTo>
                    <a:pt x="1937122" y="913279"/>
                  </a:lnTo>
                  <a:lnTo>
                    <a:pt x="1935840" y="913279"/>
                  </a:lnTo>
                  <a:lnTo>
                    <a:pt x="1934559" y="913279"/>
                  </a:lnTo>
                  <a:lnTo>
                    <a:pt x="1933277" y="913279"/>
                  </a:lnTo>
                  <a:lnTo>
                    <a:pt x="1931995" y="913279"/>
                  </a:lnTo>
                  <a:lnTo>
                    <a:pt x="1930713" y="913279"/>
                  </a:lnTo>
                  <a:lnTo>
                    <a:pt x="1929431" y="913279"/>
                  </a:lnTo>
                  <a:lnTo>
                    <a:pt x="1928149" y="913279"/>
                  </a:lnTo>
                  <a:lnTo>
                    <a:pt x="1926867" y="913279"/>
                  </a:lnTo>
                  <a:lnTo>
                    <a:pt x="1925586" y="913279"/>
                  </a:lnTo>
                  <a:lnTo>
                    <a:pt x="1924304" y="913279"/>
                  </a:lnTo>
                  <a:lnTo>
                    <a:pt x="1923022" y="913279"/>
                  </a:lnTo>
                  <a:lnTo>
                    <a:pt x="1921740" y="913279"/>
                  </a:lnTo>
                  <a:lnTo>
                    <a:pt x="1920458" y="913279"/>
                  </a:lnTo>
                  <a:lnTo>
                    <a:pt x="1919176" y="913279"/>
                  </a:lnTo>
                  <a:lnTo>
                    <a:pt x="1917895" y="913279"/>
                  </a:lnTo>
                  <a:lnTo>
                    <a:pt x="1916613" y="913279"/>
                  </a:lnTo>
                  <a:lnTo>
                    <a:pt x="1915331" y="913279"/>
                  </a:lnTo>
                  <a:lnTo>
                    <a:pt x="1914049" y="913279"/>
                  </a:lnTo>
                  <a:lnTo>
                    <a:pt x="1912767" y="913279"/>
                  </a:lnTo>
                  <a:lnTo>
                    <a:pt x="1911485" y="913279"/>
                  </a:lnTo>
                  <a:lnTo>
                    <a:pt x="1910204" y="913279"/>
                  </a:lnTo>
                  <a:lnTo>
                    <a:pt x="1908922" y="913279"/>
                  </a:lnTo>
                  <a:lnTo>
                    <a:pt x="1907640" y="913279"/>
                  </a:lnTo>
                  <a:lnTo>
                    <a:pt x="1906358" y="913279"/>
                  </a:lnTo>
                  <a:lnTo>
                    <a:pt x="1905076" y="913279"/>
                  </a:lnTo>
                  <a:lnTo>
                    <a:pt x="1903794" y="913279"/>
                  </a:lnTo>
                  <a:lnTo>
                    <a:pt x="1902512" y="913279"/>
                  </a:lnTo>
                  <a:lnTo>
                    <a:pt x="1901231" y="913279"/>
                  </a:lnTo>
                  <a:lnTo>
                    <a:pt x="1899949" y="913279"/>
                  </a:lnTo>
                  <a:lnTo>
                    <a:pt x="1898667" y="913279"/>
                  </a:lnTo>
                  <a:lnTo>
                    <a:pt x="1897385" y="913279"/>
                  </a:lnTo>
                  <a:lnTo>
                    <a:pt x="1896103" y="913279"/>
                  </a:lnTo>
                  <a:lnTo>
                    <a:pt x="1894821" y="913279"/>
                  </a:lnTo>
                  <a:lnTo>
                    <a:pt x="1893540" y="913279"/>
                  </a:lnTo>
                  <a:lnTo>
                    <a:pt x="1892258" y="913279"/>
                  </a:lnTo>
                  <a:lnTo>
                    <a:pt x="1890976" y="913279"/>
                  </a:lnTo>
                  <a:lnTo>
                    <a:pt x="1889694" y="913279"/>
                  </a:lnTo>
                  <a:lnTo>
                    <a:pt x="1888412" y="913279"/>
                  </a:lnTo>
                  <a:lnTo>
                    <a:pt x="1887130" y="913279"/>
                  </a:lnTo>
                  <a:lnTo>
                    <a:pt x="1885848" y="913279"/>
                  </a:lnTo>
                  <a:lnTo>
                    <a:pt x="1884567" y="913279"/>
                  </a:lnTo>
                  <a:lnTo>
                    <a:pt x="1883285" y="913279"/>
                  </a:lnTo>
                  <a:lnTo>
                    <a:pt x="1882003" y="913279"/>
                  </a:lnTo>
                  <a:lnTo>
                    <a:pt x="1880721" y="913279"/>
                  </a:lnTo>
                  <a:lnTo>
                    <a:pt x="1879439" y="913279"/>
                  </a:lnTo>
                  <a:lnTo>
                    <a:pt x="1878157" y="913279"/>
                  </a:lnTo>
                  <a:lnTo>
                    <a:pt x="1876876" y="913279"/>
                  </a:lnTo>
                  <a:lnTo>
                    <a:pt x="1875594" y="913279"/>
                  </a:lnTo>
                  <a:lnTo>
                    <a:pt x="1874312" y="913279"/>
                  </a:lnTo>
                  <a:lnTo>
                    <a:pt x="1873030" y="913279"/>
                  </a:lnTo>
                  <a:lnTo>
                    <a:pt x="1871748" y="913279"/>
                  </a:lnTo>
                  <a:lnTo>
                    <a:pt x="1870466" y="913279"/>
                  </a:lnTo>
                  <a:lnTo>
                    <a:pt x="1869185" y="913279"/>
                  </a:lnTo>
                  <a:lnTo>
                    <a:pt x="1867903" y="913279"/>
                  </a:lnTo>
                  <a:lnTo>
                    <a:pt x="1866621" y="913279"/>
                  </a:lnTo>
                  <a:lnTo>
                    <a:pt x="1865339" y="913279"/>
                  </a:lnTo>
                  <a:lnTo>
                    <a:pt x="1864057" y="913279"/>
                  </a:lnTo>
                  <a:lnTo>
                    <a:pt x="1862775" y="913279"/>
                  </a:lnTo>
                  <a:lnTo>
                    <a:pt x="1861493" y="913279"/>
                  </a:lnTo>
                  <a:lnTo>
                    <a:pt x="1860212" y="913279"/>
                  </a:lnTo>
                  <a:lnTo>
                    <a:pt x="1858930" y="913279"/>
                  </a:lnTo>
                  <a:lnTo>
                    <a:pt x="1857648" y="913279"/>
                  </a:lnTo>
                  <a:lnTo>
                    <a:pt x="1856366" y="913279"/>
                  </a:lnTo>
                  <a:lnTo>
                    <a:pt x="1855084" y="913279"/>
                  </a:lnTo>
                  <a:lnTo>
                    <a:pt x="1853802" y="913279"/>
                  </a:lnTo>
                  <a:lnTo>
                    <a:pt x="1852521" y="913279"/>
                  </a:lnTo>
                  <a:lnTo>
                    <a:pt x="1851239" y="913279"/>
                  </a:lnTo>
                  <a:lnTo>
                    <a:pt x="1849957" y="913279"/>
                  </a:lnTo>
                  <a:lnTo>
                    <a:pt x="1848675" y="913279"/>
                  </a:lnTo>
                  <a:lnTo>
                    <a:pt x="1847393" y="913279"/>
                  </a:lnTo>
                  <a:lnTo>
                    <a:pt x="1846111" y="913279"/>
                  </a:lnTo>
                  <a:lnTo>
                    <a:pt x="1844829" y="913279"/>
                  </a:lnTo>
                  <a:lnTo>
                    <a:pt x="1843548" y="913279"/>
                  </a:lnTo>
                  <a:lnTo>
                    <a:pt x="1842266" y="913279"/>
                  </a:lnTo>
                  <a:lnTo>
                    <a:pt x="1840984" y="913279"/>
                  </a:lnTo>
                  <a:lnTo>
                    <a:pt x="1839702" y="913279"/>
                  </a:lnTo>
                  <a:lnTo>
                    <a:pt x="1838420" y="913279"/>
                  </a:lnTo>
                  <a:lnTo>
                    <a:pt x="1837138" y="913279"/>
                  </a:lnTo>
                  <a:lnTo>
                    <a:pt x="1835857" y="913279"/>
                  </a:lnTo>
                  <a:lnTo>
                    <a:pt x="1834575" y="913279"/>
                  </a:lnTo>
                  <a:lnTo>
                    <a:pt x="1833293" y="913279"/>
                  </a:lnTo>
                  <a:lnTo>
                    <a:pt x="1832011" y="913279"/>
                  </a:lnTo>
                  <a:lnTo>
                    <a:pt x="1830729" y="913279"/>
                  </a:lnTo>
                  <a:lnTo>
                    <a:pt x="1829447" y="913279"/>
                  </a:lnTo>
                  <a:lnTo>
                    <a:pt x="1828165" y="913279"/>
                  </a:lnTo>
                  <a:lnTo>
                    <a:pt x="1826884" y="913279"/>
                  </a:lnTo>
                  <a:lnTo>
                    <a:pt x="1825602" y="913279"/>
                  </a:lnTo>
                  <a:lnTo>
                    <a:pt x="1824320" y="913279"/>
                  </a:lnTo>
                  <a:lnTo>
                    <a:pt x="1823038" y="913279"/>
                  </a:lnTo>
                  <a:lnTo>
                    <a:pt x="1821756" y="913279"/>
                  </a:lnTo>
                  <a:lnTo>
                    <a:pt x="1820474" y="913279"/>
                  </a:lnTo>
                  <a:lnTo>
                    <a:pt x="1819193" y="913279"/>
                  </a:lnTo>
                  <a:lnTo>
                    <a:pt x="1817911" y="913279"/>
                  </a:lnTo>
                  <a:lnTo>
                    <a:pt x="1816629" y="913279"/>
                  </a:lnTo>
                  <a:lnTo>
                    <a:pt x="1815347" y="913279"/>
                  </a:lnTo>
                  <a:lnTo>
                    <a:pt x="1814065" y="913279"/>
                  </a:lnTo>
                  <a:lnTo>
                    <a:pt x="1812783" y="913279"/>
                  </a:lnTo>
                  <a:lnTo>
                    <a:pt x="1811502" y="913279"/>
                  </a:lnTo>
                  <a:lnTo>
                    <a:pt x="1810220" y="913279"/>
                  </a:lnTo>
                  <a:lnTo>
                    <a:pt x="1808938" y="913279"/>
                  </a:lnTo>
                  <a:lnTo>
                    <a:pt x="1807656" y="913279"/>
                  </a:lnTo>
                  <a:lnTo>
                    <a:pt x="1806374" y="913279"/>
                  </a:lnTo>
                  <a:lnTo>
                    <a:pt x="1805092" y="913279"/>
                  </a:lnTo>
                  <a:lnTo>
                    <a:pt x="1803810" y="913279"/>
                  </a:lnTo>
                  <a:lnTo>
                    <a:pt x="1802529" y="913279"/>
                  </a:lnTo>
                  <a:lnTo>
                    <a:pt x="1801247" y="913279"/>
                  </a:lnTo>
                  <a:lnTo>
                    <a:pt x="1799965" y="913279"/>
                  </a:lnTo>
                  <a:lnTo>
                    <a:pt x="1798683" y="913279"/>
                  </a:lnTo>
                  <a:lnTo>
                    <a:pt x="1797401" y="913279"/>
                  </a:lnTo>
                  <a:lnTo>
                    <a:pt x="1796119" y="913279"/>
                  </a:lnTo>
                  <a:lnTo>
                    <a:pt x="1794838" y="913279"/>
                  </a:lnTo>
                  <a:lnTo>
                    <a:pt x="1793556" y="913279"/>
                  </a:lnTo>
                  <a:lnTo>
                    <a:pt x="1792274" y="913279"/>
                  </a:lnTo>
                  <a:lnTo>
                    <a:pt x="1790992" y="913279"/>
                  </a:lnTo>
                  <a:lnTo>
                    <a:pt x="1789710" y="913279"/>
                  </a:lnTo>
                  <a:lnTo>
                    <a:pt x="1788428" y="913279"/>
                  </a:lnTo>
                  <a:lnTo>
                    <a:pt x="1787146" y="913279"/>
                  </a:lnTo>
                  <a:lnTo>
                    <a:pt x="1785865" y="913279"/>
                  </a:lnTo>
                  <a:lnTo>
                    <a:pt x="1784583" y="913279"/>
                  </a:lnTo>
                  <a:lnTo>
                    <a:pt x="1783301" y="913279"/>
                  </a:lnTo>
                  <a:lnTo>
                    <a:pt x="1782019" y="913279"/>
                  </a:lnTo>
                  <a:lnTo>
                    <a:pt x="1780737" y="913279"/>
                  </a:lnTo>
                  <a:lnTo>
                    <a:pt x="1779455" y="913279"/>
                  </a:lnTo>
                  <a:lnTo>
                    <a:pt x="1778174" y="913279"/>
                  </a:lnTo>
                  <a:lnTo>
                    <a:pt x="1776892" y="913279"/>
                  </a:lnTo>
                  <a:lnTo>
                    <a:pt x="1775610" y="913279"/>
                  </a:lnTo>
                  <a:lnTo>
                    <a:pt x="1774328" y="913279"/>
                  </a:lnTo>
                  <a:lnTo>
                    <a:pt x="1773046" y="913279"/>
                  </a:lnTo>
                  <a:lnTo>
                    <a:pt x="1771764" y="913279"/>
                  </a:lnTo>
                  <a:lnTo>
                    <a:pt x="1770483" y="913279"/>
                  </a:lnTo>
                  <a:lnTo>
                    <a:pt x="1769201" y="913279"/>
                  </a:lnTo>
                  <a:lnTo>
                    <a:pt x="1767919" y="913279"/>
                  </a:lnTo>
                  <a:lnTo>
                    <a:pt x="1766637" y="913279"/>
                  </a:lnTo>
                  <a:lnTo>
                    <a:pt x="1765355" y="913279"/>
                  </a:lnTo>
                  <a:lnTo>
                    <a:pt x="1764073" y="913279"/>
                  </a:lnTo>
                  <a:lnTo>
                    <a:pt x="1762791" y="913279"/>
                  </a:lnTo>
                  <a:lnTo>
                    <a:pt x="1761510" y="913279"/>
                  </a:lnTo>
                  <a:lnTo>
                    <a:pt x="1760228" y="913279"/>
                  </a:lnTo>
                  <a:lnTo>
                    <a:pt x="1758946" y="913279"/>
                  </a:lnTo>
                  <a:lnTo>
                    <a:pt x="1757664" y="913279"/>
                  </a:lnTo>
                  <a:lnTo>
                    <a:pt x="1756382" y="913279"/>
                  </a:lnTo>
                  <a:lnTo>
                    <a:pt x="1755100" y="913279"/>
                  </a:lnTo>
                  <a:lnTo>
                    <a:pt x="1753819" y="913279"/>
                  </a:lnTo>
                  <a:lnTo>
                    <a:pt x="1752537" y="913279"/>
                  </a:lnTo>
                  <a:lnTo>
                    <a:pt x="1751255" y="913279"/>
                  </a:lnTo>
                  <a:lnTo>
                    <a:pt x="1749973" y="913279"/>
                  </a:lnTo>
                  <a:lnTo>
                    <a:pt x="1748691" y="913279"/>
                  </a:lnTo>
                  <a:lnTo>
                    <a:pt x="1747409" y="913279"/>
                  </a:lnTo>
                  <a:lnTo>
                    <a:pt x="1746127" y="913279"/>
                  </a:lnTo>
                  <a:lnTo>
                    <a:pt x="1744846" y="913279"/>
                  </a:lnTo>
                  <a:lnTo>
                    <a:pt x="1743564" y="913279"/>
                  </a:lnTo>
                  <a:lnTo>
                    <a:pt x="1742282" y="913279"/>
                  </a:lnTo>
                  <a:lnTo>
                    <a:pt x="1741000" y="913279"/>
                  </a:lnTo>
                  <a:lnTo>
                    <a:pt x="1739718" y="913279"/>
                  </a:lnTo>
                  <a:lnTo>
                    <a:pt x="1738436" y="913279"/>
                  </a:lnTo>
                  <a:lnTo>
                    <a:pt x="1737155" y="913279"/>
                  </a:lnTo>
                  <a:lnTo>
                    <a:pt x="1735873" y="913279"/>
                  </a:lnTo>
                  <a:lnTo>
                    <a:pt x="1734591" y="913279"/>
                  </a:lnTo>
                  <a:lnTo>
                    <a:pt x="1733309" y="913279"/>
                  </a:lnTo>
                  <a:lnTo>
                    <a:pt x="1732027" y="913279"/>
                  </a:lnTo>
                  <a:lnTo>
                    <a:pt x="1730745" y="913279"/>
                  </a:lnTo>
                  <a:lnTo>
                    <a:pt x="1729464" y="913279"/>
                  </a:lnTo>
                  <a:lnTo>
                    <a:pt x="1728182" y="913279"/>
                  </a:lnTo>
                  <a:lnTo>
                    <a:pt x="1726900" y="913279"/>
                  </a:lnTo>
                  <a:lnTo>
                    <a:pt x="1725618" y="913279"/>
                  </a:lnTo>
                  <a:lnTo>
                    <a:pt x="1724336" y="913279"/>
                  </a:lnTo>
                  <a:lnTo>
                    <a:pt x="1723054" y="913279"/>
                  </a:lnTo>
                  <a:lnTo>
                    <a:pt x="1721772" y="913279"/>
                  </a:lnTo>
                  <a:lnTo>
                    <a:pt x="1720491" y="913279"/>
                  </a:lnTo>
                  <a:lnTo>
                    <a:pt x="1719209" y="913279"/>
                  </a:lnTo>
                  <a:lnTo>
                    <a:pt x="1717927" y="913279"/>
                  </a:lnTo>
                  <a:lnTo>
                    <a:pt x="1716645" y="913279"/>
                  </a:lnTo>
                  <a:lnTo>
                    <a:pt x="1715363" y="913279"/>
                  </a:lnTo>
                  <a:lnTo>
                    <a:pt x="1714081" y="913279"/>
                  </a:lnTo>
                  <a:lnTo>
                    <a:pt x="1712800" y="913279"/>
                  </a:lnTo>
                  <a:lnTo>
                    <a:pt x="1711518" y="913279"/>
                  </a:lnTo>
                  <a:lnTo>
                    <a:pt x="1710236" y="913279"/>
                  </a:lnTo>
                  <a:lnTo>
                    <a:pt x="1708954" y="913279"/>
                  </a:lnTo>
                  <a:lnTo>
                    <a:pt x="1707672" y="913279"/>
                  </a:lnTo>
                  <a:lnTo>
                    <a:pt x="1706390" y="913279"/>
                  </a:lnTo>
                  <a:lnTo>
                    <a:pt x="1705108" y="913279"/>
                  </a:lnTo>
                  <a:lnTo>
                    <a:pt x="1703827" y="913279"/>
                  </a:lnTo>
                  <a:lnTo>
                    <a:pt x="1702545" y="913279"/>
                  </a:lnTo>
                  <a:lnTo>
                    <a:pt x="1701263" y="913279"/>
                  </a:lnTo>
                  <a:lnTo>
                    <a:pt x="1699981" y="913279"/>
                  </a:lnTo>
                  <a:lnTo>
                    <a:pt x="1698699" y="913279"/>
                  </a:lnTo>
                  <a:lnTo>
                    <a:pt x="1697417" y="913279"/>
                  </a:lnTo>
                  <a:lnTo>
                    <a:pt x="1696136" y="913279"/>
                  </a:lnTo>
                  <a:lnTo>
                    <a:pt x="1694854" y="913279"/>
                  </a:lnTo>
                  <a:lnTo>
                    <a:pt x="1693572" y="913279"/>
                  </a:lnTo>
                  <a:lnTo>
                    <a:pt x="1692290" y="913279"/>
                  </a:lnTo>
                  <a:lnTo>
                    <a:pt x="1691008" y="913279"/>
                  </a:lnTo>
                  <a:lnTo>
                    <a:pt x="1689726" y="913279"/>
                  </a:lnTo>
                  <a:lnTo>
                    <a:pt x="1688444" y="913279"/>
                  </a:lnTo>
                  <a:lnTo>
                    <a:pt x="1687163" y="913279"/>
                  </a:lnTo>
                  <a:lnTo>
                    <a:pt x="1685881" y="913279"/>
                  </a:lnTo>
                  <a:lnTo>
                    <a:pt x="1684599" y="913279"/>
                  </a:lnTo>
                  <a:lnTo>
                    <a:pt x="1683317" y="913279"/>
                  </a:lnTo>
                  <a:lnTo>
                    <a:pt x="1682035" y="913279"/>
                  </a:lnTo>
                  <a:lnTo>
                    <a:pt x="1680753" y="913279"/>
                  </a:lnTo>
                  <a:lnTo>
                    <a:pt x="1679472" y="913279"/>
                  </a:lnTo>
                  <a:lnTo>
                    <a:pt x="1678190" y="913279"/>
                  </a:lnTo>
                  <a:lnTo>
                    <a:pt x="1676908" y="913279"/>
                  </a:lnTo>
                  <a:lnTo>
                    <a:pt x="1675626" y="913279"/>
                  </a:lnTo>
                  <a:lnTo>
                    <a:pt x="1674344" y="913279"/>
                  </a:lnTo>
                  <a:lnTo>
                    <a:pt x="1673062" y="913279"/>
                  </a:lnTo>
                  <a:lnTo>
                    <a:pt x="1671781" y="913279"/>
                  </a:lnTo>
                  <a:lnTo>
                    <a:pt x="1670499" y="913279"/>
                  </a:lnTo>
                  <a:lnTo>
                    <a:pt x="1669217" y="913279"/>
                  </a:lnTo>
                  <a:lnTo>
                    <a:pt x="1667935" y="913279"/>
                  </a:lnTo>
                  <a:lnTo>
                    <a:pt x="1666653" y="913279"/>
                  </a:lnTo>
                  <a:lnTo>
                    <a:pt x="1665371" y="913279"/>
                  </a:lnTo>
                  <a:lnTo>
                    <a:pt x="1664089" y="913279"/>
                  </a:lnTo>
                  <a:lnTo>
                    <a:pt x="1662808" y="913279"/>
                  </a:lnTo>
                  <a:lnTo>
                    <a:pt x="1661526" y="913279"/>
                  </a:lnTo>
                  <a:lnTo>
                    <a:pt x="1660244" y="913279"/>
                  </a:lnTo>
                  <a:lnTo>
                    <a:pt x="1658962" y="913279"/>
                  </a:lnTo>
                  <a:lnTo>
                    <a:pt x="1657680" y="913279"/>
                  </a:lnTo>
                  <a:lnTo>
                    <a:pt x="1656398" y="913279"/>
                  </a:lnTo>
                  <a:lnTo>
                    <a:pt x="1655117" y="913279"/>
                  </a:lnTo>
                  <a:lnTo>
                    <a:pt x="1653835" y="913279"/>
                  </a:lnTo>
                  <a:lnTo>
                    <a:pt x="1652553" y="913279"/>
                  </a:lnTo>
                  <a:lnTo>
                    <a:pt x="1651271" y="913279"/>
                  </a:lnTo>
                  <a:lnTo>
                    <a:pt x="1649989" y="913279"/>
                  </a:lnTo>
                  <a:lnTo>
                    <a:pt x="1648707" y="913279"/>
                  </a:lnTo>
                  <a:lnTo>
                    <a:pt x="1647425" y="913279"/>
                  </a:lnTo>
                  <a:lnTo>
                    <a:pt x="1646144" y="913279"/>
                  </a:lnTo>
                  <a:lnTo>
                    <a:pt x="1644862" y="913279"/>
                  </a:lnTo>
                  <a:lnTo>
                    <a:pt x="1643580" y="913279"/>
                  </a:lnTo>
                  <a:lnTo>
                    <a:pt x="1642298" y="913279"/>
                  </a:lnTo>
                  <a:lnTo>
                    <a:pt x="1641016" y="913279"/>
                  </a:lnTo>
                  <a:lnTo>
                    <a:pt x="1639734" y="913279"/>
                  </a:lnTo>
                  <a:lnTo>
                    <a:pt x="1638453" y="913279"/>
                  </a:lnTo>
                  <a:lnTo>
                    <a:pt x="1637171" y="913279"/>
                  </a:lnTo>
                  <a:lnTo>
                    <a:pt x="1635889" y="913279"/>
                  </a:lnTo>
                  <a:lnTo>
                    <a:pt x="1634607" y="913279"/>
                  </a:lnTo>
                  <a:lnTo>
                    <a:pt x="1633325" y="913279"/>
                  </a:lnTo>
                  <a:lnTo>
                    <a:pt x="1632043" y="913279"/>
                  </a:lnTo>
                  <a:lnTo>
                    <a:pt x="1630762" y="913279"/>
                  </a:lnTo>
                  <a:lnTo>
                    <a:pt x="1629480" y="913279"/>
                  </a:lnTo>
                  <a:lnTo>
                    <a:pt x="1628198" y="913279"/>
                  </a:lnTo>
                  <a:lnTo>
                    <a:pt x="1626916" y="913279"/>
                  </a:lnTo>
                  <a:lnTo>
                    <a:pt x="1625634" y="913279"/>
                  </a:lnTo>
                  <a:lnTo>
                    <a:pt x="1624352" y="913279"/>
                  </a:lnTo>
                  <a:lnTo>
                    <a:pt x="1623070" y="913279"/>
                  </a:lnTo>
                  <a:lnTo>
                    <a:pt x="1621789" y="913279"/>
                  </a:lnTo>
                  <a:lnTo>
                    <a:pt x="1620507" y="913279"/>
                  </a:lnTo>
                  <a:lnTo>
                    <a:pt x="1619225" y="913279"/>
                  </a:lnTo>
                  <a:lnTo>
                    <a:pt x="1617943" y="913279"/>
                  </a:lnTo>
                  <a:lnTo>
                    <a:pt x="1616661" y="913279"/>
                  </a:lnTo>
                  <a:lnTo>
                    <a:pt x="1615379" y="913279"/>
                  </a:lnTo>
                  <a:lnTo>
                    <a:pt x="1614098" y="913279"/>
                  </a:lnTo>
                  <a:lnTo>
                    <a:pt x="1612816" y="913279"/>
                  </a:lnTo>
                  <a:lnTo>
                    <a:pt x="1611534" y="913279"/>
                  </a:lnTo>
                  <a:lnTo>
                    <a:pt x="1610252" y="913279"/>
                  </a:lnTo>
                  <a:lnTo>
                    <a:pt x="1608970" y="913279"/>
                  </a:lnTo>
                  <a:lnTo>
                    <a:pt x="1607688" y="913279"/>
                  </a:lnTo>
                  <a:lnTo>
                    <a:pt x="1606406" y="913279"/>
                  </a:lnTo>
                  <a:lnTo>
                    <a:pt x="1605125" y="913279"/>
                  </a:lnTo>
                  <a:lnTo>
                    <a:pt x="1603843" y="913279"/>
                  </a:lnTo>
                  <a:lnTo>
                    <a:pt x="1602561" y="913279"/>
                  </a:lnTo>
                  <a:lnTo>
                    <a:pt x="1601279" y="913279"/>
                  </a:lnTo>
                  <a:lnTo>
                    <a:pt x="1599997" y="913279"/>
                  </a:lnTo>
                  <a:lnTo>
                    <a:pt x="1598715" y="913279"/>
                  </a:lnTo>
                  <a:lnTo>
                    <a:pt x="1597434" y="913279"/>
                  </a:lnTo>
                  <a:lnTo>
                    <a:pt x="1596152" y="913279"/>
                  </a:lnTo>
                  <a:lnTo>
                    <a:pt x="1594870" y="913279"/>
                  </a:lnTo>
                  <a:lnTo>
                    <a:pt x="1593588" y="913279"/>
                  </a:lnTo>
                  <a:lnTo>
                    <a:pt x="1592306" y="913279"/>
                  </a:lnTo>
                  <a:lnTo>
                    <a:pt x="1591024" y="913279"/>
                  </a:lnTo>
                  <a:lnTo>
                    <a:pt x="1589743" y="913279"/>
                  </a:lnTo>
                  <a:lnTo>
                    <a:pt x="1588461" y="913279"/>
                  </a:lnTo>
                  <a:lnTo>
                    <a:pt x="1587179" y="913279"/>
                  </a:lnTo>
                  <a:lnTo>
                    <a:pt x="1585897" y="913279"/>
                  </a:lnTo>
                  <a:lnTo>
                    <a:pt x="1584615" y="913279"/>
                  </a:lnTo>
                  <a:lnTo>
                    <a:pt x="1583333" y="913279"/>
                  </a:lnTo>
                  <a:lnTo>
                    <a:pt x="1582051" y="913279"/>
                  </a:lnTo>
                  <a:lnTo>
                    <a:pt x="1580770" y="913279"/>
                  </a:lnTo>
                  <a:lnTo>
                    <a:pt x="1579488" y="913279"/>
                  </a:lnTo>
                  <a:lnTo>
                    <a:pt x="1578206" y="913279"/>
                  </a:lnTo>
                  <a:lnTo>
                    <a:pt x="1576924" y="913279"/>
                  </a:lnTo>
                  <a:lnTo>
                    <a:pt x="1575642" y="913279"/>
                  </a:lnTo>
                  <a:lnTo>
                    <a:pt x="1574360" y="913279"/>
                  </a:lnTo>
                  <a:lnTo>
                    <a:pt x="1573079" y="913279"/>
                  </a:lnTo>
                  <a:lnTo>
                    <a:pt x="1571797" y="913279"/>
                  </a:lnTo>
                  <a:lnTo>
                    <a:pt x="1570515" y="913279"/>
                  </a:lnTo>
                  <a:lnTo>
                    <a:pt x="1569233" y="913279"/>
                  </a:lnTo>
                  <a:lnTo>
                    <a:pt x="1567951" y="913279"/>
                  </a:lnTo>
                  <a:lnTo>
                    <a:pt x="1566669" y="913279"/>
                  </a:lnTo>
                  <a:lnTo>
                    <a:pt x="1565387" y="913279"/>
                  </a:lnTo>
                  <a:lnTo>
                    <a:pt x="1564106" y="913279"/>
                  </a:lnTo>
                  <a:lnTo>
                    <a:pt x="1562824" y="913279"/>
                  </a:lnTo>
                  <a:lnTo>
                    <a:pt x="1561542" y="913279"/>
                  </a:lnTo>
                  <a:lnTo>
                    <a:pt x="1560260" y="913279"/>
                  </a:lnTo>
                  <a:lnTo>
                    <a:pt x="1558978" y="913279"/>
                  </a:lnTo>
                  <a:lnTo>
                    <a:pt x="1557696" y="913279"/>
                  </a:lnTo>
                  <a:lnTo>
                    <a:pt x="1556415" y="913279"/>
                  </a:lnTo>
                  <a:lnTo>
                    <a:pt x="1555133" y="913279"/>
                  </a:lnTo>
                  <a:lnTo>
                    <a:pt x="1553851" y="913279"/>
                  </a:lnTo>
                  <a:lnTo>
                    <a:pt x="1552569" y="913279"/>
                  </a:lnTo>
                  <a:lnTo>
                    <a:pt x="1551287" y="913279"/>
                  </a:lnTo>
                  <a:lnTo>
                    <a:pt x="1550005" y="913279"/>
                  </a:lnTo>
                  <a:lnTo>
                    <a:pt x="1548723" y="913279"/>
                  </a:lnTo>
                  <a:lnTo>
                    <a:pt x="1547442" y="913279"/>
                  </a:lnTo>
                  <a:lnTo>
                    <a:pt x="1546160" y="913279"/>
                  </a:lnTo>
                  <a:lnTo>
                    <a:pt x="1544878" y="913279"/>
                  </a:lnTo>
                  <a:lnTo>
                    <a:pt x="1543596" y="913279"/>
                  </a:lnTo>
                  <a:lnTo>
                    <a:pt x="1542314" y="913279"/>
                  </a:lnTo>
                  <a:lnTo>
                    <a:pt x="1541032" y="913279"/>
                  </a:lnTo>
                  <a:lnTo>
                    <a:pt x="1539751" y="913279"/>
                  </a:lnTo>
                  <a:lnTo>
                    <a:pt x="1538469" y="913279"/>
                  </a:lnTo>
                  <a:lnTo>
                    <a:pt x="1537187" y="913279"/>
                  </a:lnTo>
                  <a:lnTo>
                    <a:pt x="1535905" y="913279"/>
                  </a:lnTo>
                  <a:lnTo>
                    <a:pt x="1534623" y="913279"/>
                  </a:lnTo>
                  <a:lnTo>
                    <a:pt x="1533341" y="913279"/>
                  </a:lnTo>
                  <a:lnTo>
                    <a:pt x="1532060" y="913279"/>
                  </a:lnTo>
                  <a:lnTo>
                    <a:pt x="1530778" y="913279"/>
                  </a:lnTo>
                  <a:lnTo>
                    <a:pt x="1529496" y="913279"/>
                  </a:lnTo>
                  <a:lnTo>
                    <a:pt x="1528214" y="913279"/>
                  </a:lnTo>
                  <a:lnTo>
                    <a:pt x="1526932" y="913279"/>
                  </a:lnTo>
                  <a:lnTo>
                    <a:pt x="1525650" y="913279"/>
                  </a:lnTo>
                  <a:lnTo>
                    <a:pt x="1524368" y="913279"/>
                  </a:lnTo>
                  <a:lnTo>
                    <a:pt x="1523087" y="913279"/>
                  </a:lnTo>
                  <a:lnTo>
                    <a:pt x="1521805" y="913279"/>
                  </a:lnTo>
                  <a:lnTo>
                    <a:pt x="1520523" y="913279"/>
                  </a:lnTo>
                  <a:lnTo>
                    <a:pt x="1519241" y="913279"/>
                  </a:lnTo>
                  <a:lnTo>
                    <a:pt x="1517959" y="913279"/>
                  </a:lnTo>
                  <a:lnTo>
                    <a:pt x="1516677" y="913279"/>
                  </a:lnTo>
                  <a:lnTo>
                    <a:pt x="1515396" y="913279"/>
                  </a:lnTo>
                  <a:lnTo>
                    <a:pt x="1514114" y="913279"/>
                  </a:lnTo>
                  <a:lnTo>
                    <a:pt x="1512832" y="913279"/>
                  </a:lnTo>
                  <a:lnTo>
                    <a:pt x="1511550" y="913279"/>
                  </a:lnTo>
                  <a:lnTo>
                    <a:pt x="1510268" y="913279"/>
                  </a:lnTo>
                  <a:lnTo>
                    <a:pt x="1508986" y="913279"/>
                  </a:lnTo>
                  <a:lnTo>
                    <a:pt x="1507704" y="913279"/>
                  </a:lnTo>
                  <a:lnTo>
                    <a:pt x="1506423" y="913279"/>
                  </a:lnTo>
                  <a:lnTo>
                    <a:pt x="1505141" y="913279"/>
                  </a:lnTo>
                  <a:lnTo>
                    <a:pt x="1503859" y="913279"/>
                  </a:lnTo>
                  <a:lnTo>
                    <a:pt x="1502577" y="913279"/>
                  </a:lnTo>
                  <a:lnTo>
                    <a:pt x="1501295" y="913279"/>
                  </a:lnTo>
                  <a:lnTo>
                    <a:pt x="1500013" y="913279"/>
                  </a:lnTo>
                  <a:lnTo>
                    <a:pt x="1498732" y="913279"/>
                  </a:lnTo>
                  <a:lnTo>
                    <a:pt x="1497450" y="913279"/>
                  </a:lnTo>
                  <a:lnTo>
                    <a:pt x="1496168" y="913279"/>
                  </a:lnTo>
                  <a:lnTo>
                    <a:pt x="1494886" y="913279"/>
                  </a:lnTo>
                  <a:lnTo>
                    <a:pt x="1493604" y="913279"/>
                  </a:lnTo>
                  <a:lnTo>
                    <a:pt x="1492322" y="913279"/>
                  </a:lnTo>
                  <a:lnTo>
                    <a:pt x="1491041" y="913279"/>
                  </a:lnTo>
                  <a:lnTo>
                    <a:pt x="1489759" y="913279"/>
                  </a:lnTo>
                  <a:lnTo>
                    <a:pt x="1488477" y="913279"/>
                  </a:lnTo>
                  <a:lnTo>
                    <a:pt x="1487195" y="913279"/>
                  </a:lnTo>
                  <a:lnTo>
                    <a:pt x="1485913" y="913279"/>
                  </a:lnTo>
                  <a:lnTo>
                    <a:pt x="1484631" y="913279"/>
                  </a:lnTo>
                  <a:lnTo>
                    <a:pt x="1483349" y="913279"/>
                  </a:lnTo>
                  <a:lnTo>
                    <a:pt x="1482068" y="913279"/>
                  </a:lnTo>
                  <a:lnTo>
                    <a:pt x="1480786" y="913279"/>
                  </a:lnTo>
                  <a:lnTo>
                    <a:pt x="1479504" y="913279"/>
                  </a:lnTo>
                  <a:lnTo>
                    <a:pt x="1478222" y="913279"/>
                  </a:lnTo>
                  <a:lnTo>
                    <a:pt x="1476940" y="913279"/>
                  </a:lnTo>
                  <a:lnTo>
                    <a:pt x="1475658" y="913279"/>
                  </a:lnTo>
                  <a:lnTo>
                    <a:pt x="1474377" y="913279"/>
                  </a:lnTo>
                  <a:lnTo>
                    <a:pt x="1473095" y="913279"/>
                  </a:lnTo>
                  <a:lnTo>
                    <a:pt x="1471813" y="913279"/>
                  </a:lnTo>
                  <a:lnTo>
                    <a:pt x="1470531" y="913279"/>
                  </a:lnTo>
                  <a:lnTo>
                    <a:pt x="1469249" y="913279"/>
                  </a:lnTo>
                  <a:lnTo>
                    <a:pt x="1467967" y="913279"/>
                  </a:lnTo>
                  <a:lnTo>
                    <a:pt x="1466685" y="913279"/>
                  </a:lnTo>
                  <a:lnTo>
                    <a:pt x="1465404" y="913279"/>
                  </a:lnTo>
                  <a:lnTo>
                    <a:pt x="1464122" y="913279"/>
                  </a:lnTo>
                  <a:lnTo>
                    <a:pt x="1462840" y="913279"/>
                  </a:lnTo>
                  <a:lnTo>
                    <a:pt x="1461558" y="913279"/>
                  </a:lnTo>
                  <a:lnTo>
                    <a:pt x="1460276" y="913279"/>
                  </a:lnTo>
                  <a:lnTo>
                    <a:pt x="1458994" y="913279"/>
                  </a:lnTo>
                  <a:lnTo>
                    <a:pt x="1457713" y="913279"/>
                  </a:lnTo>
                  <a:lnTo>
                    <a:pt x="1456431" y="913279"/>
                  </a:lnTo>
                  <a:lnTo>
                    <a:pt x="1455149" y="913279"/>
                  </a:lnTo>
                  <a:lnTo>
                    <a:pt x="1453867" y="913279"/>
                  </a:lnTo>
                  <a:lnTo>
                    <a:pt x="1452585" y="913279"/>
                  </a:lnTo>
                  <a:lnTo>
                    <a:pt x="1451303" y="913279"/>
                  </a:lnTo>
                  <a:lnTo>
                    <a:pt x="1450022" y="913279"/>
                  </a:lnTo>
                  <a:lnTo>
                    <a:pt x="1448740" y="913279"/>
                  </a:lnTo>
                  <a:lnTo>
                    <a:pt x="1447458" y="913279"/>
                  </a:lnTo>
                  <a:lnTo>
                    <a:pt x="1446176" y="913279"/>
                  </a:lnTo>
                  <a:lnTo>
                    <a:pt x="1444894" y="913279"/>
                  </a:lnTo>
                  <a:lnTo>
                    <a:pt x="1443612" y="913279"/>
                  </a:lnTo>
                  <a:lnTo>
                    <a:pt x="1442330" y="913279"/>
                  </a:lnTo>
                  <a:lnTo>
                    <a:pt x="1441049" y="913279"/>
                  </a:lnTo>
                  <a:lnTo>
                    <a:pt x="1439767" y="913279"/>
                  </a:lnTo>
                  <a:lnTo>
                    <a:pt x="1438485" y="913279"/>
                  </a:lnTo>
                  <a:lnTo>
                    <a:pt x="1437203" y="913279"/>
                  </a:lnTo>
                  <a:lnTo>
                    <a:pt x="1435921" y="913279"/>
                  </a:lnTo>
                  <a:lnTo>
                    <a:pt x="1434639" y="913279"/>
                  </a:lnTo>
                  <a:lnTo>
                    <a:pt x="1433358" y="913279"/>
                  </a:lnTo>
                  <a:lnTo>
                    <a:pt x="1432076" y="913279"/>
                  </a:lnTo>
                  <a:lnTo>
                    <a:pt x="1430794" y="913279"/>
                  </a:lnTo>
                  <a:lnTo>
                    <a:pt x="1429512" y="913279"/>
                  </a:lnTo>
                  <a:lnTo>
                    <a:pt x="1428230" y="913279"/>
                  </a:lnTo>
                  <a:lnTo>
                    <a:pt x="1426948" y="913279"/>
                  </a:lnTo>
                  <a:lnTo>
                    <a:pt x="1425666" y="913279"/>
                  </a:lnTo>
                  <a:lnTo>
                    <a:pt x="1424385" y="913279"/>
                  </a:lnTo>
                  <a:lnTo>
                    <a:pt x="1423103" y="913279"/>
                  </a:lnTo>
                  <a:lnTo>
                    <a:pt x="1421821" y="913279"/>
                  </a:lnTo>
                  <a:lnTo>
                    <a:pt x="1420539" y="913279"/>
                  </a:lnTo>
                  <a:lnTo>
                    <a:pt x="1419257" y="913279"/>
                  </a:lnTo>
                  <a:lnTo>
                    <a:pt x="1417975" y="913279"/>
                  </a:lnTo>
                  <a:lnTo>
                    <a:pt x="1416694" y="913279"/>
                  </a:lnTo>
                  <a:lnTo>
                    <a:pt x="1415412" y="913279"/>
                  </a:lnTo>
                  <a:lnTo>
                    <a:pt x="1414130" y="913279"/>
                  </a:lnTo>
                  <a:lnTo>
                    <a:pt x="1412848" y="913279"/>
                  </a:lnTo>
                  <a:lnTo>
                    <a:pt x="1411566" y="913279"/>
                  </a:lnTo>
                  <a:lnTo>
                    <a:pt x="1410284" y="913279"/>
                  </a:lnTo>
                  <a:lnTo>
                    <a:pt x="1409002" y="913279"/>
                  </a:lnTo>
                  <a:lnTo>
                    <a:pt x="1407721" y="913279"/>
                  </a:lnTo>
                  <a:lnTo>
                    <a:pt x="1406439" y="913279"/>
                  </a:lnTo>
                  <a:lnTo>
                    <a:pt x="1405157" y="913279"/>
                  </a:lnTo>
                  <a:lnTo>
                    <a:pt x="1403875" y="913279"/>
                  </a:lnTo>
                  <a:lnTo>
                    <a:pt x="1402593" y="913279"/>
                  </a:lnTo>
                  <a:lnTo>
                    <a:pt x="1401311" y="913279"/>
                  </a:lnTo>
                  <a:lnTo>
                    <a:pt x="1400030" y="913279"/>
                  </a:lnTo>
                  <a:lnTo>
                    <a:pt x="1398748" y="913279"/>
                  </a:lnTo>
                  <a:lnTo>
                    <a:pt x="1397466" y="913279"/>
                  </a:lnTo>
                  <a:lnTo>
                    <a:pt x="1396184" y="913279"/>
                  </a:lnTo>
                  <a:lnTo>
                    <a:pt x="1394902" y="913279"/>
                  </a:lnTo>
                  <a:lnTo>
                    <a:pt x="1393620" y="913279"/>
                  </a:lnTo>
                  <a:lnTo>
                    <a:pt x="1392339" y="913279"/>
                  </a:lnTo>
                  <a:lnTo>
                    <a:pt x="1391057" y="913279"/>
                  </a:lnTo>
                  <a:lnTo>
                    <a:pt x="1389775" y="913279"/>
                  </a:lnTo>
                  <a:lnTo>
                    <a:pt x="1388493" y="913279"/>
                  </a:lnTo>
                  <a:lnTo>
                    <a:pt x="1387211" y="913279"/>
                  </a:lnTo>
                  <a:lnTo>
                    <a:pt x="1385929" y="913279"/>
                  </a:lnTo>
                  <a:lnTo>
                    <a:pt x="1384647" y="913279"/>
                  </a:lnTo>
                  <a:lnTo>
                    <a:pt x="1383366" y="913279"/>
                  </a:lnTo>
                  <a:lnTo>
                    <a:pt x="1382084" y="913279"/>
                  </a:lnTo>
                  <a:lnTo>
                    <a:pt x="1380802" y="913279"/>
                  </a:lnTo>
                  <a:lnTo>
                    <a:pt x="1379520" y="913279"/>
                  </a:lnTo>
                  <a:lnTo>
                    <a:pt x="1378238" y="913279"/>
                  </a:lnTo>
                  <a:lnTo>
                    <a:pt x="1376956" y="913279"/>
                  </a:lnTo>
                  <a:lnTo>
                    <a:pt x="1375675" y="913279"/>
                  </a:lnTo>
                  <a:lnTo>
                    <a:pt x="1374393" y="913279"/>
                  </a:lnTo>
                  <a:lnTo>
                    <a:pt x="1373111" y="913279"/>
                  </a:lnTo>
                  <a:lnTo>
                    <a:pt x="1371829" y="913279"/>
                  </a:lnTo>
                  <a:lnTo>
                    <a:pt x="1370547" y="913279"/>
                  </a:lnTo>
                  <a:lnTo>
                    <a:pt x="1369265" y="913279"/>
                  </a:lnTo>
                  <a:lnTo>
                    <a:pt x="1367983" y="913279"/>
                  </a:lnTo>
                  <a:lnTo>
                    <a:pt x="1366702" y="913279"/>
                  </a:lnTo>
                  <a:lnTo>
                    <a:pt x="1365420" y="913279"/>
                  </a:lnTo>
                  <a:lnTo>
                    <a:pt x="1364138" y="913279"/>
                  </a:lnTo>
                  <a:lnTo>
                    <a:pt x="1362856" y="913279"/>
                  </a:lnTo>
                  <a:lnTo>
                    <a:pt x="1361574" y="913279"/>
                  </a:lnTo>
                  <a:lnTo>
                    <a:pt x="1360292" y="913279"/>
                  </a:lnTo>
                  <a:lnTo>
                    <a:pt x="1359011" y="913279"/>
                  </a:lnTo>
                  <a:lnTo>
                    <a:pt x="1357729" y="913279"/>
                  </a:lnTo>
                  <a:lnTo>
                    <a:pt x="1356447" y="913279"/>
                  </a:lnTo>
                  <a:lnTo>
                    <a:pt x="1355165" y="913279"/>
                  </a:lnTo>
                  <a:lnTo>
                    <a:pt x="1353883" y="913279"/>
                  </a:lnTo>
                  <a:lnTo>
                    <a:pt x="1352601" y="913279"/>
                  </a:lnTo>
                  <a:lnTo>
                    <a:pt x="1351320" y="913279"/>
                  </a:lnTo>
                  <a:lnTo>
                    <a:pt x="1350038" y="913279"/>
                  </a:lnTo>
                  <a:lnTo>
                    <a:pt x="1348756" y="913279"/>
                  </a:lnTo>
                  <a:lnTo>
                    <a:pt x="1347474" y="913279"/>
                  </a:lnTo>
                  <a:lnTo>
                    <a:pt x="1346192" y="913279"/>
                  </a:lnTo>
                  <a:lnTo>
                    <a:pt x="1344910" y="913279"/>
                  </a:lnTo>
                  <a:lnTo>
                    <a:pt x="1343628" y="913279"/>
                  </a:lnTo>
                  <a:lnTo>
                    <a:pt x="1342347" y="913279"/>
                  </a:lnTo>
                  <a:lnTo>
                    <a:pt x="1341065" y="913279"/>
                  </a:lnTo>
                  <a:lnTo>
                    <a:pt x="1339783" y="913279"/>
                  </a:lnTo>
                  <a:lnTo>
                    <a:pt x="1338501" y="913279"/>
                  </a:lnTo>
                  <a:lnTo>
                    <a:pt x="1337219" y="913279"/>
                  </a:lnTo>
                  <a:lnTo>
                    <a:pt x="1335937" y="913279"/>
                  </a:lnTo>
                  <a:lnTo>
                    <a:pt x="1334656" y="913279"/>
                  </a:lnTo>
                  <a:lnTo>
                    <a:pt x="1333374" y="913279"/>
                  </a:lnTo>
                  <a:lnTo>
                    <a:pt x="1332092" y="913279"/>
                  </a:lnTo>
                  <a:lnTo>
                    <a:pt x="1330810" y="913279"/>
                  </a:lnTo>
                  <a:lnTo>
                    <a:pt x="1329528" y="913279"/>
                  </a:lnTo>
                  <a:lnTo>
                    <a:pt x="1328246" y="913279"/>
                  </a:lnTo>
                  <a:lnTo>
                    <a:pt x="1326964" y="913279"/>
                  </a:lnTo>
                  <a:lnTo>
                    <a:pt x="1325683" y="913279"/>
                  </a:lnTo>
                  <a:lnTo>
                    <a:pt x="1324401" y="913279"/>
                  </a:lnTo>
                  <a:lnTo>
                    <a:pt x="1323119" y="913279"/>
                  </a:lnTo>
                  <a:lnTo>
                    <a:pt x="1321837" y="913279"/>
                  </a:lnTo>
                  <a:lnTo>
                    <a:pt x="1320555" y="913279"/>
                  </a:lnTo>
                  <a:lnTo>
                    <a:pt x="1319273" y="913279"/>
                  </a:lnTo>
                  <a:lnTo>
                    <a:pt x="1317992" y="913279"/>
                  </a:lnTo>
                  <a:lnTo>
                    <a:pt x="1316710" y="913279"/>
                  </a:lnTo>
                  <a:lnTo>
                    <a:pt x="1315428" y="913279"/>
                  </a:lnTo>
                  <a:lnTo>
                    <a:pt x="1314146" y="913279"/>
                  </a:lnTo>
                  <a:lnTo>
                    <a:pt x="1312864" y="913279"/>
                  </a:lnTo>
                  <a:lnTo>
                    <a:pt x="1311582" y="913279"/>
                  </a:lnTo>
                  <a:lnTo>
                    <a:pt x="1310300" y="913279"/>
                  </a:lnTo>
                  <a:lnTo>
                    <a:pt x="1309019" y="913279"/>
                  </a:lnTo>
                  <a:lnTo>
                    <a:pt x="1307737" y="913279"/>
                  </a:lnTo>
                  <a:lnTo>
                    <a:pt x="1306455" y="913279"/>
                  </a:lnTo>
                  <a:lnTo>
                    <a:pt x="1305173" y="913279"/>
                  </a:lnTo>
                  <a:lnTo>
                    <a:pt x="1303891" y="913279"/>
                  </a:lnTo>
                  <a:lnTo>
                    <a:pt x="1302609" y="913279"/>
                  </a:lnTo>
                  <a:lnTo>
                    <a:pt x="1301328" y="913279"/>
                  </a:lnTo>
                  <a:lnTo>
                    <a:pt x="1300046" y="913279"/>
                  </a:lnTo>
                  <a:lnTo>
                    <a:pt x="1298764" y="913279"/>
                  </a:lnTo>
                  <a:lnTo>
                    <a:pt x="1297482" y="913279"/>
                  </a:lnTo>
                  <a:lnTo>
                    <a:pt x="1296200" y="913279"/>
                  </a:lnTo>
                  <a:lnTo>
                    <a:pt x="1294918" y="913279"/>
                  </a:lnTo>
                  <a:lnTo>
                    <a:pt x="1293637" y="913279"/>
                  </a:lnTo>
                  <a:lnTo>
                    <a:pt x="1292355" y="913279"/>
                  </a:lnTo>
                  <a:lnTo>
                    <a:pt x="1291073" y="913279"/>
                  </a:lnTo>
                  <a:lnTo>
                    <a:pt x="1289791" y="913279"/>
                  </a:lnTo>
                  <a:lnTo>
                    <a:pt x="1288509" y="913279"/>
                  </a:lnTo>
                  <a:lnTo>
                    <a:pt x="1287227" y="913279"/>
                  </a:lnTo>
                  <a:lnTo>
                    <a:pt x="1285945" y="913279"/>
                  </a:lnTo>
                  <a:lnTo>
                    <a:pt x="1284664" y="913279"/>
                  </a:lnTo>
                  <a:lnTo>
                    <a:pt x="1283382" y="913279"/>
                  </a:lnTo>
                  <a:lnTo>
                    <a:pt x="1282100" y="913279"/>
                  </a:lnTo>
                  <a:lnTo>
                    <a:pt x="1280818" y="913279"/>
                  </a:lnTo>
                  <a:lnTo>
                    <a:pt x="1279536" y="913279"/>
                  </a:lnTo>
                  <a:lnTo>
                    <a:pt x="1278254" y="913279"/>
                  </a:lnTo>
                  <a:lnTo>
                    <a:pt x="1276973" y="913279"/>
                  </a:lnTo>
                  <a:lnTo>
                    <a:pt x="1275691" y="913279"/>
                  </a:lnTo>
                  <a:lnTo>
                    <a:pt x="1274409" y="913279"/>
                  </a:lnTo>
                  <a:lnTo>
                    <a:pt x="1273127" y="913279"/>
                  </a:lnTo>
                  <a:lnTo>
                    <a:pt x="1271845" y="913279"/>
                  </a:lnTo>
                  <a:lnTo>
                    <a:pt x="1270563" y="913279"/>
                  </a:lnTo>
                  <a:lnTo>
                    <a:pt x="1269281" y="913279"/>
                  </a:lnTo>
                  <a:lnTo>
                    <a:pt x="1268000" y="913279"/>
                  </a:lnTo>
                  <a:lnTo>
                    <a:pt x="1266718" y="913279"/>
                  </a:lnTo>
                  <a:lnTo>
                    <a:pt x="1265436" y="913279"/>
                  </a:lnTo>
                  <a:lnTo>
                    <a:pt x="1264154" y="913279"/>
                  </a:lnTo>
                  <a:lnTo>
                    <a:pt x="1262872" y="913279"/>
                  </a:lnTo>
                  <a:lnTo>
                    <a:pt x="1261590" y="913279"/>
                  </a:lnTo>
                  <a:lnTo>
                    <a:pt x="1260309" y="913279"/>
                  </a:lnTo>
                  <a:lnTo>
                    <a:pt x="1259027" y="913279"/>
                  </a:lnTo>
                  <a:lnTo>
                    <a:pt x="1257745" y="913279"/>
                  </a:lnTo>
                  <a:lnTo>
                    <a:pt x="1256463" y="913279"/>
                  </a:lnTo>
                  <a:lnTo>
                    <a:pt x="1255181" y="913279"/>
                  </a:lnTo>
                  <a:lnTo>
                    <a:pt x="1253899" y="913279"/>
                  </a:lnTo>
                  <a:lnTo>
                    <a:pt x="1252618" y="913279"/>
                  </a:lnTo>
                  <a:lnTo>
                    <a:pt x="1251336" y="913279"/>
                  </a:lnTo>
                  <a:lnTo>
                    <a:pt x="1250054" y="913279"/>
                  </a:lnTo>
                  <a:lnTo>
                    <a:pt x="1248772" y="913279"/>
                  </a:lnTo>
                  <a:lnTo>
                    <a:pt x="1247490" y="913279"/>
                  </a:lnTo>
                  <a:lnTo>
                    <a:pt x="1246208" y="913279"/>
                  </a:lnTo>
                  <a:lnTo>
                    <a:pt x="1244926" y="913279"/>
                  </a:lnTo>
                  <a:lnTo>
                    <a:pt x="1243645" y="913279"/>
                  </a:lnTo>
                  <a:lnTo>
                    <a:pt x="1242363" y="913279"/>
                  </a:lnTo>
                  <a:lnTo>
                    <a:pt x="1241081" y="913279"/>
                  </a:lnTo>
                  <a:lnTo>
                    <a:pt x="1239799" y="913279"/>
                  </a:lnTo>
                  <a:lnTo>
                    <a:pt x="1238517" y="913279"/>
                  </a:lnTo>
                  <a:lnTo>
                    <a:pt x="1237235" y="913279"/>
                  </a:lnTo>
                  <a:lnTo>
                    <a:pt x="1235954" y="913279"/>
                  </a:lnTo>
                  <a:lnTo>
                    <a:pt x="1234672" y="913279"/>
                  </a:lnTo>
                  <a:lnTo>
                    <a:pt x="1233390" y="913279"/>
                  </a:lnTo>
                  <a:lnTo>
                    <a:pt x="1232108" y="913279"/>
                  </a:lnTo>
                  <a:lnTo>
                    <a:pt x="1230826" y="913279"/>
                  </a:lnTo>
                  <a:lnTo>
                    <a:pt x="1229544" y="913279"/>
                  </a:lnTo>
                  <a:lnTo>
                    <a:pt x="1228262" y="913279"/>
                  </a:lnTo>
                  <a:lnTo>
                    <a:pt x="1226981" y="913279"/>
                  </a:lnTo>
                  <a:lnTo>
                    <a:pt x="1225699" y="913279"/>
                  </a:lnTo>
                  <a:lnTo>
                    <a:pt x="1224417" y="913279"/>
                  </a:lnTo>
                  <a:lnTo>
                    <a:pt x="1223135" y="913279"/>
                  </a:lnTo>
                  <a:lnTo>
                    <a:pt x="1221853" y="913279"/>
                  </a:lnTo>
                  <a:lnTo>
                    <a:pt x="1220571" y="913279"/>
                  </a:lnTo>
                  <a:lnTo>
                    <a:pt x="1219290" y="913279"/>
                  </a:lnTo>
                  <a:lnTo>
                    <a:pt x="1218008" y="913279"/>
                  </a:lnTo>
                  <a:lnTo>
                    <a:pt x="1216726" y="913279"/>
                  </a:lnTo>
                  <a:lnTo>
                    <a:pt x="1215444" y="913279"/>
                  </a:lnTo>
                  <a:lnTo>
                    <a:pt x="1214162" y="913279"/>
                  </a:lnTo>
                  <a:lnTo>
                    <a:pt x="1212880" y="913279"/>
                  </a:lnTo>
                  <a:lnTo>
                    <a:pt x="1211599" y="913279"/>
                  </a:lnTo>
                  <a:lnTo>
                    <a:pt x="1210317" y="913279"/>
                  </a:lnTo>
                  <a:lnTo>
                    <a:pt x="1209035" y="913279"/>
                  </a:lnTo>
                  <a:lnTo>
                    <a:pt x="1207753" y="913279"/>
                  </a:lnTo>
                  <a:lnTo>
                    <a:pt x="1206471" y="913279"/>
                  </a:lnTo>
                  <a:lnTo>
                    <a:pt x="1205189" y="913279"/>
                  </a:lnTo>
                  <a:lnTo>
                    <a:pt x="1203907" y="913279"/>
                  </a:lnTo>
                  <a:lnTo>
                    <a:pt x="1202626" y="913279"/>
                  </a:lnTo>
                  <a:lnTo>
                    <a:pt x="1201344" y="913279"/>
                  </a:lnTo>
                  <a:lnTo>
                    <a:pt x="1200062" y="913279"/>
                  </a:lnTo>
                  <a:lnTo>
                    <a:pt x="1198780" y="913279"/>
                  </a:lnTo>
                  <a:lnTo>
                    <a:pt x="1197498" y="913279"/>
                  </a:lnTo>
                  <a:lnTo>
                    <a:pt x="1196216" y="913279"/>
                  </a:lnTo>
                  <a:lnTo>
                    <a:pt x="1194935" y="913279"/>
                  </a:lnTo>
                  <a:lnTo>
                    <a:pt x="1193653" y="913279"/>
                  </a:lnTo>
                  <a:lnTo>
                    <a:pt x="1192371" y="913279"/>
                  </a:lnTo>
                  <a:lnTo>
                    <a:pt x="1191089" y="913279"/>
                  </a:lnTo>
                  <a:lnTo>
                    <a:pt x="1189807" y="913279"/>
                  </a:lnTo>
                  <a:lnTo>
                    <a:pt x="1188525" y="913279"/>
                  </a:lnTo>
                  <a:lnTo>
                    <a:pt x="1187243" y="913279"/>
                  </a:lnTo>
                  <a:lnTo>
                    <a:pt x="1185962" y="913279"/>
                  </a:lnTo>
                  <a:lnTo>
                    <a:pt x="1184680" y="913279"/>
                  </a:lnTo>
                  <a:lnTo>
                    <a:pt x="1183398" y="913279"/>
                  </a:lnTo>
                  <a:lnTo>
                    <a:pt x="1182116" y="913279"/>
                  </a:lnTo>
                  <a:lnTo>
                    <a:pt x="1180834" y="913279"/>
                  </a:lnTo>
                  <a:lnTo>
                    <a:pt x="1179552" y="913279"/>
                  </a:lnTo>
                  <a:lnTo>
                    <a:pt x="1178271" y="913279"/>
                  </a:lnTo>
                  <a:lnTo>
                    <a:pt x="1176989" y="913279"/>
                  </a:lnTo>
                  <a:lnTo>
                    <a:pt x="1175707" y="913279"/>
                  </a:lnTo>
                  <a:lnTo>
                    <a:pt x="1174425" y="913279"/>
                  </a:lnTo>
                  <a:lnTo>
                    <a:pt x="1173143" y="913279"/>
                  </a:lnTo>
                  <a:lnTo>
                    <a:pt x="1171861" y="913279"/>
                  </a:lnTo>
                  <a:lnTo>
                    <a:pt x="1170579" y="913279"/>
                  </a:lnTo>
                  <a:lnTo>
                    <a:pt x="1169298" y="913279"/>
                  </a:lnTo>
                  <a:lnTo>
                    <a:pt x="1168016" y="913279"/>
                  </a:lnTo>
                  <a:lnTo>
                    <a:pt x="1166734" y="913279"/>
                  </a:lnTo>
                  <a:lnTo>
                    <a:pt x="1165452" y="913279"/>
                  </a:lnTo>
                  <a:lnTo>
                    <a:pt x="1164170" y="913279"/>
                  </a:lnTo>
                  <a:lnTo>
                    <a:pt x="1162888" y="913279"/>
                  </a:lnTo>
                  <a:lnTo>
                    <a:pt x="1161607" y="913279"/>
                  </a:lnTo>
                  <a:lnTo>
                    <a:pt x="1160325" y="913279"/>
                  </a:lnTo>
                  <a:lnTo>
                    <a:pt x="1159043" y="913279"/>
                  </a:lnTo>
                  <a:lnTo>
                    <a:pt x="1157761" y="913279"/>
                  </a:lnTo>
                  <a:lnTo>
                    <a:pt x="1156479" y="913279"/>
                  </a:lnTo>
                  <a:lnTo>
                    <a:pt x="1155197" y="913279"/>
                  </a:lnTo>
                  <a:lnTo>
                    <a:pt x="1153916" y="913279"/>
                  </a:lnTo>
                  <a:lnTo>
                    <a:pt x="1152634" y="913279"/>
                  </a:lnTo>
                  <a:lnTo>
                    <a:pt x="1151352" y="913279"/>
                  </a:lnTo>
                  <a:lnTo>
                    <a:pt x="1150070" y="913279"/>
                  </a:lnTo>
                  <a:lnTo>
                    <a:pt x="1148788" y="913279"/>
                  </a:lnTo>
                  <a:lnTo>
                    <a:pt x="1147506" y="913279"/>
                  </a:lnTo>
                  <a:lnTo>
                    <a:pt x="1146224" y="913279"/>
                  </a:lnTo>
                  <a:lnTo>
                    <a:pt x="1144943" y="913279"/>
                  </a:lnTo>
                  <a:lnTo>
                    <a:pt x="1143661" y="913279"/>
                  </a:lnTo>
                  <a:lnTo>
                    <a:pt x="1142379" y="913279"/>
                  </a:lnTo>
                  <a:lnTo>
                    <a:pt x="1141097" y="913279"/>
                  </a:lnTo>
                  <a:lnTo>
                    <a:pt x="1139815" y="913279"/>
                  </a:lnTo>
                  <a:lnTo>
                    <a:pt x="1138533" y="913279"/>
                  </a:lnTo>
                  <a:lnTo>
                    <a:pt x="1137252" y="913279"/>
                  </a:lnTo>
                  <a:lnTo>
                    <a:pt x="1135970" y="913279"/>
                  </a:lnTo>
                  <a:lnTo>
                    <a:pt x="1134688" y="913279"/>
                  </a:lnTo>
                  <a:lnTo>
                    <a:pt x="1133406" y="913279"/>
                  </a:lnTo>
                  <a:lnTo>
                    <a:pt x="1132124" y="913279"/>
                  </a:lnTo>
                  <a:lnTo>
                    <a:pt x="1130842" y="913279"/>
                  </a:lnTo>
                  <a:lnTo>
                    <a:pt x="1129560" y="913279"/>
                  </a:lnTo>
                  <a:lnTo>
                    <a:pt x="1128279" y="913279"/>
                  </a:lnTo>
                  <a:lnTo>
                    <a:pt x="1126997" y="913279"/>
                  </a:lnTo>
                  <a:lnTo>
                    <a:pt x="1125715" y="913279"/>
                  </a:lnTo>
                  <a:lnTo>
                    <a:pt x="1124433" y="913279"/>
                  </a:lnTo>
                  <a:lnTo>
                    <a:pt x="1123151" y="913279"/>
                  </a:lnTo>
                  <a:lnTo>
                    <a:pt x="1121869" y="913279"/>
                  </a:lnTo>
                  <a:lnTo>
                    <a:pt x="1120588" y="913279"/>
                  </a:lnTo>
                  <a:lnTo>
                    <a:pt x="1119306" y="913279"/>
                  </a:lnTo>
                  <a:lnTo>
                    <a:pt x="1118024" y="913279"/>
                  </a:lnTo>
                  <a:lnTo>
                    <a:pt x="1116742" y="913279"/>
                  </a:lnTo>
                  <a:lnTo>
                    <a:pt x="1115460" y="913279"/>
                  </a:lnTo>
                  <a:lnTo>
                    <a:pt x="1114178" y="913279"/>
                  </a:lnTo>
                  <a:lnTo>
                    <a:pt x="1112897" y="913279"/>
                  </a:lnTo>
                  <a:lnTo>
                    <a:pt x="1111615" y="913279"/>
                  </a:lnTo>
                  <a:lnTo>
                    <a:pt x="1110333" y="913279"/>
                  </a:lnTo>
                  <a:lnTo>
                    <a:pt x="1109051" y="913279"/>
                  </a:lnTo>
                  <a:lnTo>
                    <a:pt x="1107769" y="913279"/>
                  </a:lnTo>
                  <a:lnTo>
                    <a:pt x="1106487" y="913279"/>
                  </a:lnTo>
                  <a:lnTo>
                    <a:pt x="1105205" y="913279"/>
                  </a:lnTo>
                  <a:lnTo>
                    <a:pt x="1103924" y="913279"/>
                  </a:lnTo>
                  <a:lnTo>
                    <a:pt x="1102642" y="913279"/>
                  </a:lnTo>
                  <a:lnTo>
                    <a:pt x="1101360" y="913279"/>
                  </a:lnTo>
                  <a:lnTo>
                    <a:pt x="1100078" y="913279"/>
                  </a:lnTo>
                  <a:lnTo>
                    <a:pt x="1098796" y="913279"/>
                  </a:lnTo>
                  <a:lnTo>
                    <a:pt x="1097514" y="913279"/>
                  </a:lnTo>
                  <a:lnTo>
                    <a:pt x="1096233" y="913279"/>
                  </a:lnTo>
                  <a:lnTo>
                    <a:pt x="1094951" y="913279"/>
                  </a:lnTo>
                  <a:lnTo>
                    <a:pt x="1093669" y="913279"/>
                  </a:lnTo>
                  <a:lnTo>
                    <a:pt x="1092387" y="913279"/>
                  </a:lnTo>
                  <a:lnTo>
                    <a:pt x="1091105" y="913279"/>
                  </a:lnTo>
                  <a:lnTo>
                    <a:pt x="1089823" y="913279"/>
                  </a:lnTo>
                  <a:lnTo>
                    <a:pt x="1088541" y="913279"/>
                  </a:lnTo>
                  <a:lnTo>
                    <a:pt x="1087260" y="913279"/>
                  </a:lnTo>
                  <a:lnTo>
                    <a:pt x="1085978" y="913279"/>
                  </a:lnTo>
                  <a:lnTo>
                    <a:pt x="1084696" y="913279"/>
                  </a:lnTo>
                  <a:lnTo>
                    <a:pt x="1083414" y="913279"/>
                  </a:lnTo>
                  <a:lnTo>
                    <a:pt x="1082132" y="913279"/>
                  </a:lnTo>
                  <a:lnTo>
                    <a:pt x="1080850" y="913279"/>
                  </a:lnTo>
                  <a:lnTo>
                    <a:pt x="1079569" y="913279"/>
                  </a:lnTo>
                  <a:lnTo>
                    <a:pt x="1078287" y="913279"/>
                  </a:lnTo>
                  <a:lnTo>
                    <a:pt x="1077005" y="913279"/>
                  </a:lnTo>
                  <a:lnTo>
                    <a:pt x="1075723" y="913279"/>
                  </a:lnTo>
                  <a:lnTo>
                    <a:pt x="1074441" y="913279"/>
                  </a:lnTo>
                  <a:lnTo>
                    <a:pt x="1073159" y="913279"/>
                  </a:lnTo>
                  <a:lnTo>
                    <a:pt x="1071878" y="913279"/>
                  </a:lnTo>
                  <a:lnTo>
                    <a:pt x="1070596" y="913279"/>
                  </a:lnTo>
                  <a:lnTo>
                    <a:pt x="1069314" y="913279"/>
                  </a:lnTo>
                  <a:lnTo>
                    <a:pt x="1068032" y="913279"/>
                  </a:lnTo>
                  <a:lnTo>
                    <a:pt x="1066750" y="913279"/>
                  </a:lnTo>
                  <a:lnTo>
                    <a:pt x="1065468" y="913279"/>
                  </a:lnTo>
                  <a:lnTo>
                    <a:pt x="1064186" y="913279"/>
                  </a:lnTo>
                  <a:lnTo>
                    <a:pt x="1062905" y="913279"/>
                  </a:lnTo>
                  <a:lnTo>
                    <a:pt x="1061623" y="913279"/>
                  </a:lnTo>
                  <a:lnTo>
                    <a:pt x="1060341" y="913279"/>
                  </a:lnTo>
                  <a:lnTo>
                    <a:pt x="1059059" y="913279"/>
                  </a:lnTo>
                  <a:lnTo>
                    <a:pt x="1057777" y="913279"/>
                  </a:lnTo>
                  <a:lnTo>
                    <a:pt x="1056495" y="913279"/>
                  </a:lnTo>
                  <a:lnTo>
                    <a:pt x="1055214" y="913279"/>
                  </a:lnTo>
                  <a:lnTo>
                    <a:pt x="1053932" y="913279"/>
                  </a:lnTo>
                  <a:lnTo>
                    <a:pt x="1052650" y="913279"/>
                  </a:lnTo>
                  <a:lnTo>
                    <a:pt x="1051368" y="913279"/>
                  </a:lnTo>
                  <a:lnTo>
                    <a:pt x="1050086" y="913279"/>
                  </a:lnTo>
                  <a:lnTo>
                    <a:pt x="1048804" y="913279"/>
                  </a:lnTo>
                  <a:lnTo>
                    <a:pt x="1047522" y="913279"/>
                  </a:lnTo>
                  <a:lnTo>
                    <a:pt x="1046241" y="913279"/>
                  </a:lnTo>
                  <a:lnTo>
                    <a:pt x="1044959" y="913279"/>
                  </a:lnTo>
                  <a:lnTo>
                    <a:pt x="1043677" y="913279"/>
                  </a:lnTo>
                  <a:lnTo>
                    <a:pt x="1042395" y="913279"/>
                  </a:lnTo>
                  <a:lnTo>
                    <a:pt x="1041113" y="913279"/>
                  </a:lnTo>
                  <a:lnTo>
                    <a:pt x="1039831" y="913279"/>
                  </a:lnTo>
                  <a:lnTo>
                    <a:pt x="1038550" y="913279"/>
                  </a:lnTo>
                  <a:lnTo>
                    <a:pt x="1037268" y="913279"/>
                  </a:lnTo>
                  <a:lnTo>
                    <a:pt x="1035986" y="913279"/>
                  </a:lnTo>
                  <a:lnTo>
                    <a:pt x="1034704" y="913279"/>
                  </a:lnTo>
                  <a:lnTo>
                    <a:pt x="1033422" y="913279"/>
                  </a:lnTo>
                  <a:lnTo>
                    <a:pt x="1032140" y="913279"/>
                  </a:lnTo>
                  <a:lnTo>
                    <a:pt x="1030858" y="913279"/>
                  </a:lnTo>
                  <a:lnTo>
                    <a:pt x="1029577" y="913279"/>
                  </a:lnTo>
                  <a:lnTo>
                    <a:pt x="1028295" y="913279"/>
                  </a:lnTo>
                  <a:lnTo>
                    <a:pt x="1027013" y="913279"/>
                  </a:lnTo>
                  <a:lnTo>
                    <a:pt x="1025731" y="913279"/>
                  </a:lnTo>
                  <a:lnTo>
                    <a:pt x="1024449" y="913279"/>
                  </a:lnTo>
                  <a:lnTo>
                    <a:pt x="1023167" y="913279"/>
                  </a:lnTo>
                  <a:lnTo>
                    <a:pt x="1021886" y="913279"/>
                  </a:lnTo>
                  <a:lnTo>
                    <a:pt x="1020604" y="913279"/>
                  </a:lnTo>
                  <a:lnTo>
                    <a:pt x="1019322" y="913279"/>
                  </a:lnTo>
                  <a:lnTo>
                    <a:pt x="1018040" y="913279"/>
                  </a:lnTo>
                  <a:lnTo>
                    <a:pt x="1016758" y="913279"/>
                  </a:lnTo>
                  <a:lnTo>
                    <a:pt x="1015476" y="913279"/>
                  </a:lnTo>
                  <a:lnTo>
                    <a:pt x="1014195" y="913279"/>
                  </a:lnTo>
                  <a:lnTo>
                    <a:pt x="1012913" y="913279"/>
                  </a:lnTo>
                  <a:lnTo>
                    <a:pt x="1011631" y="913279"/>
                  </a:lnTo>
                  <a:lnTo>
                    <a:pt x="1010349" y="913279"/>
                  </a:lnTo>
                  <a:lnTo>
                    <a:pt x="1009067" y="913279"/>
                  </a:lnTo>
                  <a:lnTo>
                    <a:pt x="1007785" y="913279"/>
                  </a:lnTo>
                  <a:lnTo>
                    <a:pt x="1006503" y="913279"/>
                  </a:lnTo>
                  <a:lnTo>
                    <a:pt x="1005222" y="913279"/>
                  </a:lnTo>
                  <a:lnTo>
                    <a:pt x="1003940" y="913279"/>
                  </a:lnTo>
                  <a:lnTo>
                    <a:pt x="1002658" y="913279"/>
                  </a:lnTo>
                  <a:lnTo>
                    <a:pt x="1001376" y="913279"/>
                  </a:lnTo>
                  <a:lnTo>
                    <a:pt x="1000094" y="913279"/>
                  </a:lnTo>
                  <a:lnTo>
                    <a:pt x="998812" y="913279"/>
                  </a:lnTo>
                  <a:lnTo>
                    <a:pt x="997531" y="913279"/>
                  </a:lnTo>
                  <a:lnTo>
                    <a:pt x="996249" y="913279"/>
                  </a:lnTo>
                  <a:lnTo>
                    <a:pt x="994967" y="913279"/>
                  </a:lnTo>
                  <a:lnTo>
                    <a:pt x="993685" y="913279"/>
                  </a:lnTo>
                  <a:lnTo>
                    <a:pt x="992403" y="913279"/>
                  </a:lnTo>
                  <a:lnTo>
                    <a:pt x="991121" y="913279"/>
                  </a:lnTo>
                  <a:lnTo>
                    <a:pt x="989839" y="913279"/>
                  </a:lnTo>
                  <a:lnTo>
                    <a:pt x="988558" y="913279"/>
                  </a:lnTo>
                  <a:lnTo>
                    <a:pt x="987276" y="913279"/>
                  </a:lnTo>
                  <a:lnTo>
                    <a:pt x="985994" y="913279"/>
                  </a:lnTo>
                  <a:lnTo>
                    <a:pt x="984712" y="913279"/>
                  </a:lnTo>
                  <a:lnTo>
                    <a:pt x="983430" y="913279"/>
                  </a:lnTo>
                  <a:lnTo>
                    <a:pt x="982148" y="913279"/>
                  </a:lnTo>
                  <a:lnTo>
                    <a:pt x="980867" y="913279"/>
                  </a:lnTo>
                  <a:lnTo>
                    <a:pt x="979585" y="913279"/>
                  </a:lnTo>
                  <a:lnTo>
                    <a:pt x="978303" y="913279"/>
                  </a:lnTo>
                  <a:lnTo>
                    <a:pt x="977021" y="913279"/>
                  </a:lnTo>
                  <a:lnTo>
                    <a:pt x="975739" y="913279"/>
                  </a:lnTo>
                  <a:lnTo>
                    <a:pt x="974457" y="913279"/>
                  </a:lnTo>
                  <a:lnTo>
                    <a:pt x="973176" y="913279"/>
                  </a:lnTo>
                  <a:lnTo>
                    <a:pt x="971894" y="913279"/>
                  </a:lnTo>
                  <a:lnTo>
                    <a:pt x="970612" y="913279"/>
                  </a:lnTo>
                  <a:lnTo>
                    <a:pt x="969330" y="913279"/>
                  </a:lnTo>
                  <a:lnTo>
                    <a:pt x="968048" y="913279"/>
                  </a:lnTo>
                  <a:lnTo>
                    <a:pt x="966766" y="913279"/>
                  </a:lnTo>
                  <a:lnTo>
                    <a:pt x="965484" y="913279"/>
                  </a:lnTo>
                  <a:lnTo>
                    <a:pt x="964203" y="913279"/>
                  </a:lnTo>
                  <a:lnTo>
                    <a:pt x="962921" y="913279"/>
                  </a:lnTo>
                  <a:lnTo>
                    <a:pt x="961639" y="913279"/>
                  </a:lnTo>
                  <a:lnTo>
                    <a:pt x="960357" y="913279"/>
                  </a:lnTo>
                  <a:lnTo>
                    <a:pt x="959075" y="913279"/>
                  </a:lnTo>
                  <a:lnTo>
                    <a:pt x="957793" y="913279"/>
                  </a:lnTo>
                  <a:lnTo>
                    <a:pt x="956512" y="913279"/>
                  </a:lnTo>
                  <a:lnTo>
                    <a:pt x="955230" y="913279"/>
                  </a:lnTo>
                  <a:lnTo>
                    <a:pt x="953948" y="913279"/>
                  </a:lnTo>
                  <a:lnTo>
                    <a:pt x="952666" y="913279"/>
                  </a:lnTo>
                  <a:lnTo>
                    <a:pt x="951384" y="913279"/>
                  </a:lnTo>
                  <a:lnTo>
                    <a:pt x="950102" y="913279"/>
                  </a:lnTo>
                  <a:lnTo>
                    <a:pt x="948820" y="913279"/>
                  </a:lnTo>
                  <a:lnTo>
                    <a:pt x="947539" y="913279"/>
                  </a:lnTo>
                  <a:lnTo>
                    <a:pt x="946257" y="913279"/>
                  </a:lnTo>
                  <a:lnTo>
                    <a:pt x="944975" y="913279"/>
                  </a:lnTo>
                  <a:lnTo>
                    <a:pt x="943693" y="913279"/>
                  </a:lnTo>
                  <a:lnTo>
                    <a:pt x="942411" y="913279"/>
                  </a:lnTo>
                  <a:lnTo>
                    <a:pt x="941129" y="913279"/>
                  </a:lnTo>
                  <a:lnTo>
                    <a:pt x="939848" y="913279"/>
                  </a:lnTo>
                  <a:lnTo>
                    <a:pt x="938566" y="913279"/>
                  </a:lnTo>
                  <a:lnTo>
                    <a:pt x="937284" y="913279"/>
                  </a:lnTo>
                  <a:lnTo>
                    <a:pt x="936002" y="913279"/>
                  </a:lnTo>
                  <a:lnTo>
                    <a:pt x="934720" y="913279"/>
                  </a:lnTo>
                  <a:lnTo>
                    <a:pt x="933438" y="913279"/>
                  </a:lnTo>
                  <a:lnTo>
                    <a:pt x="932157" y="913279"/>
                  </a:lnTo>
                  <a:lnTo>
                    <a:pt x="930875" y="913279"/>
                  </a:lnTo>
                  <a:lnTo>
                    <a:pt x="929593" y="913279"/>
                  </a:lnTo>
                  <a:lnTo>
                    <a:pt x="928311" y="913279"/>
                  </a:lnTo>
                  <a:lnTo>
                    <a:pt x="927029" y="913279"/>
                  </a:lnTo>
                  <a:lnTo>
                    <a:pt x="925747" y="913279"/>
                  </a:lnTo>
                  <a:lnTo>
                    <a:pt x="924465" y="913279"/>
                  </a:lnTo>
                  <a:lnTo>
                    <a:pt x="923184" y="913279"/>
                  </a:lnTo>
                  <a:lnTo>
                    <a:pt x="921902" y="913279"/>
                  </a:lnTo>
                  <a:lnTo>
                    <a:pt x="920620" y="913279"/>
                  </a:lnTo>
                  <a:lnTo>
                    <a:pt x="919338" y="913279"/>
                  </a:lnTo>
                  <a:lnTo>
                    <a:pt x="918056" y="913279"/>
                  </a:lnTo>
                  <a:lnTo>
                    <a:pt x="916774" y="913279"/>
                  </a:lnTo>
                  <a:lnTo>
                    <a:pt x="915493" y="913279"/>
                  </a:lnTo>
                  <a:lnTo>
                    <a:pt x="914211" y="913279"/>
                  </a:lnTo>
                  <a:lnTo>
                    <a:pt x="912929" y="913279"/>
                  </a:lnTo>
                  <a:lnTo>
                    <a:pt x="911647" y="913279"/>
                  </a:lnTo>
                  <a:lnTo>
                    <a:pt x="910365" y="913279"/>
                  </a:lnTo>
                  <a:lnTo>
                    <a:pt x="909083" y="913279"/>
                  </a:lnTo>
                  <a:lnTo>
                    <a:pt x="907801" y="913279"/>
                  </a:lnTo>
                  <a:lnTo>
                    <a:pt x="906520" y="913279"/>
                  </a:lnTo>
                  <a:lnTo>
                    <a:pt x="905238" y="913279"/>
                  </a:lnTo>
                  <a:lnTo>
                    <a:pt x="903956" y="913279"/>
                  </a:lnTo>
                  <a:lnTo>
                    <a:pt x="902674" y="913279"/>
                  </a:lnTo>
                  <a:lnTo>
                    <a:pt x="901392" y="913279"/>
                  </a:lnTo>
                  <a:lnTo>
                    <a:pt x="900110" y="913279"/>
                  </a:lnTo>
                  <a:lnTo>
                    <a:pt x="898829" y="913279"/>
                  </a:lnTo>
                  <a:lnTo>
                    <a:pt x="897547" y="913279"/>
                  </a:lnTo>
                  <a:lnTo>
                    <a:pt x="896265" y="913279"/>
                  </a:lnTo>
                  <a:lnTo>
                    <a:pt x="894983" y="913279"/>
                  </a:lnTo>
                  <a:lnTo>
                    <a:pt x="893701" y="913279"/>
                  </a:lnTo>
                  <a:lnTo>
                    <a:pt x="892419" y="913279"/>
                  </a:lnTo>
                  <a:lnTo>
                    <a:pt x="891137" y="913279"/>
                  </a:lnTo>
                  <a:lnTo>
                    <a:pt x="889856" y="913279"/>
                  </a:lnTo>
                  <a:lnTo>
                    <a:pt x="888574" y="913279"/>
                  </a:lnTo>
                  <a:lnTo>
                    <a:pt x="887292" y="913279"/>
                  </a:lnTo>
                  <a:lnTo>
                    <a:pt x="886010" y="913279"/>
                  </a:lnTo>
                  <a:lnTo>
                    <a:pt x="884728" y="913279"/>
                  </a:lnTo>
                  <a:lnTo>
                    <a:pt x="883446" y="913279"/>
                  </a:lnTo>
                  <a:lnTo>
                    <a:pt x="882165" y="913279"/>
                  </a:lnTo>
                  <a:lnTo>
                    <a:pt x="880883" y="913279"/>
                  </a:lnTo>
                  <a:lnTo>
                    <a:pt x="879601" y="913279"/>
                  </a:lnTo>
                  <a:lnTo>
                    <a:pt x="878319" y="913279"/>
                  </a:lnTo>
                  <a:lnTo>
                    <a:pt x="877037" y="913279"/>
                  </a:lnTo>
                  <a:lnTo>
                    <a:pt x="875755" y="913279"/>
                  </a:lnTo>
                  <a:lnTo>
                    <a:pt x="874474" y="913279"/>
                  </a:lnTo>
                  <a:lnTo>
                    <a:pt x="873192" y="913279"/>
                  </a:lnTo>
                  <a:lnTo>
                    <a:pt x="871910" y="913279"/>
                  </a:lnTo>
                  <a:lnTo>
                    <a:pt x="870628" y="913279"/>
                  </a:lnTo>
                  <a:lnTo>
                    <a:pt x="869346" y="913279"/>
                  </a:lnTo>
                  <a:lnTo>
                    <a:pt x="868064" y="913279"/>
                  </a:lnTo>
                  <a:lnTo>
                    <a:pt x="866782" y="913279"/>
                  </a:lnTo>
                  <a:lnTo>
                    <a:pt x="865501" y="913279"/>
                  </a:lnTo>
                  <a:lnTo>
                    <a:pt x="864219" y="913279"/>
                  </a:lnTo>
                  <a:lnTo>
                    <a:pt x="862937" y="913279"/>
                  </a:lnTo>
                  <a:lnTo>
                    <a:pt x="861655" y="913279"/>
                  </a:lnTo>
                  <a:lnTo>
                    <a:pt x="860373" y="913279"/>
                  </a:lnTo>
                  <a:lnTo>
                    <a:pt x="859091" y="913279"/>
                  </a:lnTo>
                  <a:lnTo>
                    <a:pt x="857810" y="913279"/>
                  </a:lnTo>
                  <a:lnTo>
                    <a:pt x="856528" y="913279"/>
                  </a:lnTo>
                  <a:lnTo>
                    <a:pt x="855246" y="913279"/>
                  </a:lnTo>
                  <a:lnTo>
                    <a:pt x="853964" y="913279"/>
                  </a:lnTo>
                  <a:lnTo>
                    <a:pt x="852682" y="913279"/>
                  </a:lnTo>
                  <a:lnTo>
                    <a:pt x="851400" y="913279"/>
                  </a:lnTo>
                  <a:lnTo>
                    <a:pt x="850118" y="913279"/>
                  </a:lnTo>
                  <a:lnTo>
                    <a:pt x="848837" y="913279"/>
                  </a:lnTo>
                  <a:lnTo>
                    <a:pt x="847555" y="913279"/>
                  </a:lnTo>
                  <a:lnTo>
                    <a:pt x="846273" y="913279"/>
                  </a:lnTo>
                  <a:lnTo>
                    <a:pt x="844991" y="913279"/>
                  </a:lnTo>
                  <a:lnTo>
                    <a:pt x="843709" y="913279"/>
                  </a:lnTo>
                  <a:lnTo>
                    <a:pt x="842427" y="913279"/>
                  </a:lnTo>
                  <a:lnTo>
                    <a:pt x="841146" y="913279"/>
                  </a:lnTo>
                  <a:lnTo>
                    <a:pt x="839864" y="913279"/>
                  </a:lnTo>
                  <a:lnTo>
                    <a:pt x="838582" y="913279"/>
                  </a:lnTo>
                  <a:lnTo>
                    <a:pt x="837300" y="913279"/>
                  </a:lnTo>
                  <a:lnTo>
                    <a:pt x="836018" y="913279"/>
                  </a:lnTo>
                  <a:lnTo>
                    <a:pt x="834736" y="913279"/>
                  </a:lnTo>
                  <a:lnTo>
                    <a:pt x="833455" y="913279"/>
                  </a:lnTo>
                  <a:lnTo>
                    <a:pt x="832173" y="913279"/>
                  </a:lnTo>
                  <a:lnTo>
                    <a:pt x="830891" y="913279"/>
                  </a:lnTo>
                  <a:lnTo>
                    <a:pt x="829609" y="913279"/>
                  </a:lnTo>
                  <a:lnTo>
                    <a:pt x="828327" y="913279"/>
                  </a:lnTo>
                  <a:lnTo>
                    <a:pt x="827045" y="913279"/>
                  </a:lnTo>
                  <a:lnTo>
                    <a:pt x="825763" y="913279"/>
                  </a:lnTo>
                  <a:lnTo>
                    <a:pt x="824482" y="913279"/>
                  </a:lnTo>
                  <a:lnTo>
                    <a:pt x="823200" y="913279"/>
                  </a:lnTo>
                  <a:lnTo>
                    <a:pt x="821918" y="913279"/>
                  </a:lnTo>
                  <a:lnTo>
                    <a:pt x="820636" y="913279"/>
                  </a:lnTo>
                  <a:lnTo>
                    <a:pt x="819354" y="913279"/>
                  </a:lnTo>
                  <a:lnTo>
                    <a:pt x="818072" y="913279"/>
                  </a:lnTo>
                  <a:lnTo>
                    <a:pt x="816791" y="913279"/>
                  </a:lnTo>
                  <a:lnTo>
                    <a:pt x="815509" y="913279"/>
                  </a:lnTo>
                  <a:lnTo>
                    <a:pt x="814227" y="913279"/>
                  </a:lnTo>
                  <a:lnTo>
                    <a:pt x="812945" y="913279"/>
                  </a:lnTo>
                  <a:lnTo>
                    <a:pt x="811663" y="913279"/>
                  </a:lnTo>
                  <a:lnTo>
                    <a:pt x="810381" y="913279"/>
                  </a:lnTo>
                  <a:lnTo>
                    <a:pt x="809099" y="913279"/>
                  </a:lnTo>
                  <a:lnTo>
                    <a:pt x="807818" y="913279"/>
                  </a:lnTo>
                  <a:lnTo>
                    <a:pt x="806536" y="913279"/>
                  </a:lnTo>
                  <a:lnTo>
                    <a:pt x="805254" y="913279"/>
                  </a:lnTo>
                  <a:lnTo>
                    <a:pt x="803972" y="913279"/>
                  </a:lnTo>
                  <a:lnTo>
                    <a:pt x="802690" y="913279"/>
                  </a:lnTo>
                  <a:lnTo>
                    <a:pt x="801408" y="913279"/>
                  </a:lnTo>
                  <a:lnTo>
                    <a:pt x="800127" y="913279"/>
                  </a:lnTo>
                  <a:lnTo>
                    <a:pt x="798845" y="913279"/>
                  </a:lnTo>
                  <a:lnTo>
                    <a:pt x="797563" y="913279"/>
                  </a:lnTo>
                  <a:lnTo>
                    <a:pt x="796281" y="913279"/>
                  </a:lnTo>
                  <a:lnTo>
                    <a:pt x="794999" y="913279"/>
                  </a:lnTo>
                  <a:lnTo>
                    <a:pt x="793717" y="913279"/>
                  </a:lnTo>
                  <a:lnTo>
                    <a:pt x="792435" y="913279"/>
                  </a:lnTo>
                  <a:lnTo>
                    <a:pt x="791154" y="913279"/>
                  </a:lnTo>
                  <a:lnTo>
                    <a:pt x="789872" y="913279"/>
                  </a:lnTo>
                  <a:lnTo>
                    <a:pt x="788590" y="913279"/>
                  </a:lnTo>
                  <a:lnTo>
                    <a:pt x="787308" y="913279"/>
                  </a:lnTo>
                  <a:lnTo>
                    <a:pt x="786026" y="913279"/>
                  </a:lnTo>
                  <a:lnTo>
                    <a:pt x="784744" y="913279"/>
                  </a:lnTo>
                  <a:lnTo>
                    <a:pt x="783463" y="913279"/>
                  </a:lnTo>
                  <a:lnTo>
                    <a:pt x="782181" y="913279"/>
                  </a:lnTo>
                  <a:lnTo>
                    <a:pt x="780899" y="913279"/>
                  </a:lnTo>
                  <a:lnTo>
                    <a:pt x="779617" y="913279"/>
                  </a:lnTo>
                  <a:lnTo>
                    <a:pt x="778335" y="913279"/>
                  </a:lnTo>
                  <a:lnTo>
                    <a:pt x="777053" y="913279"/>
                  </a:lnTo>
                  <a:lnTo>
                    <a:pt x="775772" y="913279"/>
                  </a:lnTo>
                  <a:lnTo>
                    <a:pt x="774490" y="913279"/>
                  </a:lnTo>
                  <a:lnTo>
                    <a:pt x="773208" y="913279"/>
                  </a:lnTo>
                  <a:lnTo>
                    <a:pt x="771926" y="913279"/>
                  </a:lnTo>
                  <a:lnTo>
                    <a:pt x="770644" y="913279"/>
                  </a:lnTo>
                  <a:lnTo>
                    <a:pt x="769362" y="913279"/>
                  </a:lnTo>
                  <a:lnTo>
                    <a:pt x="768080" y="913279"/>
                  </a:lnTo>
                  <a:lnTo>
                    <a:pt x="766799" y="913279"/>
                  </a:lnTo>
                  <a:lnTo>
                    <a:pt x="765517" y="913279"/>
                  </a:lnTo>
                  <a:lnTo>
                    <a:pt x="764235" y="913279"/>
                  </a:lnTo>
                  <a:lnTo>
                    <a:pt x="762953" y="913279"/>
                  </a:lnTo>
                  <a:lnTo>
                    <a:pt x="761671" y="913279"/>
                  </a:lnTo>
                  <a:lnTo>
                    <a:pt x="760389" y="913279"/>
                  </a:lnTo>
                  <a:lnTo>
                    <a:pt x="759108" y="913279"/>
                  </a:lnTo>
                  <a:lnTo>
                    <a:pt x="757826" y="913279"/>
                  </a:lnTo>
                  <a:lnTo>
                    <a:pt x="756544" y="913279"/>
                  </a:lnTo>
                  <a:lnTo>
                    <a:pt x="755262" y="913279"/>
                  </a:lnTo>
                  <a:lnTo>
                    <a:pt x="753980" y="913279"/>
                  </a:lnTo>
                  <a:lnTo>
                    <a:pt x="752698" y="913279"/>
                  </a:lnTo>
                  <a:lnTo>
                    <a:pt x="751416" y="913279"/>
                  </a:lnTo>
                  <a:lnTo>
                    <a:pt x="750135" y="913279"/>
                  </a:lnTo>
                  <a:lnTo>
                    <a:pt x="748853" y="913279"/>
                  </a:lnTo>
                  <a:lnTo>
                    <a:pt x="747571" y="913279"/>
                  </a:lnTo>
                  <a:lnTo>
                    <a:pt x="746289" y="913279"/>
                  </a:lnTo>
                  <a:lnTo>
                    <a:pt x="745007" y="913279"/>
                  </a:lnTo>
                  <a:lnTo>
                    <a:pt x="743725" y="913279"/>
                  </a:lnTo>
                  <a:lnTo>
                    <a:pt x="742444" y="913279"/>
                  </a:lnTo>
                  <a:lnTo>
                    <a:pt x="741162" y="913279"/>
                  </a:lnTo>
                  <a:lnTo>
                    <a:pt x="739880" y="913279"/>
                  </a:lnTo>
                  <a:lnTo>
                    <a:pt x="738598" y="913279"/>
                  </a:lnTo>
                  <a:lnTo>
                    <a:pt x="737316" y="913279"/>
                  </a:lnTo>
                  <a:lnTo>
                    <a:pt x="736034" y="913279"/>
                  </a:lnTo>
                  <a:lnTo>
                    <a:pt x="734753" y="913279"/>
                  </a:lnTo>
                  <a:lnTo>
                    <a:pt x="733471" y="913279"/>
                  </a:lnTo>
                  <a:lnTo>
                    <a:pt x="732189" y="913279"/>
                  </a:lnTo>
                  <a:lnTo>
                    <a:pt x="730907" y="913279"/>
                  </a:lnTo>
                  <a:lnTo>
                    <a:pt x="729625" y="913279"/>
                  </a:lnTo>
                  <a:lnTo>
                    <a:pt x="728343" y="913279"/>
                  </a:lnTo>
                  <a:lnTo>
                    <a:pt x="727061" y="913279"/>
                  </a:lnTo>
                  <a:lnTo>
                    <a:pt x="725780" y="913279"/>
                  </a:lnTo>
                  <a:lnTo>
                    <a:pt x="724498" y="913279"/>
                  </a:lnTo>
                  <a:lnTo>
                    <a:pt x="723216" y="913279"/>
                  </a:lnTo>
                  <a:lnTo>
                    <a:pt x="721934" y="913279"/>
                  </a:lnTo>
                  <a:lnTo>
                    <a:pt x="720652" y="913279"/>
                  </a:lnTo>
                  <a:lnTo>
                    <a:pt x="719370" y="913279"/>
                  </a:lnTo>
                  <a:lnTo>
                    <a:pt x="718089" y="913279"/>
                  </a:lnTo>
                  <a:lnTo>
                    <a:pt x="716807" y="913279"/>
                  </a:lnTo>
                  <a:lnTo>
                    <a:pt x="715525" y="913279"/>
                  </a:lnTo>
                  <a:lnTo>
                    <a:pt x="714243" y="913279"/>
                  </a:lnTo>
                  <a:lnTo>
                    <a:pt x="712961" y="913279"/>
                  </a:lnTo>
                  <a:lnTo>
                    <a:pt x="711679" y="913279"/>
                  </a:lnTo>
                  <a:lnTo>
                    <a:pt x="710397" y="913279"/>
                  </a:lnTo>
                  <a:lnTo>
                    <a:pt x="709116" y="913279"/>
                  </a:lnTo>
                  <a:lnTo>
                    <a:pt x="707834" y="913279"/>
                  </a:lnTo>
                  <a:lnTo>
                    <a:pt x="706552" y="913279"/>
                  </a:lnTo>
                  <a:lnTo>
                    <a:pt x="705270" y="913279"/>
                  </a:lnTo>
                  <a:lnTo>
                    <a:pt x="703988" y="913279"/>
                  </a:lnTo>
                  <a:lnTo>
                    <a:pt x="702706" y="913279"/>
                  </a:lnTo>
                  <a:lnTo>
                    <a:pt x="701425" y="913279"/>
                  </a:lnTo>
                  <a:lnTo>
                    <a:pt x="700143" y="913279"/>
                  </a:lnTo>
                  <a:lnTo>
                    <a:pt x="698861" y="913279"/>
                  </a:lnTo>
                  <a:lnTo>
                    <a:pt x="697579" y="913279"/>
                  </a:lnTo>
                  <a:lnTo>
                    <a:pt x="696297" y="913279"/>
                  </a:lnTo>
                  <a:lnTo>
                    <a:pt x="695015" y="913279"/>
                  </a:lnTo>
                  <a:lnTo>
                    <a:pt x="693734" y="913279"/>
                  </a:lnTo>
                  <a:lnTo>
                    <a:pt x="692452" y="913279"/>
                  </a:lnTo>
                  <a:lnTo>
                    <a:pt x="691170" y="913279"/>
                  </a:lnTo>
                  <a:lnTo>
                    <a:pt x="689888" y="913279"/>
                  </a:lnTo>
                  <a:lnTo>
                    <a:pt x="688606" y="913279"/>
                  </a:lnTo>
                  <a:lnTo>
                    <a:pt x="687324" y="913279"/>
                  </a:lnTo>
                  <a:lnTo>
                    <a:pt x="686042" y="913279"/>
                  </a:lnTo>
                  <a:lnTo>
                    <a:pt x="684761" y="913279"/>
                  </a:lnTo>
                  <a:lnTo>
                    <a:pt x="683479" y="913279"/>
                  </a:lnTo>
                  <a:lnTo>
                    <a:pt x="682197" y="913279"/>
                  </a:lnTo>
                  <a:lnTo>
                    <a:pt x="680915" y="913279"/>
                  </a:lnTo>
                  <a:lnTo>
                    <a:pt x="679633" y="913279"/>
                  </a:lnTo>
                  <a:lnTo>
                    <a:pt x="678351" y="913279"/>
                  </a:lnTo>
                  <a:lnTo>
                    <a:pt x="677070" y="913279"/>
                  </a:lnTo>
                  <a:lnTo>
                    <a:pt x="675788" y="913279"/>
                  </a:lnTo>
                  <a:lnTo>
                    <a:pt x="674506" y="913279"/>
                  </a:lnTo>
                  <a:lnTo>
                    <a:pt x="673224" y="913279"/>
                  </a:lnTo>
                  <a:lnTo>
                    <a:pt x="671942" y="913279"/>
                  </a:lnTo>
                  <a:lnTo>
                    <a:pt x="670660" y="913279"/>
                  </a:lnTo>
                  <a:lnTo>
                    <a:pt x="669378" y="913279"/>
                  </a:lnTo>
                  <a:lnTo>
                    <a:pt x="668097" y="913279"/>
                  </a:lnTo>
                  <a:lnTo>
                    <a:pt x="666815" y="913279"/>
                  </a:lnTo>
                  <a:lnTo>
                    <a:pt x="665533" y="913279"/>
                  </a:lnTo>
                  <a:lnTo>
                    <a:pt x="664251" y="913279"/>
                  </a:lnTo>
                  <a:lnTo>
                    <a:pt x="662969" y="913279"/>
                  </a:lnTo>
                  <a:lnTo>
                    <a:pt x="661687" y="913279"/>
                  </a:lnTo>
                  <a:lnTo>
                    <a:pt x="660406" y="913279"/>
                  </a:lnTo>
                  <a:lnTo>
                    <a:pt x="659124" y="913279"/>
                  </a:lnTo>
                  <a:lnTo>
                    <a:pt x="657842" y="913279"/>
                  </a:lnTo>
                  <a:lnTo>
                    <a:pt x="656560" y="913279"/>
                  </a:lnTo>
                  <a:lnTo>
                    <a:pt x="655278" y="913279"/>
                  </a:lnTo>
                  <a:lnTo>
                    <a:pt x="653996" y="913279"/>
                  </a:lnTo>
                  <a:lnTo>
                    <a:pt x="652714" y="913279"/>
                  </a:lnTo>
                  <a:lnTo>
                    <a:pt x="651433" y="913279"/>
                  </a:lnTo>
                  <a:lnTo>
                    <a:pt x="650151" y="913279"/>
                  </a:lnTo>
                  <a:lnTo>
                    <a:pt x="648869" y="913279"/>
                  </a:lnTo>
                  <a:lnTo>
                    <a:pt x="647587" y="913279"/>
                  </a:lnTo>
                  <a:lnTo>
                    <a:pt x="646305" y="913279"/>
                  </a:lnTo>
                  <a:lnTo>
                    <a:pt x="645023" y="913279"/>
                  </a:lnTo>
                  <a:lnTo>
                    <a:pt x="643742" y="913279"/>
                  </a:lnTo>
                  <a:lnTo>
                    <a:pt x="642460" y="913279"/>
                  </a:lnTo>
                  <a:lnTo>
                    <a:pt x="641178" y="913279"/>
                  </a:lnTo>
                  <a:lnTo>
                    <a:pt x="639896" y="913279"/>
                  </a:lnTo>
                  <a:lnTo>
                    <a:pt x="638614" y="913279"/>
                  </a:lnTo>
                  <a:lnTo>
                    <a:pt x="637332" y="913279"/>
                  </a:lnTo>
                  <a:lnTo>
                    <a:pt x="636051" y="913279"/>
                  </a:lnTo>
                  <a:lnTo>
                    <a:pt x="634769" y="913279"/>
                  </a:lnTo>
                  <a:lnTo>
                    <a:pt x="633487" y="913279"/>
                  </a:lnTo>
                  <a:lnTo>
                    <a:pt x="632205" y="913279"/>
                  </a:lnTo>
                  <a:lnTo>
                    <a:pt x="630923" y="913279"/>
                  </a:lnTo>
                  <a:lnTo>
                    <a:pt x="629641" y="913279"/>
                  </a:lnTo>
                  <a:lnTo>
                    <a:pt x="628359" y="913279"/>
                  </a:lnTo>
                  <a:lnTo>
                    <a:pt x="627078" y="913279"/>
                  </a:lnTo>
                  <a:lnTo>
                    <a:pt x="625796" y="913279"/>
                  </a:lnTo>
                  <a:lnTo>
                    <a:pt x="624514" y="913279"/>
                  </a:lnTo>
                  <a:lnTo>
                    <a:pt x="623232" y="913279"/>
                  </a:lnTo>
                  <a:lnTo>
                    <a:pt x="621950" y="913279"/>
                  </a:lnTo>
                  <a:lnTo>
                    <a:pt x="620668" y="913279"/>
                  </a:lnTo>
                  <a:lnTo>
                    <a:pt x="619387" y="913279"/>
                  </a:lnTo>
                  <a:lnTo>
                    <a:pt x="618105" y="913279"/>
                  </a:lnTo>
                  <a:lnTo>
                    <a:pt x="616823" y="913279"/>
                  </a:lnTo>
                  <a:lnTo>
                    <a:pt x="615541" y="913279"/>
                  </a:lnTo>
                  <a:lnTo>
                    <a:pt x="614259" y="913279"/>
                  </a:lnTo>
                  <a:lnTo>
                    <a:pt x="612977" y="913279"/>
                  </a:lnTo>
                  <a:lnTo>
                    <a:pt x="611695" y="913279"/>
                  </a:lnTo>
                  <a:lnTo>
                    <a:pt x="610414" y="913279"/>
                  </a:lnTo>
                  <a:lnTo>
                    <a:pt x="609132" y="913279"/>
                  </a:lnTo>
                  <a:lnTo>
                    <a:pt x="607850" y="913279"/>
                  </a:lnTo>
                  <a:lnTo>
                    <a:pt x="606568" y="913279"/>
                  </a:lnTo>
                  <a:lnTo>
                    <a:pt x="605286" y="913279"/>
                  </a:lnTo>
                  <a:lnTo>
                    <a:pt x="604004" y="913279"/>
                  </a:lnTo>
                  <a:lnTo>
                    <a:pt x="602723" y="913279"/>
                  </a:lnTo>
                  <a:lnTo>
                    <a:pt x="601441" y="913279"/>
                  </a:lnTo>
                  <a:lnTo>
                    <a:pt x="600159" y="913279"/>
                  </a:lnTo>
                  <a:lnTo>
                    <a:pt x="598877" y="913279"/>
                  </a:lnTo>
                  <a:lnTo>
                    <a:pt x="597595" y="913279"/>
                  </a:lnTo>
                  <a:lnTo>
                    <a:pt x="596313" y="913279"/>
                  </a:lnTo>
                  <a:lnTo>
                    <a:pt x="595032" y="913279"/>
                  </a:lnTo>
                  <a:lnTo>
                    <a:pt x="593750" y="913279"/>
                  </a:lnTo>
                  <a:lnTo>
                    <a:pt x="592468" y="913279"/>
                  </a:lnTo>
                  <a:lnTo>
                    <a:pt x="591186" y="913279"/>
                  </a:lnTo>
                  <a:lnTo>
                    <a:pt x="589904" y="913279"/>
                  </a:lnTo>
                  <a:lnTo>
                    <a:pt x="588622" y="913279"/>
                  </a:lnTo>
                  <a:lnTo>
                    <a:pt x="587340" y="913279"/>
                  </a:lnTo>
                  <a:lnTo>
                    <a:pt x="586059" y="913279"/>
                  </a:lnTo>
                  <a:lnTo>
                    <a:pt x="584777" y="913279"/>
                  </a:lnTo>
                  <a:lnTo>
                    <a:pt x="583495" y="913279"/>
                  </a:lnTo>
                  <a:lnTo>
                    <a:pt x="582213" y="913279"/>
                  </a:lnTo>
                  <a:lnTo>
                    <a:pt x="580931" y="913279"/>
                  </a:lnTo>
                  <a:lnTo>
                    <a:pt x="579649" y="913279"/>
                  </a:lnTo>
                  <a:lnTo>
                    <a:pt x="578368" y="913279"/>
                  </a:lnTo>
                  <a:lnTo>
                    <a:pt x="577086" y="913279"/>
                  </a:lnTo>
                  <a:lnTo>
                    <a:pt x="575804" y="913279"/>
                  </a:lnTo>
                  <a:lnTo>
                    <a:pt x="574522" y="913279"/>
                  </a:lnTo>
                  <a:lnTo>
                    <a:pt x="573240" y="913279"/>
                  </a:lnTo>
                  <a:lnTo>
                    <a:pt x="571958" y="913279"/>
                  </a:lnTo>
                  <a:lnTo>
                    <a:pt x="570676" y="913279"/>
                  </a:lnTo>
                  <a:lnTo>
                    <a:pt x="569395" y="913279"/>
                  </a:lnTo>
                  <a:lnTo>
                    <a:pt x="568113" y="913279"/>
                  </a:lnTo>
                  <a:lnTo>
                    <a:pt x="566831" y="913279"/>
                  </a:lnTo>
                  <a:lnTo>
                    <a:pt x="565549" y="913279"/>
                  </a:lnTo>
                  <a:lnTo>
                    <a:pt x="564267" y="913279"/>
                  </a:lnTo>
                  <a:lnTo>
                    <a:pt x="562985" y="913279"/>
                  </a:lnTo>
                  <a:lnTo>
                    <a:pt x="561704" y="913279"/>
                  </a:lnTo>
                  <a:lnTo>
                    <a:pt x="560422" y="913279"/>
                  </a:lnTo>
                  <a:lnTo>
                    <a:pt x="559140" y="913279"/>
                  </a:lnTo>
                  <a:lnTo>
                    <a:pt x="557858" y="913279"/>
                  </a:lnTo>
                  <a:lnTo>
                    <a:pt x="556576" y="913279"/>
                  </a:lnTo>
                  <a:lnTo>
                    <a:pt x="555294" y="913279"/>
                  </a:lnTo>
                  <a:lnTo>
                    <a:pt x="554013" y="913279"/>
                  </a:lnTo>
                  <a:lnTo>
                    <a:pt x="552731" y="913279"/>
                  </a:lnTo>
                  <a:lnTo>
                    <a:pt x="551449" y="913279"/>
                  </a:lnTo>
                  <a:lnTo>
                    <a:pt x="550167" y="913279"/>
                  </a:lnTo>
                  <a:lnTo>
                    <a:pt x="548885" y="913279"/>
                  </a:lnTo>
                  <a:lnTo>
                    <a:pt x="547603" y="913279"/>
                  </a:lnTo>
                  <a:lnTo>
                    <a:pt x="546321" y="913279"/>
                  </a:lnTo>
                  <a:lnTo>
                    <a:pt x="545040" y="913279"/>
                  </a:lnTo>
                  <a:lnTo>
                    <a:pt x="543758" y="913279"/>
                  </a:lnTo>
                  <a:lnTo>
                    <a:pt x="542476" y="913279"/>
                  </a:lnTo>
                  <a:lnTo>
                    <a:pt x="541194" y="913279"/>
                  </a:lnTo>
                  <a:lnTo>
                    <a:pt x="539912" y="913279"/>
                  </a:lnTo>
                  <a:lnTo>
                    <a:pt x="538630" y="913279"/>
                  </a:lnTo>
                  <a:lnTo>
                    <a:pt x="537349" y="913279"/>
                  </a:lnTo>
                  <a:lnTo>
                    <a:pt x="536067" y="913279"/>
                  </a:lnTo>
                  <a:lnTo>
                    <a:pt x="534785" y="913279"/>
                  </a:lnTo>
                  <a:lnTo>
                    <a:pt x="533503" y="913279"/>
                  </a:lnTo>
                  <a:lnTo>
                    <a:pt x="532221" y="913279"/>
                  </a:lnTo>
                  <a:lnTo>
                    <a:pt x="530939" y="913279"/>
                  </a:lnTo>
                  <a:lnTo>
                    <a:pt x="529657" y="913279"/>
                  </a:lnTo>
                  <a:lnTo>
                    <a:pt x="528376" y="913279"/>
                  </a:lnTo>
                  <a:lnTo>
                    <a:pt x="527094" y="913279"/>
                  </a:lnTo>
                  <a:lnTo>
                    <a:pt x="525812" y="913279"/>
                  </a:lnTo>
                  <a:lnTo>
                    <a:pt x="524530" y="913279"/>
                  </a:lnTo>
                  <a:lnTo>
                    <a:pt x="523248" y="913279"/>
                  </a:lnTo>
                  <a:lnTo>
                    <a:pt x="521966" y="913279"/>
                  </a:lnTo>
                  <a:lnTo>
                    <a:pt x="520685" y="913279"/>
                  </a:lnTo>
                  <a:lnTo>
                    <a:pt x="519403" y="913279"/>
                  </a:lnTo>
                  <a:lnTo>
                    <a:pt x="518121" y="913279"/>
                  </a:lnTo>
                  <a:lnTo>
                    <a:pt x="516839" y="913279"/>
                  </a:lnTo>
                  <a:lnTo>
                    <a:pt x="515557" y="913279"/>
                  </a:lnTo>
                  <a:lnTo>
                    <a:pt x="514275" y="913279"/>
                  </a:lnTo>
                  <a:lnTo>
                    <a:pt x="512993" y="913279"/>
                  </a:lnTo>
                  <a:lnTo>
                    <a:pt x="511712" y="913279"/>
                  </a:lnTo>
                  <a:lnTo>
                    <a:pt x="510430" y="913279"/>
                  </a:lnTo>
                  <a:lnTo>
                    <a:pt x="509148" y="913279"/>
                  </a:lnTo>
                  <a:lnTo>
                    <a:pt x="507866" y="913279"/>
                  </a:lnTo>
                  <a:lnTo>
                    <a:pt x="506584" y="913279"/>
                  </a:lnTo>
                  <a:lnTo>
                    <a:pt x="505302" y="913279"/>
                  </a:lnTo>
                  <a:lnTo>
                    <a:pt x="504021" y="913279"/>
                  </a:lnTo>
                  <a:lnTo>
                    <a:pt x="502739" y="913279"/>
                  </a:lnTo>
                  <a:lnTo>
                    <a:pt x="501457" y="913279"/>
                  </a:lnTo>
                  <a:lnTo>
                    <a:pt x="500175" y="913279"/>
                  </a:lnTo>
                  <a:lnTo>
                    <a:pt x="498893" y="913279"/>
                  </a:lnTo>
                  <a:lnTo>
                    <a:pt x="497611" y="913279"/>
                  </a:lnTo>
                  <a:lnTo>
                    <a:pt x="496330" y="913279"/>
                  </a:lnTo>
                  <a:lnTo>
                    <a:pt x="495048" y="913279"/>
                  </a:lnTo>
                  <a:lnTo>
                    <a:pt x="493766" y="913279"/>
                  </a:lnTo>
                  <a:lnTo>
                    <a:pt x="492484" y="913279"/>
                  </a:lnTo>
                  <a:lnTo>
                    <a:pt x="491202" y="913279"/>
                  </a:lnTo>
                  <a:lnTo>
                    <a:pt x="489920" y="913279"/>
                  </a:lnTo>
                  <a:lnTo>
                    <a:pt x="488638" y="913279"/>
                  </a:lnTo>
                  <a:lnTo>
                    <a:pt x="487357" y="913279"/>
                  </a:lnTo>
                  <a:lnTo>
                    <a:pt x="486075" y="913279"/>
                  </a:lnTo>
                  <a:lnTo>
                    <a:pt x="484793" y="913279"/>
                  </a:lnTo>
                  <a:lnTo>
                    <a:pt x="483511" y="913279"/>
                  </a:lnTo>
                  <a:lnTo>
                    <a:pt x="482229" y="913279"/>
                  </a:lnTo>
                  <a:lnTo>
                    <a:pt x="480947" y="913279"/>
                  </a:lnTo>
                  <a:lnTo>
                    <a:pt x="479666" y="913279"/>
                  </a:lnTo>
                  <a:lnTo>
                    <a:pt x="478384" y="913279"/>
                  </a:lnTo>
                  <a:lnTo>
                    <a:pt x="477102" y="913279"/>
                  </a:lnTo>
                  <a:lnTo>
                    <a:pt x="475820" y="913279"/>
                  </a:lnTo>
                  <a:lnTo>
                    <a:pt x="474538" y="913279"/>
                  </a:lnTo>
                  <a:lnTo>
                    <a:pt x="473256" y="913279"/>
                  </a:lnTo>
                  <a:lnTo>
                    <a:pt x="471974" y="913279"/>
                  </a:lnTo>
                  <a:lnTo>
                    <a:pt x="470693" y="913279"/>
                  </a:lnTo>
                  <a:lnTo>
                    <a:pt x="469411" y="913279"/>
                  </a:lnTo>
                  <a:lnTo>
                    <a:pt x="468129" y="913279"/>
                  </a:lnTo>
                  <a:lnTo>
                    <a:pt x="466847" y="913279"/>
                  </a:lnTo>
                  <a:lnTo>
                    <a:pt x="465565" y="913279"/>
                  </a:lnTo>
                  <a:lnTo>
                    <a:pt x="464283" y="913279"/>
                  </a:lnTo>
                  <a:lnTo>
                    <a:pt x="463002" y="913279"/>
                  </a:lnTo>
                  <a:lnTo>
                    <a:pt x="461720" y="913279"/>
                  </a:lnTo>
                  <a:lnTo>
                    <a:pt x="460438" y="913279"/>
                  </a:lnTo>
                  <a:lnTo>
                    <a:pt x="459156" y="913279"/>
                  </a:lnTo>
                  <a:lnTo>
                    <a:pt x="457874" y="913279"/>
                  </a:lnTo>
                  <a:lnTo>
                    <a:pt x="456592" y="913279"/>
                  </a:lnTo>
                  <a:lnTo>
                    <a:pt x="455311" y="913279"/>
                  </a:lnTo>
                  <a:lnTo>
                    <a:pt x="454029" y="913279"/>
                  </a:lnTo>
                  <a:lnTo>
                    <a:pt x="452747" y="913279"/>
                  </a:lnTo>
                  <a:lnTo>
                    <a:pt x="451465" y="913279"/>
                  </a:lnTo>
                  <a:lnTo>
                    <a:pt x="450183" y="913279"/>
                  </a:lnTo>
                  <a:lnTo>
                    <a:pt x="448901" y="913279"/>
                  </a:lnTo>
                  <a:lnTo>
                    <a:pt x="447619" y="913279"/>
                  </a:lnTo>
                  <a:lnTo>
                    <a:pt x="446338" y="913279"/>
                  </a:lnTo>
                  <a:lnTo>
                    <a:pt x="445056" y="913279"/>
                  </a:lnTo>
                  <a:lnTo>
                    <a:pt x="443774" y="913279"/>
                  </a:lnTo>
                  <a:lnTo>
                    <a:pt x="442492" y="913279"/>
                  </a:lnTo>
                  <a:lnTo>
                    <a:pt x="441210" y="913279"/>
                  </a:lnTo>
                  <a:lnTo>
                    <a:pt x="439928" y="913279"/>
                  </a:lnTo>
                  <a:lnTo>
                    <a:pt x="438647" y="913279"/>
                  </a:lnTo>
                  <a:lnTo>
                    <a:pt x="437365" y="913279"/>
                  </a:lnTo>
                  <a:lnTo>
                    <a:pt x="436083" y="913279"/>
                  </a:lnTo>
                  <a:lnTo>
                    <a:pt x="434801" y="913279"/>
                  </a:lnTo>
                  <a:lnTo>
                    <a:pt x="433519" y="913279"/>
                  </a:lnTo>
                  <a:lnTo>
                    <a:pt x="432237" y="913279"/>
                  </a:lnTo>
                  <a:lnTo>
                    <a:pt x="430955" y="913279"/>
                  </a:lnTo>
                  <a:lnTo>
                    <a:pt x="429674" y="913279"/>
                  </a:lnTo>
                  <a:lnTo>
                    <a:pt x="428392" y="913279"/>
                  </a:lnTo>
                  <a:lnTo>
                    <a:pt x="427110" y="913279"/>
                  </a:lnTo>
                  <a:lnTo>
                    <a:pt x="425828" y="913279"/>
                  </a:lnTo>
                  <a:lnTo>
                    <a:pt x="424546" y="913279"/>
                  </a:lnTo>
                  <a:lnTo>
                    <a:pt x="423264" y="913279"/>
                  </a:lnTo>
                  <a:lnTo>
                    <a:pt x="421983" y="913279"/>
                  </a:lnTo>
                  <a:lnTo>
                    <a:pt x="420701" y="913279"/>
                  </a:lnTo>
                  <a:lnTo>
                    <a:pt x="419419" y="913279"/>
                  </a:lnTo>
                  <a:lnTo>
                    <a:pt x="418137" y="913279"/>
                  </a:lnTo>
                  <a:lnTo>
                    <a:pt x="416855" y="913279"/>
                  </a:lnTo>
                  <a:lnTo>
                    <a:pt x="415573" y="913279"/>
                  </a:lnTo>
                  <a:lnTo>
                    <a:pt x="414292" y="913279"/>
                  </a:lnTo>
                  <a:lnTo>
                    <a:pt x="413010" y="913279"/>
                  </a:lnTo>
                  <a:lnTo>
                    <a:pt x="411728" y="913279"/>
                  </a:lnTo>
                  <a:lnTo>
                    <a:pt x="410446" y="913279"/>
                  </a:lnTo>
                  <a:lnTo>
                    <a:pt x="409164" y="913279"/>
                  </a:lnTo>
                  <a:lnTo>
                    <a:pt x="407882" y="913279"/>
                  </a:lnTo>
                  <a:lnTo>
                    <a:pt x="406600" y="913279"/>
                  </a:lnTo>
                  <a:lnTo>
                    <a:pt x="405319" y="913279"/>
                  </a:lnTo>
                  <a:lnTo>
                    <a:pt x="404037" y="913279"/>
                  </a:lnTo>
                  <a:lnTo>
                    <a:pt x="402755" y="913279"/>
                  </a:lnTo>
                  <a:lnTo>
                    <a:pt x="401473" y="913279"/>
                  </a:lnTo>
                  <a:lnTo>
                    <a:pt x="400191" y="913279"/>
                  </a:lnTo>
                  <a:lnTo>
                    <a:pt x="398909" y="913279"/>
                  </a:lnTo>
                  <a:lnTo>
                    <a:pt x="397628" y="913279"/>
                  </a:lnTo>
                  <a:lnTo>
                    <a:pt x="396346" y="913279"/>
                  </a:lnTo>
                  <a:lnTo>
                    <a:pt x="395064" y="913279"/>
                  </a:lnTo>
                  <a:lnTo>
                    <a:pt x="393782" y="913279"/>
                  </a:lnTo>
                  <a:lnTo>
                    <a:pt x="392500" y="913279"/>
                  </a:lnTo>
                  <a:lnTo>
                    <a:pt x="391218" y="913279"/>
                  </a:lnTo>
                  <a:lnTo>
                    <a:pt x="389936" y="913279"/>
                  </a:lnTo>
                  <a:lnTo>
                    <a:pt x="388655" y="913279"/>
                  </a:lnTo>
                  <a:lnTo>
                    <a:pt x="387373" y="913279"/>
                  </a:lnTo>
                  <a:lnTo>
                    <a:pt x="386091" y="913279"/>
                  </a:lnTo>
                  <a:lnTo>
                    <a:pt x="384809" y="913279"/>
                  </a:lnTo>
                  <a:lnTo>
                    <a:pt x="383527" y="913279"/>
                  </a:lnTo>
                  <a:lnTo>
                    <a:pt x="382245" y="913279"/>
                  </a:lnTo>
                  <a:lnTo>
                    <a:pt x="380964" y="913279"/>
                  </a:lnTo>
                  <a:lnTo>
                    <a:pt x="379682" y="913279"/>
                  </a:lnTo>
                  <a:lnTo>
                    <a:pt x="378400" y="913279"/>
                  </a:lnTo>
                  <a:lnTo>
                    <a:pt x="377118" y="913279"/>
                  </a:lnTo>
                  <a:lnTo>
                    <a:pt x="375836" y="913279"/>
                  </a:lnTo>
                  <a:lnTo>
                    <a:pt x="374554" y="913279"/>
                  </a:lnTo>
                  <a:lnTo>
                    <a:pt x="373272" y="913279"/>
                  </a:lnTo>
                  <a:lnTo>
                    <a:pt x="371991" y="913279"/>
                  </a:lnTo>
                  <a:lnTo>
                    <a:pt x="370709" y="913279"/>
                  </a:lnTo>
                  <a:lnTo>
                    <a:pt x="369427" y="913279"/>
                  </a:lnTo>
                  <a:lnTo>
                    <a:pt x="368145" y="913279"/>
                  </a:lnTo>
                  <a:lnTo>
                    <a:pt x="366863" y="913279"/>
                  </a:lnTo>
                  <a:lnTo>
                    <a:pt x="365581" y="913279"/>
                  </a:lnTo>
                  <a:lnTo>
                    <a:pt x="364300" y="913279"/>
                  </a:lnTo>
                  <a:lnTo>
                    <a:pt x="363018" y="913279"/>
                  </a:lnTo>
                  <a:lnTo>
                    <a:pt x="361736" y="913279"/>
                  </a:lnTo>
                  <a:lnTo>
                    <a:pt x="360454" y="913279"/>
                  </a:lnTo>
                  <a:lnTo>
                    <a:pt x="359172" y="913279"/>
                  </a:lnTo>
                  <a:lnTo>
                    <a:pt x="357890" y="913279"/>
                  </a:lnTo>
                  <a:lnTo>
                    <a:pt x="356609" y="913279"/>
                  </a:lnTo>
                  <a:lnTo>
                    <a:pt x="355327" y="913279"/>
                  </a:lnTo>
                  <a:lnTo>
                    <a:pt x="354045" y="913279"/>
                  </a:lnTo>
                  <a:lnTo>
                    <a:pt x="352763" y="913279"/>
                  </a:lnTo>
                  <a:lnTo>
                    <a:pt x="351481" y="913279"/>
                  </a:lnTo>
                  <a:lnTo>
                    <a:pt x="350199" y="913279"/>
                  </a:lnTo>
                  <a:lnTo>
                    <a:pt x="348917" y="913279"/>
                  </a:lnTo>
                  <a:lnTo>
                    <a:pt x="347636" y="913279"/>
                  </a:lnTo>
                  <a:lnTo>
                    <a:pt x="346354" y="913279"/>
                  </a:lnTo>
                  <a:lnTo>
                    <a:pt x="345072" y="913279"/>
                  </a:lnTo>
                  <a:lnTo>
                    <a:pt x="343790" y="913279"/>
                  </a:lnTo>
                  <a:lnTo>
                    <a:pt x="342508" y="913279"/>
                  </a:lnTo>
                  <a:lnTo>
                    <a:pt x="341226" y="913279"/>
                  </a:lnTo>
                  <a:lnTo>
                    <a:pt x="339945" y="913279"/>
                  </a:lnTo>
                  <a:lnTo>
                    <a:pt x="338663" y="913279"/>
                  </a:lnTo>
                  <a:lnTo>
                    <a:pt x="337381" y="913279"/>
                  </a:lnTo>
                  <a:lnTo>
                    <a:pt x="336099" y="913279"/>
                  </a:lnTo>
                  <a:lnTo>
                    <a:pt x="334817" y="913279"/>
                  </a:lnTo>
                  <a:lnTo>
                    <a:pt x="333535" y="913279"/>
                  </a:lnTo>
                  <a:lnTo>
                    <a:pt x="332253" y="913279"/>
                  </a:lnTo>
                  <a:lnTo>
                    <a:pt x="330972" y="913279"/>
                  </a:lnTo>
                  <a:lnTo>
                    <a:pt x="329690" y="913279"/>
                  </a:lnTo>
                  <a:lnTo>
                    <a:pt x="328408" y="913279"/>
                  </a:lnTo>
                  <a:lnTo>
                    <a:pt x="327126" y="913279"/>
                  </a:lnTo>
                  <a:lnTo>
                    <a:pt x="325844" y="913279"/>
                  </a:lnTo>
                  <a:lnTo>
                    <a:pt x="324562" y="913279"/>
                  </a:lnTo>
                  <a:lnTo>
                    <a:pt x="323281" y="913279"/>
                  </a:lnTo>
                  <a:lnTo>
                    <a:pt x="321999" y="913279"/>
                  </a:lnTo>
                  <a:lnTo>
                    <a:pt x="320717" y="913279"/>
                  </a:lnTo>
                  <a:lnTo>
                    <a:pt x="319435" y="913279"/>
                  </a:lnTo>
                  <a:lnTo>
                    <a:pt x="318153" y="913279"/>
                  </a:lnTo>
                  <a:lnTo>
                    <a:pt x="316871" y="913279"/>
                  </a:lnTo>
                  <a:lnTo>
                    <a:pt x="315590" y="913279"/>
                  </a:lnTo>
                  <a:lnTo>
                    <a:pt x="314308" y="913279"/>
                  </a:lnTo>
                  <a:lnTo>
                    <a:pt x="313026" y="913279"/>
                  </a:lnTo>
                  <a:lnTo>
                    <a:pt x="311744" y="913279"/>
                  </a:lnTo>
                  <a:lnTo>
                    <a:pt x="310462" y="913279"/>
                  </a:lnTo>
                  <a:lnTo>
                    <a:pt x="309180" y="913279"/>
                  </a:lnTo>
                  <a:lnTo>
                    <a:pt x="307898" y="913279"/>
                  </a:lnTo>
                  <a:lnTo>
                    <a:pt x="306617" y="913279"/>
                  </a:lnTo>
                  <a:lnTo>
                    <a:pt x="305335" y="913279"/>
                  </a:lnTo>
                  <a:lnTo>
                    <a:pt x="304053" y="913279"/>
                  </a:lnTo>
                  <a:lnTo>
                    <a:pt x="302771" y="913279"/>
                  </a:lnTo>
                  <a:lnTo>
                    <a:pt x="301489" y="913279"/>
                  </a:lnTo>
                  <a:lnTo>
                    <a:pt x="300207" y="913279"/>
                  </a:lnTo>
                  <a:lnTo>
                    <a:pt x="298926" y="913279"/>
                  </a:lnTo>
                  <a:lnTo>
                    <a:pt x="297644" y="913279"/>
                  </a:lnTo>
                  <a:lnTo>
                    <a:pt x="296362" y="913279"/>
                  </a:lnTo>
                  <a:lnTo>
                    <a:pt x="295080" y="913279"/>
                  </a:lnTo>
                  <a:lnTo>
                    <a:pt x="293798" y="913279"/>
                  </a:lnTo>
                  <a:lnTo>
                    <a:pt x="292516" y="913279"/>
                  </a:lnTo>
                  <a:lnTo>
                    <a:pt x="291234" y="913279"/>
                  </a:lnTo>
                  <a:lnTo>
                    <a:pt x="289953" y="913279"/>
                  </a:lnTo>
                  <a:lnTo>
                    <a:pt x="288671" y="913279"/>
                  </a:lnTo>
                  <a:lnTo>
                    <a:pt x="287389" y="913279"/>
                  </a:lnTo>
                  <a:lnTo>
                    <a:pt x="286107" y="913279"/>
                  </a:lnTo>
                  <a:lnTo>
                    <a:pt x="284825" y="913279"/>
                  </a:lnTo>
                  <a:lnTo>
                    <a:pt x="283543" y="913279"/>
                  </a:lnTo>
                  <a:lnTo>
                    <a:pt x="282262" y="913279"/>
                  </a:lnTo>
                  <a:lnTo>
                    <a:pt x="280980" y="913279"/>
                  </a:lnTo>
                  <a:lnTo>
                    <a:pt x="279698" y="913279"/>
                  </a:lnTo>
                  <a:lnTo>
                    <a:pt x="278416" y="913279"/>
                  </a:lnTo>
                  <a:lnTo>
                    <a:pt x="277134" y="913279"/>
                  </a:lnTo>
                  <a:lnTo>
                    <a:pt x="275852" y="913279"/>
                  </a:lnTo>
                  <a:lnTo>
                    <a:pt x="274570" y="913279"/>
                  </a:lnTo>
                  <a:lnTo>
                    <a:pt x="273289" y="913279"/>
                  </a:lnTo>
                  <a:lnTo>
                    <a:pt x="272007" y="913279"/>
                  </a:lnTo>
                  <a:lnTo>
                    <a:pt x="270725" y="913279"/>
                  </a:lnTo>
                  <a:lnTo>
                    <a:pt x="269443" y="913279"/>
                  </a:lnTo>
                  <a:lnTo>
                    <a:pt x="268161" y="913279"/>
                  </a:lnTo>
                  <a:lnTo>
                    <a:pt x="266879" y="913279"/>
                  </a:lnTo>
                  <a:lnTo>
                    <a:pt x="265598" y="913279"/>
                  </a:lnTo>
                  <a:lnTo>
                    <a:pt x="264316" y="913279"/>
                  </a:lnTo>
                  <a:lnTo>
                    <a:pt x="263034" y="913279"/>
                  </a:lnTo>
                  <a:lnTo>
                    <a:pt x="261752" y="913279"/>
                  </a:lnTo>
                  <a:lnTo>
                    <a:pt x="260470" y="913279"/>
                  </a:lnTo>
                  <a:lnTo>
                    <a:pt x="259188" y="913279"/>
                  </a:lnTo>
                  <a:lnTo>
                    <a:pt x="257907" y="913279"/>
                  </a:lnTo>
                  <a:lnTo>
                    <a:pt x="256625" y="913279"/>
                  </a:lnTo>
                  <a:lnTo>
                    <a:pt x="255343" y="913279"/>
                  </a:lnTo>
                  <a:lnTo>
                    <a:pt x="254061" y="913279"/>
                  </a:lnTo>
                  <a:lnTo>
                    <a:pt x="252779" y="913279"/>
                  </a:lnTo>
                  <a:lnTo>
                    <a:pt x="251497" y="913279"/>
                  </a:lnTo>
                  <a:lnTo>
                    <a:pt x="250215" y="913279"/>
                  </a:lnTo>
                  <a:lnTo>
                    <a:pt x="248934" y="913279"/>
                  </a:lnTo>
                  <a:lnTo>
                    <a:pt x="247652" y="913279"/>
                  </a:lnTo>
                  <a:lnTo>
                    <a:pt x="246370" y="913279"/>
                  </a:lnTo>
                  <a:lnTo>
                    <a:pt x="245088" y="913279"/>
                  </a:lnTo>
                  <a:lnTo>
                    <a:pt x="243806" y="913279"/>
                  </a:lnTo>
                  <a:lnTo>
                    <a:pt x="242524" y="913279"/>
                  </a:lnTo>
                  <a:lnTo>
                    <a:pt x="241243" y="913279"/>
                  </a:lnTo>
                  <a:lnTo>
                    <a:pt x="239961" y="913279"/>
                  </a:lnTo>
                  <a:lnTo>
                    <a:pt x="238679" y="913279"/>
                  </a:lnTo>
                  <a:lnTo>
                    <a:pt x="237397" y="913279"/>
                  </a:lnTo>
                  <a:lnTo>
                    <a:pt x="236115" y="913279"/>
                  </a:lnTo>
                  <a:lnTo>
                    <a:pt x="234833" y="913279"/>
                  </a:lnTo>
                  <a:lnTo>
                    <a:pt x="233551" y="913279"/>
                  </a:lnTo>
                  <a:lnTo>
                    <a:pt x="232270" y="913279"/>
                  </a:lnTo>
                  <a:lnTo>
                    <a:pt x="230988" y="913279"/>
                  </a:lnTo>
                  <a:lnTo>
                    <a:pt x="229706" y="913279"/>
                  </a:lnTo>
                  <a:lnTo>
                    <a:pt x="228424" y="913279"/>
                  </a:lnTo>
                  <a:lnTo>
                    <a:pt x="227142" y="913279"/>
                  </a:lnTo>
                  <a:lnTo>
                    <a:pt x="225860" y="913279"/>
                  </a:lnTo>
                  <a:lnTo>
                    <a:pt x="224579" y="913279"/>
                  </a:lnTo>
                  <a:lnTo>
                    <a:pt x="223297" y="913279"/>
                  </a:lnTo>
                  <a:lnTo>
                    <a:pt x="222015" y="913279"/>
                  </a:lnTo>
                  <a:lnTo>
                    <a:pt x="220733" y="913279"/>
                  </a:lnTo>
                  <a:lnTo>
                    <a:pt x="219451" y="913279"/>
                  </a:lnTo>
                  <a:lnTo>
                    <a:pt x="218169" y="913279"/>
                  </a:lnTo>
                  <a:lnTo>
                    <a:pt x="216888" y="913279"/>
                  </a:lnTo>
                  <a:lnTo>
                    <a:pt x="215606" y="913279"/>
                  </a:lnTo>
                  <a:lnTo>
                    <a:pt x="214324" y="913279"/>
                  </a:lnTo>
                  <a:lnTo>
                    <a:pt x="213042" y="913279"/>
                  </a:lnTo>
                  <a:lnTo>
                    <a:pt x="211760" y="913279"/>
                  </a:lnTo>
                  <a:lnTo>
                    <a:pt x="210478" y="913279"/>
                  </a:lnTo>
                  <a:lnTo>
                    <a:pt x="209196" y="913279"/>
                  </a:lnTo>
                  <a:lnTo>
                    <a:pt x="207915" y="913279"/>
                  </a:lnTo>
                  <a:lnTo>
                    <a:pt x="206633" y="913279"/>
                  </a:lnTo>
                  <a:lnTo>
                    <a:pt x="205351" y="913279"/>
                  </a:lnTo>
                  <a:lnTo>
                    <a:pt x="204069" y="913279"/>
                  </a:lnTo>
                  <a:lnTo>
                    <a:pt x="202787" y="913279"/>
                  </a:lnTo>
                  <a:lnTo>
                    <a:pt x="201505" y="913279"/>
                  </a:lnTo>
                  <a:lnTo>
                    <a:pt x="200224" y="913279"/>
                  </a:lnTo>
                  <a:lnTo>
                    <a:pt x="198942" y="913279"/>
                  </a:lnTo>
                  <a:lnTo>
                    <a:pt x="197660" y="913279"/>
                  </a:lnTo>
                  <a:lnTo>
                    <a:pt x="196378" y="913279"/>
                  </a:lnTo>
                  <a:lnTo>
                    <a:pt x="195096" y="913279"/>
                  </a:lnTo>
                  <a:lnTo>
                    <a:pt x="193814" y="913279"/>
                  </a:lnTo>
                  <a:lnTo>
                    <a:pt x="192532" y="913279"/>
                  </a:lnTo>
                  <a:lnTo>
                    <a:pt x="191251" y="913279"/>
                  </a:lnTo>
                  <a:lnTo>
                    <a:pt x="189969" y="913279"/>
                  </a:lnTo>
                  <a:lnTo>
                    <a:pt x="188687" y="913279"/>
                  </a:lnTo>
                  <a:lnTo>
                    <a:pt x="187405" y="913279"/>
                  </a:lnTo>
                  <a:lnTo>
                    <a:pt x="186123" y="913279"/>
                  </a:lnTo>
                  <a:lnTo>
                    <a:pt x="184841" y="913279"/>
                  </a:lnTo>
                  <a:lnTo>
                    <a:pt x="183560" y="913279"/>
                  </a:lnTo>
                  <a:lnTo>
                    <a:pt x="182278" y="913279"/>
                  </a:lnTo>
                  <a:lnTo>
                    <a:pt x="180996" y="913279"/>
                  </a:lnTo>
                  <a:lnTo>
                    <a:pt x="179714" y="913279"/>
                  </a:lnTo>
                  <a:lnTo>
                    <a:pt x="178432" y="913279"/>
                  </a:lnTo>
                  <a:lnTo>
                    <a:pt x="177150" y="913279"/>
                  </a:lnTo>
                  <a:lnTo>
                    <a:pt x="175869" y="913279"/>
                  </a:lnTo>
                  <a:lnTo>
                    <a:pt x="174587" y="913279"/>
                  </a:lnTo>
                  <a:lnTo>
                    <a:pt x="173305" y="913279"/>
                  </a:lnTo>
                  <a:lnTo>
                    <a:pt x="172023" y="913279"/>
                  </a:lnTo>
                  <a:lnTo>
                    <a:pt x="170741" y="913279"/>
                  </a:lnTo>
                  <a:lnTo>
                    <a:pt x="169459" y="913279"/>
                  </a:lnTo>
                  <a:lnTo>
                    <a:pt x="168177" y="913279"/>
                  </a:lnTo>
                  <a:lnTo>
                    <a:pt x="166896" y="913279"/>
                  </a:lnTo>
                  <a:lnTo>
                    <a:pt x="165614" y="913279"/>
                  </a:lnTo>
                  <a:lnTo>
                    <a:pt x="164332" y="913279"/>
                  </a:lnTo>
                  <a:lnTo>
                    <a:pt x="163050" y="913279"/>
                  </a:lnTo>
                  <a:lnTo>
                    <a:pt x="161768" y="913279"/>
                  </a:lnTo>
                  <a:lnTo>
                    <a:pt x="160486" y="913279"/>
                  </a:lnTo>
                  <a:lnTo>
                    <a:pt x="159205" y="913279"/>
                  </a:lnTo>
                  <a:lnTo>
                    <a:pt x="157923" y="913279"/>
                  </a:lnTo>
                  <a:lnTo>
                    <a:pt x="156641" y="913279"/>
                  </a:lnTo>
                  <a:lnTo>
                    <a:pt x="155359" y="913279"/>
                  </a:lnTo>
                  <a:lnTo>
                    <a:pt x="154077" y="913279"/>
                  </a:lnTo>
                  <a:lnTo>
                    <a:pt x="152795" y="913279"/>
                  </a:lnTo>
                  <a:lnTo>
                    <a:pt x="151513" y="913279"/>
                  </a:lnTo>
                  <a:lnTo>
                    <a:pt x="150232" y="913279"/>
                  </a:lnTo>
                  <a:lnTo>
                    <a:pt x="148950" y="913279"/>
                  </a:lnTo>
                  <a:lnTo>
                    <a:pt x="147668" y="913279"/>
                  </a:lnTo>
                  <a:lnTo>
                    <a:pt x="146386" y="913279"/>
                  </a:lnTo>
                  <a:lnTo>
                    <a:pt x="145104" y="913279"/>
                  </a:lnTo>
                  <a:lnTo>
                    <a:pt x="143822" y="913279"/>
                  </a:lnTo>
                  <a:lnTo>
                    <a:pt x="142541" y="913279"/>
                  </a:lnTo>
                  <a:lnTo>
                    <a:pt x="141259" y="913279"/>
                  </a:lnTo>
                  <a:lnTo>
                    <a:pt x="139977" y="913279"/>
                  </a:lnTo>
                  <a:lnTo>
                    <a:pt x="138695" y="913279"/>
                  </a:lnTo>
                  <a:lnTo>
                    <a:pt x="137413" y="913279"/>
                  </a:lnTo>
                  <a:lnTo>
                    <a:pt x="136131" y="913279"/>
                  </a:lnTo>
                  <a:lnTo>
                    <a:pt x="134849" y="913279"/>
                  </a:lnTo>
                  <a:lnTo>
                    <a:pt x="133568" y="913279"/>
                  </a:lnTo>
                  <a:lnTo>
                    <a:pt x="132286" y="913279"/>
                  </a:lnTo>
                  <a:lnTo>
                    <a:pt x="131004" y="913279"/>
                  </a:lnTo>
                  <a:lnTo>
                    <a:pt x="129722" y="913279"/>
                  </a:lnTo>
                  <a:lnTo>
                    <a:pt x="128440" y="913279"/>
                  </a:lnTo>
                  <a:lnTo>
                    <a:pt x="127158" y="913279"/>
                  </a:lnTo>
                  <a:lnTo>
                    <a:pt x="125877" y="913279"/>
                  </a:lnTo>
                  <a:lnTo>
                    <a:pt x="124595" y="913279"/>
                  </a:lnTo>
                  <a:lnTo>
                    <a:pt x="123313" y="913279"/>
                  </a:lnTo>
                  <a:lnTo>
                    <a:pt x="122031" y="913279"/>
                  </a:lnTo>
                  <a:lnTo>
                    <a:pt x="120749" y="913279"/>
                  </a:lnTo>
                  <a:lnTo>
                    <a:pt x="119467" y="913279"/>
                  </a:lnTo>
                  <a:lnTo>
                    <a:pt x="118186" y="913279"/>
                  </a:lnTo>
                  <a:lnTo>
                    <a:pt x="116904" y="913279"/>
                  </a:lnTo>
                  <a:lnTo>
                    <a:pt x="115622" y="913279"/>
                  </a:lnTo>
                  <a:lnTo>
                    <a:pt x="114340" y="913279"/>
                  </a:lnTo>
                  <a:lnTo>
                    <a:pt x="113058" y="913279"/>
                  </a:lnTo>
                  <a:lnTo>
                    <a:pt x="111776" y="913279"/>
                  </a:lnTo>
                  <a:lnTo>
                    <a:pt x="110494" y="913279"/>
                  </a:lnTo>
                  <a:lnTo>
                    <a:pt x="109213" y="913279"/>
                  </a:lnTo>
                  <a:lnTo>
                    <a:pt x="107931" y="913279"/>
                  </a:lnTo>
                  <a:lnTo>
                    <a:pt x="106649" y="913279"/>
                  </a:lnTo>
                  <a:lnTo>
                    <a:pt x="105367" y="913279"/>
                  </a:lnTo>
                  <a:lnTo>
                    <a:pt x="104085" y="913279"/>
                  </a:lnTo>
                  <a:lnTo>
                    <a:pt x="102803" y="913279"/>
                  </a:lnTo>
                  <a:lnTo>
                    <a:pt x="101522" y="913279"/>
                  </a:lnTo>
                  <a:lnTo>
                    <a:pt x="100240" y="913279"/>
                  </a:lnTo>
                  <a:lnTo>
                    <a:pt x="98958" y="913279"/>
                  </a:lnTo>
                  <a:lnTo>
                    <a:pt x="97676" y="913279"/>
                  </a:lnTo>
                  <a:lnTo>
                    <a:pt x="96394" y="913279"/>
                  </a:lnTo>
                  <a:lnTo>
                    <a:pt x="95112" y="913279"/>
                  </a:lnTo>
                  <a:lnTo>
                    <a:pt x="93830" y="913279"/>
                  </a:lnTo>
                  <a:lnTo>
                    <a:pt x="92549" y="913279"/>
                  </a:lnTo>
                  <a:lnTo>
                    <a:pt x="91267" y="913279"/>
                  </a:lnTo>
                  <a:lnTo>
                    <a:pt x="89985" y="913279"/>
                  </a:lnTo>
                  <a:lnTo>
                    <a:pt x="88703" y="913279"/>
                  </a:lnTo>
                  <a:lnTo>
                    <a:pt x="87421" y="913279"/>
                  </a:lnTo>
                  <a:lnTo>
                    <a:pt x="86139" y="913279"/>
                  </a:lnTo>
                  <a:lnTo>
                    <a:pt x="84858" y="913279"/>
                  </a:lnTo>
                  <a:lnTo>
                    <a:pt x="83576" y="913279"/>
                  </a:lnTo>
                  <a:lnTo>
                    <a:pt x="82294" y="913279"/>
                  </a:lnTo>
                  <a:lnTo>
                    <a:pt x="81012" y="913279"/>
                  </a:lnTo>
                  <a:lnTo>
                    <a:pt x="79730" y="913279"/>
                  </a:lnTo>
                  <a:lnTo>
                    <a:pt x="78448" y="913279"/>
                  </a:lnTo>
                  <a:lnTo>
                    <a:pt x="77167" y="913279"/>
                  </a:lnTo>
                  <a:lnTo>
                    <a:pt x="75885" y="913279"/>
                  </a:lnTo>
                  <a:lnTo>
                    <a:pt x="74603" y="913279"/>
                  </a:lnTo>
                  <a:lnTo>
                    <a:pt x="73321" y="913279"/>
                  </a:lnTo>
                  <a:lnTo>
                    <a:pt x="72039" y="913279"/>
                  </a:lnTo>
                  <a:lnTo>
                    <a:pt x="70757" y="913279"/>
                  </a:lnTo>
                  <a:lnTo>
                    <a:pt x="69475" y="913279"/>
                  </a:lnTo>
                  <a:lnTo>
                    <a:pt x="68194" y="913279"/>
                  </a:lnTo>
                  <a:lnTo>
                    <a:pt x="66912" y="913279"/>
                  </a:lnTo>
                  <a:lnTo>
                    <a:pt x="65630" y="913279"/>
                  </a:lnTo>
                  <a:lnTo>
                    <a:pt x="64348" y="913279"/>
                  </a:lnTo>
                  <a:lnTo>
                    <a:pt x="63066" y="913279"/>
                  </a:lnTo>
                  <a:lnTo>
                    <a:pt x="61784" y="913279"/>
                  </a:lnTo>
                  <a:lnTo>
                    <a:pt x="60503" y="913279"/>
                  </a:lnTo>
                  <a:lnTo>
                    <a:pt x="59221" y="913279"/>
                  </a:lnTo>
                  <a:lnTo>
                    <a:pt x="57939" y="913279"/>
                  </a:lnTo>
                  <a:lnTo>
                    <a:pt x="56657" y="913279"/>
                  </a:lnTo>
                  <a:lnTo>
                    <a:pt x="55375" y="913279"/>
                  </a:lnTo>
                  <a:lnTo>
                    <a:pt x="54093" y="913279"/>
                  </a:lnTo>
                  <a:lnTo>
                    <a:pt x="52811" y="913279"/>
                  </a:lnTo>
                  <a:lnTo>
                    <a:pt x="51530" y="913279"/>
                  </a:lnTo>
                  <a:lnTo>
                    <a:pt x="50248" y="913279"/>
                  </a:lnTo>
                  <a:lnTo>
                    <a:pt x="48966" y="913279"/>
                  </a:lnTo>
                  <a:lnTo>
                    <a:pt x="47684" y="913279"/>
                  </a:lnTo>
                  <a:lnTo>
                    <a:pt x="46402" y="913279"/>
                  </a:lnTo>
                  <a:lnTo>
                    <a:pt x="45120" y="913279"/>
                  </a:lnTo>
                  <a:lnTo>
                    <a:pt x="43839" y="913279"/>
                  </a:lnTo>
                  <a:lnTo>
                    <a:pt x="42557" y="913279"/>
                  </a:lnTo>
                  <a:lnTo>
                    <a:pt x="41275" y="913279"/>
                  </a:lnTo>
                  <a:lnTo>
                    <a:pt x="39993" y="913279"/>
                  </a:lnTo>
                  <a:lnTo>
                    <a:pt x="38711" y="913279"/>
                  </a:lnTo>
                  <a:lnTo>
                    <a:pt x="37429" y="913279"/>
                  </a:lnTo>
                  <a:lnTo>
                    <a:pt x="36148" y="913279"/>
                  </a:lnTo>
                  <a:lnTo>
                    <a:pt x="34866" y="913279"/>
                  </a:lnTo>
                  <a:lnTo>
                    <a:pt x="33584" y="913279"/>
                  </a:lnTo>
                  <a:lnTo>
                    <a:pt x="32302" y="913279"/>
                  </a:lnTo>
                  <a:lnTo>
                    <a:pt x="31020" y="913279"/>
                  </a:lnTo>
                  <a:lnTo>
                    <a:pt x="29738" y="913279"/>
                  </a:lnTo>
                  <a:lnTo>
                    <a:pt x="28456" y="913279"/>
                  </a:lnTo>
                  <a:lnTo>
                    <a:pt x="27175" y="913279"/>
                  </a:lnTo>
                  <a:lnTo>
                    <a:pt x="25893" y="913279"/>
                  </a:lnTo>
                  <a:lnTo>
                    <a:pt x="24611" y="913279"/>
                  </a:lnTo>
                  <a:lnTo>
                    <a:pt x="23329" y="913279"/>
                  </a:lnTo>
                  <a:lnTo>
                    <a:pt x="22047" y="913279"/>
                  </a:lnTo>
                  <a:lnTo>
                    <a:pt x="20765" y="913279"/>
                  </a:lnTo>
                  <a:lnTo>
                    <a:pt x="19484" y="913279"/>
                  </a:lnTo>
                  <a:lnTo>
                    <a:pt x="18202" y="913279"/>
                  </a:lnTo>
                  <a:lnTo>
                    <a:pt x="16920" y="913279"/>
                  </a:lnTo>
                  <a:lnTo>
                    <a:pt x="15638" y="913279"/>
                  </a:lnTo>
                  <a:lnTo>
                    <a:pt x="14356" y="913279"/>
                  </a:lnTo>
                  <a:lnTo>
                    <a:pt x="13074" y="913279"/>
                  </a:lnTo>
                  <a:lnTo>
                    <a:pt x="11792" y="913279"/>
                  </a:lnTo>
                  <a:lnTo>
                    <a:pt x="10511" y="913279"/>
                  </a:lnTo>
                  <a:lnTo>
                    <a:pt x="9229" y="913279"/>
                  </a:lnTo>
                  <a:lnTo>
                    <a:pt x="7947" y="913279"/>
                  </a:lnTo>
                  <a:lnTo>
                    <a:pt x="6665" y="913279"/>
                  </a:lnTo>
                  <a:lnTo>
                    <a:pt x="5383" y="913279"/>
                  </a:lnTo>
                  <a:lnTo>
                    <a:pt x="4101" y="913279"/>
                  </a:lnTo>
                  <a:lnTo>
                    <a:pt x="2820" y="913279"/>
                  </a:lnTo>
                  <a:lnTo>
                    <a:pt x="1538" y="913279"/>
                  </a:lnTo>
                  <a:lnTo>
                    <a:pt x="256" y="913279"/>
                  </a:lnTo>
                  <a:lnTo>
                    <a:pt x="0" y="913279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82728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871311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2267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tx93"/>
            <p:cNvSpPr/>
            <p:nvPr/>
          </p:nvSpPr>
          <p:spPr>
            <a:xfrm>
              <a:off x="346724" y="1750058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346724" y="1374437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46724" y="998816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346724" y="623195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400</a:t>
              </a:r>
            </a:p>
          </p:txBody>
        </p:sp>
        <p:sp>
          <p:nvSpPr>
            <p:cNvPr id="97" name="pl97"/>
            <p:cNvSpPr/>
            <p:nvPr/>
          </p:nvSpPr>
          <p:spPr>
            <a:xfrm>
              <a:off x="587875" y="17938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87875" y="14182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87875" y="10426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87875" y="6669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622670" y="206628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3026384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230994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 rot="-5400000">
              <a:off x="96391" y="118096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622670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106" name="rc106"/>
            <p:cNvSpPr/>
            <p:nvPr/>
          </p:nvSpPr>
          <p:spPr>
            <a:xfrm>
              <a:off x="622670" y="235558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22670" y="3942136"/>
              <a:ext cx="24566" cy="82263"/>
            </a:xfrm>
            <a:custGeom>
              <a:avLst/>
              <a:pathLst>
                <a:path w="24566" h="82263">
                  <a:moveTo>
                    <a:pt x="0" y="0"/>
                  </a:moveTo>
                  <a:lnTo>
                    <a:pt x="256" y="10300"/>
                  </a:lnTo>
                  <a:lnTo>
                    <a:pt x="1538" y="10300"/>
                  </a:lnTo>
                  <a:lnTo>
                    <a:pt x="2820" y="15918"/>
                  </a:lnTo>
                  <a:lnTo>
                    <a:pt x="4101" y="16386"/>
                  </a:lnTo>
                  <a:lnTo>
                    <a:pt x="5383" y="22005"/>
                  </a:lnTo>
                  <a:lnTo>
                    <a:pt x="6665" y="21420"/>
                  </a:lnTo>
                  <a:lnTo>
                    <a:pt x="7947" y="21420"/>
                  </a:lnTo>
                  <a:lnTo>
                    <a:pt x="9229" y="19228"/>
                  </a:lnTo>
                  <a:lnTo>
                    <a:pt x="10511" y="5299"/>
                  </a:lnTo>
                  <a:lnTo>
                    <a:pt x="11792" y="24713"/>
                  </a:lnTo>
                  <a:lnTo>
                    <a:pt x="13074" y="49303"/>
                  </a:lnTo>
                  <a:lnTo>
                    <a:pt x="14356" y="57626"/>
                  </a:lnTo>
                  <a:lnTo>
                    <a:pt x="15638" y="63083"/>
                  </a:lnTo>
                  <a:lnTo>
                    <a:pt x="16920" y="33483"/>
                  </a:lnTo>
                  <a:lnTo>
                    <a:pt x="18202" y="33483"/>
                  </a:lnTo>
                  <a:lnTo>
                    <a:pt x="19484" y="33483"/>
                  </a:lnTo>
                  <a:lnTo>
                    <a:pt x="20765" y="33483"/>
                  </a:lnTo>
                  <a:lnTo>
                    <a:pt x="22047" y="36713"/>
                  </a:lnTo>
                  <a:lnTo>
                    <a:pt x="23329" y="43174"/>
                  </a:lnTo>
                  <a:lnTo>
                    <a:pt x="24566" y="8226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50347" y="3906166"/>
              <a:ext cx="176411" cy="118232"/>
            </a:xfrm>
            <a:custGeom>
              <a:avLst/>
              <a:pathLst>
                <a:path w="176411" h="118232">
                  <a:moveTo>
                    <a:pt x="0" y="118232"/>
                  </a:moveTo>
                  <a:lnTo>
                    <a:pt x="780" y="108924"/>
                  </a:lnTo>
                  <a:lnTo>
                    <a:pt x="2061" y="107747"/>
                  </a:lnTo>
                  <a:lnTo>
                    <a:pt x="3343" y="87745"/>
                  </a:lnTo>
                  <a:lnTo>
                    <a:pt x="4625" y="85392"/>
                  </a:lnTo>
                  <a:lnTo>
                    <a:pt x="5907" y="85392"/>
                  </a:lnTo>
                  <a:lnTo>
                    <a:pt x="7189" y="80685"/>
                  </a:lnTo>
                  <a:lnTo>
                    <a:pt x="8471" y="63624"/>
                  </a:lnTo>
                  <a:lnTo>
                    <a:pt x="9752" y="50093"/>
                  </a:lnTo>
                  <a:lnTo>
                    <a:pt x="11034" y="50093"/>
                  </a:lnTo>
                  <a:lnTo>
                    <a:pt x="12316" y="50093"/>
                  </a:lnTo>
                  <a:lnTo>
                    <a:pt x="13598" y="45975"/>
                  </a:lnTo>
                  <a:lnTo>
                    <a:pt x="14880" y="44210"/>
                  </a:lnTo>
                  <a:lnTo>
                    <a:pt x="16162" y="45106"/>
                  </a:lnTo>
                  <a:lnTo>
                    <a:pt x="17444" y="39605"/>
                  </a:lnTo>
                  <a:lnTo>
                    <a:pt x="18725" y="0"/>
                  </a:lnTo>
                  <a:lnTo>
                    <a:pt x="20007" y="20997"/>
                  </a:lnTo>
                  <a:lnTo>
                    <a:pt x="21289" y="22612"/>
                  </a:lnTo>
                  <a:lnTo>
                    <a:pt x="22571" y="50070"/>
                  </a:lnTo>
                  <a:lnTo>
                    <a:pt x="23853" y="53301"/>
                  </a:lnTo>
                  <a:lnTo>
                    <a:pt x="25135" y="53301"/>
                  </a:lnTo>
                  <a:lnTo>
                    <a:pt x="26416" y="44417"/>
                  </a:lnTo>
                  <a:lnTo>
                    <a:pt x="27698" y="29880"/>
                  </a:lnTo>
                  <a:lnTo>
                    <a:pt x="28980" y="37149"/>
                  </a:lnTo>
                  <a:lnTo>
                    <a:pt x="30262" y="37149"/>
                  </a:lnTo>
                  <a:lnTo>
                    <a:pt x="31544" y="37149"/>
                  </a:lnTo>
                  <a:lnTo>
                    <a:pt x="32826" y="42802"/>
                  </a:lnTo>
                  <a:lnTo>
                    <a:pt x="34107" y="53301"/>
                  </a:lnTo>
                  <a:lnTo>
                    <a:pt x="35389" y="53301"/>
                  </a:lnTo>
                  <a:lnTo>
                    <a:pt x="36671" y="37149"/>
                  </a:lnTo>
                  <a:lnTo>
                    <a:pt x="37953" y="37149"/>
                  </a:lnTo>
                  <a:lnTo>
                    <a:pt x="39235" y="37149"/>
                  </a:lnTo>
                  <a:lnTo>
                    <a:pt x="40517" y="37149"/>
                  </a:lnTo>
                  <a:lnTo>
                    <a:pt x="41799" y="37149"/>
                  </a:lnTo>
                  <a:lnTo>
                    <a:pt x="43080" y="37149"/>
                  </a:lnTo>
                  <a:lnTo>
                    <a:pt x="44362" y="37149"/>
                  </a:lnTo>
                  <a:lnTo>
                    <a:pt x="45644" y="50070"/>
                  </a:lnTo>
                  <a:lnTo>
                    <a:pt x="46926" y="74298"/>
                  </a:lnTo>
                  <a:lnTo>
                    <a:pt x="48208" y="85604"/>
                  </a:lnTo>
                  <a:lnTo>
                    <a:pt x="49490" y="85604"/>
                  </a:lnTo>
                  <a:lnTo>
                    <a:pt x="50771" y="85604"/>
                  </a:lnTo>
                  <a:lnTo>
                    <a:pt x="52053" y="85604"/>
                  </a:lnTo>
                  <a:lnTo>
                    <a:pt x="53335" y="85604"/>
                  </a:lnTo>
                  <a:lnTo>
                    <a:pt x="54617" y="85604"/>
                  </a:lnTo>
                  <a:lnTo>
                    <a:pt x="55899" y="101756"/>
                  </a:lnTo>
                  <a:lnTo>
                    <a:pt x="57181" y="91257"/>
                  </a:lnTo>
                  <a:lnTo>
                    <a:pt x="58463" y="85604"/>
                  </a:lnTo>
                  <a:lnTo>
                    <a:pt x="59744" y="85604"/>
                  </a:lnTo>
                  <a:lnTo>
                    <a:pt x="61026" y="85604"/>
                  </a:lnTo>
                  <a:lnTo>
                    <a:pt x="62308" y="85604"/>
                  </a:lnTo>
                  <a:lnTo>
                    <a:pt x="63590" y="85604"/>
                  </a:lnTo>
                  <a:lnTo>
                    <a:pt x="64872" y="88027"/>
                  </a:lnTo>
                  <a:lnTo>
                    <a:pt x="66154" y="101756"/>
                  </a:lnTo>
                  <a:lnTo>
                    <a:pt x="67435" y="101756"/>
                  </a:lnTo>
                  <a:lnTo>
                    <a:pt x="68717" y="101756"/>
                  </a:lnTo>
                  <a:lnTo>
                    <a:pt x="69999" y="101756"/>
                  </a:lnTo>
                  <a:lnTo>
                    <a:pt x="71281" y="101756"/>
                  </a:lnTo>
                  <a:lnTo>
                    <a:pt x="72563" y="101756"/>
                  </a:lnTo>
                  <a:lnTo>
                    <a:pt x="73845" y="101756"/>
                  </a:lnTo>
                  <a:lnTo>
                    <a:pt x="75127" y="101756"/>
                  </a:lnTo>
                  <a:lnTo>
                    <a:pt x="76408" y="112255"/>
                  </a:lnTo>
                  <a:lnTo>
                    <a:pt x="77690" y="117908"/>
                  </a:lnTo>
                  <a:lnTo>
                    <a:pt x="78972" y="117908"/>
                  </a:lnTo>
                  <a:lnTo>
                    <a:pt x="80254" y="117908"/>
                  </a:lnTo>
                  <a:lnTo>
                    <a:pt x="81536" y="117908"/>
                  </a:lnTo>
                  <a:lnTo>
                    <a:pt x="82818" y="117908"/>
                  </a:lnTo>
                  <a:lnTo>
                    <a:pt x="84099" y="117908"/>
                  </a:lnTo>
                  <a:lnTo>
                    <a:pt x="85381" y="117908"/>
                  </a:lnTo>
                  <a:lnTo>
                    <a:pt x="86663" y="117908"/>
                  </a:lnTo>
                  <a:lnTo>
                    <a:pt x="87945" y="117908"/>
                  </a:lnTo>
                  <a:lnTo>
                    <a:pt x="89227" y="102564"/>
                  </a:lnTo>
                  <a:lnTo>
                    <a:pt x="90509" y="101756"/>
                  </a:lnTo>
                  <a:lnTo>
                    <a:pt x="91790" y="101756"/>
                  </a:lnTo>
                  <a:lnTo>
                    <a:pt x="93072" y="101756"/>
                  </a:lnTo>
                  <a:lnTo>
                    <a:pt x="94354" y="101756"/>
                  </a:lnTo>
                  <a:lnTo>
                    <a:pt x="95636" y="101756"/>
                  </a:lnTo>
                  <a:lnTo>
                    <a:pt x="96918" y="100949"/>
                  </a:lnTo>
                  <a:lnTo>
                    <a:pt x="98200" y="85604"/>
                  </a:lnTo>
                  <a:lnTo>
                    <a:pt x="99482" y="85604"/>
                  </a:lnTo>
                  <a:lnTo>
                    <a:pt x="100763" y="85604"/>
                  </a:lnTo>
                  <a:lnTo>
                    <a:pt x="102045" y="85604"/>
                  </a:lnTo>
                  <a:lnTo>
                    <a:pt x="103327" y="85604"/>
                  </a:lnTo>
                  <a:lnTo>
                    <a:pt x="104609" y="85604"/>
                  </a:lnTo>
                  <a:lnTo>
                    <a:pt x="105891" y="85604"/>
                  </a:lnTo>
                  <a:lnTo>
                    <a:pt x="107173" y="85604"/>
                  </a:lnTo>
                  <a:lnTo>
                    <a:pt x="108454" y="100949"/>
                  </a:lnTo>
                  <a:lnTo>
                    <a:pt x="109736" y="101756"/>
                  </a:lnTo>
                  <a:lnTo>
                    <a:pt x="111018" y="101756"/>
                  </a:lnTo>
                  <a:lnTo>
                    <a:pt x="112300" y="101756"/>
                  </a:lnTo>
                  <a:lnTo>
                    <a:pt x="113582" y="101756"/>
                  </a:lnTo>
                  <a:lnTo>
                    <a:pt x="114864" y="101756"/>
                  </a:lnTo>
                  <a:lnTo>
                    <a:pt x="116146" y="102564"/>
                  </a:lnTo>
                  <a:lnTo>
                    <a:pt x="117427" y="117908"/>
                  </a:lnTo>
                  <a:lnTo>
                    <a:pt x="118709" y="117908"/>
                  </a:lnTo>
                  <a:lnTo>
                    <a:pt x="119991" y="117908"/>
                  </a:lnTo>
                  <a:lnTo>
                    <a:pt x="121273" y="117908"/>
                  </a:lnTo>
                  <a:lnTo>
                    <a:pt x="122555" y="117908"/>
                  </a:lnTo>
                  <a:lnTo>
                    <a:pt x="123837" y="117908"/>
                  </a:lnTo>
                  <a:lnTo>
                    <a:pt x="125118" y="117908"/>
                  </a:lnTo>
                  <a:lnTo>
                    <a:pt x="126400" y="117908"/>
                  </a:lnTo>
                  <a:lnTo>
                    <a:pt x="127682" y="117908"/>
                  </a:lnTo>
                  <a:lnTo>
                    <a:pt x="128964" y="117908"/>
                  </a:lnTo>
                  <a:lnTo>
                    <a:pt x="130246" y="117908"/>
                  </a:lnTo>
                  <a:lnTo>
                    <a:pt x="131528" y="117908"/>
                  </a:lnTo>
                  <a:lnTo>
                    <a:pt x="132809" y="117908"/>
                  </a:lnTo>
                  <a:lnTo>
                    <a:pt x="134091" y="117908"/>
                  </a:lnTo>
                  <a:lnTo>
                    <a:pt x="135373" y="117908"/>
                  </a:lnTo>
                  <a:lnTo>
                    <a:pt x="136655" y="117908"/>
                  </a:lnTo>
                  <a:lnTo>
                    <a:pt x="137937" y="117908"/>
                  </a:lnTo>
                  <a:lnTo>
                    <a:pt x="139219" y="117908"/>
                  </a:lnTo>
                  <a:lnTo>
                    <a:pt x="140501" y="117908"/>
                  </a:lnTo>
                  <a:lnTo>
                    <a:pt x="141782" y="117908"/>
                  </a:lnTo>
                  <a:lnTo>
                    <a:pt x="143064" y="117908"/>
                  </a:lnTo>
                  <a:lnTo>
                    <a:pt x="144346" y="117908"/>
                  </a:lnTo>
                  <a:lnTo>
                    <a:pt x="145628" y="117908"/>
                  </a:lnTo>
                  <a:lnTo>
                    <a:pt x="146910" y="117908"/>
                  </a:lnTo>
                  <a:lnTo>
                    <a:pt x="148192" y="117908"/>
                  </a:lnTo>
                  <a:lnTo>
                    <a:pt x="149473" y="117908"/>
                  </a:lnTo>
                  <a:lnTo>
                    <a:pt x="150755" y="117908"/>
                  </a:lnTo>
                  <a:lnTo>
                    <a:pt x="152037" y="117908"/>
                  </a:lnTo>
                  <a:lnTo>
                    <a:pt x="153319" y="117908"/>
                  </a:lnTo>
                  <a:lnTo>
                    <a:pt x="154601" y="117908"/>
                  </a:lnTo>
                  <a:lnTo>
                    <a:pt x="155883" y="117908"/>
                  </a:lnTo>
                  <a:lnTo>
                    <a:pt x="157165" y="117908"/>
                  </a:lnTo>
                  <a:lnTo>
                    <a:pt x="158446" y="117908"/>
                  </a:lnTo>
                  <a:lnTo>
                    <a:pt x="159728" y="117908"/>
                  </a:lnTo>
                  <a:lnTo>
                    <a:pt x="161010" y="117908"/>
                  </a:lnTo>
                  <a:lnTo>
                    <a:pt x="162292" y="117908"/>
                  </a:lnTo>
                  <a:lnTo>
                    <a:pt x="163574" y="117908"/>
                  </a:lnTo>
                  <a:lnTo>
                    <a:pt x="164856" y="117908"/>
                  </a:lnTo>
                  <a:lnTo>
                    <a:pt x="166137" y="117908"/>
                  </a:lnTo>
                  <a:lnTo>
                    <a:pt x="167419" y="117908"/>
                  </a:lnTo>
                  <a:lnTo>
                    <a:pt x="168701" y="117908"/>
                  </a:lnTo>
                  <a:lnTo>
                    <a:pt x="169983" y="117908"/>
                  </a:lnTo>
                  <a:lnTo>
                    <a:pt x="171265" y="117908"/>
                  </a:lnTo>
                  <a:lnTo>
                    <a:pt x="172547" y="117908"/>
                  </a:lnTo>
                  <a:lnTo>
                    <a:pt x="173828" y="117908"/>
                  </a:lnTo>
                  <a:lnTo>
                    <a:pt x="175110" y="117908"/>
                  </a:lnTo>
                  <a:lnTo>
                    <a:pt x="176392" y="117908"/>
                  </a:lnTo>
                  <a:lnTo>
                    <a:pt x="176411" y="11823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42886" y="3943315"/>
              <a:ext cx="75917" cy="81083"/>
            </a:xfrm>
            <a:custGeom>
              <a:avLst/>
              <a:pathLst>
                <a:path w="75917" h="81083">
                  <a:moveTo>
                    <a:pt x="0" y="81083"/>
                  </a:moveTo>
                  <a:lnTo>
                    <a:pt x="516" y="79423"/>
                  </a:lnTo>
                  <a:lnTo>
                    <a:pt x="1798" y="71775"/>
                  </a:lnTo>
                  <a:lnTo>
                    <a:pt x="3080" y="67657"/>
                  </a:lnTo>
                  <a:lnTo>
                    <a:pt x="4362" y="59363"/>
                  </a:lnTo>
                  <a:lnTo>
                    <a:pt x="5644" y="62507"/>
                  </a:lnTo>
                  <a:lnTo>
                    <a:pt x="6925" y="64632"/>
                  </a:lnTo>
                  <a:lnTo>
                    <a:pt x="8207" y="32303"/>
                  </a:lnTo>
                  <a:lnTo>
                    <a:pt x="9489" y="32303"/>
                  </a:lnTo>
                  <a:lnTo>
                    <a:pt x="10771" y="19382"/>
                  </a:lnTo>
                  <a:lnTo>
                    <a:pt x="12053" y="3230"/>
                  </a:lnTo>
                  <a:lnTo>
                    <a:pt x="13335" y="0"/>
                  </a:lnTo>
                  <a:lnTo>
                    <a:pt x="14617" y="1615"/>
                  </a:lnTo>
                  <a:lnTo>
                    <a:pt x="15898" y="16151"/>
                  </a:lnTo>
                  <a:lnTo>
                    <a:pt x="17180" y="16151"/>
                  </a:lnTo>
                  <a:lnTo>
                    <a:pt x="18462" y="16151"/>
                  </a:lnTo>
                  <a:lnTo>
                    <a:pt x="19744" y="21805"/>
                  </a:lnTo>
                  <a:lnTo>
                    <a:pt x="21026" y="32303"/>
                  </a:lnTo>
                  <a:lnTo>
                    <a:pt x="22308" y="37956"/>
                  </a:lnTo>
                  <a:lnTo>
                    <a:pt x="23589" y="48455"/>
                  </a:lnTo>
                  <a:lnTo>
                    <a:pt x="24871" y="48455"/>
                  </a:lnTo>
                  <a:lnTo>
                    <a:pt x="26153" y="48455"/>
                  </a:lnTo>
                  <a:lnTo>
                    <a:pt x="27435" y="48455"/>
                  </a:lnTo>
                  <a:lnTo>
                    <a:pt x="28717" y="48455"/>
                  </a:lnTo>
                  <a:lnTo>
                    <a:pt x="29999" y="61377"/>
                  </a:lnTo>
                  <a:lnTo>
                    <a:pt x="31281" y="77528"/>
                  </a:lnTo>
                  <a:lnTo>
                    <a:pt x="32562" y="80759"/>
                  </a:lnTo>
                  <a:lnTo>
                    <a:pt x="33844" y="80759"/>
                  </a:lnTo>
                  <a:lnTo>
                    <a:pt x="35126" y="80759"/>
                  </a:lnTo>
                  <a:lnTo>
                    <a:pt x="36408" y="80759"/>
                  </a:lnTo>
                  <a:lnTo>
                    <a:pt x="37690" y="70260"/>
                  </a:lnTo>
                  <a:lnTo>
                    <a:pt x="38972" y="64607"/>
                  </a:lnTo>
                  <a:lnTo>
                    <a:pt x="40253" y="64607"/>
                  </a:lnTo>
                  <a:lnTo>
                    <a:pt x="41535" y="64607"/>
                  </a:lnTo>
                  <a:lnTo>
                    <a:pt x="42817" y="64607"/>
                  </a:lnTo>
                  <a:lnTo>
                    <a:pt x="44099" y="64607"/>
                  </a:lnTo>
                  <a:lnTo>
                    <a:pt x="45381" y="64607"/>
                  </a:lnTo>
                  <a:lnTo>
                    <a:pt x="46663" y="64607"/>
                  </a:lnTo>
                  <a:lnTo>
                    <a:pt x="47944" y="60569"/>
                  </a:lnTo>
                  <a:lnTo>
                    <a:pt x="49226" y="48455"/>
                  </a:lnTo>
                  <a:lnTo>
                    <a:pt x="50508" y="48455"/>
                  </a:lnTo>
                  <a:lnTo>
                    <a:pt x="51790" y="48455"/>
                  </a:lnTo>
                  <a:lnTo>
                    <a:pt x="53072" y="48455"/>
                  </a:lnTo>
                  <a:lnTo>
                    <a:pt x="54354" y="44417"/>
                  </a:lnTo>
                  <a:lnTo>
                    <a:pt x="55636" y="20189"/>
                  </a:lnTo>
                  <a:lnTo>
                    <a:pt x="56917" y="26650"/>
                  </a:lnTo>
                  <a:lnTo>
                    <a:pt x="58199" y="32303"/>
                  </a:lnTo>
                  <a:lnTo>
                    <a:pt x="59481" y="32303"/>
                  </a:lnTo>
                  <a:lnTo>
                    <a:pt x="60763" y="32303"/>
                  </a:lnTo>
                  <a:lnTo>
                    <a:pt x="62045" y="32303"/>
                  </a:lnTo>
                  <a:lnTo>
                    <a:pt x="63327" y="32303"/>
                  </a:lnTo>
                  <a:lnTo>
                    <a:pt x="64608" y="32303"/>
                  </a:lnTo>
                  <a:lnTo>
                    <a:pt x="65890" y="64632"/>
                  </a:lnTo>
                  <a:lnTo>
                    <a:pt x="67172" y="49173"/>
                  </a:lnTo>
                  <a:lnTo>
                    <a:pt x="68454" y="56446"/>
                  </a:lnTo>
                  <a:lnTo>
                    <a:pt x="69736" y="56446"/>
                  </a:lnTo>
                  <a:lnTo>
                    <a:pt x="71018" y="59363"/>
                  </a:lnTo>
                  <a:lnTo>
                    <a:pt x="72300" y="60009"/>
                  </a:lnTo>
                  <a:lnTo>
                    <a:pt x="73581" y="62950"/>
                  </a:lnTo>
                  <a:lnTo>
                    <a:pt x="74863" y="80599"/>
                  </a:lnTo>
                  <a:lnTo>
                    <a:pt x="75917" y="8108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919046" y="4014509"/>
              <a:ext cx="9598" cy="9889"/>
            </a:xfrm>
            <a:custGeom>
              <a:avLst/>
              <a:pathLst>
                <a:path w="9598" h="9889">
                  <a:moveTo>
                    <a:pt x="0" y="9889"/>
                  </a:moveTo>
                  <a:lnTo>
                    <a:pt x="1267" y="581"/>
                  </a:lnTo>
                  <a:lnTo>
                    <a:pt x="2549" y="581"/>
                  </a:lnTo>
                  <a:lnTo>
                    <a:pt x="3831" y="581"/>
                  </a:lnTo>
                  <a:lnTo>
                    <a:pt x="5113" y="581"/>
                  </a:lnTo>
                  <a:lnTo>
                    <a:pt x="6394" y="581"/>
                  </a:lnTo>
                  <a:lnTo>
                    <a:pt x="7676" y="581"/>
                  </a:lnTo>
                  <a:lnTo>
                    <a:pt x="8958" y="0"/>
                  </a:lnTo>
                  <a:lnTo>
                    <a:pt x="9598" y="988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931436" y="3814100"/>
              <a:ext cx="135442" cy="210298"/>
            </a:xfrm>
            <a:custGeom>
              <a:avLst/>
              <a:pathLst>
                <a:path w="135442" h="210298">
                  <a:moveTo>
                    <a:pt x="0" y="210298"/>
                  </a:moveTo>
                  <a:lnTo>
                    <a:pt x="414" y="209906"/>
                  </a:lnTo>
                  <a:lnTo>
                    <a:pt x="1696" y="206763"/>
                  </a:lnTo>
                  <a:lnTo>
                    <a:pt x="2978" y="167171"/>
                  </a:lnTo>
                  <a:lnTo>
                    <a:pt x="4260" y="161518"/>
                  </a:lnTo>
                  <a:lnTo>
                    <a:pt x="5541" y="161518"/>
                  </a:lnTo>
                  <a:lnTo>
                    <a:pt x="6823" y="161518"/>
                  </a:lnTo>
                  <a:lnTo>
                    <a:pt x="8105" y="161518"/>
                  </a:lnTo>
                  <a:lnTo>
                    <a:pt x="9387" y="161518"/>
                  </a:lnTo>
                  <a:lnTo>
                    <a:pt x="10669" y="161518"/>
                  </a:lnTo>
                  <a:lnTo>
                    <a:pt x="11951" y="153442"/>
                  </a:lnTo>
                  <a:lnTo>
                    <a:pt x="13233" y="145366"/>
                  </a:lnTo>
                  <a:lnTo>
                    <a:pt x="14514" y="145366"/>
                  </a:lnTo>
                  <a:lnTo>
                    <a:pt x="15796" y="145366"/>
                  </a:lnTo>
                  <a:lnTo>
                    <a:pt x="17078" y="145366"/>
                  </a:lnTo>
                  <a:lnTo>
                    <a:pt x="18360" y="159903"/>
                  </a:lnTo>
                  <a:lnTo>
                    <a:pt x="19642" y="161518"/>
                  </a:lnTo>
                  <a:lnTo>
                    <a:pt x="20924" y="161518"/>
                  </a:lnTo>
                  <a:lnTo>
                    <a:pt x="22205" y="164748"/>
                  </a:lnTo>
                  <a:lnTo>
                    <a:pt x="23487" y="147789"/>
                  </a:lnTo>
                  <a:lnTo>
                    <a:pt x="24769" y="145366"/>
                  </a:lnTo>
                  <a:lnTo>
                    <a:pt x="26051" y="148597"/>
                  </a:lnTo>
                  <a:lnTo>
                    <a:pt x="27333" y="161518"/>
                  </a:lnTo>
                  <a:lnTo>
                    <a:pt x="28615" y="161518"/>
                  </a:lnTo>
                  <a:lnTo>
                    <a:pt x="29896" y="161518"/>
                  </a:lnTo>
                  <a:lnTo>
                    <a:pt x="31178" y="169594"/>
                  </a:lnTo>
                  <a:lnTo>
                    <a:pt x="32460" y="177670"/>
                  </a:lnTo>
                  <a:lnTo>
                    <a:pt x="33742" y="163133"/>
                  </a:lnTo>
                  <a:lnTo>
                    <a:pt x="35024" y="161518"/>
                  </a:lnTo>
                  <a:lnTo>
                    <a:pt x="36306" y="146981"/>
                  </a:lnTo>
                  <a:lnTo>
                    <a:pt x="37588" y="121946"/>
                  </a:lnTo>
                  <a:lnTo>
                    <a:pt x="38869" y="79144"/>
                  </a:lnTo>
                  <a:lnTo>
                    <a:pt x="40151" y="64607"/>
                  </a:lnTo>
                  <a:lnTo>
                    <a:pt x="41433" y="61377"/>
                  </a:lnTo>
                  <a:lnTo>
                    <a:pt x="42715" y="71068"/>
                  </a:lnTo>
                  <a:lnTo>
                    <a:pt x="43997" y="48455"/>
                  </a:lnTo>
                  <a:lnTo>
                    <a:pt x="45279" y="48455"/>
                  </a:lnTo>
                  <a:lnTo>
                    <a:pt x="46560" y="45225"/>
                  </a:lnTo>
                  <a:lnTo>
                    <a:pt x="47842" y="9691"/>
                  </a:lnTo>
                  <a:lnTo>
                    <a:pt x="49124" y="0"/>
                  </a:lnTo>
                  <a:lnTo>
                    <a:pt x="50406" y="0"/>
                  </a:lnTo>
                  <a:lnTo>
                    <a:pt x="51688" y="68249"/>
                  </a:lnTo>
                  <a:lnTo>
                    <a:pt x="52970" y="87470"/>
                  </a:lnTo>
                  <a:lnTo>
                    <a:pt x="54252" y="87425"/>
                  </a:lnTo>
                  <a:lnTo>
                    <a:pt x="55533" y="84505"/>
                  </a:lnTo>
                  <a:lnTo>
                    <a:pt x="56815" y="100389"/>
                  </a:lnTo>
                  <a:lnTo>
                    <a:pt x="58097" y="131570"/>
                  </a:lnTo>
                  <a:lnTo>
                    <a:pt x="59379" y="142159"/>
                  </a:lnTo>
                  <a:lnTo>
                    <a:pt x="60661" y="136276"/>
                  </a:lnTo>
                  <a:lnTo>
                    <a:pt x="61943" y="166976"/>
                  </a:lnTo>
                  <a:lnTo>
                    <a:pt x="63224" y="186497"/>
                  </a:lnTo>
                  <a:lnTo>
                    <a:pt x="64506" y="173449"/>
                  </a:lnTo>
                  <a:lnTo>
                    <a:pt x="65788" y="168299"/>
                  </a:lnTo>
                  <a:lnTo>
                    <a:pt x="67070" y="184686"/>
                  </a:lnTo>
                  <a:lnTo>
                    <a:pt x="68352" y="185154"/>
                  </a:lnTo>
                  <a:lnTo>
                    <a:pt x="69634" y="185154"/>
                  </a:lnTo>
                  <a:lnTo>
                    <a:pt x="70916" y="181404"/>
                  </a:lnTo>
                  <a:lnTo>
                    <a:pt x="72197" y="177237"/>
                  </a:lnTo>
                  <a:lnTo>
                    <a:pt x="73479" y="175149"/>
                  </a:lnTo>
                  <a:lnTo>
                    <a:pt x="74761" y="151572"/>
                  </a:lnTo>
                  <a:lnTo>
                    <a:pt x="76043" y="153925"/>
                  </a:lnTo>
                  <a:lnTo>
                    <a:pt x="77325" y="146866"/>
                  </a:lnTo>
                  <a:lnTo>
                    <a:pt x="78607" y="142159"/>
                  </a:lnTo>
                  <a:lnTo>
                    <a:pt x="79888" y="155690"/>
                  </a:lnTo>
                  <a:lnTo>
                    <a:pt x="81170" y="161416"/>
                  </a:lnTo>
                  <a:lnTo>
                    <a:pt x="82452" y="157615"/>
                  </a:lnTo>
                  <a:lnTo>
                    <a:pt x="83734" y="133252"/>
                  </a:lnTo>
                  <a:lnTo>
                    <a:pt x="85016" y="145366"/>
                  </a:lnTo>
                  <a:lnTo>
                    <a:pt x="86298" y="151827"/>
                  </a:lnTo>
                  <a:lnTo>
                    <a:pt x="87579" y="145366"/>
                  </a:lnTo>
                  <a:lnTo>
                    <a:pt x="88861" y="145366"/>
                  </a:lnTo>
                  <a:lnTo>
                    <a:pt x="90143" y="154250"/>
                  </a:lnTo>
                  <a:lnTo>
                    <a:pt x="91425" y="149404"/>
                  </a:lnTo>
                  <a:lnTo>
                    <a:pt x="92707" y="149404"/>
                  </a:lnTo>
                  <a:lnTo>
                    <a:pt x="93989" y="161518"/>
                  </a:lnTo>
                  <a:lnTo>
                    <a:pt x="95271" y="150212"/>
                  </a:lnTo>
                  <a:lnTo>
                    <a:pt x="96552" y="155057"/>
                  </a:lnTo>
                  <a:lnTo>
                    <a:pt x="97834" y="161518"/>
                  </a:lnTo>
                  <a:lnTo>
                    <a:pt x="99116" y="193846"/>
                  </a:lnTo>
                  <a:lnTo>
                    <a:pt x="100398" y="189298"/>
                  </a:lnTo>
                  <a:lnTo>
                    <a:pt x="101680" y="165659"/>
                  </a:lnTo>
                  <a:lnTo>
                    <a:pt x="102962" y="153337"/>
                  </a:lnTo>
                  <a:lnTo>
                    <a:pt x="104243" y="133923"/>
                  </a:lnTo>
                  <a:lnTo>
                    <a:pt x="105525" y="120392"/>
                  </a:lnTo>
                  <a:lnTo>
                    <a:pt x="106807" y="118627"/>
                  </a:lnTo>
                  <a:lnTo>
                    <a:pt x="108089" y="115097"/>
                  </a:lnTo>
                  <a:lnTo>
                    <a:pt x="109371" y="143417"/>
                  </a:lnTo>
                  <a:lnTo>
                    <a:pt x="110653" y="156400"/>
                  </a:lnTo>
                  <a:lnTo>
                    <a:pt x="111935" y="155937"/>
                  </a:lnTo>
                  <a:lnTo>
                    <a:pt x="113216" y="131397"/>
                  </a:lnTo>
                  <a:lnTo>
                    <a:pt x="114498" y="121673"/>
                  </a:lnTo>
                  <a:lnTo>
                    <a:pt x="115780" y="118432"/>
                  </a:lnTo>
                  <a:lnTo>
                    <a:pt x="117062" y="112413"/>
                  </a:lnTo>
                  <a:lnTo>
                    <a:pt x="118344" y="104954"/>
                  </a:lnTo>
                  <a:lnTo>
                    <a:pt x="119626" y="68033"/>
                  </a:lnTo>
                  <a:lnTo>
                    <a:pt x="120907" y="130436"/>
                  </a:lnTo>
                  <a:lnTo>
                    <a:pt x="122189" y="143898"/>
                  </a:lnTo>
                  <a:lnTo>
                    <a:pt x="123471" y="163617"/>
                  </a:lnTo>
                  <a:lnTo>
                    <a:pt x="124753" y="174854"/>
                  </a:lnTo>
                  <a:lnTo>
                    <a:pt x="126035" y="185154"/>
                  </a:lnTo>
                  <a:lnTo>
                    <a:pt x="127317" y="187963"/>
                  </a:lnTo>
                  <a:lnTo>
                    <a:pt x="128598" y="195758"/>
                  </a:lnTo>
                  <a:lnTo>
                    <a:pt x="129880" y="190664"/>
                  </a:lnTo>
                  <a:lnTo>
                    <a:pt x="131162" y="189275"/>
                  </a:lnTo>
                  <a:lnTo>
                    <a:pt x="132444" y="204555"/>
                  </a:lnTo>
                  <a:lnTo>
                    <a:pt x="133726" y="205481"/>
                  </a:lnTo>
                  <a:lnTo>
                    <a:pt x="135008" y="208260"/>
                  </a:lnTo>
                  <a:lnTo>
                    <a:pt x="135442" y="21029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1070465" y="3393345"/>
              <a:ext cx="1119414" cy="631053"/>
            </a:xfrm>
            <a:custGeom>
              <a:avLst/>
              <a:pathLst>
                <a:path w="1119414" h="631053">
                  <a:moveTo>
                    <a:pt x="0" y="631053"/>
                  </a:moveTo>
                  <a:lnTo>
                    <a:pt x="1106" y="605861"/>
                  </a:lnTo>
                  <a:lnTo>
                    <a:pt x="2388" y="597502"/>
                  </a:lnTo>
                  <a:lnTo>
                    <a:pt x="3670" y="527357"/>
                  </a:lnTo>
                  <a:lnTo>
                    <a:pt x="4952" y="494246"/>
                  </a:lnTo>
                  <a:lnTo>
                    <a:pt x="6234" y="474864"/>
                  </a:lnTo>
                  <a:lnTo>
                    <a:pt x="7516" y="465980"/>
                  </a:lnTo>
                  <a:lnTo>
                    <a:pt x="8797" y="513680"/>
                  </a:lnTo>
                  <a:lnTo>
                    <a:pt x="10079" y="522321"/>
                  </a:lnTo>
                  <a:lnTo>
                    <a:pt x="11361" y="517027"/>
                  </a:lnTo>
                  <a:lnTo>
                    <a:pt x="12643" y="527616"/>
                  </a:lnTo>
                  <a:lnTo>
                    <a:pt x="13925" y="532323"/>
                  </a:lnTo>
                  <a:lnTo>
                    <a:pt x="15207" y="510555"/>
                  </a:lnTo>
                  <a:lnTo>
                    <a:pt x="16489" y="504084"/>
                  </a:lnTo>
                  <a:lnTo>
                    <a:pt x="17770" y="500554"/>
                  </a:lnTo>
                  <a:lnTo>
                    <a:pt x="19052" y="530998"/>
                  </a:lnTo>
                  <a:lnTo>
                    <a:pt x="20334" y="525760"/>
                  </a:lnTo>
                  <a:lnTo>
                    <a:pt x="21616" y="512271"/>
                  </a:lnTo>
                  <a:lnTo>
                    <a:pt x="22898" y="525380"/>
                  </a:lnTo>
                  <a:lnTo>
                    <a:pt x="24180" y="544576"/>
                  </a:lnTo>
                  <a:lnTo>
                    <a:pt x="25461" y="555813"/>
                  </a:lnTo>
                  <a:lnTo>
                    <a:pt x="26743" y="560963"/>
                  </a:lnTo>
                  <a:lnTo>
                    <a:pt x="28025" y="575767"/>
                  </a:lnTo>
                  <a:lnTo>
                    <a:pt x="29307" y="527028"/>
                  </a:lnTo>
                  <a:lnTo>
                    <a:pt x="30589" y="526440"/>
                  </a:lnTo>
                  <a:lnTo>
                    <a:pt x="31871" y="527616"/>
                  </a:lnTo>
                  <a:lnTo>
                    <a:pt x="33153" y="542324"/>
                  </a:lnTo>
                  <a:lnTo>
                    <a:pt x="34434" y="554678"/>
                  </a:lnTo>
                  <a:lnTo>
                    <a:pt x="35716" y="515850"/>
                  </a:lnTo>
                  <a:lnTo>
                    <a:pt x="36998" y="484082"/>
                  </a:lnTo>
                  <a:lnTo>
                    <a:pt x="38280" y="491618"/>
                  </a:lnTo>
                  <a:lnTo>
                    <a:pt x="39562" y="480724"/>
                  </a:lnTo>
                  <a:lnTo>
                    <a:pt x="40844" y="436907"/>
                  </a:lnTo>
                  <a:lnTo>
                    <a:pt x="42125" y="436907"/>
                  </a:lnTo>
                  <a:lnTo>
                    <a:pt x="43407" y="509437"/>
                  </a:lnTo>
                  <a:lnTo>
                    <a:pt x="44689" y="476707"/>
                  </a:lnTo>
                  <a:lnTo>
                    <a:pt x="45971" y="407003"/>
                  </a:lnTo>
                  <a:lnTo>
                    <a:pt x="47253" y="371849"/>
                  </a:lnTo>
                  <a:lnTo>
                    <a:pt x="48535" y="419937"/>
                  </a:lnTo>
                  <a:lnTo>
                    <a:pt x="49816" y="454555"/>
                  </a:lnTo>
                  <a:lnTo>
                    <a:pt x="51098" y="482264"/>
                  </a:lnTo>
                  <a:lnTo>
                    <a:pt x="52380" y="491989"/>
                  </a:lnTo>
                  <a:lnTo>
                    <a:pt x="53662" y="498819"/>
                  </a:lnTo>
                  <a:lnTo>
                    <a:pt x="54944" y="519000"/>
                  </a:lnTo>
                  <a:lnTo>
                    <a:pt x="56226" y="528935"/>
                  </a:lnTo>
                  <a:lnTo>
                    <a:pt x="57508" y="528314"/>
                  </a:lnTo>
                  <a:lnTo>
                    <a:pt x="58789" y="519660"/>
                  </a:lnTo>
                  <a:lnTo>
                    <a:pt x="60071" y="487352"/>
                  </a:lnTo>
                  <a:lnTo>
                    <a:pt x="61353" y="461102"/>
                  </a:lnTo>
                  <a:lnTo>
                    <a:pt x="62635" y="442929"/>
                  </a:lnTo>
                  <a:lnTo>
                    <a:pt x="63917" y="448987"/>
                  </a:lnTo>
                  <a:lnTo>
                    <a:pt x="65199" y="482160"/>
                  </a:lnTo>
                  <a:lnTo>
                    <a:pt x="66480" y="498025"/>
                  </a:lnTo>
                  <a:lnTo>
                    <a:pt x="67762" y="507256"/>
                  </a:lnTo>
                  <a:lnTo>
                    <a:pt x="69044" y="502855"/>
                  </a:lnTo>
                  <a:lnTo>
                    <a:pt x="70326" y="471156"/>
                  </a:lnTo>
                  <a:lnTo>
                    <a:pt x="71608" y="412071"/>
                  </a:lnTo>
                  <a:lnTo>
                    <a:pt x="72890" y="386869"/>
                  </a:lnTo>
                  <a:lnTo>
                    <a:pt x="74172" y="380660"/>
                  </a:lnTo>
                  <a:lnTo>
                    <a:pt x="75453" y="373721"/>
                  </a:lnTo>
                  <a:lnTo>
                    <a:pt x="76735" y="335910"/>
                  </a:lnTo>
                  <a:lnTo>
                    <a:pt x="78017" y="355778"/>
                  </a:lnTo>
                  <a:lnTo>
                    <a:pt x="79299" y="381465"/>
                  </a:lnTo>
                  <a:lnTo>
                    <a:pt x="80581" y="388195"/>
                  </a:lnTo>
                  <a:lnTo>
                    <a:pt x="81863" y="387793"/>
                  </a:lnTo>
                  <a:lnTo>
                    <a:pt x="83144" y="369292"/>
                  </a:lnTo>
                  <a:lnTo>
                    <a:pt x="84426" y="335508"/>
                  </a:lnTo>
                  <a:lnTo>
                    <a:pt x="85708" y="308160"/>
                  </a:lnTo>
                  <a:lnTo>
                    <a:pt x="86990" y="310728"/>
                  </a:lnTo>
                  <a:lnTo>
                    <a:pt x="88272" y="242123"/>
                  </a:lnTo>
                  <a:lnTo>
                    <a:pt x="89554" y="274429"/>
                  </a:lnTo>
                  <a:lnTo>
                    <a:pt x="90836" y="328046"/>
                  </a:lnTo>
                  <a:lnTo>
                    <a:pt x="92117" y="353976"/>
                  </a:lnTo>
                  <a:lnTo>
                    <a:pt x="93399" y="362774"/>
                  </a:lnTo>
                  <a:lnTo>
                    <a:pt x="94681" y="365552"/>
                  </a:lnTo>
                  <a:lnTo>
                    <a:pt x="95963" y="383147"/>
                  </a:lnTo>
                  <a:lnTo>
                    <a:pt x="97245" y="390555"/>
                  </a:lnTo>
                  <a:lnTo>
                    <a:pt x="98527" y="407687"/>
                  </a:lnTo>
                  <a:lnTo>
                    <a:pt x="99808" y="353790"/>
                  </a:lnTo>
                  <a:lnTo>
                    <a:pt x="101090" y="383365"/>
                  </a:lnTo>
                  <a:lnTo>
                    <a:pt x="102372" y="321421"/>
                  </a:lnTo>
                  <a:lnTo>
                    <a:pt x="103654" y="369069"/>
                  </a:lnTo>
                  <a:lnTo>
                    <a:pt x="104936" y="394105"/>
                  </a:lnTo>
                  <a:lnTo>
                    <a:pt x="106218" y="431254"/>
                  </a:lnTo>
                  <a:lnTo>
                    <a:pt x="107499" y="420755"/>
                  </a:lnTo>
                  <a:lnTo>
                    <a:pt x="108781" y="425601"/>
                  </a:lnTo>
                  <a:lnTo>
                    <a:pt x="110063" y="435292"/>
                  </a:lnTo>
                  <a:lnTo>
                    <a:pt x="111345" y="504589"/>
                  </a:lnTo>
                  <a:lnTo>
                    <a:pt x="112627" y="503376"/>
                  </a:lnTo>
                  <a:lnTo>
                    <a:pt x="113909" y="510547"/>
                  </a:lnTo>
                  <a:lnTo>
                    <a:pt x="115191" y="562730"/>
                  </a:lnTo>
                  <a:lnTo>
                    <a:pt x="116472" y="570795"/>
                  </a:lnTo>
                  <a:lnTo>
                    <a:pt x="117754" y="579449"/>
                  </a:lnTo>
                  <a:lnTo>
                    <a:pt x="119036" y="569569"/>
                  </a:lnTo>
                  <a:lnTo>
                    <a:pt x="120318" y="566766"/>
                  </a:lnTo>
                  <a:lnTo>
                    <a:pt x="121600" y="572396"/>
                  </a:lnTo>
                  <a:lnTo>
                    <a:pt x="122882" y="582451"/>
                  </a:lnTo>
                  <a:lnTo>
                    <a:pt x="124163" y="589288"/>
                  </a:lnTo>
                  <a:lnTo>
                    <a:pt x="125445" y="581244"/>
                  </a:lnTo>
                  <a:lnTo>
                    <a:pt x="126727" y="568776"/>
                  </a:lnTo>
                  <a:lnTo>
                    <a:pt x="128009" y="571994"/>
                  </a:lnTo>
                  <a:lnTo>
                    <a:pt x="129291" y="577222"/>
                  </a:lnTo>
                  <a:lnTo>
                    <a:pt x="130573" y="583370"/>
                  </a:lnTo>
                  <a:lnTo>
                    <a:pt x="131855" y="580448"/>
                  </a:lnTo>
                  <a:lnTo>
                    <a:pt x="133136" y="593339"/>
                  </a:lnTo>
                  <a:lnTo>
                    <a:pt x="134418" y="581543"/>
                  </a:lnTo>
                  <a:lnTo>
                    <a:pt x="135700" y="568776"/>
                  </a:lnTo>
                  <a:lnTo>
                    <a:pt x="136982" y="588538"/>
                  </a:lnTo>
                  <a:lnTo>
                    <a:pt x="138264" y="568454"/>
                  </a:lnTo>
                  <a:lnTo>
                    <a:pt x="139546" y="568454"/>
                  </a:lnTo>
                  <a:lnTo>
                    <a:pt x="140827" y="568454"/>
                  </a:lnTo>
                  <a:lnTo>
                    <a:pt x="142109" y="568454"/>
                  </a:lnTo>
                  <a:lnTo>
                    <a:pt x="143391" y="573604"/>
                  </a:lnTo>
                  <a:lnTo>
                    <a:pt x="144673" y="569391"/>
                  </a:lnTo>
                  <a:lnTo>
                    <a:pt x="145955" y="575304"/>
                  </a:lnTo>
                  <a:lnTo>
                    <a:pt x="147237" y="570210"/>
                  </a:lnTo>
                  <a:lnTo>
                    <a:pt x="148518" y="557442"/>
                  </a:lnTo>
                  <a:lnTo>
                    <a:pt x="149800" y="495497"/>
                  </a:lnTo>
                  <a:lnTo>
                    <a:pt x="151082" y="487347"/>
                  </a:lnTo>
                  <a:lnTo>
                    <a:pt x="152364" y="429639"/>
                  </a:lnTo>
                  <a:lnTo>
                    <a:pt x="153646" y="403796"/>
                  </a:lnTo>
                  <a:lnTo>
                    <a:pt x="154928" y="432211"/>
                  </a:lnTo>
                  <a:lnTo>
                    <a:pt x="156210" y="405791"/>
                  </a:lnTo>
                  <a:lnTo>
                    <a:pt x="157491" y="458880"/>
                  </a:lnTo>
                  <a:lnTo>
                    <a:pt x="158773" y="490534"/>
                  </a:lnTo>
                  <a:lnTo>
                    <a:pt x="160055" y="459382"/>
                  </a:lnTo>
                  <a:lnTo>
                    <a:pt x="161337" y="467588"/>
                  </a:lnTo>
                  <a:lnTo>
                    <a:pt x="162619" y="452613"/>
                  </a:lnTo>
                  <a:lnTo>
                    <a:pt x="163901" y="420472"/>
                  </a:lnTo>
                  <a:lnTo>
                    <a:pt x="165182" y="394174"/>
                  </a:lnTo>
                  <a:lnTo>
                    <a:pt x="166464" y="391617"/>
                  </a:lnTo>
                  <a:lnTo>
                    <a:pt x="167746" y="390522"/>
                  </a:lnTo>
                  <a:lnTo>
                    <a:pt x="169028" y="404401"/>
                  </a:lnTo>
                  <a:lnTo>
                    <a:pt x="170310" y="428072"/>
                  </a:lnTo>
                  <a:lnTo>
                    <a:pt x="171592" y="429082"/>
                  </a:lnTo>
                  <a:lnTo>
                    <a:pt x="172874" y="429419"/>
                  </a:lnTo>
                  <a:lnTo>
                    <a:pt x="174155" y="438843"/>
                  </a:lnTo>
                  <a:lnTo>
                    <a:pt x="175437" y="440190"/>
                  </a:lnTo>
                  <a:lnTo>
                    <a:pt x="176719" y="409514"/>
                  </a:lnTo>
                  <a:lnTo>
                    <a:pt x="178001" y="387788"/>
                  </a:lnTo>
                  <a:lnTo>
                    <a:pt x="179283" y="353976"/>
                  </a:lnTo>
                  <a:lnTo>
                    <a:pt x="180565" y="357434"/>
                  </a:lnTo>
                  <a:lnTo>
                    <a:pt x="181846" y="295824"/>
                  </a:lnTo>
                  <a:lnTo>
                    <a:pt x="183128" y="368774"/>
                  </a:lnTo>
                  <a:lnTo>
                    <a:pt x="184410" y="417015"/>
                  </a:lnTo>
                  <a:lnTo>
                    <a:pt x="185692" y="415250"/>
                  </a:lnTo>
                  <a:lnTo>
                    <a:pt x="186974" y="421133"/>
                  </a:lnTo>
                  <a:lnTo>
                    <a:pt x="188256" y="438380"/>
                  </a:lnTo>
                  <a:lnTo>
                    <a:pt x="189537" y="447007"/>
                  </a:lnTo>
                  <a:lnTo>
                    <a:pt x="190819" y="456705"/>
                  </a:lnTo>
                  <a:lnTo>
                    <a:pt x="192101" y="394105"/>
                  </a:lnTo>
                  <a:lnTo>
                    <a:pt x="193383" y="404603"/>
                  </a:lnTo>
                  <a:lnTo>
                    <a:pt x="194665" y="435292"/>
                  </a:lnTo>
                  <a:lnTo>
                    <a:pt x="195947" y="470018"/>
                  </a:lnTo>
                  <a:lnTo>
                    <a:pt x="197229" y="485362"/>
                  </a:lnTo>
                  <a:lnTo>
                    <a:pt x="198510" y="496669"/>
                  </a:lnTo>
                  <a:lnTo>
                    <a:pt x="199792" y="503129"/>
                  </a:lnTo>
                  <a:lnTo>
                    <a:pt x="201074" y="517666"/>
                  </a:lnTo>
                  <a:lnTo>
                    <a:pt x="202356" y="512821"/>
                  </a:lnTo>
                  <a:lnTo>
                    <a:pt x="203638" y="520089"/>
                  </a:lnTo>
                  <a:lnTo>
                    <a:pt x="204920" y="526550"/>
                  </a:lnTo>
                  <a:lnTo>
                    <a:pt x="206201" y="533818"/>
                  </a:lnTo>
                  <a:lnTo>
                    <a:pt x="207483" y="518474"/>
                  </a:lnTo>
                  <a:lnTo>
                    <a:pt x="208765" y="501514"/>
                  </a:lnTo>
                  <a:lnTo>
                    <a:pt x="210047" y="492631"/>
                  </a:lnTo>
                  <a:lnTo>
                    <a:pt x="211329" y="469211"/>
                  </a:lnTo>
                  <a:lnTo>
                    <a:pt x="212611" y="482132"/>
                  </a:lnTo>
                  <a:lnTo>
                    <a:pt x="213893" y="496669"/>
                  </a:lnTo>
                  <a:lnTo>
                    <a:pt x="215174" y="508783"/>
                  </a:lnTo>
                  <a:lnTo>
                    <a:pt x="216456" y="517666"/>
                  </a:lnTo>
                  <a:lnTo>
                    <a:pt x="217738" y="517666"/>
                  </a:lnTo>
                  <a:lnTo>
                    <a:pt x="219020" y="511205"/>
                  </a:lnTo>
                  <a:lnTo>
                    <a:pt x="220302" y="501514"/>
                  </a:lnTo>
                  <a:lnTo>
                    <a:pt x="221584" y="506360"/>
                  </a:lnTo>
                  <a:lnTo>
                    <a:pt x="222865" y="519281"/>
                  </a:lnTo>
                  <a:lnTo>
                    <a:pt x="224147" y="533818"/>
                  </a:lnTo>
                  <a:lnTo>
                    <a:pt x="225429" y="533818"/>
                  </a:lnTo>
                  <a:lnTo>
                    <a:pt x="226711" y="549162"/>
                  </a:lnTo>
                  <a:lnTo>
                    <a:pt x="227993" y="566122"/>
                  </a:lnTo>
                  <a:lnTo>
                    <a:pt x="229275" y="575005"/>
                  </a:lnTo>
                  <a:lnTo>
                    <a:pt x="230557" y="598425"/>
                  </a:lnTo>
                  <a:lnTo>
                    <a:pt x="231838" y="612154"/>
                  </a:lnTo>
                  <a:lnTo>
                    <a:pt x="233120" y="600848"/>
                  </a:lnTo>
                  <a:lnTo>
                    <a:pt x="234402" y="598425"/>
                  </a:lnTo>
                  <a:lnTo>
                    <a:pt x="235684" y="598425"/>
                  </a:lnTo>
                  <a:lnTo>
                    <a:pt x="236966" y="598425"/>
                  </a:lnTo>
                  <a:lnTo>
                    <a:pt x="238248" y="604886"/>
                  </a:lnTo>
                  <a:lnTo>
                    <a:pt x="239529" y="614577"/>
                  </a:lnTo>
                  <a:lnTo>
                    <a:pt x="240811" y="614577"/>
                  </a:lnTo>
                  <a:lnTo>
                    <a:pt x="242093" y="614577"/>
                  </a:lnTo>
                  <a:lnTo>
                    <a:pt x="243375" y="612154"/>
                  </a:lnTo>
                  <a:lnTo>
                    <a:pt x="244657" y="598425"/>
                  </a:lnTo>
                  <a:lnTo>
                    <a:pt x="245939" y="598425"/>
                  </a:lnTo>
                  <a:lnTo>
                    <a:pt x="247220" y="595195"/>
                  </a:lnTo>
                  <a:lnTo>
                    <a:pt x="248502" y="578236"/>
                  </a:lnTo>
                  <a:lnTo>
                    <a:pt x="249784" y="550777"/>
                  </a:lnTo>
                  <a:lnTo>
                    <a:pt x="251066" y="518474"/>
                  </a:lnTo>
                  <a:lnTo>
                    <a:pt x="252348" y="518474"/>
                  </a:lnTo>
                  <a:lnTo>
                    <a:pt x="253630" y="504745"/>
                  </a:lnTo>
                  <a:lnTo>
                    <a:pt x="254912" y="430446"/>
                  </a:lnTo>
                  <a:lnTo>
                    <a:pt x="256193" y="418332"/>
                  </a:lnTo>
                  <a:lnTo>
                    <a:pt x="257475" y="381991"/>
                  </a:lnTo>
                  <a:lnTo>
                    <a:pt x="258757" y="362608"/>
                  </a:lnTo>
                  <a:lnTo>
                    <a:pt x="260039" y="407993"/>
                  </a:lnTo>
                  <a:lnTo>
                    <a:pt x="261321" y="397912"/>
                  </a:lnTo>
                  <a:lnTo>
                    <a:pt x="262603" y="438710"/>
                  </a:lnTo>
                  <a:lnTo>
                    <a:pt x="263884" y="456969"/>
                  </a:lnTo>
                  <a:lnTo>
                    <a:pt x="265166" y="456265"/>
                  </a:lnTo>
                  <a:lnTo>
                    <a:pt x="266448" y="470566"/>
                  </a:lnTo>
                  <a:lnTo>
                    <a:pt x="267730" y="440760"/>
                  </a:lnTo>
                  <a:lnTo>
                    <a:pt x="269012" y="436583"/>
                  </a:lnTo>
                  <a:lnTo>
                    <a:pt x="270294" y="440797"/>
                  </a:lnTo>
                  <a:lnTo>
                    <a:pt x="271576" y="430727"/>
                  </a:lnTo>
                  <a:lnTo>
                    <a:pt x="272857" y="432360"/>
                  </a:lnTo>
                  <a:lnTo>
                    <a:pt x="274139" y="452227"/>
                  </a:lnTo>
                  <a:lnTo>
                    <a:pt x="275421" y="455492"/>
                  </a:lnTo>
                  <a:lnTo>
                    <a:pt x="276703" y="463113"/>
                  </a:lnTo>
                  <a:lnTo>
                    <a:pt x="277985" y="467195"/>
                  </a:lnTo>
                  <a:lnTo>
                    <a:pt x="279267" y="469100"/>
                  </a:lnTo>
                  <a:lnTo>
                    <a:pt x="280548" y="468828"/>
                  </a:lnTo>
                  <a:lnTo>
                    <a:pt x="281830" y="461968"/>
                  </a:lnTo>
                  <a:lnTo>
                    <a:pt x="283112" y="444486"/>
                  </a:lnTo>
                  <a:lnTo>
                    <a:pt x="284394" y="408886"/>
                  </a:lnTo>
                  <a:lnTo>
                    <a:pt x="285676" y="351194"/>
                  </a:lnTo>
                  <a:lnTo>
                    <a:pt x="286958" y="378542"/>
                  </a:lnTo>
                  <a:lnTo>
                    <a:pt x="288239" y="352587"/>
                  </a:lnTo>
                  <a:lnTo>
                    <a:pt x="289521" y="378054"/>
                  </a:lnTo>
                  <a:lnTo>
                    <a:pt x="290803" y="276998"/>
                  </a:lnTo>
                  <a:lnTo>
                    <a:pt x="292085" y="257584"/>
                  </a:lnTo>
                  <a:lnTo>
                    <a:pt x="293367" y="251701"/>
                  </a:lnTo>
                  <a:lnTo>
                    <a:pt x="294649" y="232875"/>
                  </a:lnTo>
                  <a:lnTo>
                    <a:pt x="295931" y="212284"/>
                  </a:lnTo>
                  <a:lnTo>
                    <a:pt x="297212" y="191694"/>
                  </a:lnTo>
                  <a:lnTo>
                    <a:pt x="298494" y="216402"/>
                  </a:lnTo>
                  <a:lnTo>
                    <a:pt x="299776" y="230522"/>
                  </a:lnTo>
                  <a:lnTo>
                    <a:pt x="301058" y="261114"/>
                  </a:lnTo>
                  <a:lnTo>
                    <a:pt x="302340" y="275116"/>
                  </a:lnTo>
                  <a:lnTo>
                    <a:pt x="303622" y="304089"/>
                  </a:lnTo>
                  <a:lnTo>
                    <a:pt x="304903" y="217242"/>
                  </a:lnTo>
                  <a:lnTo>
                    <a:pt x="306185" y="249545"/>
                  </a:lnTo>
                  <a:lnTo>
                    <a:pt x="307467" y="277811"/>
                  </a:lnTo>
                  <a:lnTo>
                    <a:pt x="308749" y="254391"/>
                  </a:lnTo>
                  <a:lnTo>
                    <a:pt x="310031" y="279426"/>
                  </a:lnTo>
                  <a:lnTo>
                    <a:pt x="311313" y="299616"/>
                  </a:lnTo>
                  <a:lnTo>
                    <a:pt x="312595" y="314960"/>
                  </a:lnTo>
                  <a:lnTo>
                    <a:pt x="313876" y="343226"/>
                  </a:lnTo>
                  <a:lnTo>
                    <a:pt x="315158" y="380375"/>
                  </a:lnTo>
                  <a:lnTo>
                    <a:pt x="316440" y="404603"/>
                  </a:lnTo>
                  <a:lnTo>
                    <a:pt x="317722" y="397335"/>
                  </a:lnTo>
                  <a:lnTo>
                    <a:pt x="319004" y="388451"/>
                  </a:lnTo>
                  <a:lnTo>
                    <a:pt x="320286" y="356148"/>
                  </a:lnTo>
                  <a:lnTo>
                    <a:pt x="321567" y="353725"/>
                  </a:lnTo>
                  <a:lnTo>
                    <a:pt x="322849" y="365031"/>
                  </a:lnTo>
                  <a:lnTo>
                    <a:pt x="324131" y="388451"/>
                  </a:lnTo>
                  <a:lnTo>
                    <a:pt x="325413" y="395720"/>
                  </a:lnTo>
                  <a:lnTo>
                    <a:pt x="326695" y="416717"/>
                  </a:lnTo>
                  <a:lnTo>
                    <a:pt x="327977" y="442560"/>
                  </a:lnTo>
                  <a:lnTo>
                    <a:pt x="329258" y="459519"/>
                  </a:lnTo>
                  <a:lnTo>
                    <a:pt x="330540" y="467595"/>
                  </a:lnTo>
                  <a:lnTo>
                    <a:pt x="331822" y="453866"/>
                  </a:lnTo>
                  <a:lnTo>
                    <a:pt x="333104" y="436907"/>
                  </a:lnTo>
                  <a:lnTo>
                    <a:pt x="334386" y="441752"/>
                  </a:lnTo>
                  <a:lnTo>
                    <a:pt x="335668" y="453059"/>
                  </a:lnTo>
                  <a:lnTo>
                    <a:pt x="336950" y="464365"/>
                  </a:lnTo>
                  <a:lnTo>
                    <a:pt x="338231" y="464365"/>
                  </a:lnTo>
                  <a:lnTo>
                    <a:pt x="339513" y="475671"/>
                  </a:lnTo>
                  <a:lnTo>
                    <a:pt x="340795" y="495861"/>
                  </a:lnTo>
                  <a:lnTo>
                    <a:pt x="342077" y="501514"/>
                  </a:lnTo>
                  <a:lnTo>
                    <a:pt x="343359" y="479709"/>
                  </a:lnTo>
                  <a:lnTo>
                    <a:pt x="344641" y="449828"/>
                  </a:lnTo>
                  <a:lnTo>
                    <a:pt x="345922" y="436907"/>
                  </a:lnTo>
                  <a:lnTo>
                    <a:pt x="347204" y="447406"/>
                  </a:lnTo>
                  <a:lnTo>
                    <a:pt x="348486" y="407026"/>
                  </a:lnTo>
                  <a:lnTo>
                    <a:pt x="349768" y="414294"/>
                  </a:lnTo>
                  <a:lnTo>
                    <a:pt x="351050" y="415909"/>
                  </a:lnTo>
                  <a:lnTo>
                    <a:pt x="352332" y="383606"/>
                  </a:lnTo>
                  <a:lnTo>
                    <a:pt x="353614" y="369877"/>
                  </a:lnTo>
                  <a:lnTo>
                    <a:pt x="354895" y="356148"/>
                  </a:lnTo>
                  <a:lnTo>
                    <a:pt x="356177" y="358570"/>
                  </a:lnTo>
                  <a:lnTo>
                    <a:pt x="357459" y="370684"/>
                  </a:lnTo>
                  <a:lnTo>
                    <a:pt x="358741" y="369069"/>
                  </a:lnTo>
                  <a:lnTo>
                    <a:pt x="360023" y="362608"/>
                  </a:lnTo>
                  <a:lnTo>
                    <a:pt x="361305" y="333535"/>
                  </a:lnTo>
                  <a:lnTo>
                    <a:pt x="362586" y="303654"/>
                  </a:lnTo>
                  <a:lnTo>
                    <a:pt x="363868" y="293963"/>
                  </a:lnTo>
                  <a:lnTo>
                    <a:pt x="365150" y="291540"/>
                  </a:lnTo>
                  <a:lnTo>
                    <a:pt x="366432" y="401548"/>
                  </a:lnTo>
                  <a:lnTo>
                    <a:pt x="367714" y="431722"/>
                  </a:lnTo>
                  <a:lnTo>
                    <a:pt x="368996" y="421721"/>
                  </a:lnTo>
                  <a:lnTo>
                    <a:pt x="370278" y="425251"/>
                  </a:lnTo>
                  <a:lnTo>
                    <a:pt x="371559" y="438194"/>
                  </a:lnTo>
                  <a:lnTo>
                    <a:pt x="372841" y="475290"/>
                  </a:lnTo>
                  <a:lnTo>
                    <a:pt x="374123" y="474816"/>
                  </a:lnTo>
                  <a:lnTo>
                    <a:pt x="375405" y="469197"/>
                  </a:lnTo>
                  <a:lnTo>
                    <a:pt x="376687" y="493695"/>
                  </a:lnTo>
                  <a:lnTo>
                    <a:pt x="377969" y="497252"/>
                  </a:lnTo>
                  <a:lnTo>
                    <a:pt x="379250" y="490752"/>
                  </a:lnTo>
                  <a:lnTo>
                    <a:pt x="380532" y="497589"/>
                  </a:lnTo>
                  <a:lnTo>
                    <a:pt x="381814" y="523329"/>
                  </a:lnTo>
                  <a:lnTo>
                    <a:pt x="383096" y="534188"/>
                  </a:lnTo>
                  <a:lnTo>
                    <a:pt x="384378" y="522525"/>
                  </a:lnTo>
                  <a:lnTo>
                    <a:pt x="385660" y="520172"/>
                  </a:lnTo>
                  <a:lnTo>
                    <a:pt x="386941" y="487457"/>
                  </a:lnTo>
                  <a:lnTo>
                    <a:pt x="388223" y="490266"/>
                  </a:lnTo>
                  <a:lnTo>
                    <a:pt x="389505" y="493075"/>
                  </a:lnTo>
                  <a:lnTo>
                    <a:pt x="390787" y="499367"/>
                  </a:lnTo>
                  <a:lnTo>
                    <a:pt x="392069" y="516094"/>
                  </a:lnTo>
                  <a:lnTo>
                    <a:pt x="393351" y="465844"/>
                  </a:lnTo>
                  <a:lnTo>
                    <a:pt x="394633" y="456431"/>
                  </a:lnTo>
                  <a:lnTo>
                    <a:pt x="395914" y="459130"/>
                  </a:lnTo>
                  <a:lnTo>
                    <a:pt x="397196" y="447924"/>
                  </a:lnTo>
                  <a:lnTo>
                    <a:pt x="398478" y="356148"/>
                  </a:lnTo>
                  <a:lnTo>
                    <a:pt x="399760" y="332727"/>
                  </a:lnTo>
                  <a:lnTo>
                    <a:pt x="401042" y="411687"/>
                  </a:lnTo>
                  <a:lnTo>
                    <a:pt x="402324" y="387608"/>
                  </a:lnTo>
                  <a:lnTo>
                    <a:pt x="403605" y="380334"/>
                  </a:lnTo>
                  <a:lnTo>
                    <a:pt x="404887" y="366420"/>
                  </a:lnTo>
                  <a:lnTo>
                    <a:pt x="406169" y="356419"/>
                  </a:lnTo>
                  <a:lnTo>
                    <a:pt x="407451" y="347595"/>
                  </a:lnTo>
                  <a:lnTo>
                    <a:pt x="408733" y="342300"/>
                  </a:lnTo>
                  <a:lnTo>
                    <a:pt x="410015" y="405032"/>
                  </a:lnTo>
                  <a:lnTo>
                    <a:pt x="411297" y="410466"/>
                  </a:lnTo>
                  <a:lnTo>
                    <a:pt x="412578" y="371813"/>
                  </a:lnTo>
                  <a:lnTo>
                    <a:pt x="413860" y="339976"/>
                  </a:lnTo>
                  <a:lnTo>
                    <a:pt x="415142" y="319375"/>
                  </a:lnTo>
                  <a:lnTo>
                    <a:pt x="416424" y="310948"/>
                  </a:lnTo>
                  <a:lnTo>
                    <a:pt x="417706" y="302988"/>
                  </a:lnTo>
                  <a:lnTo>
                    <a:pt x="418988" y="312352"/>
                  </a:lnTo>
                  <a:lnTo>
                    <a:pt x="420269" y="316008"/>
                  </a:lnTo>
                  <a:lnTo>
                    <a:pt x="421551" y="346568"/>
                  </a:lnTo>
                  <a:lnTo>
                    <a:pt x="422833" y="359069"/>
                  </a:lnTo>
                  <a:lnTo>
                    <a:pt x="424115" y="295824"/>
                  </a:lnTo>
                  <a:lnTo>
                    <a:pt x="425397" y="288176"/>
                  </a:lnTo>
                  <a:lnTo>
                    <a:pt x="426679" y="284646"/>
                  </a:lnTo>
                  <a:lnTo>
                    <a:pt x="427960" y="277586"/>
                  </a:lnTo>
                  <a:lnTo>
                    <a:pt x="429242" y="294045"/>
                  </a:lnTo>
                  <a:lnTo>
                    <a:pt x="430524" y="294045"/>
                  </a:lnTo>
                  <a:lnTo>
                    <a:pt x="431806" y="342300"/>
                  </a:lnTo>
                  <a:lnTo>
                    <a:pt x="433088" y="468807"/>
                  </a:lnTo>
                  <a:lnTo>
                    <a:pt x="434370" y="496352"/>
                  </a:lnTo>
                  <a:lnTo>
                    <a:pt x="435652" y="510866"/>
                  </a:lnTo>
                  <a:lnTo>
                    <a:pt x="436933" y="534744"/>
                  </a:lnTo>
                  <a:lnTo>
                    <a:pt x="438215" y="538490"/>
                  </a:lnTo>
                  <a:lnTo>
                    <a:pt x="439497" y="529594"/>
                  </a:lnTo>
                  <a:lnTo>
                    <a:pt x="440779" y="518358"/>
                  </a:lnTo>
                  <a:lnTo>
                    <a:pt x="442061" y="530531"/>
                  </a:lnTo>
                  <a:lnTo>
                    <a:pt x="443343" y="519762"/>
                  </a:lnTo>
                  <a:lnTo>
                    <a:pt x="444624" y="522571"/>
                  </a:lnTo>
                  <a:lnTo>
                    <a:pt x="445906" y="501034"/>
                  </a:lnTo>
                  <a:lnTo>
                    <a:pt x="447188" y="502907"/>
                  </a:lnTo>
                  <a:lnTo>
                    <a:pt x="448470" y="482775"/>
                  </a:lnTo>
                  <a:lnTo>
                    <a:pt x="449752" y="481772"/>
                  </a:lnTo>
                  <a:lnTo>
                    <a:pt x="451034" y="418191"/>
                  </a:lnTo>
                  <a:lnTo>
                    <a:pt x="452316" y="385183"/>
                  </a:lnTo>
                  <a:lnTo>
                    <a:pt x="453597" y="381546"/>
                  </a:lnTo>
                  <a:lnTo>
                    <a:pt x="454879" y="387608"/>
                  </a:lnTo>
                  <a:lnTo>
                    <a:pt x="456161" y="381592"/>
                  </a:lnTo>
                  <a:lnTo>
                    <a:pt x="457443" y="361714"/>
                  </a:lnTo>
                  <a:lnTo>
                    <a:pt x="458725" y="373480"/>
                  </a:lnTo>
                  <a:lnTo>
                    <a:pt x="460007" y="382305"/>
                  </a:lnTo>
                  <a:lnTo>
                    <a:pt x="461288" y="441091"/>
                  </a:lnTo>
                  <a:lnTo>
                    <a:pt x="462570" y="453990"/>
                  </a:lnTo>
                  <a:lnTo>
                    <a:pt x="463852" y="472511"/>
                  </a:lnTo>
                  <a:lnTo>
                    <a:pt x="465134" y="506775"/>
                  </a:lnTo>
                  <a:lnTo>
                    <a:pt x="466416" y="502907"/>
                  </a:lnTo>
                  <a:lnTo>
                    <a:pt x="467698" y="511803"/>
                  </a:lnTo>
                  <a:lnTo>
                    <a:pt x="468979" y="522571"/>
                  </a:lnTo>
                  <a:lnTo>
                    <a:pt x="470261" y="495416"/>
                  </a:lnTo>
                  <a:lnTo>
                    <a:pt x="471543" y="503375"/>
                  </a:lnTo>
                  <a:lnTo>
                    <a:pt x="472825" y="488254"/>
                  </a:lnTo>
                  <a:lnTo>
                    <a:pt x="474107" y="478068"/>
                  </a:lnTo>
                  <a:lnTo>
                    <a:pt x="475389" y="415838"/>
                  </a:lnTo>
                  <a:lnTo>
                    <a:pt x="476671" y="415250"/>
                  </a:lnTo>
                  <a:lnTo>
                    <a:pt x="477952" y="417015"/>
                  </a:lnTo>
                  <a:lnTo>
                    <a:pt x="479234" y="384070"/>
                  </a:lnTo>
                  <a:lnTo>
                    <a:pt x="480516" y="357339"/>
                  </a:lnTo>
                  <a:lnTo>
                    <a:pt x="481798" y="326996"/>
                  </a:lnTo>
                  <a:lnTo>
                    <a:pt x="483080" y="279718"/>
                  </a:lnTo>
                  <a:lnTo>
                    <a:pt x="484362" y="256441"/>
                  </a:lnTo>
                  <a:lnTo>
                    <a:pt x="485643" y="115485"/>
                  </a:lnTo>
                  <a:lnTo>
                    <a:pt x="486925" y="92065"/>
                  </a:lnTo>
                  <a:lnTo>
                    <a:pt x="488207" y="84797"/>
                  </a:lnTo>
                  <a:lnTo>
                    <a:pt x="489489" y="105794"/>
                  </a:lnTo>
                  <a:lnTo>
                    <a:pt x="490771" y="109832"/>
                  </a:lnTo>
                  <a:lnTo>
                    <a:pt x="492053" y="100141"/>
                  </a:lnTo>
                  <a:lnTo>
                    <a:pt x="493335" y="37149"/>
                  </a:lnTo>
                  <a:lnTo>
                    <a:pt x="494616" y="13729"/>
                  </a:lnTo>
                  <a:lnTo>
                    <a:pt x="495898" y="11306"/>
                  </a:lnTo>
                  <a:lnTo>
                    <a:pt x="497180" y="0"/>
                  </a:lnTo>
                  <a:lnTo>
                    <a:pt x="498462" y="33111"/>
                  </a:lnTo>
                  <a:lnTo>
                    <a:pt x="499744" y="184052"/>
                  </a:lnTo>
                  <a:lnTo>
                    <a:pt x="501026" y="226986"/>
                  </a:lnTo>
                  <a:lnTo>
                    <a:pt x="502307" y="242745"/>
                  </a:lnTo>
                  <a:lnTo>
                    <a:pt x="503589" y="234260"/>
                  </a:lnTo>
                  <a:lnTo>
                    <a:pt x="504871" y="236684"/>
                  </a:lnTo>
                  <a:lnTo>
                    <a:pt x="506153" y="258504"/>
                  </a:lnTo>
                  <a:lnTo>
                    <a:pt x="507435" y="284581"/>
                  </a:lnTo>
                  <a:lnTo>
                    <a:pt x="508717" y="311120"/>
                  </a:lnTo>
                  <a:lnTo>
                    <a:pt x="509999" y="321121"/>
                  </a:lnTo>
                  <a:lnTo>
                    <a:pt x="511280" y="359361"/>
                  </a:lnTo>
                  <a:lnTo>
                    <a:pt x="512562" y="385246"/>
                  </a:lnTo>
                  <a:lnTo>
                    <a:pt x="513844" y="362891"/>
                  </a:lnTo>
                  <a:lnTo>
                    <a:pt x="515126" y="374068"/>
                  </a:lnTo>
                  <a:lnTo>
                    <a:pt x="516408" y="374068"/>
                  </a:lnTo>
                  <a:lnTo>
                    <a:pt x="517690" y="362891"/>
                  </a:lnTo>
                  <a:lnTo>
                    <a:pt x="518971" y="376698"/>
                  </a:lnTo>
                  <a:lnTo>
                    <a:pt x="520253" y="360332"/>
                  </a:lnTo>
                  <a:lnTo>
                    <a:pt x="521535" y="376091"/>
                  </a:lnTo>
                  <a:lnTo>
                    <a:pt x="522817" y="367000"/>
                  </a:lnTo>
                  <a:lnTo>
                    <a:pt x="524099" y="332451"/>
                  </a:lnTo>
                  <a:lnTo>
                    <a:pt x="525381" y="293659"/>
                  </a:lnTo>
                  <a:lnTo>
                    <a:pt x="526662" y="237808"/>
                  </a:lnTo>
                  <a:lnTo>
                    <a:pt x="527944" y="83181"/>
                  </a:lnTo>
                  <a:lnTo>
                    <a:pt x="529226" y="54916"/>
                  </a:lnTo>
                  <a:lnTo>
                    <a:pt x="530508" y="13729"/>
                  </a:lnTo>
                  <a:lnTo>
                    <a:pt x="531790" y="20189"/>
                  </a:lnTo>
                  <a:lnTo>
                    <a:pt x="533072" y="53301"/>
                  </a:lnTo>
                  <a:lnTo>
                    <a:pt x="534354" y="219520"/>
                  </a:lnTo>
                  <a:lnTo>
                    <a:pt x="535635" y="229568"/>
                  </a:lnTo>
                  <a:lnTo>
                    <a:pt x="536917" y="226404"/>
                  </a:lnTo>
                  <a:lnTo>
                    <a:pt x="538199" y="176986"/>
                  </a:lnTo>
                  <a:lnTo>
                    <a:pt x="539481" y="182281"/>
                  </a:lnTo>
                  <a:lnTo>
                    <a:pt x="540763" y="197577"/>
                  </a:lnTo>
                  <a:lnTo>
                    <a:pt x="542045" y="222874"/>
                  </a:lnTo>
                  <a:lnTo>
                    <a:pt x="543326" y="268762"/>
                  </a:lnTo>
                  <a:lnTo>
                    <a:pt x="544608" y="321709"/>
                  </a:lnTo>
                  <a:lnTo>
                    <a:pt x="545890" y="331710"/>
                  </a:lnTo>
                  <a:lnTo>
                    <a:pt x="547172" y="398427"/>
                  </a:lnTo>
                  <a:lnTo>
                    <a:pt x="548454" y="374812"/>
                  </a:lnTo>
                  <a:lnTo>
                    <a:pt x="549736" y="388240"/>
                  </a:lnTo>
                  <a:lnTo>
                    <a:pt x="551018" y="362449"/>
                  </a:lnTo>
                  <a:lnTo>
                    <a:pt x="552299" y="413474"/>
                  </a:lnTo>
                  <a:lnTo>
                    <a:pt x="553581" y="382651"/>
                  </a:lnTo>
                  <a:lnTo>
                    <a:pt x="554863" y="310480"/>
                  </a:lnTo>
                  <a:lnTo>
                    <a:pt x="556145" y="295965"/>
                  </a:lnTo>
                  <a:lnTo>
                    <a:pt x="557427" y="339508"/>
                  </a:lnTo>
                  <a:lnTo>
                    <a:pt x="558709" y="337167"/>
                  </a:lnTo>
                  <a:lnTo>
                    <a:pt x="559990" y="288474"/>
                  </a:lnTo>
                  <a:lnTo>
                    <a:pt x="561272" y="253360"/>
                  </a:lnTo>
                  <a:lnTo>
                    <a:pt x="562554" y="194836"/>
                  </a:lnTo>
                  <a:lnTo>
                    <a:pt x="563836" y="135843"/>
                  </a:lnTo>
                  <a:lnTo>
                    <a:pt x="565118" y="196917"/>
                  </a:lnTo>
                  <a:lnTo>
                    <a:pt x="566400" y="73105"/>
                  </a:lnTo>
                  <a:lnTo>
                    <a:pt x="567681" y="166489"/>
                  </a:lnTo>
                  <a:lnTo>
                    <a:pt x="568963" y="151867"/>
                  </a:lnTo>
                  <a:lnTo>
                    <a:pt x="570245" y="79660"/>
                  </a:lnTo>
                  <a:lnTo>
                    <a:pt x="571527" y="48377"/>
                  </a:lnTo>
                  <a:lnTo>
                    <a:pt x="572809" y="43747"/>
                  </a:lnTo>
                  <a:lnTo>
                    <a:pt x="574091" y="43609"/>
                  </a:lnTo>
                  <a:lnTo>
                    <a:pt x="575373" y="61400"/>
                  </a:lnTo>
                  <a:lnTo>
                    <a:pt x="576654" y="40800"/>
                  </a:lnTo>
                  <a:lnTo>
                    <a:pt x="577936" y="43609"/>
                  </a:lnTo>
                  <a:lnTo>
                    <a:pt x="579218" y="88087"/>
                  </a:lnTo>
                  <a:lnTo>
                    <a:pt x="580500" y="101665"/>
                  </a:lnTo>
                  <a:lnTo>
                    <a:pt x="581782" y="144271"/>
                  </a:lnTo>
                  <a:lnTo>
                    <a:pt x="583064" y="198581"/>
                  </a:lnTo>
                  <a:lnTo>
                    <a:pt x="584345" y="262759"/>
                  </a:lnTo>
                  <a:lnTo>
                    <a:pt x="585627" y="293009"/>
                  </a:lnTo>
                  <a:lnTo>
                    <a:pt x="586909" y="242288"/>
                  </a:lnTo>
                  <a:lnTo>
                    <a:pt x="588191" y="261702"/>
                  </a:lnTo>
                  <a:lnTo>
                    <a:pt x="589473" y="256407"/>
                  </a:lnTo>
                  <a:lnTo>
                    <a:pt x="590755" y="311791"/>
                  </a:lnTo>
                  <a:lnTo>
                    <a:pt x="592037" y="360332"/>
                  </a:lnTo>
                  <a:lnTo>
                    <a:pt x="593318" y="252776"/>
                  </a:lnTo>
                  <a:lnTo>
                    <a:pt x="594600" y="292348"/>
                  </a:lnTo>
                  <a:lnTo>
                    <a:pt x="595882" y="332727"/>
                  </a:lnTo>
                  <a:lnTo>
                    <a:pt x="597164" y="351302"/>
                  </a:lnTo>
                  <a:lnTo>
                    <a:pt x="598446" y="318191"/>
                  </a:lnTo>
                  <a:lnTo>
                    <a:pt x="599728" y="327074"/>
                  </a:lnTo>
                  <a:lnTo>
                    <a:pt x="601009" y="340803"/>
                  </a:lnTo>
                  <a:lnTo>
                    <a:pt x="602291" y="296386"/>
                  </a:lnTo>
                  <a:lnTo>
                    <a:pt x="603573" y="209973"/>
                  </a:lnTo>
                  <a:lnTo>
                    <a:pt x="604855" y="147789"/>
                  </a:lnTo>
                  <a:lnTo>
                    <a:pt x="606137" y="104179"/>
                  </a:lnTo>
                  <a:lnTo>
                    <a:pt x="607419" y="67029"/>
                  </a:lnTo>
                  <a:lnTo>
                    <a:pt x="608701" y="231835"/>
                  </a:lnTo>
                  <a:lnTo>
                    <a:pt x="609982" y="254262"/>
                  </a:lnTo>
                  <a:lnTo>
                    <a:pt x="611264" y="244948"/>
                  </a:lnTo>
                  <a:lnTo>
                    <a:pt x="612546" y="318971"/>
                  </a:lnTo>
                  <a:lnTo>
                    <a:pt x="613828" y="312303"/>
                  </a:lnTo>
                  <a:lnTo>
                    <a:pt x="615110" y="279111"/>
                  </a:lnTo>
                  <a:lnTo>
                    <a:pt x="616392" y="246805"/>
                  </a:lnTo>
                  <a:lnTo>
                    <a:pt x="617673" y="243060"/>
                  </a:lnTo>
                  <a:lnTo>
                    <a:pt x="618955" y="231355"/>
                  </a:lnTo>
                  <a:lnTo>
                    <a:pt x="620237" y="215436"/>
                  </a:lnTo>
                  <a:lnTo>
                    <a:pt x="621519" y="229014"/>
                  </a:lnTo>
                  <a:lnTo>
                    <a:pt x="622801" y="260383"/>
                  </a:lnTo>
                  <a:lnTo>
                    <a:pt x="624083" y="292688"/>
                  </a:lnTo>
                  <a:lnTo>
                    <a:pt x="625364" y="316566"/>
                  </a:lnTo>
                  <a:lnTo>
                    <a:pt x="626646" y="337167"/>
                  </a:lnTo>
                  <a:lnTo>
                    <a:pt x="627928" y="352587"/>
                  </a:lnTo>
                  <a:lnTo>
                    <a:pt x="629210" y="331751"/>
                  </a:lnTo>
                  <a:lnTo>
                    <a:pt x="630492" y="306952"/>
                  </a:lnTo>
                  <a:lnTo>
                    <a:pt x="631774" y="232441"/>
                  </a:lnTo>
                  <a:lnTo>
                    <a:pt x="633056" y="225876"/>
                  </a:lnTo>
                  <a:lnTo>
                    <a:pt x="634337" y="127599"/>
                  </a:lnTo>
                  <a:lnTo>
                    <a:pt x="635619" y="177670"/>
                  </a:lnTo>
                  <a:lnTo>
                    <a:pt x="636901" y="208358"/>
                  </a:lnTo>
                  <a:lnTo>
                    <a:pt x="638183" y="186553"/>
                  </a:lnTo>
                  <a:lnTo>
                    <a:pt x="639465" y="179285"/>
                  </a:lnTo>
                  <a:lnTo>
                    <a:pt x="640747" y="171209"/>
                  </a:lnTo>
                  <a:lnTo>
                    <a:pt x="642028" y="150212"/>
                  </a:lnTo>
                  <a:lnTo>
                    <a:pt x="643310" y="136482"/>
                  </a:lnTo>
                  <a:lnTo>
                    <a:pt x="644592" y="133252"/>
                  </a:lnTo>
                  <a:lnTo>
                    <a:pt x="645874" y="123561"/>
                  </a:lnTo>
                  <a:lnTo>
                    <a:pt x="647156" y="83181"/>
                  </a:lnTo>
                  <a:lnTo>
                    <a:pt x="648438" y="54108"/>
                  </a:lnTo>
                  <a:lnTo>
                    <a:pt x="649720" y="165589"/>
                  </a:lnTo>
                  <a:lnTo>
                    <a:pt x="651001" y="154858"/>
                  </a:lnTo>
                  <a:lnTo>
                    <a:pt x="652283" y="147571"/>
                  </a:lnTo>
                  <a:lnTo>
                    <a:pt x="653565" y="132863"/>
                  </a:lnTo>
                  <a:lnTo>
                    <a:pt x="654847" y="99330"/>
                  </a:lnTo>
                  <a:lnTo>
                    <a:pt x="656129" y="183389"/>
                  </a:lnTo>
                  <a:lnTo>
                    <a:pt x="657411" y="237756"/>
                  </a:lnTo>
                  <a:lnTo>
                    <a:pt x="658692" y="249332"/>
                  </a:lnTo>
                  <a:lnTo>
                    <a:pt x="659974" y="251955"/>
                  </a:lnTo>
                  <a:lnTo>
                    <a:pt x="661256" y="275365"/>
                  </a:lnTo>
                  <a:lnTo>
                    <a:pt x="662538" y="292220"/>
                  </a:lnTo>
                  <a:lnTo>
                    <a:pt x="663820" y="306266"/>
                  </a:lnTo>
                  <a:lnTo>
                    <a:pt x="665102" y="307202"/>
                  </a:lnTo>
                  <a:lnTo>
                    <a:pt x="666383" y="311416"/>
                  </a:lnTo>
                  <a:lnTo>
                    <a:pt x="667665" y="335294"/>
                  </a:lnTo>
                  <a:lnTo>
                    <a:pt x="668947" y="388703"/>
                  </a:lnTo>
                  <a:lnTo>
                    <a:pt x="670229" y="410002"/>
                  </a:lnTo>
                  <a:lnTo>
                    <a:pt x="671511" y="352301"/>
                  </a:lnTo>
                  <a:lnTo>
                    <a:pt x="672793" y="356419"/>
                  </a:lnTo>
                  <a:lnTo>
                    <a:pt x="674075" y="372892"/>
                  </a:lnTo>
                  <a:lnTo>
                    <a:pt x="675356" y="411169"/>
                  </a:lnTo>
                  <a:lnTo>
                    <a:pt x="676638" y="391244"/>
                  </a:lnTo>
                  <a:lnTo>
                    <a:pt x="677920" y="386809"/>
                  </a:lnTo>
                  <a:lnTo>
                    <a:pt x="679202" y="268928"/>
                  </a:lnTo>
                  <a:lnTo>
                    <a:pt x="680484" y="226125"/>
                  </a:lnTo>
                  <a:lnTo>
                    <a:pt x="681766" y="202705"/>
                  </a:lnTo>
                  <a:lnTo>
                    <a:pt x="683047" y="194629"/>
                  </a:lnTo>
                  <a:lnTo>
                    <a:pt x="684329" y="316528"/>
                  </a:lnTo>
                  <a:lnTo>
                    <a:pt x="685611" y="347604"/>
                  </a:lnTo>
                  <a:lnTo>
                    <a:pt x="686893" y="369950"/>
                  </a:lnTo>
                  <a:lnTo>
                    <a:pt x="688175" y="359949"/>
                  </a:lnTo>
                  <a:lnTo>
                    <a:pt x="689457" y="368774"/>
                  </a:lnTo>
                  <a:lnTo>
                    <a:pt x="690739" y="364067"/>
                  </a:lnTo>
                  <a:lnTo>
                    <a:pt x="692020" y="385835"/>
                  </a:lnTo>
                  <a:lnTo>
                    <a:pt x="693302" y="409955"/>
                  </a:lnTo>
                  <a:lnTo>
                    <a:pt x="694584" y="410543"/>
                  </a:lnTo>
                  <a:lnTo>
                    <a:pt x="695866" y="421133"/>
                  </a:lnTo>
                  <a:lnTo>
                    <a:pt x="697148" y="431722"/>
                  </a:lnTo>
                  <a:lnTo>
                    <a:pt x="698430" y="464079"/>
                  </a:lnTo>
                  <a:lnTo>
                    <a:pt x="699711" y="504672"/>
                  </a:lnTo>
                  <a:lnTo>
                    <a:pt x="700993" y="512320"/>
                  </a:lnTo>
                  <a:lnTo>
                    <a:pt x="702275" y="507614"/>
                  </a:lnTo>
                  <a:lnTo>
                    <a:pt x="703557" y="510650"/>
                  </a:lnTo>
                  <a:lnTo>
                    <a:pt x="704839" y="498139"/>
                  </a:lnTo>
                  <a:lnTo>
                    <a:pt x="706121" y="424793"/>
                  </a:lnTo>
                  <a:lnTo>
                    <a:pt x="707402" y="444175"/>
                  </a:lnTo>
                  <a:lnTo>
                    <a:pt x="708684" y="422370"/>
                  </a:lnTo>
                  <a:lnTo>
                    <a:pt x="709966" y="432061"/>
                  </a:lnTo>
                  <a:lnTo>
                    <a:pt x="711248" y="394105"/>
                  </a:lnTo>
                  <a:lnTo>
                    <a:pt x="712530" y="381183"/>
                  </a:lnTo>
                  <a:lnTo>
                    <a:pt x="713812" y="368262"/>
                  </a:lnTo>
                  <a:lnTo>
                    <a:pt x="715094" y="326267"/>
                  </a:lnTo>
                  <a:lnTo>
                    <a:pt x="716375" y="307692"/>
                  </a:lnTo>
                  <a:lnTo>
                    <a:pt x="717657" y="300424"/>
                  </a:lnTo>
                  <a:lnTo>
                    <a:pt x="718939" y="291540"/>
                  </a:lnTo>
                  <a:lnTo>
                    <a:pt x="720221" y="304462"/>
                  </a:lnTo>
                  <a:lnTo>
                    <a:pt x="721503" y="299616"/>
                  </a:lnTo>
                  <a:lnTo>
                    <a:pt x="722785" y="285079"/>
                  </a:lnTo>
                  <a:lnTo>
                    <a:pt x="724066" y="288310"/>
                  </a:lnTo>
                  <a:lnTo>
                    <a:pt x="725348" y="274581"/>
                  </a:lnTo>
                  <a:lnTo>
                    <a:pt x="726630" y="274581"/>
                  </a:lnTo>
                  <a:lnTo>
                    <a:pt x="727912" y="270543"/>
                  </a:lnTo>
                  <a:lnTo>
                    <a:pt x="729194" y="255199"/>
                  </a:lnTo>
                  <a:lnTo>
                    <a:pt x="730476" y="285887"/>
                  </a:lnTo>
                  <a:lnTo>
                    <a:pt x="731758" y="298809"/>
                  </a:lnTo>
                  <a:lnTo>
                    <a:pt x="733039" y="310115"/>
                  </a:lnTo>
                  <a:lnTo>
                    <a:pt x="734321" y="360186"/>
                  </a:lnTo>
                  <a:lnTo>
                    <a:pt x="735603" y="380375"/>
                  </a:lnTo>
                  <a:lnTo>
                    <a:pt x="736885" y="379568"/>
                  </a:lnTo>
                  <a:lnTo>
                    <a:pt x="738167" y="371492"/>
                  </a:lnTo>
                  <a:lnTo>
                    <a:pt x="739449" y="350494"/>
                  </a:lnTo>
                  <a:lnTo>
                    <a:pt x="740730" y="356148"/>
                  </a:lnTo>
                  <a:lnTo>
                    <a:pt x="742012" y="381183"/>
                  </a:lnTo>
                  <a:lnTo>
                    <a:pt x="743294" y="382798"/>
                  </a:lnTo>
                  <a:lnTo>
                    <a:pt x="744576" y="413487"/>
                  </a:lnTo>
                  <a:lnTo>
                    <a:pt x="745858" y="423985"/>
                  </a:lnTo>
                  <a:lnTo>
                    <a:pt x="747140" y="455482"/>
                  </a:lnTo>
                  <a:lnTo>
                    <a:pt x="748422" y="462750"/>
                  </a:lnTo>
                  <a:lnTo>
                    <a:pt x="749703" y="453059"/>
                  </a:lnTo>
                  <a:lnTo>
                    <a:pt x="750985" y="444983"/>
                  </a:lnTo>
                  <a:lnTo>
                    <a:pt x="752267" y="430446"/>
                  </a:lnTo>
                  <a:lnTo>
                    <a:pt x="753549" y="401373"/>
                  </a:lnTo>
                  <a:lnTo>
                    <a:pt x="754831" y="391682"/>
                  </a:lnTo>
                  <a:lnTo>
                    <a:pt x="756113" y="388451"/>
                  </a:lnTo>
                  <a:lnTo>
                    <a:pt x="757394" y="405411"/>
                  </a:lnTo>
                  <a:lnTo>
                    <a:pt x="758676" y="426408"/>
                  </a:lnTo>
                  <a:lnTo>
                    <a:pt x="759958" y="444983"/>
                  </a:lnTo>
                  <a:lnTo>
                    <a:pt x="761240" y="449828"/>
                  </a:lnTo>
                  <a:lnTo>
                    <a:pt x="762522" y="429639"/>
                  </a:lnTo>
                  <a:lnTo>
                    <a:pt x="763804" y="420755"/>
                  </a:lnTo>
                  <a:lnTo>
                    <a:pt x="765085" y="405411"/>
                  </a:lnTo>
                  <a:lnTo>
                    <a:pt x="766367" y="390874"/>
                  </a:lnTo>
                  <a:lnTo>
                    <a:pt x="767649" y="418332"/>
                  </a:lnTo>
                  <a:lnTo>
                    <a:pt x="768931" y="436907"/>
                  </a:lnTo>
                  <a:lnTo>
                    <a:pt x="770213" y="444983"/>
                  </a:lnTo>
                  <a:lnTo>
                    <a:pt x="771495" y="473249"/>
                  </a:lnTo>
                  <a:lnTo>
                    <a:pt x="772777" y="512013"/>
                  </a:lnTo>
                  <a:lnTo>
                    <a:pt x="774058" y="524127"/>
                  </a:lnTo>
                  <a:lnTo>
                    <a:pt x="775340" y="533818"/>
                  </a:lnTo>
                  <a:lnTo>
                    <a:pt x="776622" y="533818"/>
                  </a:lnTo>
                  <a:lnTo>
                    <a:pt x="777904" y="511205"/>
                  </a:lnTo>
                  <a:lnTo>
                    <a:pt x="779186" y="501514"/>
                  </a:lnTo>
                  <a:lnTo>
                    <a:pt x="780468" y="504745"/>
                  </a:lnTo>
                  <a:lnTo>
                    <a:pt x="781749" y="541086"/>
                  </a:lnTo>
                  <a:lnTo>
                    <a:pt x="783031" y="549970"/>
                  </a:lnTo>
                  <a:lnTo>
                    <a:pt x="784313" y="565314"/>
                  </a:lnTo>
                  <a:lnTo>
                    <a:pt x="785595" y="582274"/>
                  </a:lnTo>
                  <a:lnTo>
                    <a:pt x="786877" y="582274"/>
                  </a:lnTo>
                  <a:lnTo>
                    <a:pt x="788159" y="582274"/>
                  </a:lnTo>
                  <a:lnTo>
                    <a:pt x="789441" y="582274"/>
                  </a:lnTo>
                  <a:lnTo>
                    <a:pt x="790722" y="582274"/>
                  </a:lnTo>
                  <a:lnTo>
                    <a:pt x="792004" y="567737"/>
                  </a:lnTo>
                  <a:lnTo>
                    <a:pt x="793286" y="549162"/>
                  </a:lnTo>
                  <a:lnTo>
                    <a:pt x="794568" y="549970"/>
                  </a:lnTo>
                  <a:lnTo>
                    <a:pt x="795850" y="549970"/>
                  </a:lnTo>
                  <a:lnTo>
                    <a:pt x="797132" y="572582"/>
                  </a:lnTo>
                  <a:lnTo>
                    <a:pt x="798413" y="582274"/>
                  </a:lnTo>
                  <a:lnTo>
                    <a:pt x="799695" y="618539"/>
                  </a:lnTo>
                  <a:lnTo>
                    <a:pt x="800977" y="613690"/>
                  </a:lnTo>
                  <a:lnTo>
                    <a:pt x="802259" y="598213"/>
                  </a:lnTo>
                  <a:lnTo>
                    <a:pt x="803541" y="583505"/>
                  </a:lnTo>
                  <a:lnTo>
                    <a:pt x="804823" y="581000"/>
                  </a:lnTo>
                  <a:lnTo>
                    <a:pt x="806104" y="571136"/>
                  </a:lnTo>
                  <a:lnTo>
                    <a:pt x="807386" y="531467"/>
                  </a:lnTo>
                  <a:lnTo>
                    <a:pt x="808668" y="521635"/>
                  </a:lnTo>
                  <a:lnTo>
                    <a:pt x="809950" y="511803"/>
                  </a:lnTo>
                  <a:lnTo>
                    <a:pt x="811232" y="500566"/>
                  </a:lnTo>
                  <a:lnTo>
                    <a:pt x="812514" y="502907"/>
                  </a:lnTo>
                  <a:lnTo>
                    <a:pt x="813796" y="502907"/>
                  </a:lnTo>
                  <a:lnTo>
                    <a:pt x="815077" y="487457"/>
                  </a:lnTo>
                  <a:lnTo>
                    <a:pt x="816359" y="473879"/>
                  </a:lnTo>
                  <a:lnTo>
                    <a:pt x="817641" y="452810"/>
                  </a:lnTo>
                  <a:lnTo>
                    <a:pt x="818923" y="442414"/>
                  </a:lnTo>
                  <a:lnTo>
                    <a:pt x="820205" y="410929"/>
                  </a:lnTo>
                  <a:lnTo>
                    <a:pt x="821487" y="399353"/>
                  </a:lnTo>
                  <a:lnTo>
                    <a:pt x="822768" y="381645"/>
                  </a:lnTo>
                  <a:lnTo>
                    <a:pt x="824050" y="389604"/>
                  </a:lnTo>
                  <a:lnTo>
                    <a:pt x="825332" y="439161"/>
                  </a:lnTo>
                  <a:lnTo>
                    <a:pt x="826614" y="417696"/>
                  </a:lnTo>
                  <a:lnTo>
                    <a:pt x="827896" y="412078"/>
                  </a:lnTo>
                  <a:lnTo>
                    <a:pt x="829178" y="399905"/>
                  </a:lnTo>
                  <a:lnTo>
                    <a:pt x="830460" y="407864"/>
                  </a:lnTo>
                  <a:lnTo>
                    <a:pt x="831741" y="418164"/>
                  </a:lnTo>
                  <a:lnTo>
                    <a:pt x="833023" y="414419"/>
                  </a:lnTo>
                  <a:lnTo>
                    <a:pt x="834305" y="407396"/>
                  </a:lnTo>
                  <a:lnTo>
                    <a:pt x="835587" y="391477"/>
                  </a:lnTo>
                  <a:lnTo>
                    <a:pt x="836869" y="454968"/>
                  </a:lnTo>
                  <a:lnTo>
                    <a:pt x="838151" y="449327"/>
                  </a:lnTo>
                  <a:lnTo>
                    <a:pt x="839432" y="475067"/>
                  </a:lnTo>
                  <a:lnTo>
                    <a:pt x="840714" y="501994"/>
                  </a:lnTo>
                  <a:lnTo>
                    <a:pt x="841996" y="476688"/>
                  </a:lnTo>
                  <a:lnTo>
                    <a:pt x="843278" y="485324"/>
                  </a:lnTo>
                  <a:lnTo>
                    <a:pt x="844560" y="449960"/>
                  </a:lnTo>
                  <a:lnTo>
                    <a:pt x="845842" y="503113"/>
                  </a:lnTo>
                  <a:lnTo>
                    <a:pt x="847123" y="515573"/>
                  </a:lnTo>
                  <a:lnTo>
                    <a:pt x="848405" y="525297"/>
                  </a:lnTo>
                  <a:lnTo>
                    <a:pt x="849687" y="535946"/>
                  </a:lnTo>
                  <a:lnTo>
                    <a:pt x="850969" y="540363"/>
                  </a:lnTo>
                  <a:lnTo>
                    <a:pt x="852251" y="542704"/>
                  </a:lnTo>
                  <a:lnTo>
                    <a:pt x="853533" y="568776"/>
                  </a:lnTo>
                  <a:lnTo>
                    <a:pt x="854815" y="594692"/>
                  </a:lnTo>
                  <a:lnTo>
                    <a:pt x="856096" y="608794"/>
                  </a:lnTo>
                  <a:lnTo>
                    <a:pt x="857378" y="606534"/>
                  </a:lnTo>
                  <a:lnTo>
                    <a:pt x="858660" y="608148"/>
                  </a:lnTo>
                  <a:lnTo>
                    <a:pt x="859942" y="602083"/>
                  </a:lnTo>
                  <a:lnTo>
                    <a:pt x="861224" y="602313"/>
                  </a:lnTo>
                  <a:lnTo>
                    <a:pt x="862506" y="596774"/>
                  </a:lnTo>
                  <a:lnTo>
                    <a:pt x="863787" y="602892"/>
                  </a:lnTo>
                  <a:lnTo>
                    <a:pt x="865069" y="597475"/>
                  </a:lnTo>
                  <a:lnTo>
                    <a:pt x="866351" y="602136"/>
                  </a:lnTo>
                  <a:lnTo>
                    <a:pt x="867633" y="597020"/>
                  </a:lnTo>
                  <a:lnTo>
                    <a:pt x="868915" y="587703"/>
                  </a:lnTo>
                  <a:lnTo>
                    <a:pt x="870197" y="580602"/>
                  </a:lnTo>
                  <a:lnTo>
                    <a:pt x="871479" y="573284"/>
                  </a:lnTo>
                  <a:lnTo>
                    <a:pt x="872760" y="576347"/>
                  </a:lnTo>
                  <a:lnTo>
                    <a:pt x="874042" y="574645"/>
                  </a:lnTo>
                  <a:lnTo>
                    <a:pt x="875324" y="562858"/>
                  </a:lnTo>
                  <a:lnTo>
                    <a:pt x="876606" y="560666"/>
                  </a:lnTo>
                  <a:lnTo>
                    <a:pt x="877888" y="557195"/>
                  </a:lnTo>
                  <a:lnTo>
                    <a:pt x="879170" y="535464"/>
                  </a:lnTo>
                  <a:lnTo>
                    <a:pt x="880451" y="529975"/>
                  </a:lnTo>
                  <a:lnTo>
                    <a:pt x="881733" y="492868"/>
                  </a:lnTo>
                  <a:lnTo>
                    <a:pt x="883015" y="471273"/>
                  </a:lnTo>
                  <a:lnTo>
                    <a:pt x="884297" y="475037"/>
                  </a:lnTo>
                  <a:lnTo>
                    <a:pt x="885579" y="465818"/>
                  </a:lnTo>
                  <a:lnTo>
                    <a:pt x="886861" y="464331"/>
                  </a:lnTo>
                  <a:lnTo>
                    <a:pt x="888143" y="483358"/>
                  </a:lnTo>
                  <a:lnTo>
                    <a:pt x="889424" y="494057"/>
                  </a:lnTo>
                  <a:lnTo>
                    <a:pt x="890706" y="492472"/>
                  </a:lnTo>
                  <a:lnTo>
                    <a:pt x="891988" y="484150"/>
                  </a:lnTo>
                  <a:lnTo>
                    <a:pt x="893270" y="490292"/>
                  </a:lnTo>
                  <a:lnTo>
                    <a:pt x="894552" y="492273"/>
                  </a:lnTo>
                  <a:lnTo>
                    <a:pt x="895834" y="503170"/>
                  </a:lnTo>
                  <a:lnTo>
                    <a:pt x="897115" y="512284"/>
                  </a:lnTo>
                  <a:lnTo>
                    <a:pt x="898397" y="513847"/>
                  </a:lnTo>
                  <a:lnTo>
                    <a:pt x="899679" y="537649"/>
                  </a:lnTo>
                  <a:lnTo>
                    <a:pt x="900961" y="563577"/>
                  </a:lnTo>
                  <a:lnTo>
                    <a:pt x="902243" y="576925"/>
                  </a:lnTo>
                  <a:lnTo>
                    <a:pt x="903525" y="586157"/>
                  </a:lnTo>
                  <a:lnTo>
                    <a:pt x="904806" y="575718"/>
                  </a:lnTo>
                  <a:lnTo>
                    <a:pt x="906088" y="578503"/>
                  </a:lnTo>
                  <a:lnTo>
                    <a:pt x="907370" y="561846"/>
                  </a:lnTo>
                  <a:lnTo>
                    <a:pt x="908652" y="531505"/>
                  </a:lnTo>
                  <a:lnTo>
                    <a:pt x="909934" y="537165"/>
                  </a:lnTo>
                  <a:lnTo>
                    <a:pt x="911216" y="517421"/>
                  </a:lnTo>
                  <a:lnTo>
                    <a:pt x="912498" y="506775"/>
                  </a:lnTo>
                  <a:lnTo>
                    <a:pt x="913779" y="502632"/>
                  </a:lnTo>
                  <a:lnTo>
                    <a:pt x="915061" y="497515"/>
                  </a:lnTo>
                  <a:lnTo>
                    <a:pt x="916343" y="472048"/>
                  </a:lnTo>
                  <a:lnTo>
                    <a:pt x="917625" y="449065"/>
                  </a:lnTo>
                  <a:lnTo>
                    <a:pt x="918907" y="494090"/>
                  </a:lnTo>
                  <a:lnTo>
                    <a:pt x="920189" y="483421"/>
                  </a:lnTo>
                  <a:lnTo>
                    <a:pt x="921470" y="475871"/>
                  </a:lnTo>
                  <a:lnTo>
                    <a:pt x="922752" y="470241"/>
                  </a:lnTo>
                  <a:lnTo>
                    <a:pt x="924034" y="483293"/>
                  </a:lnTo>
                  <a:lnTo>
                    <a:pt x="925316" y="465396"/>
                  </a:lnTo>
                  <a:lnTo>
                    <a:pt x="926598" y="449326"/>
                  </a:lnTo>
                  <a:lnTo>
                    <a:pt x="927880" y="467117"/>
                  </a:lnTo>
                  <a:lnTo>
                    <a:pt x="929162" y="436542"/>
                  </a:lnTo>
                  <a:lnTo>
                    <a:pt x="930443" y="439829"/>
                  </a:lnTo>
                  <a:lnTo>
                    <a:pt x="931725" y="449326"/>
                  </a:lnTo>
                  <a:lnTo>
                    <a:pt x="933007" y="467223"/>
                  </a:lnTo>
                  <a:lnTo>
                    <a:pt x="934289" y="480371"/>
                  </a:lnTo>
                  <a:lnTo>
                    <a:pt x="935571" y="499364"/>
                  </a:lnTo>
                  <a:lnTo>
                    <a:pt x="936853" y="521278"/>
                  </a:lnTo>
                  <a:lnTo>
                    <a:pt x="938134" y="526757"/>
                  </a:lnTo>
                  <a:lnTo>
                    <a:pt x="939416" y="523732"/>
                  </a:lnTo>
                  <a:lnTo>
                    <a:pt x="940698" y="528558"/>
                  </a:lnTo>
                  <a:lnTo>
                    <a:pt x="941980" y="535189"/>
                  </a:lnTo>
                  <a:lnTo>
                    <a:pt x="943262" y="549415"/>
                  </a:lnTo>
                  <a:lnTo>
                    <a:pt x="944544" y="539426"/>
                  </a:lnTo>
                  <a:lnTo>
                    <a:pt x="945825" y="575477"/>
                  </a:lnTo>
                  <a:lnTo>
                    <a:pt x="947107" y="604475"/>
                  </a:lnTo>
                  <a:lnTo>
                    <a:pt x="948389" y="615124"/>
                  </a:lnTo>
                  <a:lnTo>
                    <a:pt x="949671" y="629015"/>
                  </a:lnTo>
                  <a:lnTo>
                    <a:pt x="950953" y="606449"/>
                  </a:lnTo>
                  <a:lnTo>
                    <a:pt x="952235" y="598213"/>
                  </a:lnTo>
                  <a:lnTo>
                    <a:pt x="953517" y="602780"/>
                  </a:lnTo>
                  <a:lnTo>
                    <a:pt x="954798" y="613200"/>
                  </a:lnTo>
                  <a:lnTo>
                    <a:pt x="956080" y="582274"/>
                  </a:lnTo>
                  <a:lnTo>
                    <a:pt x="957362" y="582274"/>
                  </a:lnTo>
                  <a:lnTo>
                    <a:pt x="958644" y="582274"/>
                  </a:lnTo>
                  <a:lnTo>
                    <a:pt x="959926" y="594387"/>
                  </a:lnTo>
                  <a:lnTo>
                    <a:pt x="961208" y="611347"/>
                  </a:lnTo>
                  <a:lnTo>
                    <a:pt x="962489" y="598425"/>
                  </a:lnTo>
                  <a:lnTo>
                    <a:pt x="963771" y="598425"/>
                  </a:lnTo>
                  <a:lnTo>
                    <a:pt x="965053" y="598425"/>
                  </a:lnTo>
                  <a:lnTo>
                    <a:pt x="966335" y="598425"/>
                  </a:lnTo>
                  <a:lnTo>
                    <a:pt x="967617" y="598425"/>
                  </a:lnTo>
                  <a:lnTo>
                    <a:pt x="968899" y="589542"/>
                  </a:lnTo>
                  <a:lnTo>
                    <a:pt x="970181" y="586311"/>
                  </a:lnTo>
                  <a:lnTo>
                    <a:pt x="971462" y="581466"/>
                  </a:lnTo>
                  <a:lnTo>
                    <a:pt x="972744" y="550777"/>
                  </a:lnTo>
                  <a:lnTo>
                    <a:pt x="974026" y="534626"/>
                  </a:lnTo>
                  <a:lnTo>
                    <a:pt x="975308" y="517666"/>
                  </a:lnTo>
                  <a:lnTo>
                    <a:pt x="976590" y="517666"/>
                  </a:lnTo>
                  <a:lnTo>
                    <a:pt x="977872" y="517666"/>
                  </a:lnTo>
                  <a:lnTo>
                    <a:pt x="979153" y="517666"/>
                  </a:lnTo>
                  <a:lnTo>
                    <a:pt x="980435" y="520896"/>
                  </a:lnTo>
                  <a:lnTo>
                    <a:pt x="981717" y="528972"/>
                  </a:lnTo>
                  <a:lnTo>
                    <a:pt x="982999" y="517666"/>
                  </a:lnTo>
                  <a:lnTo>
                    <a:pt x="984281" y="517666"/>
                  </a:lnTo>
                  <a:lnTo>
                    <a:pt x="985563" y="494246"/>
                  </a:lnTo>
                  <a:lnTo>
                    <a:pt x="986845" y="485362"/>
                  </a:lnTo>
                  <a:lnTo>
                    <a:pt x="988126" y="494246"/>
                  </a:lnTo>
                  <a:lnTo>
                    <a:pt x="989408" y="502322"/>
                  </a:lnTo>
                  <a:lnTo>
                    <a:pt x="990690" y="518474"/>
                  </a:lnTo>
                  <a:lnTo>
                    <a:pt x="991972" y="546739"/>
                  </a:lnTo>
                  <a:lnTo>
                    <a:pt x="993254" y="549162"/>
                  </a:lnTo>
                  <a:lnTo>
                    <a:pt x="994536" y="566122"/>
                  </a:lnTo>
                  <a:lnTo>
                    <a:pt x="995817" y="541894"/>
                  </a:lnTo>
                  <a:lnTo>
                    <a:pt x="997099" y="533010"/>
                  </a:lnTo>
                  <a:lnTo>
                    <a:pt x="998381" y="517666"/>
                  </a:lnTo>
                  <a:lnTo>
                    <a:pt x="999663" y="517666"/>
                  </a:lnTo>
                  <a:lnTo>
                    <a:pt x="1000945" y="522512"/>
                  </a:lnTo>
                  <a:lnTo>
                    <a:pt x="1002227" y="533010"/>
                  </a:lnTo>
                  <a:lnTo>
                    <a:pt x="1003508" y="517666"/>
                  </a:lnTo>
                  <a:lnTo>
                    <a:pt x="1004790" y="533818"/>
                  </a:lnTo>
                  <a:lnTo>
                    <a:pt x="1006072" y="533818"/>
                  </a:lnTo>
                  <a:lnTo>
                    <a:pt x="1007354" y="531395"/>
                  </a:lnTo>
                  <a:lnTo>
                    <a:pt x="1008636" y="517666"/>
                  </a:lnTo>
                  <a:lnTo>
                    <a:pt x="1009918" y="517666"/>
                  </a:lnTo>
                  <a:lnTo>
                    <a:pt x="1011200" y="520089"/>
                  </a:lnTo>
                  <a:lnTo>
                    <a:pt x="1012481" y="533010"/>
                  </a:lnTo>
                  <a:lnTo>
                    <a:pt x="1013763" y="517666"/>
                  </a:lnTo>
                  <a:lnTo>
                    <a:pt x="1015045" y="541894"/>
                  </a:lnTo>
                  <a:lnTo>
                    <a:pt x="1016327" y="550777"/>
                  </a:lnTo>
                  <a:lnTo>
                    <a:pt x="1017609" y="551585"/>
                  </a:lnTo>
                  <a:lnTo>
                    <a:pt x="1018891" y="549970"/>
                  </a:lnTo>
                  <a:lnTo>
                    <a:pt x="1020172" y="541894"/>
                  </a:lnTo>
                  <a:lnTo>
                    <a:pt x="1021454" y="534626"/>
                  </a:lnTo>
                  <a:lnTo>
                    <a:pt x="1022736" y="525742"/>
                  </a:lnTo>
                  <a:lnTo>
                    <a:pt x="1024018" y="512013"/>
                  </a:lnTo>
                  <a:lnTo>
                    <a:pt x="1025300" y="499091"/>
                  </a:lnTo>
                  <a:lnTo>
                    <a:pt x="1026582" y="487785"/>
                  </a:lnTo>
                  <a:lnTo>
                    <a:pt x="1027864" y="451444"/>
                  </a:lnTo>
                  <a:lnTo>
                    <a:pt x="1029145" y="407026"/>
                  </a:lnTo>
                  <a:lnTo>
                    <a:pt x="1030427" y="338381"/>
                  </a:lnTo>
                  <a:lnTo>
                    <a:pt x="1031709" y="308500"/>
                  </a:lnTo>
                  <a:lnTo>
                    <a:pt x="1032991" y="311730"/>
                  </a:lnTo>
                  <a:lnTo>
                    <a:pt x="1034273" y="306077"/>
                  </a:lnTo>
                  <a:lnTo>
                    <a:pt x="1035555" y="291540"/>
                  </a:lnTo>
                  <a:lnTo>
                    <a:pt x="1036836" y="272158"/>
                  </a:lnTo>
                  <a:lnTo>
                    <a:pt x="1038118" y="230163"/>
                  </a:lnTo>
                  <a:lnTo>
                    <a:pt x="1039400" y="235009"/>
                  </a:lnTo>
                  <a:lnTo>
                    <a:pt x="1040682" y="226933"/>
                  </a:lnTo>
                  <a:lnTo>
                    <a:pt x="1041964" y="251161"/>
                  </a:lnTo>
                  <a:lnTo>
                    <a:pt x="1043246" y="256006"/>
                  </a:lnTo>
                  <a:lnTo>
                    <a:pt x="1044527" y="265697"/>
                  </a:lnTo>
                  <a:lnTo>
                    <a:pt x="1045809" y="275388"/>
                  </a:lnTo>
                  <a:lnTo>
                    <a:pt x="1047091" y="322229"/>
                  </a:lnTo>
                  <a:lnTo>
                    <a:pt x="1048373" y="353725"/>
                  </a:lnTo>
                  <a:lnTo>
                    <a:pt x="1049655" y="414294"/>
                  </a:lnTo>
                  <a:lnTo>
                    <a:pt x="1050937" y="425601"/>
                  </a:lnTo>
                  <a:lnTo>
                    <a:pt x="1052219" y="432869"/>
                  </a:lnTo>
                  <a:lnTo>
                    <a:pt x="1053500" y="438522"/>
                  </a:lnTo>
                  <a:lnTo>
                    <a:pt x="1054782" y="453059"/>
                  </a:lnTo>
                  <a:lnTo>
                    <a:pt x="1056064" y="486978"/>
                  </a:lnTo>
                  <a:lnTo>
                    <a:pt x="1057346" y="530588"/>
                  </a:lnTo>
                  <a:lnTo>
                    <a:pt x="1058628" y="526550"/>
                  </a:lnTo>
                  <a:lnTo>
                    <a:pt x="1059910" y="505552"/>
                  </a:lnTo>
                  <a:lnTo>
                    <a:pt x="1061191" y="457904"/>
                  </a:lnTo>
                  <a:lnTo>
                    <a:pt x="1062473" y="514124"/>
                  </a:lnTo>
                  <a:lnTo>
                    <a:pt x="1063755" y="507013"/>
                  </a:lnTo>
                  <a:lnTo>
                    <a:pt x="1065037" y="504084"/>
                  </a:lnTo>
                  <a:lnTo>
                    <a:pt x="1066319" y="553541"/>
                  </a:lnTo>
                  <a:lnTo>
                    <a:pt x="1067601" y="560950"/>
                  </a:lnTo>
                  <a:lnTo>
                    <a:pt x="1068883" y="554877"/>
                  </a:lnTo>
                  <a:lnTo>
                    <a:pt x="1070164" y="565645"/>
                  </a:lnTo>
                  <a:lnTo>
                    <a:pt x="1071446" y="561900"/>
                  </a:lnTo>
                  <a:lnTo>
                    <a:pt x="1072728" y="549727"/>
                  </a:lnTo>
                  <a:lnTo>
                    <a:pt x="1074010" y="549727"/>
                  </a:lnTo>
                  <a:lnTo>
                    <a:pt x="1075292" y="549727"/>
                  </a:lnTo>
                  <a:lnTo>
                    <a:pt x="1076574" y="549727"/>
                  </a:lnTo>
                  <a:lnTo>
                    <a:pt x="1077855" y="545513"/>
                  </a:lnTo>
                  <a:lnTo>
                    <a:pt x="1079137" y="566113"/>
                  </a:lnTo>
                  <a:lnTo>
                    <a:pt x="1080419" y="593737"/>
                  </a:lnTo>
                  <a:lnTo>
                    <a:pt x="1081701" y="597992"/>
                  </a:lnTo>
                  <a:lnTo>
                    <a:pt x="1082983" y="608179"/>
                  </a:lnTo>
                  <a:lnTo>
                    <a:pt x="1084265" y="585672"/>
                  </a:lnTo>
                  <a:lnTo>
                    <a:pt x="1085546" y="582172"/>
                  </a:lnTo>
                  <a:lnTo>
                    <a:pt x="1086828" y="576923"/>
                  </a:lnTo>
                  <a:lnTo>
                    <a:pt x="1088110" y="549162"/>
                  </a:lnTo>
                  <a:lnTo>
                    <a:pt x="1089392" y="549970"/>
                  </a:lnTo>
                  <a:lnTo>
                    <a:pt x="1090674" y="561276"/>
                  </a:lnTo>
                  <a:lnTo>
                    <a:pt x="1091956" y="582274"/>
                  </a:lnTo>
                  <a:lnTo>
                    <a:pt x="1093238" y="568544"/>
                  </a:lnTo>
                  <a:lnTo>
                    <a:pt x="1094519" y="566122"/>
                  </a:lnTo>
                  <a:lnTo>
                    <a:pt x="1095801" y="560469"/>
                  </a:lnTo>
                  <a:lnTo>
                    <a:pt x="1097083" y="564506"/>
                  </a:lnTo>
                  <a:lnTo>
                    <a:pt x="1098365" y="556431"/>
                  </a:lnTo>
                  <a:lnTo>
                    <a:pt x="1099647" y="541086"/>
                  </a:lnTo>
                  <a:lnTo>
                    <a:pt x="1100929" y="533818"/>
                  </a:lnTo>
                  <a:lnTo>
                    <a:pt x="1102210" y="547547"/>
                  </a:lnTo>
                  <a:lnTo>
                    <a:pt x="1103492" y="549970"/>
                  </a:lnTo>
                  <a:lnTo>
                    <a:pt x="1104774" y="549970"/>
                  </a:lnTo>
                  <a:lnTo>
                    <a:pt x="1106056" y="549970"/>
                  </a:lnTo>
                  <a:lnTo>
                    <a:pt x="1107338" y="549970"/>
                  </a:lnTo>
                  <a:lnTo>
                    <a:pt x="1108620" y="549970"/>
                  </a:lnTo>
                  <a:lnTo>
                    <a:pt x="1109902" y="549970"/>
                  </a:lnTo>
                  <a:lnTo>
                    <a:pt x="1111183" y="549970"/>
                  </a:lnTo>
                  <a:lnTo>
                    <a:pt x="1112465" y="554815"/>
                  </a:lnTo>
                  <a:lnTo>
                    <a:pt x="1113747" y="549970"/>
                  </a:lnTo>
                  <a:lnTo>
                    <a:pt x="1115029" y="555623"/>
                  </a:lnTo>
                  <a:lnTo>
                    <a:pt x="1116311" y="566122"/>
                  </a:lnTo>
                  <a:lnTo>
                    <a:pt x="1117593" y="575813"/>
                  </a:lnTo>
                  <a:lnTo>
                    <a:pt x="1118874" y="622530"/>
                  </a:lnTo>
                  <a:lnTo>
                    <a:pt x="1119414" y="63105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192280" y="2355589"/>
              <a:ext cx="5186470" cy="1668810"/>
            </a:xfrm>
            <a:custGeom>
              <a:avLst/>
              <a:pathLst>
                <a:path w="5186470" h="1668810">
                  <a:moveTo>
                    <a:pt x="0" y="1668810"/>
                  </a:moveTo>
                  <a:lnTo>
                    <a:pt x="904" y="1665387"/>
                  </a:lnTo>
                  <a:lnTo>
                    <a:pt x="2186" y="1650840"/>
                  </a:lnTo>
                  <a:lnTo>
                    <a:pt x="3468" y="1644173"/>
                  </a:lnTo>
                  <a:lnTo>
                    <a:pt x="4750" y="1644173"/>
                  </a:lnTo>
                  <a:lnTo>
                    <a:pt x="6032" y="1647090"/>
                  </a:lnTo>
                  <a:lnTo>
                    <a:pt x="7314" y="1647735"/>
                  </a:lnTo>
                  <a:lnTo>
                    <a:pt x="8595" y="1640087"/>
                  </a:lnTo>
                  <a:lnTo>
                    <a:pt x="9877" y="1642441"/>
                  </a:lnTo>
                  <a:lnTo>
                    <a:pt x="11159" y="1638322"/>
                  </a:lnTo>
                  <a:lnTo>
                    <a:pt x="12441" y="1597729"/>
                  </a:lnTo>
                  <a:lnTo>
                    <a:pt x="13723" y="1582433"/>
                  </a:lnTo>
                  <a:lnTo>
                    <a:pt x="15005" y="1577139"/>
                  </a:lnTo>
                  <a:lnTo>
                    <a:pt x="16286" y="1565983"/>
                  </a:lnTo>
                  <a:lnTo>
                    <a:pt x="17568" y="1547800"/>
                  </a:lnTo>
                  <a:lnTo>
                    <a:pt x="18850" y="1547800"/>
                  </a:lnTo>
                  <a:lnTo>
                    <a:pt x="20132" y="1547800"/>
                  </a:lnTo>
                  <a:lnTo>
                    <a:pt x="21414" y="1541133"/>
                  </a:lnTo>
                  <a:lnTo>
                    <a:pt x="22696" y="1547194"/>
                  </a:lnTo>
                  <a:lnTo>
                    <a:pt x="23977" y="1534465"/>
                  </a:lnTo>
                  <a:lnTo>
                    <a:pt x="25259" y="1520501"/>
                  </a:lnTo>
                  <a:lnTo>
                    <a:pt x="26541" y="1493855"/>
                  </a:lnTo>
                  <a:lnTo>
                    <a:pt x="27823" y="1491246"/>
                  </a:lnTo>
                  <a:lnTo>
                    <a:pt x="29105" y="1473597"/>
                  </a:lnTo>
                  <a:lnTo>
                    <a:pt x="30387" y="1468890"/>
                  </a:lnTo>
                  <a:lnTo>
                    <a:pt x="31669" y="1509484"/>
                  </a:lnTo>
                  <a:lnTo>
                    <a:pt x="32950" y="1524779"/>
                  </a:lnTo>
                  <a:lnTo>
                    <a:pt x="34232" y="1525368"/>
                  </a:lnTo>
                  <a:lnTo>
                    <a:pt x="35514" y="1515955"/>
                  </a:lnTo>
                  <a:lnTo>
                    <a:pt x="36796" y="1570461"/>
                  </a:lnTo>
                  <a:lnTo>
                    <a:pt x="38078" y="1573703"/>
                  </a:lnTo>
                  <a:lnTo>
                    <a:pt x="39360" y="1597051"/>
                  </a:lnTo>
                  <a:lnTo>
                    <a:pt x="40641" y="1581597"/>
                  </a:lnTo>
                  <a:lnTo>
                    <a:pt x="41923" y="1583141"/>
                  </a:lnTo>
                  <a:lnTo>
                    <a:pt x="43205" y="1549020"/>
                  </a:lnTo>
                  <a:lnTo>
                    <a:pt x="44487" y="1536552"/>
                  </a:lnTo>
                  <a:lnTo>
                    <a:pt x="45769" y="1550269"/>
                  </a:lnTo>
                  <a:lnTo>
                    <a:pt x="47051" y="1539770"/>
                  </a:lnTo>
                  <a:lnTo>
                    <a:pt x="48333" y="1554651"/>
                  </a:lnTo>
                  <a:lnTo>
                    <a:pt x="49614" y="1563097"/>
                  </a:lnTo>
                  <a:lnTo>
                    <a:pt x="50896" y="1556259"/>
                  </a:lnTo>
                  <a:lnTo>
                    <a:pt x="52178" y="1552640"/>
                  </a:lnTo>
                  <a:lnTo>
                    <a:pt x="53460" y="1550227"/>
                  </a:lnTo>
                  <a:lnTo>
                    <a:pt x="54742" y="1553444"/>
                  </a:lnTo>
                  <a:lnTo>
                    <a:pt x="56024" y="1567808"/>
                  </a:lnTo>
                  <a:lnTo>
                    <a:pt x="57305" y="1530363"/>
                  </a:lnTo>
                  <a:lnTo>
                    <a:pt x="58587" y="1538512"/>
                  </a:lnTo>
                  <a:lnTo>
                    <a:pt x="59869" y="1515955"/>
                  </a:lnTo>
                  <a:lnTo>
                    <a:pt x="61151" y="1534465"/>
                  </a:lnTo>
                  <a:lnTo>
                    <a:pt x="62433" y="1557498"/>
                  </a:lnTo>
                  <a:lnTo>
                    <a:pt x="63715" y="1563901"/>
                  </a:lnTo>
                  <a:lnTo>
                    <a:pt x="64997" y="1499699"/>
                  </a:lnTo>
                  <a:lnTo>
                    <a:pt x="66278" y="1443975"/>
                  </a:lnTo>
                  <a:lnTo>
                    <a:pt x="67560" y="1408441"/>
                  </a:lnTo>
                  <a:lnTo>
                    <a:pt x="68842" y="1359985"/>
                  </a:lnTo>
                  <a:lnTo>
                    <a:pt x="70124" y="1334950"/>
                  </a:lnTo>
                  <a:lnTo>
                    <a:pt x="71406" y="1336565"/>
                  </a:lnTo>
                  <a:lnTo>
                    <a:pt x="72688" y="1309914"/>
                  </a:lnTo>
                  <a:lnTo>
                    <a:pt x="73969" y="1289725"/>
                  </a:lnTo>
                  <a:lnTo>
                    <a:pt x="75251" y="1277611"/>
                  </a:lnTo>
                  <a:lnTo>
                    <a:pt x="76533" y="1357203"/>
                  </a:lnTo>
                  <a:lnTo>
                    <a:pt x="77815" y="1363153"/>
                  </a:lnTo>
                  <a:lnTo>
                    <a:pt x="79097" y="1445907"/>
                  </a:lnTo>
                  <a:lnTo>
                    <a:pt x="80379" y="1428765"/>
                  </a:lnTo>
                  <a:lnTo>
                    <a:pt x="81660" y="1432511"/>
                  </a:lnTo>
                  <a:lnTo>
                    <a:pt x="82942" y="1437661"/>
                  </a:lnTo>
                  <a:lnTo>
                    <a:pt x="84224" y="1506555"/>
                  </a:lnTo>
                  <a:lnTo>
                    <a:pt x="85506" y="1524338"/>
                  </a:lnTo>
                  <a:lnTo>
                    <a:pt x="86788" y="1528106"/>
                  </a:lnTo>
                  <a:lnTo>
                    <a:pt x="88070" y="1548216"/>
                  </a:lnTo>
                  <a:lnTo>
                    <a:pt x="89352" y="1561488"/>
                  </a:lnTo>
                  <a:lnTo>
                    <a:pt x="90633" y="1564303"/>
                  </a:lnTo>
                  <a:lnTo>
                    <a:pt x="91915" y="1583206"/>
                  </a:lnTo>
                  <a:lnTo>
                    <a:pt x="93197" y="1599696"/>
                  </a:lnTo>
                  <a:lnTo>
                    <a:pt x="94479" y="1598087"/>
                  </a:lnTo>
                  <a:lnTo>
                    <a:pt x="95761" y="1617600"/>
                  </a:lnTo>
                  <a:lnTo>
                    <a:pt x="97043" y="1600592"/>
                  </a:lnTo>
                  <a:lnTo>
                    <a:pt x="98324" y="1598243"/>
                  </a:lnTo>
                  <a:lnTo>
                    <a:pt x="99606" y="1553018"/>
                  </a:lnTo>
                  <a:lnTo>
                    <a:pt x="100888" y="1558901"/>
                  </a:lnTo>
                  <a:lnTo>
                    <a:pt x="102170" y="1568314"/>
                  </a:lnTo>
                  <a:lnTo>
                    <a:pt x="103452" y="1568314"/>
                  </a:lnTo>
                  <a:lnTo>
                    <a:pt x="104734" y="1609622"/>
                  </a:lnTo>
                  <a:lnTo>
                    <a:pt x="106016" y="1563019"/>
                  </a:lnTo>
                  <a:lnTo>
                    <a:pt x="107297" y="1558313"/>
                  </a:lnTo>
                  <a:lnTo>
                    <a:pt x="108579" y="1607967"/>
                  </a:lnTo>
                  <a:lnTo>
                    <a:pt x="109861" y="1599632"/>
                  </a:lnTo>
                  <a:lnTo>
                    <a:pt x="111143" y="1589446"/>
                  </a:lnTo>
                  <a:lnTo>
                    <a:pt x="112425" y="1587951"/>
                  </a:lnTo>
                  <a:lnTo>
                    <a:pt x="113707" y="1596847"/>
                  </a:lnTo>
                  <a:lnTo>
                    <a:pt x="114988" y="1598719"/>
                  </a:lnTo>
                  <a:lnTo>
                    <a:pt x="116270" y="1595910"/>
                  </a:lnTo>
                  <a:lnTo>
                    <a:pt x="117552" y="1596847"/>
                  </a:lnTo>
                  <a:lnTo>
                    <a:pt x="118834" y="1595442"/>
                  </a:lnTo>
                  <a:lnTo>
                    <a:pt x="120116" y="1581865"/>
                  </a:lnTo>
                  <a:lnTo>
                    <a:pt x="121398" y="1584352"/>
                  </a:lnTo>
                  <a:lnTo>
                    <a:pt x="122679" y="1574629"/>
                  </a:lnTo>
                  <a:lnTo>
                    <a:pt x="123961" y="1496541"/>
                  </a:lnTo>
                  <a:lnTo>
                    <a:pt x="125243" y="1543473"/>
                  </a:lnTo>
                  <a:lnTo>
                    <a:pt x="126525" y="1554249"/>
                  </a:lnTo>
                  <a:lnTo>
                    <a:pt x="127807" y="1544790"/>
                  </a:lnTo>
                  <a:lnTo>
                    <a:pt x="129089" y="1562094"/>
                  </a:lnTo>
                  <a:lnTo>
                    <a:pt x="130371" y="1531276"/>
                  </a:lnTo>
                  <a:lnTo>
                    <a:pt x="131652" y="1519954"/>
                  </a:lnTo>
                  <a:lnTo>
                    <a:pt x="132934" y="1515571"/>
                  </a:lnTo>
                  <a:lnTo>
                    <a:pt x="134216" y="1514110"/>
                  </a:lnTo>
                  <a:lnTo>
                    <a:pt x="135498" y="1522145"/>
                  </a:lnTo>
                  <a:lnTo>
                    <a:pt x="136780" y="1528354"/>
                  </a:lnTo>
                  <a:lnTo>
                    <a:pt x="138062" y="1540042"/>
                  </a:lnTo>
                  <a:lnTo>
                    <a:pt x="139343" y="1546617"/>
                  </a:lnTo>
                  <a:lnTo>
                    <a:pt x="140625" y="1544425"/>
                  </a:lnTo>
                  <a:lnTo>
                    <a:pt x="141907" y="1556478"/>
                  </a:lnTo>
                  <a:lnTo>
                    <a:pt x="143189" y="1578758"/>
                  </a:lnTo>
                  <a:lnTo>
                    <a:pt x="144471" y="1582804"/>
                  </a:lnTo>
                  <a:lnTo>
                    <a:pt x="145753" y="1567350"/>
                  </a:lnTo>
                  <a:lnTo>
                    <a:pt x="147035" y="1554810"/>
                  </a:lnTo>
                  <a:lnTo>
                    <a:pt x="148316" y="1477086"/>
                  </a:lnTo>
                  <a:lnTo>
                    <a:pt x="149598" y="1510197"/>
                  </a:lnTo>
                  <a:lnTo>
                    <a:pt x="150880" y="1517466"/>
                  </a:lnTo>
                  <a:lnTo>
                    <a:pt x="152162" y="1480316"/>
                  </a:lnTo>
                  <a:lnTo>
                    <a:pt x="153444" y="1474663"/>
                  </a:lnTo>
                  <a:lnTo>
                    <a:pt x="154726" y="1474663"/>
                  </a:lnTo>
                  <a:lnTo>
                    <a:pt x="156007" y="1444782"/>
                  </a:lnTo>
                  <a:lnTo>
                    <a:pt x="157289" y="1389058"/>
                  </a:lnTo>
                  <a:lnTo>
                    <a:pt x="158571" y="1389866"/>
                  </a:lnTo>
                  <a:lnTo>
                    <a:pt x="159853" y="1406825"/>
                  </a:lnTo>
                  <a:lnTo>
                    <a:pt x="161135" y="1410056"/>
                  </a:lnTo>
                  <a:lnTo>
                    <a:pt x="162417" y="1410056"/>
                  </a:lnTo>
                  <a:lnTo>
                    <a:pt x="163698" y="1413286"/>
                  </a:lnTo>
                  <a:lnTo>
                    <a:pt x="164980" y="1439129"/>
                  </a:lnTo>
                  <a:lnTo>
                    <a:pt x="166262" y="1426208"/>
                  </a:lnTo>
                  <a:lnTo>
                    <a:pt x="167544" y="1432668"/>
                  </a:lnTo>
                  <a:lnTo>
                    <a:pt x="168826" y="1430246"/>
                  </a:lnTo>
                  <a:lnTo>
                    <a:pt x="170108" y="1411671"/>
                  </a:lnTo>
                  <a:lnTo>
                    <a:pt x="171390" y="1419747"/>
                  </a:lnTo>
                  <a:lnTo>
                    <a:pt x="172671" y="1396327"/>
                  </a:lnTo>
                  <a:lnTo>
                    <a:pt x="173953" y="1465030"/>
                  </a:lnTo>
                  <a:lnTo>
                    <a:pt x="175235" y="1496886"/>
                  </a:lnTo>
                  <a:lnTo>
                    <a:pt x="176517" y="1545370"/>
                  </a:lnTo>
                  <a:lnTo>
                    <a:pt x="177799" y="1553606"/>
                  </a:lnTo>
                  <a:lnTo>
                    <a:pt x="179081" y="1552430"/>
                  </a:lnTo>
                  <a:lnTo>
                    <a:pt x="180362" y="1512425"/>
                  </a:lnTo>
                  <a:lnTo>
                    <a:pt x="181644" y="1487128"/>
                  </a:lnTo>
                  <a:lnTo>
                    <a:pt x="182926" y="1471244"/>
                  </a:lnTo>
                  <a:lnTo>
                    <a:pt x="184208" y="1476538"/>
                  </a:lnTo>
                  <a:lnTo>
                    <a:pt x="185490" y="1494776"/>
                  </a:lnTo>
                  <a:lnTo>
                    <a:pt x="186772" y="1501247"/>
                  </a:lnTo>
                  <a:lnTo>
                    <a:pt x="188054" y="1505954"/>
                  </a:lnTo>
                  <a:lnTo>
                    <a:pt x="189335" y="1562024"/>
                  </a:lnTo>
                  <a:lnTo>
                    <a:pt x="190617" y="1583889"/>
                  </a:lnTo>
                  <a:lnTo>
                    <a:pt x="191899" y="1589909"/>
                  </a:lnTo>
                  <a:lnTo>
                    <a:pt x="193181" y="1588983"/>
                  </a:lnTo>
                  <a:lnTo>
                    <a:pt x="194463" y="1573082"/>
                  </a:lnTo>
                  <a:lnTo>
                    <a:pt x="195745" y="1546847"/>
                  </a:lnTo>
                  <a:lnTo>
                    <a:pt x="197026" y="1508416"/>
                  </a:lnTo>
                  <a:lnTo>
                    <a:pt x="198308" y="1482949"/>
                  </a:lnTo>
                  <a:lnTo>
                    <a:pt x="199590" y="1494312"/>
                  </a:lnTo>
                  <a:lnTo>
                    <a:pt x="200872" y="1509295"/>
                  </a:lnTo>
                  <a:lnTo>
                    <a:pt x="202154" y="1521936"/>
                  </a:lnTo>
                  <a:lnTo>
                    <a:pt x="203436" y="1521936"/>
                  </a:lnTo>
                  <a:lnTo>
                    <a:pt x="204718" y="1521936"/>
                  </a:lnTo>
                  <a:lnTo>
                    <a:pt x="205999" y="1506017"/>
                  </a:lnTo>
                  <a:lnTo>
                    <a:pt x="207281" y="1471371"/>
                  </a:lnTo>
                  <a:lnTo>
                    <a:pt x="208563" y="1490703"/>
                  </a:lnTo>
                  <a:lnTo>
                    <a:pt x="209845" y="1514840"/>
                  </a:lnTo>
                  <a:lnTo>
                    <a:pt x="211127" y="1522876"/>
                  </a:lnTo>
                  <a:lnTo>
                    <a:pt x="212409" y="1530546"/>
                  </a:lnTo>
                  <a:lnTo>
                    <a:pt x="213690" y="1531642"/>
                  </a:lnTo>
                  <a:lnTo>
                    <a:pt x="214972" y="1557939"/>
                  </a:lnTo>
                  <a:lnTo>
                    <a:pt x="216254" y="1588254"/>
                  </a:lnTo>
                  <a:lnTo>
                    <a:pt x="217536" y="1593261"/>
                  </a:lnTo>
                  <a:lnTo>
                    <a:pt x="218818" y="1602913"/>
                  </a:lnTo>
                  <a:lnTo>
                    <a:pt x="220100" y="1601707"/>
                  </a:lnTo>
                  <a:lnTo>
                    <a:pt x="221381" y="1596478"/>
                  </a:lnTo>
                  <a:lnTo>
                    <a:pt x="222663" y="1596478"/>
                  </a:lnTo>
                  <a:lnTo>
                    <a:pt x="223945" y="1596478"/>
                  </a:lnTo>
                  <a:lnTo>
                    <a:pt x="225227" y="1610152"/>
                  </a:lnTo>
                  <a:lnTo>
                    <a:pt x="226509" y="1647239"/>
                  </a:lnTo>
                  <a:lnTo>
                    <a:pt x="227791" y="1664919"/>
                  </a:lnTo>
                  <a:lnTo>
                    <a:pt x="229073" y="1648864"/>
                  </a:lnTo>
                  <a:lnTo>
                    <a:pt x="230354" y="1652358"/>
                  </a:lnTo>
                  <a:lnTo>
                    <a:pt x="231636" y="1623260"/>
                  </a:lnTo>
                  <a:lnTo>
                    <a:pt x="232918" y="1636182"/>
                  </a:lnTo>
                  <a:lnTo>
                    <a:pt x="234200" y="1628913"/>
                  </a:lnTo>
                  <a:lnTo>
                    <a:pt x="235482" y="1620030"/>
                  </a:lnTo>
                  <a:lnTo>
                    <a:pt x="236764" y="1588534"/>
                  </a:lnTo>
                  <a:lnTo>
                    <a:pt x="238045" y="1598225"/>
                  </a:lnTo>
                  <a:lnTo>
                    <a:pt x="239327" y="1597417"/>
                  </a:lnTo>
                  <a:lnTo>
                    <a:pt x="240609" y="1603878"/>
                  </a:lnTo>
                  <a:lnTo>
                    <a:pt x="241891" y="1594994"/>
                  </a:lnTo>
                  <a:lnTo>
                    <a:pt x="243173" y="1587726"/>
                  </a:lnTo>
                  <a:lnTo>
                    <a:pt x="244455" y="1576420"/>
                  </a:lnTo>
                  <a:lnTo>
                    <a:pt x="245737" y="1515043"/>
                  </a:lnTo>
                  <a:lnTo>
                    <a:pt x="247018" y="1506967"/>
                  </a:lnTo>
                  <a:lnTo>
                    <a:pt x="248300" y="1560146"/>
                  </a:lnTo>
                  <a:lnTo>
                    <a:pt x="249582" y="1549012"/>
                  </a:lnTo>
                  <a:lnTo>
                    <a:pt x="250864" y="1547194"/>
                  </a:lnTo>
                  <a:lnTo>
                    <a:pt x="252146" y="1538102"/>
                  </a:lnTo>
                  <a:lnTo>
                    <a:pt x="253428" y="1524161"/>
                  </a:lnTo>
                  <a:lnTo>
                    <a:pt x="254709" y="1530074"/>
                  </a:lnTo>
                  <a:lnTo>
                    <a:pt x="255991" y="1546547"/>
                  </a:lnTo>
                  <a:lnTo>
                    <a:pt x="257273" y="1524191"/>
                  </a:lnTo>
                  <a:lnTo>
                    <a:pt x="258555" y="1511248"/>
                  </a:lnTo>
                  <a:lnTo>
                    <a:pt x="259837" y="1506542"/>
                  </a:lnTo>
                  <a:lnTo>
                    <a:pt x="261119" y="1513013"/>
                  </a:lnTo>
                  <a:lnTo>
                    <a:pt x="262400" y="1509483"/>
                  </a:lnTo>
                  <a:lnTo>
                    <a:pt x="263682" y="1503012"/>
                  </a:lnTo>
                  <a:lnTo>
                    <a:pt x="264964" y="1526544"/>
                  </a:lnTo>
                  <a:lnTo>
                    <a:pt x="266246" y="1524779"/>
                  </a:lnTo>
                  <a:lnTo>
                    <a:pt x="267528" y="1521684"/>
                  </a:lnTo>
                  <a:lnTo>
                    <a:pt x="268810" y="1514463"/>
                  </a:lnTo>
                  <a:lnTo>
                    <a:pt x="270092" y="1546158"/>
                  </a:lnTo>
                  <a:lnTo>
                    <a:pt x="271373" y="1534345"/>
                  </a:lnTo>
                  <a:lnTo>
                    <a:pt x="272655" y="1547712"/>
                  </a:lnTo>
                  <a:lnTo>
                    <a:pt x="273937" y="1555685"/>
                  </a:lnTo>
                  <a:lnTo>
                    <a:pt x="275219" y="1568520"/>
                  </a:lnTo>
                  <a:lnTo>
                    <a:pt x="276501" y="1561380"/>
                  </a:lnTo>
                  <a:lnTo>
                    <a:pt x="277783" y="1572298"/>
                  </a:lnTo>
                  <a:lnTo>
                    <a:pt x="279064" y="1568664"/>
                  </a:lnTo>
                  <a:lnTo>
                    <a:pt x="280346" y="1553518"/>
                  </a:lnTo>
                  <a:lnTo>
                    <a:pt x="281628" y="1552504"/>
                  </a:lnTo>
                  <a:lnTo>
                    <a:pt x="282910" y="1546028"/>
                  </a:lnTo>
                  <a:lnTo>
                    <a:pt x="284192" y="1559180"/>
                  </a:lnTo>
                  <a:lnTo>
                    <a:pt x="285474" y="1558414"/>
                  </a:lnTo>
                  <a:lnTo>
                    <a:pt x="286756" y="1556116"/>
                  </a:lnTo>
                  <a:lnTo>
                    <a:pt x="288037" y="1554737"/>
                  </a:lnTo>
                  <a:lnTo>
                    <a:pt x="289319" y="1555656"/>
                  </a:lnTo>
                  <a:lnTo>
                    <a:pt x="290601" y="1554277"/>
                  </a:lnTo>
                  <a:lnTo>
                    <a:pt x="291883" y="1561894"/>
                  </a:lnTo>
                  <a:lnTo>
                    <a:pt x="293165" y="1575982"/>
                  </a:lnTo>
                  <a:lnTo>
                    <a:pt x="294447" y="1587096"/>
                  </a:lnTo>
                  <a:lnTo>
                    <a:pt x="295728" y="1600957"/>
                  </a:lnTo>
                  <a:lnTo>
                    <a:pt x="297010" y="1617484"/>
                  </a:lnTo>
                  <a:lnTo>
                    <a:pt x="298292" y="1619711"/>
                  </a:lnTo>
                  <a:lnTo>
                    <a:pt x="299574" y="1627690"/>
                  </a:lnTo>
                  <a:lnTo>
                    <a:pt x="300856" y="1605420"/>
                  </a:lnTo>
                  <a:lnTo>
                    <a:pt x="302138" y="1573905"/>
                  </a:lnTo>
                  <a:lnTo>
                    <a:pt x="303420" y="1516543"/>
                  </a:lnTo>
                  <a:lnTo>
                    <a:pt x="304701" y="1518308"/>
                  </a:lnTo>
                  <a:lnTo>
                    <a:pt x="305983" y="1526586"/>
                  </a:lnTo>
                  <a:lnTo>
                    <a:pt x="307265" y="1550224"/>
                  </a:lnTo>
                  <a:lnTo>
                    <a:pt x="308547" y="1555020"/>
                  </a:lnTo>
                  <a:lnTo>
                    <a:pt x="309829" y="1548962"/>
                  </a:lnTo>
                  <a:lnTo>
                    <a:pt x="311111" y="1555422"/>
                  </a:lnTo>
                  <a:lnTo>
                    <a:pt x="312392" y="1551384"/>
                  </a:lnTo>
                  <a:lnTo>
                    <a:pt x="313674" y="1528772"/>
                  </a:lnTo>
                  <a:lnTo>
                    <a:pt x="314956" y="1523119"/>
                  </a:lnTo>
                  <a:lnTo>
                    <a:pt x="316238" y="1521504"/>
                  </a:lnTo>
                  <a:lnTo>
                    <a:pt x="317520" y="1506967"/>
                  </a:lnTo>
                  <a:lnTo>
                    <a:pt x="318802" y="1507775"/>
                  </a:lnTo>
                  <a:lnTo>
                    <a:pt x="320083" y="1511005"/>
                  </a:lnTo>
                  <a:lnTo>
                    <a:pt x="321365" y="1514235"/>
                  </a:lnTo>
                  <a:lnTo>
                    <a:pt x="322647" y="1527157"/>
                  </a:lnTo>
                  <a:lnTo>
                    <a:pt x="323929" y="1522311"/>
                  </a:lnTo>
                  <a:lnTo>
                    <a:pt x="325211" y="1506967"/>
                  </a:lnTo>
                  <a:lnTo>
                    <a:pt x="326493" y="1505352"/>
                  </a:lnTo>
                  <a:lnTo>
                    <a:pt x="327775" y="1571439"/>
                  </a:lnTo>
                  <a:lnTo>
                    <a:pt x="329056" y="1564771"/>
                  </a:lnTo>
                  <a:lnTo>
                    <a:pt x="330338" y="1531149"/>
                  </a:lnTo>
                  <a:lnTo>
                    <a:pt x="331620" y="1498894"/>
                  </a:lnTo>
                  <a:lnTo>
                    <a:pt x="332902" y="1495952"/>
                  </a:lnTo>
                  <a:lnTo>
                    <a:pt x="334184" y="1493599"/>
                  </a:lnTo>
                  <a:lnTo>
                    <a:pt x="335466" y="1470655"/>
                  </a:lnTo>
                  <a:lnTo>
                    <a:pt x="336747" y="1471244"/>
                  </a:lnTo>
                  <a:lnTo>
                    <a:pt x="338029" y="1477127"/>
                  </a:lnTo>
                  <a:lnTo>
                    <a:pt x="339311" y="1481245"/>
                  </a:lnTo>
                  <a:lnTo>
                    <a:pt x="340593" y="1534109"/>
                  </a:lnTo>
                  <a:lnTo>
                    <a:pt x="341875" y="1575711"/>
                  </a:lnTo>
                  <a:lnTo>
                    <a:pt x="343157" y="1577173"/>
                  </a:lnTo>
                  <a:lnTo>
                    <a:pt x="344439" y="1590811"/>
                  </a:lnTo>
                  <a:lnTo>
                    <a:pt x="345720" y="1576566"/>
                  </a:lnTo>
                  <a:lnTo>
                    <a:pt x="347002" y="1582775"/>
                  </a:lnTo>
                  <a:lnTo>
                    <a:pt x="348284" y="1580949"/>
                  </a:lnTo>
                  <a:lnTo>
                    <a:pt x="349566" y="1591907"/>
                  </a:lnTo>
                  <a:lnTo>
                    <a:pt x="350848" y="1608207"/>
                  </a:lnTo>
                  <a:lnTo>
                    <a:pt x="352130" y="1594744"/>
                  </a:lnTo>
                  <a:lnTo>
                    <a:pt x="353411" y="1597429"/>
                  </a:lnTo>
                  <a:lnTo>
                    <a:pt x="354693" y="1589977"/>
                  </a:lnTo>
                  <a:lnTo>
                    <a:pt x="355975" y="1585320"/>
                  </a:lnTo>
                  <a:lnTo>
                    <a:pt x="357257" y="1569175"/>
                  </a:lnTo>
                  <a:lnTo>
                    <a:pt x="358539" y="1544337"/>
                  </a:lnTo>
                  <a:lnTo>
                    <a:pt x="359821" y="1526079"/>
                  </a:lnTo>
                  <a:lnTo>
                    <a:pt x="361102" y="1525406"/>
                  </a:lnTo>
                  <a:lnTo>
                    <a:pt x="362384" y="1505709"/>
                  </a:lnTo>
                  <a:lnTo>
                    <a:pt x="363666" y="1482659"/>
                  </a:lnTo>
                  <a:lnTo>
                    <a:pt x="364948" y="1489899"/>
                  </a:lnTo>
                  <a:lnTo>
                    <a:pt x="366230" y="1476627"/>
                  </a:lnTo>
                  <a:lnTo>
                    <a:pt x="367512" y="1472175"/>
                  </a:lnTo>
                  <a:lnTo>
                    <a:pt x="368794" y="1433447"/>
                  </a:lnTo>
                  <a:lnTo>
                    <a:pt x="370075" y="1462113"/>
                  </a:lnTo>
                  <a:lnTo>
                    <a:pt x="371357" y="1412413"/>
                  </a:lnTo>
                  <a:lnTo>
                    <a:pt x="372639" y="1418968"/>
                  </a:lnTo>
                  <a:lnTo>
                    <a:pt x="373921" y="1368061"/>
                  </a:lnTo>
                  <a:lnTo>
                    <a:pt x="375203" y="1384213"/>
                  </a:lnTo>
                  <a:lnTo>
                    <a:pt x="376485" y="1397942"/>
                  </a:lnTo>
                  <a:lnTo>
                    <a:pt x="377766" y="1447205"/>
                  </a:lnTo>
                  <a:lnTo>
                    <a:pt x="379048" y="1474663"/>
                  </a:lnTo>
                  <a:lnTo>
                    <a:pt x="380330" y="1485162"/>
                  </a:lnTo>
                  <a:lnTo>
                    <a:pt x="381612" y="1548334"/>
                  </a:lnTo>
                  <a:lnTo>
                    <a:pt x="382894" y="1550669"/>
                  </a:lnTo>
                  <a:lnTo>
                    <a:pt x="384176" y="1556548"/>
                  </a:lnTo>
                  <a:lnTo>
                    <a:pt x="385458" y="1561843"/>
                  </a:lnTo>
                  <a:lnTo>
                    <a:pt x="386739" y="1567726"/>
                  </a:lnTo>
                  <a:lnTo>
                    <a:pt x="388021" y="1562431"/>
                  </a:lnTo>
                  <a:lnTo>
                    <a:pt x="389303" y="1552430"/>
                  </a:lnTo>
                  <a:lnTo>
                    <a:pt x="390585" y="1533604"/>
                  </a:lnTo>
                  <a:lnTo>
                    <a:pt x="391867" y="1518308"/>
                  </a:lnTo>
                  <a:lnTo>
                    <a:pt x="393149" y="1493011"/>
                  </a:lnTo>
                  <a:lnTo>
                    <a:pt x="394430" y="1468890"/>
                  </a:lnTo>
                  <a:lnTo>
                    <a:pt x="395712" y="1456536"/>
                  </a:lnTo>
                  <a:lnTo>
                    <a:pt x="396994" y="1463007"/>
                  </a:lnTo>
                  <a:lnTo>
                    <a:pt x="398276" y="1518139"/>
                  </a:lnTo>
                  <a:lnTo>
                    <a:pt x="399558" y="1529871"/>
                  </a:lnTo>
                  <a:lnTo>
                    <a:pt x="400840" y="1501562"/>
                  </a:lnTo>
                  <a:lnTo>
                    <a:pt x="402121" y="1510092"/>
                  </a:lnTo>
                  <a:lnTo>
                    <a:pt x="403403" y="1511942"/>
                  </a:lnTo>
                  <a:lnTo>
                    <a:pt x="404685" y="1526640"/>
                  </a:lnTo>
                  <a:lnTo>
                    <a:pt x="405967" y="1524156"/>
                  </a:lnTo>
                  <a:lnTo>
                    <a:pt x="407249" y="1540685"/>
                  </a:lnTo>
                  <a:lnTo>
                    <a:pt x="408531" y="1533185"/>
                  </a:lnTo>
                  <a:lnTo>
                    <a:pt x="409813" y="1536647"/>
                  </a:lnTo>
                  <a:lnTo>
                    <a:pt x="411094" y="1540397"/>
                  </a:lnTo>
                  <a:lnTo>
                    <a:pt x="412376" y="1552224"/>
                  </a:lnTo>
                  <a:lnTo>
                    <a:pt x="413658" y="1553955"/>
                  </a:lnTo>
                  <a:lnTo>
                    <a:pt x="414940" y="1566935"/>
                  </a:lnTo>
                  <a:lnTo>
                    <a:pt x="416222" y="1570974"/>
                  </a:lnTo>
                  <a:lnTo>
                    <a:pt x="417504" y="1564916"/>
                  </a:lnTo>
                  <a:lnTo>
                    <a:pt x="418785" y="1560793"/>
                  </a:lnTo>
                  <a:lnTo>
                    <a:pt x="420067" y="1557718"/>
                  </a:lnTo>
                  <a:lnTo>
                    <a:pt x="421349" y="1530117"/>
                  </a:lnTo>
                  <a:lnTo>
                    <a:pt x="422631" y="1508358"/>
                  </a:lnTo>
                  <a:lnTo>
                    <a:pt x="423913" y="1507953"/>
                  </a:lnTo>
                  <a:lnTo>
                    <a:pt x="425195" y="1454183"/>
                  </a:lnTo>
                  <a:lnTo>
                    <a:pt x="426477" y="1448396"/>
                  </a:lnTo>
                  <a:lnTo>
                    <a:pt x="427758" y="1453852"/>
                  </a:lnTo>
                  <a:lnTo>
                    <a:pt x="429040" y="1459307"/>
                  </a:lnTo>
                  <a:lnTo>
                    <a:pt x="430322" y="1449003"/>
                  </a:lnTo>
                  <a:lnTo>
                    <a:pt x="431604" y="1416221"/>
                  </a:lnTo>
                  <a:lnTo>
                    <a:pt x="432886" y="1335757"/>
                  </a:lnTo>
                  <a:lnTo>
                    <a:pt x="434168" y="1319605"/>
                  </a:lnTo>
                  <a:lnTo>
                    <a:pt x="435449" y="1306684"/>
                  </a:lnTo>
                  <a:lnTo>
                    <a:pt x="436731" y="1307492"/>
                  </a:lnTo>
                  <a:lnTo>
                    <a:pt x="438013" y="1325259"/>
                  </a:lnTo>
                  <a:lnTo>
                    <a:pt x="439295" y="1332527"/>
                  </a:lnTo>
                  <a:lnTo>
                    <a:pt x="440577" y="1332527"/>
                  </a:lnTo>
                  <a:lnTo>
                    <a:pt x="441859" y="1415666"/>
                  </a:lnTo>
                  <a:lnTo>
                    <a:pt x="443141" y="1508879"/>
                  </a:lnTo>
                  <a:lnTo>
                    <a:pt x="444422" y="1468562"/>
                  </a:lnTo>
                  <a:lnTo>
                    <a:pt x="445704" y="1494305"/>
                  </a:lnTo>
                  <a:lnTo>
                    <a:pt x="446986" y="1475822"/>
                  </a:lnTo>
                  <a:lnTo>
                    <a:pt x="448268" y="1465365"/>
                  </a:lnTo>
                  <a:lnTo>
                    <a:pt x="449550" y="1441636"/>
                  </a:lnTo>
                  <a:lnTo>
                    <a:pt x="450832" y="1432788"/>
                  </a:lnTo>
                  <a:lnTo>
                    <a:pt x="452113" y="1419918"/>
                  </a:lnTo>
                  <a:lnTo>
                    <a:pt x="453395" y="1405842"/>
                  </a:lnTo>
                  <a:lnTo>
                    <a:pt x="454677" y="1392167"/>
                  </a:lnTo>
                  <a:lnTo>
                    <a:pt x="455959" y="1407048"/>
                  </a:lnTo>
                  <a:lnTo>
                    <a:pt x="457241" y="1376080"/>
                  </a:lnTo>
                  <a:lnTo>
                    <a:pt x="458523" y="1359590"/>
                  </a:lnTo>
                  <a:lnTo>
                    <a:pt x="459804" y="1372862"/>
                  </a:lnTo>
                  <a:lnTo>
                    <a:pt x="461086" y="1403809"/>
                  </a:lnTo>
                  <a:lnTo>
                    <a:pt x="462368" y="1335595"/>
                  </a:lnTo>
                  <a:lnTo>
                    <a:pt x="463650" y="1361636"/>
                  </a:lnTo>
                  <a:lnTo>
                    <a:pt x="464932" y="1360093"/>
                  </a:lnTo>
                  <a:lnTo>
                    <a:pt x="466214" y="1283574"/>
                  </a:lnTo>
                  <a:lnTo>
                    <a:pt x="467496" y="1294164"/>
                  </a:lnTo>
                  <a:lnTo>
                    <a:pt x="468777" y="1337698"/>
                  </a:lnTo>
                  <a:lnTo>
                    <a:pt x="470059" y="1369467"/>
                  </a:lnTo>
                  <a:lnTo>
                    <a:pt x="471341" y="1388293"/>
                  </a:lnTo>
                  <a:lnTo>
                    <a:pt x="472623" y="1414766"/>
                  </a:lnTo>
                  <a:lnTo>
                    <a:pt x="473905" y="1433592"/>
                  </a:lnTo>
                  <a:lnTo>
                    <a:pt x="475187" y="1425356"/>
                  </a:lnTo>
                  <a:lnTo>
                    <a:pt x="476468" y="1461831"/>
                  </a:lnTo>
                  <a:lnTo>
                    <a:pt x="477750" y="1487128"/>
                  </a:lnTo>
                  <a:lnTo>
                    <a:pt x="479032" y="1494776"/>
                  </a:lnTo>
                  <a:lnTo>
                    <a:pt x="480314" y="1501572"/>
                  </a:lnTo>
                  <a:lnTo>
                    <a:pt x="481596" y="1511433"/>
                  </a:lnTo>
                  <a:lnTo>
                    <a:pt x="482878" y="1525504"/>
                  </a:lnTo>
                  <a:lnTo>
                    <a:pt x="484160" y="1471433"/>
                  </a:lnTo>
                  <a:lnTo>
                    <a:pt x="485441" y="1498891"/>
                  </a:lnTo>
                  <a:lnTo>
                    <a:pt x="486723" y="1520696"/>
                  </a:lnTo>
                  <a:lnTo>
                    <a:pt x="488005" y="1530387"/>
                  </a:lnTo>
                  <a:lnTo>
                    <a:pt x="489287" y="1511812"/>
                  </a:lnTo>
                  <a:lnTo>
                    <a:pt x="490569" y="1523926"/>
                  </a:lnTo>
                  <a:lnTo>
                    <a:pt x="491851" y="1522311"/>
                  </a:lnTo>
                  <a:lnTo>
                    <a:pt x="493132" y="1494045"/>
                  </a:lnTo>
                  <a:lnTo>
                    <a:pt x="494414" y="1511005"/>
                  </a:lnTo>
                  <a:lnTo>
                    <a:pt x="495696" y="1513428"/>
                  </a:lnTo>
                  <a:lnTo>
                    <a:pt x="496978" y="1511812"/>
                  </a:lnTo>
                  <a:lnTo>
                    <a:pt x="498260" y="1506967"/>
                  </a:lnTo>
                  <a:lnTo>
                    <a:pt x="499542" y="1565152"/>
                  </a:lnTo>
                  <a:lnTo>
                    <a:pt x="500823" y="1561135"/>
                  </a:lnTo>
                  <a:lnTo>
                    <a:pt x="502105" y="1550078"/>
                  </a:lnTo>
                  <a:lnTo>
                    <a:pt x="503387" y="1566351"/>
                  </a:lnTo>
                  <a:lnTo>
                    <a:pt x="504669" y="1562669"/>
                  </a:lnTo>
                  <a:lnTo>
                    <a:pt x="505951" y="1579268"/>
                  </a:lnTo>
                  <a:lnTo>
                    <a:pt x="507233" y="1592772"/>
                  </a:lnTo>
                  <a:lnTo>
                    <a:pt x="508515" y="1611977"/>
                  </a:lnTo>
                  <a:lnTo>
                    <a:pt x="509796" y="1618972"/>
                  </a:lnTo>
                  <a:lnTo>
                    <a:pt x="511078" y="1617401"/>
                  </a:lnTo>
                  <a:lnTo>
                    <a:pt x="512360" y="1611259"/>
                  </a:lnTo>
                  <a:lnTo>
                    <a:pt x="513642" y="1609018"/>
                  </a:lnTo>
                  <a:lnTo>
                    <a:pt x="514924" y="1614444"/>
                  </a:lnTo>
                  <a:lnTo>
                    <a:pt x="516206" y="1611551"/>
                  </a:lnTo>
                  <a:lnTo>
                    <a:pt x="517487" y="1611380"/>
                  </a:lnTo>
                  <a:lnTo>
                    <a:pt x="518769" y="1608828"/>
                  </a:lnTo>
                  <a:lnTo>
                    <a:pt x="520051" y="1606445"/>
                  </a:lnTo>
                  <a:lnTo>
                    <a:pt x="521333" y="1600148"/>
                  </a:lnTo>
                  <a:lnTo>
                    <a:pt x="522615" y="1600829"/>
                  </a:lnTo>
                  <a:lnTo>
                    <a:pt x="523897" y="1594362"/>
                  </a:lnTo>
                  <a:lnTo>
                    <a:pt x="525179" y="1582449"/>
                  </a:lnTo>
                  <a:lnTo>
                    <a:pt x="526460" y="1578535"/>
                  </a:lnTo>
                  <a:lnTo>
                    <a:pt x="527742" y="1566270"/>
                  </a:lnTo>
                  <a:lnTo>
                    <a:pt x="529024" y="1539738"/>
                  </a:lnTo>
                  <a:lnTo>
                    <a:pt x="530306" y="1541323"/>
                  </a:lnTo>
                  <a:lnTo>
                    <a:pt x="531588" y="1540530"/>
                  </a:lnTo>
                  <a:lnTo>
                    <a:pt x="532870" y="1526739"/>
                  </a:lnTo>
                  <a:lnTo>
                    <a:pt x="534151" y="1524402"/>
                  </a:lnTo>
                  <a:lnTo>
                    <a:pt x="535433" y="1499741"/>
                  </a:lnTo>
                  <a:lnTo>
                    <a:pt x="536715" y="1493047"/>
                  </a:lnTo>
                  <a:lnTo>
                    <a:pt x="537997" y="1484507"/>
                  </a:lnTo>
                  <a:lnTo>
                    <a:pt x="539279" y="1486354"/>
                  </a:lnTo>
                  <a:lnTo>
                    <a:pt x="540561" y="1502972"/>
                  </a:lnTo>
                  <a:lnTo>
                    <a:pt x="541842" y="1512896"/>
                  </a:lnTo>
                  <a:lnTo>
                    <a:pt x="543124" y="1498721"/>
                  </a:lnTo>
                  <a:lnTo>
                    <a:pt x="544406" y="1498692"/>
                  </a:lnTo>
                  <a:lnTo>
                    <a:pt x="545688" y="1505493"/>
                  </a:lnTo>
                  <a:lnTo>
                    <a:pt x="546970" y="1518762"/>
                  </a:lnTo>
                  <a:lnTo>
                    <a:pt x="548252" y="1527261"/>
                  </a:lnTo>
                  <a:lnTo>
                    <a:pt x="549534" y="1502787"/>
                  </a:lnTo>
                  <a:lnTo>
                    <a:pt x="550815" y="1511215"/>
                  </a:lnTo>
                  <a:lnTo>
                    <a:pt x="552097" y="1487579"/>
                  </a:lnTo>
                  <a:lnTo>
                    <a:pt x="553379" y="1445947"/>
                  </a:lnTo>
                  <a:lnTo>
                    <a:pt x="554661" y="1474953"/>
                  </a:lnTo>
                  <a:lnTo>
                    <a:pt x="555943" y="1489613"/>
                  </a:lnTo>
                  <a:lnTo>
                    <a:pt x="557225" y="1504781"/>
                  </a:lnTo>
                  <a:lnTo>
                    <a:pt x="558506" y="1509773"/>
                  </a:lnTo>
                  <a:lnTo>
                    <a:pt x="559788" y="1508402"/>
                  </a:lnTo>
                  <a:lnTo>
                    <a:pt x="561070" y="1507719"/>
                  </a:lnTo>
                  <a:lnTo>
                    <a:pt x="562352" y="1528309"/>
                  </a:lnTo>
                  <a:lnTo>
                    <a:pt x="563634" y="1545370"/>
                  </a:lnTo>
                  <a:lnTo>
                    <a:pt x="564916" y="1554195"/>
                  </a:lnTo>
                  <a:lnTo>
                    <a:pt x="566198" y="1568314"/>
                  </a:lnTo>
                  <a:lnTo>
                    <a:pt x="567479" y="1585963"/>
                  </a:lnTo>
                  <a:lnTo>
                    <a:pt x="568761" y="1600671"/>
                  </a:lnTo>
                  <a:lnTo>
                    <a:pt x="570043" y="1601259"/>
                  </a:lnTo>
                  <a:lnTo>
                    <a:pt x="571325" y="1623615"/>
                  </a:lnTo>
                  <a:lnTo>
                    <a:pt x="572607" y="1624203"/>
                  </a:lnTo>
                  <a:lnTo>
                    <a:pt x="573889" y="1624203"/>
                  </a:lnTo>
                  <a:lnTo>
                    <a:pt x="575170" y="1624203"/>
                  </a:lnTo>
                  <a:lnTo>
                    <a:pt x="576452" y="1631263"/>
                  </a:lnTo>
                  <a:lnTo>
                    <a:pt x="577734" y="1629626"/>
                  </a:lnTo>
                  <a:lnTo>
                    <a:pt x="579016" y="1631054"/>
                  </a:lnTo>
                  <a:lnTo>
                    <a:pt x="580298" y="1586919"/>
                  </a:lnTo>
                  <a:lnTo>
                    <a:pt x="581580" y="1576420"/>
                  </a:lnTo>
                  <a:lnTo>
                    <a:pt x="582862" y="1565114"/>
                  </a:lnTo>
                  <a:lnTo>
                    <a:pt x="584143" y="1567536"/>
                  </a:lnTo>
                  <a:lnTo>
                    <a:pt x="585425" y="1562691"/>
                  </a:lnTo>
                  <a:lnTo>
                    <a:pt x="586707" y="1602444"/>
                  </a:lnTo>
                  <a:lnTo>
                    <a:pt x="587989" y="1593865"/>
                  </a:lnTo>
                  <a:lnTo>
                    <a:pt x="589271" y="1621160"/>
                  </a:lnTo>
                  <a:lnTo>
                    <a:pt x="590553" y="1611208"/>
                  </a:lnTo>
                  <a:lnTo>
                    <a:pt x="591834" y="1595910"/>
                  </a:lnTo>
                  <a:lnTo>
                    <a:pt x="593116" y="1587483"/>
                  </a:lnTo>
                  <a:lnTo>
                    <a:pt x="594398" y="1607721"/>
                  </a:lnTo>
                  <a:lnTo>
                    <a:pt x="595680" y="1602913"/>
                  </a:lnTo>
                  <a:lnTo>
                    <a:pt x="596962" y="1602511"/>
                  </a:lnTo>
                  <a:lnTo>
                    <a:pt x="598244" y="1596478"/>
                  </a:lnTo>
                  <a:lnTo>
                    <a:pt x="599525" y="1596880"/>
                  </a:lnTo>
                  <a:lnTo>
                    <a:pt x="600807" y="1581597"/>
                  </a:lnTo>
                  <a:lnTo>
                    <a:pt x="602089" y="1580793"/>
                  </a:lnTo>
                  <a:lnTo>
                    <a:pt x="603371" y="1591541"/>
                  </a:lnTo>
                  <a:lnTo>
                    <a:pt x="604653" y="1592272"/>
                  </a:lnTo>
                  <a:lnTo>
                    <a:pt x="605935" y="1598116"/>
                  </a:lnTo>
                  <a:lnTo>
                    <a:pt x="607217" y="1586021"/>
                  </a:lnTo>
                  <a:lnTo>
                    <a:pt x="608498" y="1587567"/>
                  </a:lnTo>
                  <a:lnTo>
                    <a:pt x="609780" y="1596656"/>
                  </a:lnTo>
                  <a:lnTo>
                    <a:pt x="611062" y="1570160"/>
                  </a:lnTo>
                  <a:lnTo>
                    <a:pt x="612344" y="1580185"/>
                  </a:lnTo>
                  <a:lnTo>
                    <a:pt x="613626" y="1582217"/>
                  </a:lnTo>
                  <a:lnTo>
                    <a:pt x="614908" y="1544193"/>
                  </a:lnTo>
                  <a:lnTo>
                    <a:pt x="616189" y="1549488"/>
                  </a:lnTo>
                  <a:lnTo>
                    <a:pt x="617471" y="1553606"/>
                  </a:lnTo>
                  <a:lnTo>
                    <a:pt x="618753" y="1571256"/>
                  </a:lnTo>
                  <a:lnTo>
                    <a:pt x="620035" y="1593611"/>
                  </a:lnTo>
                  <a:lnTo>
                    <a:pt x="621317" y="1584773"/>
                  </a:lnTo>
                  <a:lnTo>
                    <a:pt x="622599" y="1583561"/>
                  </a:lnTo>
                  <a:lnTo>
                    <a:pt x="623881" y="1572651"/>
                  </a:lnTo>
                  <a:lnTo>
                    <a:pt x="625162" y="1559316"/>
                  </a:lnTo>
                  <a:lnTo>
                    <a:pt x="626444" y="1564771"/>
                  </a:lnTo>
                  <a:lnTo>
                    <a:pt x="627726" y="1577500"/>
                  </a:lnTo>
                  <a:lnTo>
                    <a:pt x="629008" y="1570832"/>
                  </a:lnTo>
                  <a:lnTo>
                    <a:pt x="630290" y="1565983"/>
                  </a:lnTo>
                  <a:lnTo>
                    <a:pt x="631572" y="1597602"/>
                  </a:lnTo>
                  <a:lnTo>
                    <a:pt x="632853" y="1584674"/>
                  </a:lnTo>
                  <a:lnTo>
                    <a:pt x="634135" y="1592309"/>
                  </a:lnTo>
                  <a:lnTo>
                    <a:pt x="635417" y="1559075"/>
                  </a:lnTo>
                  <a:lnTo>
                    <a:pt x="636699" y="1569992"/>
                  </a:lnTo>
                  <a:lnTo>
                    <a:pt x="637981" y="1562687"/>
                  </a:lnTo>
                  <a:lnTo>
                    <a:pt x="639263" y="1583300"/>
                  </a:lnTo>
                  <a:lnTo>
                    <a:pt x="640544" y="1595876"/>
                  </a:lnTo>
                  <a:lnTo>
                    <a:pt x="641826" y="1603949"/>
                  </a:lnTo>
                  <a:lnTo>
                    <a:pt x="643108" y="1610158"/>
                  </a:lnTo>
                  <a:lnTo>
                    <a:pt x="644390" y="1613573"/>
                  </a:lnTo>
                  <a:lnTo>
                    <a:pt x="645672" y="1610158"/>
                  </a:lnTo>
                  <a:lnTo>
                    <a:pt x="646954" y="1610158"/>
                  </a:lnTo>
                  <a:lnTo>
                    <a:pt x="648236" y="1612021"/>
                  </a:lnTo>
                  <a:lnTo>
                    <a:pt x="649517" y="1618852"/>
                  </a:lnTo>
                  <a:lnTo>
                    <a:pt x="650799" y="1611573"/>
                  </a:lnTo>
                  <a:lnTo>
                    <a:pt x="652081" y="1607198"/>
                  </a:lnTo>
                  <a:lnTo>
                    <a:pt x="653363" y="1610227"/>
                  </a:lnTo>
                  <a:lnTo>
                    <a:pt x="654645" y="1626239"/>
                  </a:lnTo>
                  <a:lnTo>
                    <a:pt x="655927" y="1626604"/>
                  </a:lnTo>
                  <a:lnTo>
                    <a:pt x="657208" y="1614979"/>
                  </a:lnTo>
                  <a:lnTo>
                    <a:pt x="658490" y="1589356"/>
                  </a:lnTo>
                  <a:lnTo>
                    <a:pt x="659772" y="1597602"/>
                  </a:lnTo>
                  <a:lnTo>
                    <a:pt x="661054" y="1565372"/>
                  </a:lnTo>
                  <a:lnTo>
                    <a:pt x="662336" y="1560666"/>
                  </a:lnTo>
                  <a:lnTo>
                    <a:pt x="663618" y="1520661"/>
                  </a:lnTo>
                  <a:lnTo>
                    <a:pt x="664900" y="1499482"/>
                  </a:lnTo>
                  <a:lnTo>
                    <a:pt x="666181" y="1536660"/>
                  </a:lnTo>
                  <a:lnTo>
                    <a:pt x="667463" y="1524277"/>
                  </a:lnTo>
                  <a:lnTo>
                    <a:pt x="668745" y="1521936"/>
                  </a:lnTo>
                  <a:lnTo>
                    <a:pt x="670027" y="1517722"/>
                  </a:lnTo>
                  <a:lnTo>
                    <a:pt x="671309" y="1521380"/>
                  </a:lnTo>
                  <a:lnTo>
                    <a:pt x="672591" y="1458301"/>
                  </a:lnTo>
                  <a:lnTo>
                    <a:pt x="673872" y="1448300"/>
                  </a:lnTo>
                  <a:lnTo>
                    <a:pt x="675154" y="1438299"/>
                  </a:lnTo>
                  <a:lnTo>
                    <a:pt x="676436" y="1425944"/>
                  </a:lnTo>
                  <a:lnTo>
                    <a:pt x="677718" y="1424179"/>
                  </a:lnTo>
                  <a:lnTo>
                    <a:pt x="679000" y="1424179"/>
                  </a:lnTo>
                  <a:lnTo>
                    <a:pt x="680282" y="1424179"/>
                  </a:lnTo>
                  <a:lnTo>
                    <a:pt x="681563" y="1422414"/>
                  </a:lnTo>
                  <a:lnTo>
                    <a:pt x="682845" y="1460654"/>
                  </a:lnTo>
                  <a:lnTo>
                    <a:pt x="684127" y="1450108"/>
                  </a:lnTo>
                  <a:lnTo>
                    <a:pt x="685409" y="1424758"/>
                  </a:lnTo>
                  <a:lnTo>
                    <a:pt x="686691" y="1401162"/>
                  </a:lnTo>
                  <a:lnTo>
                    <a:pt x="687973" y="1228347"/>
                  </a:lnTo>
                  <a:lnTo>
                    <a:pt x="689255" y="1193621"/>
                  </a:lnTo>
                  <a:lnTo>
                    <a:pt x="690536" y="1195236"/>
                  </a:lnTo>
                  <a:lnTo>
                    <a:pt x="691818" y="1210580"/>
                  </a:lnTo>
                  <a:lnTo>
                    <a:pt x="693100" y="1199274"/>
                  </a:lnTo>
                  <a:lnTo>
                    <a:pt x="694382" y="1208965"/>
                  </a:lnTo>
                  <a:lnTo>
                    <a:pt x="695664" y="1238846"/>
                  </a:lnTo>
                  <a:lnTo>
                    <a:pt x="696946" y="1204927"/>
                  </a:lnTo>
                  <a:lnTo>
                    <a:pt x="698227" y="1174239"/>
                  </a:lnTo>
                  <a:lnTo>
                    <a:pt x="699509" y="1151626"/>
                  </a:lnTo>
                  <a:lnTo>
                    <a:pt x="700791" y="1142743"/>
                  </a:lnTo>
                  <a:lnTo>
                    <a:pt x="702073" y="1137090"/>
                  </a:lnTo>
                  <a:lnTo>
                    <a:pt x="703355" y="1139512"/>
                  </a:lnTo>
                  <a:lnTo>
                    <a:pt x="704637" y="1177469"/>
                  </a:lnTo>
                  <a:lnTo>
                    <a:pt x="705919" y="1197659"/>
                  </a:lnTo>
                  <a:lnTo>
                    <a:pt x="707200" y="1268727"/>
                  </a:lnTo>
                  <a:lnTo>
                    <a:pt x="708482" y="1309107"/>
                  </a:lnTo>
                  <a:lnTo>
                    <a:pt x="709764" y="1319605"/>
                  </a:lnTo>
                  <a:lnTo>
                    <a:pt x="711046" y="1271150"/>
                  </a:lnTo>
                  <a:lnTo>
                    <a:pt x="712328" y="1254190"/>
                  </a:lnTo>
                  <a:lnTo>
                    <a:pt x="713610" y="1255806"/>
                  </a:lnTo>
                  <a:lnTo>
                    <a:pt x="714891" y="1249345"/>
                  </a:lnTo>
                  <a:lnTo>
                    <a:pt x="716173" y="1292147"/>
                  </a:lnTo>
                  <a:lnTo>
                    <a:pt x="717455" y="1322836"/>
                  </a:lnTo>
                  <a:lnTo>
                    <a:pt x="718737" y="1441123"/>
                  </a:lnTo>
                  <a:lnTo>
                    <a:pt x="720019" y="1458889"/>
                  </a:lnTo>
                  <a:lnTo>
                    <a:pt x="721301" y="1460066"/>
                  </a:lnTo>
                  <a:lnTo>
                    <a:pt x="722583" y="1473597"/>
                  </a:lnTo>
                  <a:lnTo>
                    <a:pt x="723864" y="1485363"/>
                  </a:lnTo>
                  <a:lnTo>
                    <a:pt x="725146" y="1502424"/>
                  </a:lnTo>
                  <a:lnTo>
                    <a:pt x="726428" y="1506542"/>
                  </a:lnTo>
                  <a:lnTo>
                    <a:pt x="727710" y="1493599"/>
                  </a:lnTo>
                  <a:lnTo>
                    <a:pt x="728992" y="1507130"/>
                  </a:lnTo>
                  <a:lnTo>
                    <a:pt x="730274" y="1545958"/>
                  </a:lnTo>
                  <a:lnTo>
                    <a:pt x="731555" y="1573609"/>
                  </a:lnTo>
                  <a:lnTo>
                    <a:pt x="732837" y="1594788"/>
                  </a:lnTo>
                  <a:lnTo>
                    <a:pt x="734119" y="1581845"/>
                  </a:lnTo>
                  <a:lnTo>
                    <a:pt x="735401" y="1560078"/>
                  </a:lnTo>
                  <a:lnTo>
                    <a:pt x="736683" y="1523603"/>
                  </a:lnTo>
                  <a:lnTo>
                    <a:pt x="737965" y="1483651"/>
                  </a:lnTo>
                  <a:lnTo>
                    <a:pt x="739246" y="1385828"/>
                  </a:lnTo>
                  <a:lnTo>
                    <a:pt x="740528" y="1345448"/>
                  </a:lnTo>
                  <a:lnTo>
                    <a:pt x="741810" y="1373714"/>
                  </a:lnTo>
                  <a:lnTo>
                    <a:pt x="743092" y="1340603"/>
                  </a:lnTo>
                  <a:lnTo>
                    <a:pt x="744374" y="1321221"/>
                  </a:lnTo>
                  <a:lnTo>
                    <a:pt x="745656" y="1292955"/>
                  </a:lnTo>
                  <a:lnTo>
                    <a:pt x="746938" y="1263882"/>
                  </a:lnTo>
                  <a:lnTo>
                    <a:pt x="748219" y="1246922"/>
                  </a:lnTo>
                  <a:lnTo>
                    <a:pt x="749501" y="1233193"/>
                  </a:lnTo>
                  <a:lnTo>
                    <a:pt x="750783" y="1173431"/>
                  </a:lnTo>
                  <a:lnTo>
                    <a:pt x="752065" y="1080558"/>
                  </a:lnTo>
                  <a:lnTo>
                    <a:pt x="753347" y="1055523"/>
                  </a:lnTo>
                  <a:lnTo>
                    <a:pt x="754629" y="1067637"/>
                  </a:lnTo>
                  <a:lnTo>
                    <a:pt x="755910" y="1101556"/>
                  </a:lnTo>
                  <a:lnTo>
                    <a:pt x="757192" y="1096710"/>
                  </a:lnTo>
                  <a:lnTo>
                    <a:pt x="758474" y="1107209"/>
                  </a:lnTo>
                  <a:lnTo>
                    <a:pt x="759756" y="1124168"/>
                  </a:lnTo>
                  <a:lnTo>
                    <a:pt x="761038" y="1070867"/>
                  </a:lnTo>
                  <a:lnTo>
                    <a:pt x="762320" y="1091864"/>
                  </a:lnTo>
                  <a:lnTo>
                    <a:pt x="763602" y="1091057"/>
                  </a:lnTo>
                  <a:lnTo>
                    <a:pt x="764883" y="1107209"/>
                  </a:lnTo>
                  <a:lnTo>
                    <a:pt x="766165" y="1160510"/>
                  </a:lnTo>
                  <a:lnTo>
                    <a:pt x="767447" y="1185545"/>
                  </a:lnTo>
                  <a:lnTo>
                    <a:pt x="768729" y="1204927"/>
                  </a:lnTo>
                  <a:lnTo>
                    <a:pt x="770011" y="1259036"/>
                  </a:lnTo>
                  <a:lnTo>
                    <a:pt x="771293" y="1352717"/>
                  </a:lnTo>
                  <a:lnTo>
                    <a:pt x="772574" y="1366446"/>
                  </a:lnTo>
                  <a:lnTo>
                    <a:pt x="773856" y="1353524"/>
                  </a:lnTo>
                  <a:lnTo>
                    <a:pt x="775138" y="1342218"/>
                  </a:lnTo>
                  <a:lnTo>
                    <a:pt x="776420" y="1377752"/>
                  </a:lnTo>
                  <a:lnTo>
                    <a:pt x="777702" y="1351909"/>
                  </a:lnTo>
                  <a:lnTo>
                    <a:pt x="778984" y="1336565"/>
                  </a:lnTo>
                  <a:lnTo>
                    <a:pt x="780265" y="1329297"/>
                  </a:lnTo>
                  <a:lnTo>
                    <a:pt x="781547" y="1313952"/>
                  </a:lnTo>
                  <a:lnTo>
                    <a:pt x="782829" y="1292147"/>
                  </a:lnTo>
                  <a:lnTo>
                    <a:pt x="784111" y="1295378"/>
                  </a:lnTo>
                  <a:lnTo>
                    <a:pt x="785393" y="1270342"/>
                  </a:lnTo>
                  <a:lnTo>
                    <a:pt x="786675" y="1227540"/>
                  </a:lnTo>
                  <a:lnTo>
                    <a:pt x="787957" y="1204927"/>
                  </a:lnTo>
                  <a:lnTo>
                    <a:pt x="789238" y="1195236"/>
                  </a:lnTo>
                  <a:lnTo>
                    <a:pt x="790520" y="1183930"/>
                  </a:lnTo>
                  <a:lnTo>
                    <a:pt x="791802" y="1187160"/>
                  </a:lnTo>
                  <a:lnTo>
                    <a:pt x="793084" y="1319455"/>
                  </a:lnTo>
                  <a:lnTo>
                    <a:pt x="794366" y="1351418"/>
                  </a:lnTo>
                  <a:lnTo>
                    <a:pt x="795648" y="1358085"/>
                  </a:lnTo>
                  <a:lnTo>
                    <a:pt x="796929" y="1393913"/>
                  </a:lnTo>
                  <a:lnTo>
                    <a:pt x="798211" y="1431239"/>
                  </a:lnTo>
                  <a:lnTo>
                    <a:pt x="799493" y="1471832"/>
                  </a:lnTo>
                  <a:lnTo>
                    <a:pt x="800775" y="1493011"/>
                  </a:lnTo>
                  <a:lnTo>
                    <a:pt x="802057" y="1501247"/>
                  </a:lnTo>
                  <a:lnTo>
                    <a:pt x="803339" y="1507130"/>
                  </a:lnTo>
                  <a:lnTo>
                    <a:pt x="804621" y="1502424"/>
                  </a:lnTo>
                  <a:lnTo>
                    <a:pt x="805902" y="1512425"/>
                  </a:lnTo>
                  <a:lnTo>
                    <a:pt x="807184" y="1515367"/>
                  </a:lnTo>
                  <a:lnTo>
                    <a:pt x="808466" y="1508895"/>
                  </a:lnTo>
                  <a:lnTo>
                    <a:pt x="809748" y="1493599"/>
                  </a:lnTo>
                  <a:lnTo>
                    <a:pt x="811030" y="1498306"/>
                  </a:lnTo>
                  <a:lnTo>
                    <a:pt x="812312" y="1498704"/>
                  </a:lnTo>
                  <a:lnTo>
                    <a:pt x="813593" y="1491431"/>
                  </a:lnTo>
                  <a:lnTo>
                    <a:pt x="814875" y="1458701"/>
                  </a:lnTo>
                  <a:lnTo>
                    <a:pt x="816157" y="1429987"/>
                  </a:lnTo>
                  <a:lnTo>
                    <a:pt x="817439" y="1339795"/>
                  </a:lnTo>
                  <a:lnTo>
                    <a:pt x="818721" y="1345448"/>
                  </a:lnTo>
                  <a:lnTo>
                    <a:pt x="820003" y="1347064"/>
                  </a:lnTo>
                  <a:lnTo>
                    <a:pt x="821285" y="1331719"/>
                  </a:lnTo>
                  <a:lnTo>
                    <a:pt x="822566" y="1286494"/>
                  </a:lnTo>
                  <a:lnTo>
                    <a:pt x="823848" y="1288109"/>
                  </a:lnTo>
                  <a:lnTo>
                    <a:pt x="825130" y="1278418"/>
                  </a:lnTo>
                  <a:lnTo>
                    <a:pt x="826412" y="1260651"/>
                  </a:lnTo>
                  <a:lnTo>
                    <a:pt x="827694" y="1282456"/>
                  </a:lnTo>
                  <a:lnTo>
                    <a:pt x="828976" y="1314760"/>
                  </a:lnTo>
                  <a:lnTo>
                    <a:pt x="830257" y="1341410"/>
                  </a:lnTo>
                  <a:lnTo>
                    <a:pt x="831539" y="1351102"/>
                  </a:lnTo>
                  <a:lnTo>
                    <a:pt x="832821" y="1344641"/>
                  </a:lnTo>
                  <a:lnTo>
                    <a:pt x="834103" y="1389058"/>
                  </a:lnTo>
                  <a:lnTo>
                    <a:pt x="835385" y="1422977"/>
                  </a:lnTo>
                  <a:lnTo>
                    <a:pt x="836667" y="1416516"/>
                  </a:lnTo>
                  <a:lnTo>
                    <a:pt x="837948" y="1405210"/>
                  </a:lnTo>
                  <a:lnTo>
                    <a:pt x="839230" y="1355139"/>
                  </a:lnTo>
                  <a:lnTo>
                    <a:pt x="840512" y="1360793"/>
                  </a:lnTo>
                  <a:lnTo>
                    <a:pt x="841794" y="1320413"/>
                  </a:lnTo>
                  <a:lnTo>
                    <a:pt x="843076" y="1270342"/>
                  </a:lnTo>
                  <a:lnTo>
                    <a:pt x="844358" y="1278418"/>
                  </a:lnTo>
                  <a:lnTo>
                    <a:pt x="845640" y="1299416"/>
                  </a:lnTo>
                  <a:lnTo>
                    <a:pt x="846921" y="1290532"/>
                  </a:lnTo>
                  <a:lnTo>
                    <a:pt x="848203" y="1271150"/>
                  </a:lnTo>
                  <a:lnTo>
                    <a:pt x="849485" y="1241269"/>
                  </a:lnTo>
                  <a:lnTo>
                    <a:pt x="850767" y="1196044"/>
                  </a:lnTo>
                  <a:lnTo>
                    <a:pt x="852049" y="1154049"/>
                  </a:lnTo>
                  <a:lnTo>
                    <a:pt x="853331" y="1067637"/>
                  </a:lnTo>
                  <a:lnTo>
                    <a:pt x="854612" y="1029680"/>
                  </a:lnTo>
                  <a:lnTo>
                    <a:pt x="855894" y="1012720"/>
                  </a:lnTo>
                  <a:lnTo>
                    <a:pt x="857176" y="955381"/>
                  </a:lnTo>
                  <a:lnTo>
                    <a:pt x="858458" y="980417"/>
                  </a:lnTo>
                  <a:lnTo>
                    <a:pt x="859740" y="994953"/>
                  </a:lnTo>
                  <a:lnTo>
                    <a:pt x="861022" y="1007875"/>
                  </a:lnTo>
                  <a:lnTo>
                    <a:pt x="862304" y="1074097"/>
                  </a:lnTo>
                  <a:lnTo>
                    <a:pt x="863585" y="1078943"/>
                  </a:lnTo>
                  <a:lnTo>
                    <a:pt x="864867" y="1076520"/>
                  </a:lnTo>
                  <a:lnTo>
                    <a:pt x="866149" y="1093480"/>
                  </a:lnTo>
                  <a:lnTo>
                    <a:pt x="867431" y="1103171"/>
                  </a:lnTo>
                  <a:lnTo>
                    <a:pt x="868713" y="1119323"/>
                  </a:lnTo>
                  <a:lnTo>
                    <a:pt x="869995" y="1165355"/>
                  </a:lnTo>
                  <a:lnTo>
                    <a:pt x="871276" y="1347175"/>
                  </a:lnTo>
                  <a:lnTo>
                    <a:pt x="872558" y="1400513"/>
                  </a:lnTo>
                  <a:lnTo>
                    <a:pt x="873840" y="1489894"/>
                  </a:lnTo>
                  <a:lnTo>
                    <a:pt x="875122" y="1498692"/>
                  </a:lnTo>
                  <a:lnTo>
                    <a:pt x="876404" y="1527554"/>
                  </a:lnTo>
                  <a:lnTo>
                    <a:pt x="877686" y="1536450"/>
                  </a:lnTo>
                  <a:lnTo>
                    <a:pt x="878967" y="1525681"/>
                  </a:lnTo>
                  <a:lnTo>
                    <a:pt x="880249" y="1560796"/>
                  </a:lnTo>
                  <a:lnTo>
                    <a:pt x="881531" y="1549559"/>
                  </a:lnTo>
                  <a:lnTo>
                    <a:pt x="882813" y="1552836"/>
                  </a:lnTo>
                  <a:lnTo>
                    <a:pt x="884095" y="1559391"/>
                  </a:lnTo>
                  <a:lnTo>
                    <a:pt x="885377" y="1553773"/>
                  </a:lnTo>
                  <a:lnTo>
                    <a:pt x="886659" y="1539259"/>
                  </a:lnTo>
                  <a:lnTo>
                    <a:pt x="887940" y="1536450"/>
                  </a:lnTo>
                  <a:lnTo>
                    <a:pt x="889222" y="1527554"/>
                  </a:lnTo>
                  <a:lnTo>
                    <a:pt x="890504" y="1518602"/>
                  </a:lnTo>
                  <a:lnTo>
                    <a:pt x="891786" y="1508656"/>
                  </a:lnTo>
                  <a:lnTo>
                    <a:pt x="893068" y="1465974"/>
                  </a:lnTo>
                  <a:lnTo>
                    <a:pt x="894350" y="1456425"/>
                  </a:lnTo>
                  <a:lnTo>
                    <a:pt x="895631" y="1344641"/>
                  </a:lnTo>
                  <a:lnTo>
                    <a:pt x="896913" y="1347871"/>
                  </a:lnTo>
                  <a:lnTo>
                    <a:pt x="898195" y="1364831"/>
                  </a:lnTo>
                  <a:lnTo>
                    <a:pt x="899477" y="1359985"/>
                  </a:lnTo>
                  <a:lnTo>
                    <a:pt x="900759" y="1364023"/>
                  </a:lnTo>
                  <a:lnTo>
                    <a:pt x="902041" y="1368061"/>
                  </a:lnTo>
                  <a:lnTo>
                    <a:pt x="903323" y="1377752"/>
                  </a:lnTo>
                  <a:lnTo>
                    <a:pt x="904604" y="1372907"/>
                  </a:lnTo>
                  <a:lnTo>
                    <a:pt x="905886" y="1406018"/>
                  </a:lnTo>
                  <a:lnTo>
                    <a:pt x="907168" y="1424593"/>
                  </a:lnTo>
                  <a:lnTo>
                    <a:pt x="908450" y="1449628"/>
                  </a:lnTo>
                  <a:lnTo>
                    <a:pt x="909732" y="1484354"/>
                  </a:lnTo>
                  <a:lnTo>
                    <a:pt x="911014" y="1490815"/>
                  </a:lnTo>
                  <a:lnTo>
                    <a:pt x="912295" y="1490815"/>
                  </a:lnTo>
                  <a:lnTo>
                    <a:pt x="913577" y="1500506"/>
                  </a:lnTo>
                  <a:lnTo>
                    <a:pt x="914859" y="1526349"/>
                  </a:lnTo>
                  <a:lnTo>
                    <a:pt x="916141" y="1511812"/>
                  </a:lnTo>
                  <a:lnTo>
                    <a:pt x="917423" y="1539271"/>
                  </a:lnTo>
                  <a:lnTo>
                    <a:pt x="918705" y="1542501"/>
                  </a:lnTo>
                  <a:lnTo>
                    <a:pt x="919986" y="1569959"/>
                  </a:lnTo>
                  <a:lnTo>
                    <a:pt x="921268" y="1586111"/>
                  </a:lnTo>
                  <a:lnTo>
                    <a:pt x="922550" y="1587726"/>
                  </a:lnTo>
                  <a:lnTo>
                    <a:pt x="923832" y="1602263"/>
                  </a:lnTo>
                  <a:lnTo>
                    <a:pt x="925114" y="1601455"/>
                  </a:lnTo>
                  <a:lnTo>
                    <a:pt x="926396" y="1576420"/>
                  </a:lnTo>
                  <a:lnTo>
                    <a:pt x="927678" y="1543309"/>
                  </a:lnTo>
                  <a:lnTo>
                    <a:pt x="928959" y="1523926"/>
                  </a:lnTo>
                  <a:lnTo>
                    <a:pt x="930241" y="1511005"/>
                  </a:lnTo>
                  <a:lnTo>
                    <a:pt x="931523" y="1490815"/>
                  </a:lnTo>
                  <a:lnTo>
                    <a:pt x="932805" y="1490815"/>
                  </a:lnTo>
                  <a:lnTo>
                    <a:pt x="934087" y="1502121"/>
                  </a:lnTo>
                  <a:lnTo>
                    <a:pt x="935369" y="1523119"/>
                  </a:lnTo>
                  <a:lnTo>
                    <a:pt x="936650" y="1575078"/>
                  </a:lnTo>
                  <a:lnTo>
                    <a:pt x="937932" y="1582349"/>
                  </a:lnTo>
                  <a:lnTo>
                    <a:pt x="939214" y="1588905"/>
                  </a:lnTo>
                  <a:lnTo>
                    <a:pt x="940496" y="1588905"/>
                  </a:lnTo>
                  <a:lnTo>
                    <a:pt x="941778" y="1588905"/>
                  </a:lnTo>
                  <a:lnTo>
                    <a:pt x="943060" y="1575962"/>
                  </a:lnTo>
                  <a:lnTo>
                    <a:pt x="944342" y="1567137"/>
                  </a:lnTo>
                  <a:lnTo>
                    <a:pt x="945623" y="1585375"/>
                  </a:lnTo>
                  <a:lnTo>
                    <a:pt x="946905" y="1637988"/>
                  </a:lnTo>
                  <a:lnTo>
                    <a:pt x="948187" y="1645472"/>
                  </a:lnTo>
                  <a:lnTo>
                    <a:pt x="949469" y="1660053"/>
                  </a:lnTo>
                  <a:lnTo>
                    <a:pt x="950751" y="1665671"/>
                  </a:lnTo>
                  <a:lnTo>
                    <a:pt x="952033" y="1662394"/>
                  </a:lnTo>
                  <a:lnTo>
                    <a:pt x="953314" y="1661457"/>
                  </a:lnTo>
                  <a:lnTo>
                    <a:pt x="954596" y="1653030"/>
                  </a:lnTo>
                  <a:lnTo>
                    <a:pt x="955878" y="1657048"/>
                  </a:lnTo>
                  <a:lnTo>
                    <a:pt x="957160" y="1659623"/>
                  </a:lnTo>
                  <a:lnTo>
                    <a:pt x="958442" y="1635969"/>
                  </a:lnTo>
                  <a:lnTo>
                    <a:pt x="959724" y="1626556"/>
                  </a:lnTo>
                  <a:lnTo>
                    <a:pt x="961006" y="1623026"/>
                  </a:lnTo>
                  <a:lnTo>
                    <a:pt x="962287" y="1619497"/>
                  </a:lnTo>
                  <a:lnTo>
                    <a:pt x="963569" y="1624203"/>
                  </a:lnTo>
                  <a:lnTo>
                    <a:pt x="964851" y="1624203"/>
                  </a:lnTo>
                  <a:lnTo>
                    <a:pt x="966133" y="1619928"/>
                  </a:lnTo>
                  <a:lnTo>
                    <a:pt x="967415" y="1627103"/>
                  </a:lnTo>
                  <a:lnTo>
                    <a:pt x="968697" y="1587726"/>
                  </a:lnTo>
                  <a:lnTo>
                    <a:pt x="969978" y="1598225"/>
                  </a:lnTo>
                  <a:lnTo>
                    <a:pt x="971260" y="1640244"/>
                  </a:lnTo>
                  <a:lnTo>
                    <a:pt x="972542" y="1645385"/>
                  </a:lnTo>
                  <a:lnTo>
                    <a:pt x="973824" y="1658920"/>
                  </a:lnTo>
                  <a:lnTo>
                    <a:pt x="975106" y="1638322"/>
                  </a:lnTo>
                  <a:lnTo>
                    <a:pt x="976388" y="1624203"/>
                  </a:lnTo>
                  <a:lnTo>
                    <a:pt x="977669" y="1623615"/>
                  </a:lnTo>
                  <a:lnTo>
                    <a:pt x="978951" y="1645009"/>
                  </a:lnTo>
                  <a:lnTo>
                    <a:pt x="980233" y="1642694"/>
                  </a:lnTo>
                  <a:lnTo>
                    <a:pt x="981515" y="1660279"/>
                  </a:lnTo>
                  <a:lnTo>
                    <a:pt x="982797" y="1655142"/>
                  </a:lnTo>
                  <a:lnTo>
                    <a:pt x="984079" y="1634284"/>
                  </a:lnTo>
                  <a:lnTo>
                    <a:pt x="985361" y="1633909"/>
                  </a:lnTo>
                  <a:lnTo>
                    <a:pt x="986642" y="1646794"/>
                  </a:lnTo>
                  <a:lnTo>
                    <a:pt x="987924" y="1626303"/>
                  </a:lnTo>
                  <a:lnTo>
                    <a:pt x="989206" y="1614194"/>
                  </a:lnTo>
                  <a:lnTo>
                    <a:pt x="990488" y="1595566"/>
                  </a:lnTo>
                  <a:lnTo>
                    <a:pt x="991770" y="1571659"/>
                  </a:lnTo>
                  <a:lnTo>
                    <a:pt x="993052" y="1552099"/>
                  </a:lnTo>
                  <a:lnTo>
                    <a:pt x="994333" y="1568089"/>
                  </a:lnTo>
                  <a:lnTo>
                    <a:pt x="995615" y="1568089"/>
                  </a:lnTo>
                  <a:lnTo>
                    <a:pt x="996897" y="1563185"/>
                  </a:lnTo>
                  <a:lnTo>
                    <a:pt x="998179" y="1568089"/>
                  </a:lnTo>
                  <a:lnTo>
                    <a:pt x="999461" y="1571262"/>
                  </a:lnTo>
                  <a:lnTo>
                    <a:pt x="1000743" y="1558930"/>
                  </a:lnTo>
                  <a:lnTo>
                    <a:pt x="1002025" y="1542474"/>
                  </a:lnTo>
                  <a:lnTo>
                    <a:pt x="1003306" y="1519010"/>
                  </a:lnTo>
                  <a:lnTo>
                    <a:pt x="1004588" y="1497674"/>
                  </a:lnTo>
                  <a:lnTo>
                    <a:pt x="1005870" y="1474546"/>
                  </a:lnTo>
                  <a:lnTo>
                    <a:pt x="1007152" y="1499838"/>
                  </a:lnTo>
                  <a:lnTo>
                    <a:pt x="1008434" y="1464348"/>
                  </a:lnTo>
                  <a:lnTo>
                    <a:pt x="1009716" y="1489894"/>
                  </a:lnTo>
                  <a:lnTo>
                    <a:pt x="1010997" y="1510268"/>
                  </a:lnTo>
                  <a:lnTo>
                    <a:pt x="1012279" y="1518753"/>
                  </a:lnTo>
                  <a:lnTo>
                    <a:pt x="1013561" y="1470217"/>
                  </a:lnTo>
                  <a:lnTo>
                    <a:pt x="1014843" y="1453914"/>
                  </a:lnTo>
                  <a:lnTo>
                    <a:pt x="1016125" y="1373714"/>
                  </a:lnTo>
                  <a:lnTo>
                    <a:pt x="1017407" y="1357562"/>
                  </a:lnTo>
                  <a:lnTo>
                    <a:pt x="1018688" y="1345448"/>
                  </a:lnTo>
                  <a:lnTo>
                    <a:pt x="1019970" y="1357562"/>
                  </a:lnTo>
                  <a:lnTo>
                    <a:pt x="1021252" y="1395519"/>
                  </a:lnTo>
                  <a:lnTo>
                    <a:pt x="1022534" y="1440744"/>
                  </a:lnTo>
                  <a:lnTo>
                    <a:pt x="1023816" y="1457704"/>
                  </a:lnTo>
                  <a:lnTo>
                    <a:pt x="1025098" y="1435899"/>
                  </a:lnTo>
                  <a:lnTo>
                    <a:pt x="1026380" y="1484764"/>
                  </a:lnTo>
                  <a:lnTo>
                    <a:pt x="1027661" y="1443548"/>
                  </a:lnTo>
                  <a:lnTo>
                    <a:pt x="1028943" y="1421121"/>
                  </a:lnTo>
                  <a:lnTo>
                    <a:pt x="1030225" y="1413848"/>
                  </a:lnTo>
                  <a:lnTo>
                    <a:pt x="1031507" y="1418884"/>
                  </a:lnTo>
                  <a:lnTo>
                    <a:pt x="1032789" y="1404765"/>
                  </a:lnTo>
                  <a:lnTo>
                    <a:pt x="1034071" y="1417120"/>
                  </a:lnTo>
                  <a:lnTo>
                    <a:pt x="1035352" y="1384763"/>
                  </a:lnTo>
                  <a:lnTo>
                    <a:pt x="1036634" y="1402412"/>
                  </a:lnTo>
                  <a:lnTo>
                    <a:pt x="1037916" y="1397705"/>
                  </a:lnTo>
                  <a:lnTo>
                    <a:pt x="1039198" y="1375938"/>
                  </a:lnTo>
                  <a:lnTo>
                    <a:pt x="1040480" y="1365349"/>
                  </a:lnTo>
                  <a:lnTo>
                    <a:pt x="1041762" y="1352406"/>
                  </a:lnTo>
                  <a:lnTo>
                    <a:pt x="1043044" y="1350053"/>
                  </a:lnTo>
                  <a:lnTo>
                    <a:pt x="1044325" y="1380645"/>
                  </a:lnTo>
                  <a:lnTo>
                    <a:pt x="1045607" y="1403544"/>
                  </a:lnTo>
                  <a:lnTo>
                    <a:pt x="1046889" y="1450821"/>
                  </a:lnTo>
                  <a:lnTo>
                    <a:pt x="1048171" y="1480521"/>
                  </a:lnTo>
                  <a:lnTo>
                    <a:pt x="1049453" y="1500444"/>
                  </a:lnTo>
                  <a:lnTo>
                    <a:pt x="1050735" y="1414094"/>
                  </a:lnTo>
                  <a:lnTo>
                    <a:pt x="1052016" y="1426208"/>
                  </a:lnTo>
                  <a:lnTo>
                    <a:pt x="1053298" y="1435899"/>
                  </a:lnTo>
                  <a:lnTo>
                    <a:pt x="1054580" y="1485970"/>
                  </a:lnTo>
                  <a:lnTo>
                    <a:pt x="1055862" y="1492430"/>
                  </a:lnTo>
                  <a:lnTo>
                    <a:pt x="1057144" y="1511005"/>
                  </a:lnTo>
                  <a:lnTo>
                    <a:pt x="1058426" y="1545731"/>
                  </a:lnTo>
                  <a:lnTo>
                    <a:pt x="1059707" y="1583688"/>
                  </a:lnTo>
                  <a:lnTo>
                    <a:pt x="1060989" y="1605493"/>
                  </a:lnTo>
                  <a:lnTo>
                    <a:pt x="1062271" y="1620030"/>
                  </a:lnTo>
                  <a:lnTo>
                    <a:pt x="1063553" y="1607916"/>
                  </a:lnTo>
                  <a:lnTo>
                    <a:pt x="1064835" y="1603878"/>
                  </a:lnTo>
                  <a:lnTo>
                    <a:pt x="1066117" y="1603878"/>
                  </a:lnTo>
                  <a:lnTo>
                    <a:pt x="1067399" y="1582073"/>
                  </a:lnTo>
                  <a:lnTo>
                    <a:pt x="1068680" y="1572382"/>
                  </a:lnTo>
                  <a:lnTo>
                    <a:pt x="1069962" y="1607108"/>
                  </a:lnTo>
                  <a:lnTo>
                    <a:pt x="1071244" y="1620030"/>
                  </a:lnTo>
                  <a:lnTo>
                    <a:pt x="1072526" y="1620030"/>
                  </a:lnTo>
                  <a:lnTo>
                    <a:pt x="1073808" y="1599840"/>
                  </a:lnTo>
                  <a:lnTo>
                    <a:pt x="1075090" y="1580458"/>
                  </a:lnTo>
                  <a:lnTo>
                    <a:pt x="1076371" y="1571574"/>
                  </a:lnTo>
                  <a:lnTo>
                    <a:pt x="1077653" y="1548154"/>
                  </a:lnTo>
                  <a:lnTo>
                    <a:pt x="1078935" y="1502121"/>
                  </a:lnTo>
                  <a:lnTo>
                    <a:pt x="1080217" y="1490815"/>
                  </a:lnTo>
                  <a:lnTo>
                    <a:pt x="1081499" y="1490815"/>
                  </a:lnTo>
                  <a:lnTo>
                    <a:pt x="1082781" y="1502929"/>
                  </a:lnTo>
                  <a:lnTo>
                    <a:pt x="1084063" y="1481124"/>
                  </a:lnTo>
                  <a:lnTo>
                    <a:pt x="1085344" y="1447205"/>
                  </a:lnTo>
                  <a:lnTo>
                    <a:pt x="1086626" y="1424593"/>
                  </a:lnTo>
                  <a:lnTo>
                    <a:pt x="1087908" y="1426208"/>
                  </a:lnTo>
                  <a:lnTo>
                    <a:pt x="1089190" y="1483029"/>
                  </a:lnTo>
                  <a:lnTo>
                    <a:pt x="1090472" y="1462337"/>
                  </a:lnTo>
                  <a:lnTo>
                    <a:pt x="1091754" y="1445358"/>
                  </a:lnTo>
                  <a:lnTo>
                    <a:pt x="1093035" y="1427709"/>
                  </a:lnTo>
                  <a:lnTo>
                    <a:pt x="1094317" y="1418884"/>
                  </a:lnTo>
                  <a:lnTo>
                    <a:pt x="1095599" y="1401824"/>
                  </a:lnTo>
                  <a:lnTo>
                    <a:pt x="1096881" y="1401235"/>
                  </a:lnTo>
                  <a:lnTo>
                    <a:pt x="1098163" y="1415355"/>
                  </a:lnTo>
                  <a:lnTo>
                    <a:pt x="1099445" y="1412413"/>
                  </a:lnTo>
                  <a:lnTo>
                    <a:pt x="1100727" y="1469232"/>
                  </a:lnTo>
                  <a:lnTo>
                    <a:pt x="1102008" y="1463965"/>
                  </a:lnTo>
                  <a:lnTo>
                    <a:pt x="1103290" y="1458730"/>
                  </a:lnTo>
                  <a:lnTo>
                    <a:pt x="1104572" y="1465284"/>
                  </a:lnTo>
                  <a:lnTo>
                    <a:pt x="1105854" y="1468093"/>
                  </a:lnTo>
                  <a:lnTo>
                    <a:pt x="1107136" y="1458261"/>
                  </a:lnTo>
                  <a:lnTo>
                    <a:pt x="1108418" y="1458730"/>
                  </a:lnTo>
                  <a:lnTo>
                    <a:pt x="1109699" y="1509717"/>
                  </a:lnTo>
                  <a:lnTo>
                    <a:pt x="1110981" y="1512878"/>
                  </a:lnTo>
                  <a:lnTo>
                    <a:pt x="1112263" y="1523548"/>
                  </a:lnTo>
                  <a:lnTo>
                    <a:pt x="1113545" y="1530266"/>
                  </a:lnTo>
                  <a:lnTo>
                    <a:pt x="1114827" y="1526498"/>
                  </a:lnTo>
                  <a:lnTo>
                    <a:pt x="1116109" y="1510008"/>
                  </a:lnTo>
                  <a:lnTo>
                    <a:pt x="1117390" y="1509606"/>
                  </a:lnTo>
                  <a:lnTo>
                    <a:pt x="1118672" y="1504780"/>
                  </a:lnTo>
                  <a:lnTo>
                    <a:pt x="1119954" y="1510902"/>
                  </a:lnTo>
                  <a:lnTo>
                    <a:pt x="1121236" y="1479330"/>
                  </a:lnTo>
                  <a:lnTo>
                    <a:pt x="1122518" y="1487758"/>
                  </a:lnTo>
                  <a:lnTo>
                    <a:pt x="1123800" y="1491971"/>
                  </a:lnTo>
                  <a:lnTo>
                    <a:pt x="1125082" y="1500867"/>
                  </a:lnTo>
                  <a:lnTo>
                    <a:pt x="1126363" y="1482607"/>
                  </a:lnTo>
                  <a:lnTo>
                    <a:pt x="1127645" y="1463880"/>
                  </a:lnTo>
                  <a:lnTo>
                    <a:pt x="1128927" y="1459666"/>
                  </a:lnTo>
                  <a:lnTo>
                    <a:pt x="1130209" y="1479708"/>
                  </a:lnTo>
                  <a:lnTo>
                    <a:pt x="1131491" y="1492673"/>
                  </a:lnTo>
                  <a:lnTo>
                    <a:pt x="1132773" y="1492790"/>
                  </a:lnTo>
                  <a:lnTo>
                    <a:pt x="1134054" y="1454771"/>
                  </a:lnTo>
                  <a:lnTo>
                    <a:pt x="1135336" y="1487128"/>
                  </a:lnTo>
                  <a:lnTo>
                    <a:pt x="1136618" y="1463596"/>
                  </a:lnTo>
                  <a:lnTo>
                    <a:pt x="1137900" y="1428297"/>
                  </a:lnTo>
                  <a:lnTo>
                    <a:pt x="1139182" y="1409471"/>
                  </a:lnTo>
                  <a:lnTo>
                    <a:pt x="1140464" y="1397117"/>
                  </a:lnTo>
                  <a:lnTo>
                    <a:pt x="1141746" y="1400647"/>
                  </a:lnTo>
                  <a:lnTo>
                    <a:pt x="1143027" y="1411825"/>
                  </a:lnTo>
                  <a:lnTo>
                    <a:pt x="1144309" y="1426532"/>
                  </a:lnTo>
                  <a:lnTo>
                    <a:pt x="1145591" y="1441827"/>
                  </a:lnTo>
                  <a:lnTo>
                    <a:pt x="1146873" y="1439305"/>
                  </a:lnTo>
                  <a:lnTo>
                    <a:pt x="1148155" y="1385463"/>
                  </a:lnTo>
                  <a:lnTo>
                    <a:pt x="1149437" y="1264689"/>
                  </a:lnTo>
                  <a:lnTo>
                    <a:pt x="1150718" y="1253383"/>
                  </a:lnTo>
                  <a:lnTo>
                    <a:pt x="1152000" y="1248537"/>
                  </a:lnTo>
                  <a:lnTo>
                    <a:pt x="1153282" y="1244499"/>
                  </a:lnTo>
                  <a:lnTo>
                    <a:pt x="1154564" y="1213003"/>
                  </a:lnTo>
                  <a:lnTo>
                    <a:pt x="1155846" y="1331416"/>
                  </a:lnTo>
                  <a:lnTo>
                    <a:pt x="1157128" y="1304753"/>
                  </a:lnTo>
                  <a:lnTo>
                    <a:pt x="1158409" y="1251217"/>
                  </a:lnTo>
                  <a:lnTo>
                    <a:pt x="1159691" y="1202976"/>
                  </a:lnTo>
                  <a:lnTo>
                    <a:pt x="1160973" y="1259128"/>
                  </a:lnTo>
                  <a:lnTo>
                    <a:pt x="1162255" y="1314104"/>
                  </a:lnTo>
                  <a:lnTo>
                    <a:pt x="1163537" y="1330393"/>
                  </a:lnTo>
                  <a:lnTo>
                    <a:pt x="1164819" y="1343982"/>
                  </a:lnTo>
                  <a:lnTo>
                    <a:pt x="1166101" y="1364261"/>
                  </a:lnTo>
                  <a:lnTo>
                    <a:pt x="1167382" y="1351221"/>
                  </a:lnTo>
                  <a:lnTo>
                    <a:pt x="1168664" y="1337320"/>
                  </a:lnTo>
                  <a:lnTo>
                    <a:pt x="1169946" y="1328599"/>
                  </a:lnTo>
                  <a:lnTo>
                    <a:pt x="1171228" y="1301385"/>
                  </a:lnTo>
                  <a:lnTo>
                    <a:pt x="1172510" y="1254847"/>
                  </a:lnTo>
                  <a:lnTo>
                    <a:pt x="1173792" y="1240424"/>
                  </a:lnTo>
                  <a:lnTo>
                    <a:pt x="1175073" y="1254847"/>
                  </a:lnTo>
                  <a:lnTo>
                    <a:pt x="1176355" y="1283967"/>
                  </a:lnTo>
                  <a:lnTo>
                    <a:pt x="1177637" y="1311454"/>
                  </a:lnTo>
                  <a:lnTo>
                    <a:pt x="1178919" y="1325878"/>
                  </a:lnTo>
                  <a:lnTo>
                    <a:pt x="1180201" y="1355270"/>
                  </a:lnTo>
                  <a:lnTo>
                    <a:pt x="1181483" y="1331551"/>
                  </a:lnTo>
                  <a:lnTo>
                    <a:pt x="1182765" y="1278570"/>
                  </a:lnTo>
                  <a:lnTo>
                    <a:pt x="1184046" y="1236945"/>
                  </a:lnTo>
                  <a:lnTo>
                    <a:pt x="1185328" y="1233243"/>
                  </a:lnTo>
                  <a:lnTo>
                    <a:pt x="1186610" y="1270605"/>
                  </a:lnTo>
                  <a:lnTo>
                    <a:pt x="1187892" y="1221238"/>
                  </a:lnTo>
                  <a:lnTo>
                    <a:pt x="1189174" y="1160958"/>
                  </a:lnTo>
                  <a:lnTo>
                    <a:pt x="1190456" y="996481"/>
                  </a:lnTo>
                  <a:lnTo>
                    <a:pt x="1191737" y="1018248"/>
                  </a:lnTo>
                  <a:lnTo>
                    <a:pt x="1193019" y="1179798"/>
                  </a:lnTo>
                  <a:lnTo>
                    <a:pt x="1194301" y="1204669"/>
                  </a:lnTo>
                  <a:lnTo>
                    <a:pt x="1195583" y="1202159"/>
                  </a:lnTo>
                  <a:lnTo>
                    <a:pt x="1196865" y="1197478"/>
                  </a:lnTo>
                  <a:lnTo>
                    <a:pt x="1198147" y="1218078"/>
                  </a:lnTo>
                  <a:lnTo>
                    <a:pt x="1199428" y="1211523"/>
                  </a:lnTo>
                  <a:lnTo>
                    <a:pt x="1200710" y="1236155"/>
                  </a:lnTo>
                  <a:lnTo>
                    <a:pt x="1201992" y="1154735"/>
                  </a:lnTo>
                  <a:lnTo>
                    <a:pt x="1203274" y="1205918"/>
                  </a:lnTo>
                  <a:lnTo>
                    <a:pt x="1204556" y="1259454"/>
                  </a:lnTo>
                  <a:lnTo>
                    <a:pt x="1205838" y="1276515"/>
                  </a:lnTo>
                  <a:lnTo>
                    <a:pt x="1207120" y="1295340"/>
                  </a:lnTo>
                  <a:lnTo>
                    <a:pt x="1208401" y="1324167"/>
                  </a:lnTo>
                  <a:lnTo>
                    <a:pt x="1209683" y="1386528"/>
                  </a:lnTo>
                  <a:lnTo>
                    <a:pt x="1210965" y="1457124"/>
                  </a:lnTo>
                  <a:lnTo>
                    <a:pt x="1212247" y="1458889"/>
                  </a:lnTo>
                  <a:lnTo>
                    <a:pt x="1213529" y="1416983"/>
                  </a:lnTo>
                  <a:lnTo>
                    <a:pt x="1214811" y="1394176"/>
                  </a:lnTo>
                  <a:lnTo>
                    <a:pt x="1216092" y="1375350"/>
                  </a:lnTo>
                  <a:lnTo>
                    <a:pt x="1217374" y="1432692"/>
                  </a:lnTo>
                  <a:lnTo>
                    <a:pt x="1218656" y="1451926"/>
                  </a:lnTo>
                  <a:lnTo>
                    <a:pt x="1219938" y="1516040"/>
                  </a:lnTo>
                  <a:lnTo>
                    <a:pt x="1221220" y="1508531"/>
                  </a:lnTo>
                  <a:lnTo>
                    <a:pt x="1222502" y="1507346"/>
                  </a:lnTo>
                  <a:lnTo>
                    <a:pt x="1223784" y="1501562"/>
                  </a:lnTo>
                  <a:lnTo>
                    <a:pt x="1225065" y="1500355"/>
                  </a:lnTo>
                  <a:lnTo>
                    <a:pt x="1226347" y="1506388"/>
                  </a:lnTo>
                  <a:lnTo>
                    <a:pt x="1227629" y="1516041"/>
                  </a:lnTo>
                  <a:lnTo>
                    <a:pt x="1228911" y="1520867"/>
                  </a:lnTo>
                  <a:lnTo>
                    <a:pt x="1230193" y="1522074"/>
                  </a:lnTo>
                  <a:lnTo>
                    <a:pt x="1231475" y="1524734"/>
                  </a:lnTo>
                  <a:lnTo>
                    <a:pt x="1232756" y="1522363"/>
                  </a:lnTo>
                  <a:lnTo>
                    <a:pt x="1234038" y="1484480"/>
                  </a:lnTo>
                  <a:lnTo>
                    <a:pt x="1235320" y="1504612"/>
                  </a:lnTo>
                  <a:lnTo>
                    <a:pt x="1236602" y="1507490"/>
                  </a:lnTo>
                  <a:lnTo>
                    <a:pt x="1237884" y="1493136"/>
                  </a:lnTo>
                  <a:lnTo>
                    <a:pt x="1239166" y="1376875"/>
                  </a:lnTo>
                  <a:lnTo>
                    <a:pt x="1240448" y="1353236"/>
                  </a:lnTo>
                  <a:lnTo>
                    <a:pt x="1241729" y="1313244"/>
                  </a:lnTo>
                  <a:lnTo>
                    <a:pt x="1243011" y="1183930"/>
                  </a:lnTo>
                  <a:lnTo>
                    <a:pt x="1244293" y="1152434"/>
                  </a:lnTo>
                  <a:lnTo>
                    <a:pt x="1245575" y="1233489"/>
                  </a:lnTo>
                  <a:lnTo>
                    <a:pt x="1246857" y="1230800"/>
                  </a:lnTo>
                  <a:lnTo>
                    <a:pt x="1248139" y="1149609"/>
                  </a:lnTo>
                  <a:lnTo>
                    <a:pt x="1249420" y="1114730"/>
                  </a:lnTo>
                  <a:lnTo>
                    <a:pt x="1250702" y="1134733"/>
                  </a:lnTo>
                  <a:lnTo>
                    <a:pt x="1251984" y="1195916"/>
                  </a:lnTo>
                  <a:lnTo>
                    <a:pt x="1253266" y="1227685"/>
                  </a:lnTo>
                  <a:lnTo>
                    <a:pt x="1254548" y="1231215"/>
                  </a:lnTo>
                  <a:lnTo>
                    <a:pt x="1255830" y="1238275"/>
                  </a:lnTo>
                  <a:lnTo>
                    <a:pt x="1257111" y="1247687"/>
                  </a:lnTo>
                  <a:lnTo>
                    <a:pt x="1258393" y="1256512"/>
                  </a:lnTo>
                  <a:lnTo>
                    <a:pt x="1259675" y="1282986"/>
                  </a:lnTo>
                  <a:lnTo>
                    <a:pt x="1260957" y="1281809"/>
                  </a:lnTo>
                  <a:lnTo>
                    <a:pt x="1262239" y="1254159"/>
                  </a:lnTo>
                  <a:lnTo>
                    <a:pt x="1263521" y="1281809"/>
                  </a:lnTo>
                  <a:lnTo>
                    <a:pt x="1264803" y="1322928"/>
                  </a:lnTo>
                  <a:lnTo>
                    <a:pt x="1266084" y="1330203"/>
                  </a:lnTo>
                  <a:lnTo>
                    <a:pt x="1267366" y="1416862"/>
                  </a:lnTo>
                  <a:lnTo>
                    <a:pt x="1268648" y="1382598"/>
                  </a:lnTo>
                  <a:lnTo>
                    <a:pt x="1269930" y="1401172"/>
                  </a:lnTo>
                  <a:lnTo>
                    <a:pt x="1271212" y="1399557"/>
                  </a:lnTo>
                  <a:lnTo>
                    <a:pt x="1272494" y="1389866"/>
                  </a:lnTo>
                  <a:lnTo>
                    <a:pt x="1273775" y="1475565"/>
                  </a:lnTo>
                  <a:lnTo>
                    <a:pt x="1275057" y="1494462"/>
                  </a:lnTo>
                  <a:lnTo>
                    <a:pt x="1276339" y="1511248"/>
                  </a:lnTo>
                  <a:lnTo>
                    <a:pt x="1277621" y="1533604"/>
                  </a:lnTo>
                  <a:lnTo>
                    <a:pt x="1278903" y="1548900"/>
                  </a:lnTo>
                  <a:lnTo>
                    <a:pt x="1280185" y="1585963"/>
                  </a:lnTo>
                  <a:lnTo>
                    <a:pt x="1281467" y="1621850"/>
                  </a:lnTo>
                  <a:lnTo>
                    <a:pt x="1282748" y="1601259"/>
                  </a:lnTo>
                  <a:lnTo>
                    <a:pt x="1284030" y="1591258"/>
                  </a:lnTo>
                  <a:lnTo>
                    <a:pt x="1285312" y="1578904"/>
                  </a:lnTo>
                  <a:lnTo>
                    <a:pt x="1286594" y="1556548"/>
                  </a:lnTo>
                  <a:lnTo>
                    <a:pt x="1287876" y="1553606"/>
                  </a:lnTo>
                  <a:lnTo>
                    <a:pt x="1289158" y="1580294"/>
                  </a:lnTo>
                  <a:lnTo>
                    <a:pt x="1290439" y="1588520"/>
                  </a:lnTo>
                  <a:lnTo>
                    <a:pt x="1291721" y="1566757"/>
                  </a:lnTo>
                  <a:lnTo>
                    <a:pt x="1293003" y="1533419"/>
                  </a:lnTo>
                  <a:lnTo>
                    <a:pt x="1294285" y="1513972"/>
                  </a:lnTo>
                  <a:lnTo>
                    <a:pt x="1295567" y="1435945"/>
                  </a:lnTo>
                  <a:lnTo>
                    <a:pt x="1296849" y="1423003"/>
                  </a:lnTo>
                  <a:lnTo>
                    <a:pt x="1298130" y="1401824"/>
                  </a:lnTo>
                  <a:lnTo>
                    <a:pt x="1299412" y="1394764"/>
                  </a:lnTo>
                  <a:lnTo>
                    <a:pt x="1300694" y="1384763"/>
                  </a:lnTo>
                  <a:lnTo>
                    <a:pt x="1301976" y="1391234"/>
                  </a:lnTo>
                  <a:lnTo>
                    <a:pt x="1303258" y="1365349"/>
                  </a:lnTo>
                  <a:lnTo>
                    <a:pt x="1304540" y="1363584"/>
                  </a:lnTo>
                  <a:lnTo>
                    <a:pt x="1305822" y="1363584"/>
                  </a:lnTo>
                  <a:lnTo>
                    <a:pt x="1307103" y="1333580"/>
                  </a:lnTo>
                  <a:lnTo>
                    <a:pt x="1308385" y="1290200"/>
                  </a:lnTo>
                  <a:lnTo>
                    <a:pt x="1309667" y="1252620"/>
                  </a:lnTo>
                  <a:lnTo>
                    <a:pt x="1310949" y="1245421"/>
                  </a:lnTo>
                  <a:lnTo>
                    <a:pt x="1312231" y="1154049"/>
                  </a:lnTo>
                  <a:lnTo>
                    <a:pt x="1313513" y="1184738"/>
                  </a:lnTo>
                  <a:lnTo>
                    <a:pt x="1314794" y="1183930"/>
                  </a:lnTo>
                  <a:lnTo>
                    <a:pt x="1316076" y="1188775"/>
                  </a:lnTo>
                  <a:lnTo>
                    <a:pt x="1317358" y="1198467"/>
                  </a:lnTo>
                  <a:lnTo>
                    <a:pt x="1318640" y="1201697"/>
                  </a:lnTo>
                  <a:lnTo>
                    <a:pt x="1319922" y="1183122"/>
                  </a:lnTo>
                  <a:lnTo>
                    <a:pt x="1321204" y="1196044"/>
                  </a:lnTo>
                  <a:lnTo>
                    <a:pt x="1322486" y="1257421"/>
                  </a:lnTo>
                  <a:lnTo>
                    <a:pt x="1323767" y="1266304"/>
                  </a:lnTo>
                  <a:lnTo>
                    <a:pt x="1325049" y="1259036"/>
                  </a:lnTo>
                  <a:lnTo>
                    <a:pt x="1326331" y="1255806"/>
                  </a:lnTo>
                  <a:lnTo>
                    <a:pt x="1327613" y="1273573"/>
                  </a:lnTo>
                  <a:lnTo>
                    <a:pt x="1328895" y="1264689"/>
                  </a:lnTo>
                  <a:lnTo>
                    <a:pt x="1330177" y="1270342"/>
                  </a:lnTo>
                  <a:lnTo>
                    <a:pt x="1331458" y="1270342"/>
                  </a:lnTo>
                  <a:lnTo>
                    <a:pt x="1332740" y="1245307"/>
                  </a:lnTo>
                  <a:lnTo>
                    <a:pt x="1334022" y="1235616"/>
                  </a:lnTo>
                  <a:lnTo>
                    <a:pt x="1335304" y="1229155"/>
                  </a:lnTo>
                  <a:lnTo>
                    <a:pt x="1336586" y="1230770"/>
                  </a:lnTo>
                  <a:lnTo>
                    <a:pt x="1337868" y="1195236"/>
                  </a:lnTo>
                  <a:lnTo>
                    <a:pt x="1339150" y="1233193"/>
                  </a:lnTo>
                  <a:lnTo>
                    <a:pt x="1340431" y="1242077"/>
                  </a:lnTo>
                  <a:lnTo>
                    <a:pt x="1341713" y="1232386"/>
                  </a:lnTo>
                  <a:lnTo>
                    <a:pt x="1342995" y="1246922"/>
                  </a:lnTo>
                  <a:lnTo>
                    <a:pt x="1344277" y="1284879"/>
                  </a:lnTo>
                  <a:lnTo>
                    <a:pt x="1345559" y="1322836"/>
                  </a:lnTo>
                  <a:lnTo>
                    <a:pt x="1346841" y="1343833"/>
                  </a:lnTo>
                  <a:lnTo>
                    <a:pt x="1348122" y="1483429"/>
                  </a:lnTo>
                  <a:lnTo>
                    <a:pt x="1349404" y="1478702"/>
                  </a:lnTo>
                  <a:lnTo>
                    <a:pt x="1350686" y="1474953"/>
                  </a:lnTo>
                  <a:lnTo>
                    <a:pt x="1351968" y="1484186"/>
                  </a:lnTo>
                  <a:lnTo>
                    <a:pt x="1353250" y="1462419"/>
                  </a:lnTo>
                  <a:lnTo>
                    <a:pt x="1354532" y="1459478"/>
                  </a:lnTo>
                  <a:lnTo>
                    <a:pt x="1355813" y="1472420"/>
                  </a:lnTo>
                  <a:lnTo>
                    <a:pt x="1357095" y="1486540"/>
                  </a:lnTo>
                  <a:lnTo>
                    <a:pt x="1358377" y="1450065"/>
                  </a:lnTo>
                  <a:lnTo>
                    <a:pt x="1359659" y="1429474"/>
                  </a:lnTo>
                  <a:lnTo>
                    <a:pt x="1360941" y="1400647"/>
                  </a:lnTo>
                  <a:lnTo>
                    <a:pt x="1362223" y="1362407"/>
                  </a:lnTo>
                  <a:lnTo>
                    <a:pt x="1363505" y="1332992"/>
                  </a:lnTo>
                  <a:lnTo>
                    <a:pt x="1364786" y="1288869"/>
                  </a:lnTo>
                  <a:lnTo>
                    <a:pt x="1366068" y="1273573"/>
                  </a:lnTo>
                  <a:lnTo>
                    <a:pt x="1367350" y="1256085"/>
                  </a:lnTo>
                  <a:lnTo>
                    <a:pt x="1368632" y="1285957"/>
                  </a:lnTo>
                  <a:lnTo>
                    <a:pt x="1369914" y="1274308"/>
                  </a:lnTo>
                  <a:lnTo>
                    <a:pt x="1371196" y="1113670"/>
                  </a:lnTo>
                  <a:lnTo>
                    <a:pt x="1372477" y="1150011"/>
                  </a:lnTo>
                  <a:lnTo>
                    <a:pt x="1373759" y="1145166"/>
                  </a:lnTo>
                  <a:lnTo>
                    <a:pt x="1375041" y="1073290"/>
                  </a:lnTo>
                  <a:lnTo>
                    <a:pt x="1376323" y="1048254"/>
                  </a:lnTo>
                  <a:lnTo>
                    <a:pt x="1377605" y="1099940"/>
                  </a:lnTo>
                  <a:lnTo>
                    <a:pt x="1378887" y="1127398"/>
                  </a:lnTo>
                  <a:lnTo>
                    <a:pt x="1380169" y="1158087"/>
                  </a:lnTo>
                  <a:lnTo>
                    <a:pt x="1381450" y="1301080"/>
                  </a:lnTo>
                  <a:lnTo>
                    <a:pt x="1382732" y="1308383"/>
                  </a:lnTo>
                  <a:lnTo>
                    <a:pt x="1384014" y="1329462"/>
                  </a:lnTo>
                  <a:lnTo>
                    <a:pt x="1385296" y="1417788"/>
                  </a:lnTo>
                  <a:lnTo>
                    <a:pt x="1386578" y="1428765"/>
                  </a:lnTo>
                  <a:lnTo>
                    <a:pt x="1387860" y="1428297"/>
                  </a:lnTo>
                  <a:lnTo>
                    <a:pt x="1389141" y="1434852"/>
                  </a:lnTo>
                  <a:lnTo>
                    <a:pt x="1390423" y="1443279"/>
                  </a:lnTo>
                  <a:lnTo>
                    <a:pt x="1391705" y="1438597"/>
                  </a:lnTo>
                  <a:lnTo>
                    <a:pt x="1392987" y="1427829"/>
                  </a:lnTo>
                  <a:lnTo>
                    <a:pt x="1394269" y="1456389"/>
                  </a:lnTo>
                  <a:lnTo>
                    <a:pt x="1395551" y="1473244"/>
                  </a:lnTo>
                  <a:lnTo>
                    <a:pt x="1396832" y="1475116"/>
                  </a:lnTo>
                  <a:lnTo>
                    <a:pt x="1398114" y="1479330"/>
                  </a:lnTo>
                  <a:lnTo>
                    <a:pt x="1399396" y="1489630"/>
                  </a:lnTo>
                  <a:lnTo>
                    <a:pt x="1400678" y="1508879"/>
                  </a:lnTo>
                  <a:lnTo>
                    <a:pt x="1401960" y="1510579"/>
                  </a:lnTo>
                  <a:lnTo>
                    <a:pt x="1403242" y="1461242"/>
                  </a:lnTo>
                  <a:lnTo>
                    <a:pt x="1404524" y="1430588"/>
                  </a:lnTo>
                  <a:lnTo>
                    <a:pt x="1405805" y="1286494"/>
                  </a:lnTo>
                  <a:lnTo>
                    <a:pt x="1407087" y="1279226"/>
                  </a:lnTo>
                  <a:lnTo>
                    <a:pt x="1408369" y="1284071"/>
                  </a:lnTo>
                  <a:lnTo>
                    <a:pt x="1409651" y="1308299"/>
                  </a:lnTo>
                  <a:lnTo>
                    <a:pt x="1410933" y="1322028"/>
                  </a:lnTo>
                  <a:lnTo>
                    <a:pt x="1412215" y="1368869"/>
                  </a:lnTo>
                  <a:lnTo>
                    <a:pt x="1413496" y="1376944"/>
                  </a:lnTo>
                  <a:lnTo>
                    <a:pt x="1414778" y="1367253"/>
                  </a:lnTo>
                  <a:lnTo>
                    <a:pt x="1416060" y="1313145"/>
                  </a:lnTo>
                  <a:lnTo>
                    <a:pt x="1417342" y="1296993"/>
                  </a:lnTo>
                  <a:lnTo>
                    <a:pt x="1418624" y="1263074"/>
                  </a:lnTo>
                  <a:lnTo>
                    <a:pt x="1419906" y="1225925"/>
                  </a:lnTo>
                  <a:lnTo>
                    <a:pt x="1421188" y="1211388"/>
                  </a:lnTo>
                  <a:lnTo>
                    <a:pt x="1422469" y="1217041"/>
                  </a:lnTo>
                  <a:lnTo>
                    <a:pt x="1423751" y="1262266"/>
                  </a:lnTo>
                  <a:lnTo>
                    <a:pt x="1425033" y="1287302"/>
                  </a:lnTo>
                  <a:lnTo>
                    <a:pt x="1426315" y="1409605"/>
                  </a:lnTo>
                  <a:lnTo>
                    <a:pt x="1427597" y="1416391"/>
                  </a:lnTo>
                  <a:lnTo>
                    <a:pt x="1428879" y="1391822"/>
                  </a:lnTo>
                  <a:lnTo>
                    <a:pt x="1430160" y="1363584"/>
                  </a:lnTo>
                  <a:lnTo>
                    <a:pt x="1431442" y="1314166"/>
                  </a:lnTo>
                  <a:lnTo>
                    <a:pt x="1432724" y="1260042"/>
                  </a:lnTo>
                  <a:lnTo>
                    <a:pt x="1434006" y="1244158"/>
                  </a:lnTo>
                  <a:lnTo>
                    <a:pt x="1435288" y="1261219"/>
                  </a:lnTo>
                  <a:lnTo>
                    <a:pt x="1436570" y="1251217"/>
                  </a:lnTo>
                  <a:lnTo>
                    <a:pt x="1437851" y="1251806"/>
                  </a:lnTo>
                  <a:lnTo>
                    <a:pt x="1439133" y="1288281"/>
                  </a:lnTo>
                  <a:lnTo>
                    <a:pt x="1440415" y="1321226"/>
                  </a:lnTo>
                  <a:lnTo>
                    <a:pt x="1441697" y="1413460"/>
                  </a:lnTo>
                  <a:lnTo>
                    <a:pt x="1442979" y="1418588"/>
                  </a:lnTo>
                  <a:lnTo>
                    <a:pt x="1444261" y="1419230"/>
                  </a:lnTo>
                  <a:lnTo>
                    <a:pt x="1445543" y="1347111"/>
                  </a:lnTo>
                  <a:lnTo>
                    <a:pt x="1446824" y="1347175"/>
                  </a:lnTo>
                  <a:lnTo>
                    <a:pt x="1448106" y="1377481"/>
                  </a:lnTo>
                  <a:lnTo>
                    <a:pt x="1449388" y="1415666"/>
                  </a:lnTo>
                  <a:lnTo>
                    <a:pt x="1450670" y="1466580"/>
                  </a:lnTo>
                  <a:lnTo>
                    <a:pt x="1451952" y="1576447"/>
                  </a:lnTo>
                  <a:lnTo>
                    <a:pt x="1453234" y="1598706"/>
                  </a:lnTo>
                  <a:lnTo>
                    <a:pt x="1454515" y="1614170"/>
                  </a:lnTo>
                  <a:lnTo>
                    <a:pt x="1455797" y="1623534"/>
                  </a:lnTo>
                  <a:lnTo>
                    <a:pt x="1457079" y="1630557"/>
                  </a:lnTo>
                  <a:lnTo>
                    <a:pt x="1458361" y="1622129"/>
                  </a:lnTo>
                  <a:lnTo>
                    <a:pt x="1459643" y="1610424"/>
                  </a:lnTo>
                  <a:lnTo>
                    <a:pt x="1460925" y="1613523"/>
                  </a:lnTo>
                  <a:lnTo>
                    <a:pt x="1462207" y="1629266"/>
                  </a:lnTo>
                  <a:lnTo>
                    <a:pt x="1463488" y="1620932"/>
                  </a:lnTo>
                  <a:lnTo>
                    <a:pt x="1464770" y="1617227"/>
                  </a:lnTo>
                  <a:lnTo>
                    <a:pt x="1466052" y="1617227"/>
                  </a:lnTo>
                  <a:lnTo>
                    <a:pt x="1467334" y="1601021"/>
                  </a:lnTo>
                  <a:lnTo>
                    <a:pt x="1468616" y="1579992"/>
                  </a:lnTo>
                  <a:lnTo>
                    <a:pt x="1469898" y="1590333"/>
                  </a:lnTo>
                  <a:lnTo>
                    <a:pt x="1471179" y="1555181"/>
                  </a:lnTo>
                  <a:lnTo>
                    <a:pt x="1472461" y="1553369"/>
                  </a:lnTo>
                  <a:lnTo>
                    <a:pt x="1473743" y="1505954"/>
                  </a:lnTo>
                  <a:lnTo>
                    <a:pt x="1475025" y="1498306"/>
                  </a:lnTo>
                  <a:lnTo>
                    <a:pt x="1476307" y="1487716"/>
                  </a:lnTo>
                  <a:lnTo>
                    <a:pt x="1477589" y="1498306"/>
                  </a:lnTo>
                  <a:lnTo>
                    <a:pt x="1478871" y="1497717"/>
                  </a:lnTo>
                  <a:lnTo>
                    <a:pt x="1480152" y="1488893"/>
                  </a:lnTo>
                  <a:lnTo>
                    <a:pt x="1481434" y="1489481"/>
                  </a:lnTo>
                  <a:lnTo>
                    <a:pt x="1482716" y="1501835"/>
                  </a:lnTo>
                  <a:lnTo>
                    <a:pt x="1483998" y="1506542"/>
                  </a:lnTo>
                  <a:lnTo>
                    <a:pt x="1485280" y="1494776"/>
                  </a:lnTo>
                  <a:lnTo>
                    <a:pt x="1486562" y="1507796"/>
                  </a:lnTo>
                  <a:lnTo>
                    <a:pt x="1487843" y="1520968"/>
                  </a:lnTo>
                  <a:lnTo>
                    <a:pt x="1489125" y="1468202"/>
                  </a:lnTo>
                  <a:lnTo>
                    <a:pt x="1490407" y="1449628"/>
                  </a:lnTo>
                  <a:lnTo>
                    <a:pt x="1491689" y="1441552"/>
                  </a:lnTo>
                  <a:lnTo>
                    <a:pt x="1492971" y="1413286"/>
                  </a:lnTo>
                  <a:lnTo>
                    <a:pt x="1494253" y="1396327"/>
                  </a:lnTo>
                  <a:lnTo>
                    <a:pt x="1495534" y="1411671"/>
                  </a:lnTo>
                  <a:lnTo>
                    <a:pt x="1496816" y="1399557"/>
                  </a:lnTo>
                  <a:lnTo>
                    <a:pt x="1498098" y="1395519"/>
                  </a:lnTo>
                  <a:lnTo>
                    <a:pt x="1499380" y="1398749"/>
                  </a:lnTo>
                  <a:lnTo>
                    <a:pt x="1500662" y="1376944"/>
                  </a:lnTo>
                  <a:lnTo>
                    <a:pt x="1501944" y="1344641"/>
                  </a:lnTo>
                  <a:lnTo>
                    <a:pt x="1503226" y="1317990"/>
                  </a:lnTo>
                  <a:lnTo>
                    <a:pt x="1504507" y="1326066"/>
                  </a:lnTo>
                  <a:lnTo>
                    <a:pt x="1505789" y="1287302"/>
                  </a:lnTo>
                  <a:lnTo>
                    <a:pt x="1507071" y="1275995"/>
                  </a:lnTo>
                  <a:lnTo>
                    <a:pt x="1508353" y="1254998"/>
                  </a:lnTo>
                  <a:lnTo>
                    <a:pt x="1509635" y="1253383"/>
                  </a:lnTo>
                  <a:lnTo>
                    <a:pt x="1510917" y="1265497"/>
                  </a:lnTo>
                  <a:lnTo>
                    <a:pt x="1512198" y="1288109"/>
                  </a:lnTo>
                  <a:lnTo>
                    <a:pt x="1513480" y="1319605"/>
                  </a:lnTo>
                  <a:lnTo>
                    <a:pt x="1514762" y="1331719"/>
                  </a:lnTo>
                  <a:lnTo>
                    <a:pt x="1516044" y="1332527"/>
                  </a:lnTo>
                  <a:lnTo>
                    <a:pt x="1517326" y="1321221"/>
                  </a:lnTo>
                  <a:lnTo>
                    <a:pt x="1518608" y="1330104"/>
                  </a:lnTo>
                  <a:lnTo>
                    <a:pt x="1519890" y="1330104"/>
                  </a:lnTo>
                  <a:lnTo>
                    <a:pt x="1521171" y="1362408"/>
                  </a:lnTo>
                  <a:lnTo>
                    <a:pt x="1522453" y="1382598"/>
                  </a:lnTo>
                  <a:lnTo>
                    <a:pt x="1523735" y="1367253"/>
                  </a:lnTo>
                  <a:lnTo>
                    <a:pt x="1525017" y="1403595"/>
                  </a:lnTo>
                  <a:lnTo>
                    <a:pt x="1526299" y="1422170"/>
                  </a:lnTo>
                  <a:lnTo>
                    <a:pt x="1527581" y="1450435"/>
                  </a:lnTo>
                  <a:lnTo>
                    <a:pt x="1528862" y="1465780"/>
                  </a:lnTo>
                  <a:lnTo>
                    <a:pt x="1530144" y="1474663"/>
                  </a:lnTo>
                  <a:lnTo>
                    <a:pt x="1531426" y="1481124"/>
                  </a:lnTo>
                  <a:lnTo>
                    <a:pt x="1532708" y="1475471"/>
                  </a:lnTo>
                  <a:lnTo>
                    <a:pt x="1533990" y="1441552"/>
                  </a:lnTo>
                  <a:lnTo>
                    <a:pt x="1535272" y="1410863"/>
                  </a:lnTo>
                  <a:lnTo>
                    <a:pt x="1536553" y="1499129"/>
                  </a:lnTo>
                  <a:lnTo>
                    <a:pt x="1537835" y="1513857"/>
                  </a:lnTo>
                  <a:lnTo>
                    <a:pt x="1539117" y="1497492"/>
                  </a:lnTo>
                  <a:lnTo>
                    <a:pt x="1540399" y="1493290"/>
                  </a:lnTo>
                  <a:lnTo>
                    <a:pt x="1541681" y="1489481"/>
                  </a:lnTo>
                  <a:lnTo>
                    <a:pt x="1542963" y="1485951"/>
                  </a:lnTo>
                  <a:lnTo>
                    <a:pt x="1544245" y="1478303"/>
                  </a:lnTo>
                  <a:lnTo>
                    <a:pt x="1545526" y="1471244"/>
                  </a:lnTo>
                  <a:lnTo>
                    <a:pt x="1546808" y="1478892"/>
                  </a:lnTo>
                  <a:lnTo>
                    <a:pt x="1548090" y="1494776"/>
                  </a:lnTo>
                  <a:lnTo>
                    <a:pt x="1549372" y="1490069"/>
                  </a:lnTo>
                  <a:lnTo>
                    <a:pt x="1550654" y="1473009"/>
                  </a:lnTo>
                  <a:lnTo>
                    <a:pt x="1551936" y="1446535"/>
                  </a:lnTo>
                  <a:lnTo>
                    <a:pt x="1553217" y="1444770"/>
                  </a:lnTo>
                  <a:lnTo>
                    <a:pt x="1554499" y="1475950"/>
                  </a:lnTo>
                  <a:lnTo>
                    <a:pt x="1555781" y="1492107"/>
                  </a:lnTo>
                  <a:lnTo>
                    <a:pt x="1557063" y="1497492"/>
                  </a:lnTo>
                  <a:lnTo>
                    <a:pt x="1558345" y="1536284"/>
                  </a:lnTo>
                  <a:lnTo>
                    <a:pt x="1559627" y="1540122"/>
                  </a:lnTo>
                  <a:lnTo>
                    <a:pt x="1560909" y="1488392"/>
                  </a:lnTo>
                  <a:lnTo>
                    <a:pt x="1562190" y="1495661"/>
                  </a:lnTo>
                  <a:lnTo>
                    <a:pt x="1563472" y="1497276"/>
                  </a:lnTo>
                  <a:lnTo>
                    <a:pt x="1564754" y="1506967"/>
                  </a:lnTo>
                  <a:lnTo>
                    <a:pt x="1566036" y="1506967"/>
                  </a:lnTo>
                  <a:lnTo>
                    <a:pt x="1567318" y="1506967"/>
                  </a:lnTo>
                  <a:lnTo>
                    <a:pt x="1568600" y="1513428"/>
                  </a:lnTo>
                  <a:lnTo>
                    <a:pt x="1569881" y="1536848"/>
                  </a:lnTo>
                  <a:lnTo>
                    <a:pt x="1571163" y="1588534"/>
                  </a:lnTo>
                  <a:lnTo>
                    <a:pt x="1572445" y="1633759"/>
                  </a:lnTo>
                  <a:lnTo>
                    <a:pt x="1573727" y="1636182"/>
                  </a:lnTo>
                  <a:lnTo>
                    <a:pt x="1575009" y="1636182"/>
                  </a:lnTo>
                  <a:lnTo>
                    <a:pt x="1576291" y="1636182"/>
                  </a:lnTo>
                  <a:lnTo>
                    <a:pt x="1577572" y="1636182"/>
                  </a:lnTo>
                  <a:lnTo>
                    <a:pt x="1578854" y="1625683"/>
                  </a:lnTo>
                  <a:lnTo>
                    <a:pt x="1580136" y="1599840"/>
                  </a:lnTo>
                  <a:lnTo>
                    <a:pt x="1581418" y="1608724"/>
                  </a:lnTo>
                  <a:lnTo>
                    <a:pt x="1582700" y="1620030"/>
                  </a:lnTo>
                  <a:lnTo>
                    <a:pt x="1583982" y="1620030"/>
                  </a:lnTo>
                  <a:lnTo>
                    <a:pt x="1585264" y="1615992"/>
                  </a:lnTo>
                  <a:lnTo>
                    <a:pt x="1586545" y="1587726"/>
                  </a:lnTo>
                  <a:lnTo>
                    <a:pt x="1587827" y="1587726"/>
                  </a:lnTo>
                  <a:lnTo>
                    <a:pt x="1589109" y="1582881"/>
                  </a:lnTo>
                  <a:lnTo>
                    <a:pt x="1590391" y="1548962"/>
                  </a:lnTo>
                  <a:lnTo>
                    <a:pt x="1591673" y="1570784"/>
                  </a:lnTo>
                  <a:lnTo>
                    <a:pt x="1592955" y="1517494"/>
                  </a:lnTo>
                  <a:lnTo>
                    <a:pt x="1594236" y="1496280"/>
                  </a:lnTo>
                  <a:lnTo>
                    <a:pt x="1595518" y="1470221"/>
                  </a:lnTo>
                  <a:lnTo>
                    <a:pt x="1596800" y="1443593"/>
                  </a:lnTo>
                  <a:lnTo>
                    <a:pt x="1598082" y="1424768"/>
                  </a:lnTo>
                  <a:lnTo>
                    <a:pt x="1599364" y="1404765"/>
                  </a:lnTo>
                  <a:lnTo>
                    <a:pt x="1600646" y="1399470"/>
                  </a:lnTo>
                  <a:lnTo>
                    <a:pt x="1601928" y="1381821"/>
                  </a:lnTo>
                  <a:lnTo>
                    <a:pt x="1603209" y="1321814"/>
                  </a:lnTo>
                  <a:lnTo>
                    <a:pt x="1604491" y="1302400"/>
                  </a:lnTo>
                  <a:lnTo>
                    <a:pt x="1605773" y="1304165"/>
                  </a:lnTo>
                  <a:lnTo>
                    <a:pt x="1607055" y="1284162"/>
                  </a:lnTo>
                  <a:lnTo>
                    <a:pt x="1608337" y="1286516"/>
                  </a:lnTo>
                  <a:lnTo>
                    <a:pt x="1609619" y="1280633"/>
                  </a:lnTo>
                  <a:lnTo>
                    <a:pt x="1610900" y="1243663"/>
                  </a:lnTo>
                  <a:lnTo>
                    <a:pt x="1612182" y="1200494"/>
                  </a:lnTo>
                  <a:lnTo>
                    <a:pt x="1613464" y="1153823"/>
                  </a:lnTo>
                  <a:lnTo>
                    <a:pt x="1614746" y="1113543"/>
                  </a:lnTo>
                  <a:lnTo>
                    <a:pt x="1616028" y="921462"/>
                  </a:lnTo>
                  <a:lnTo>
                    <a:pt x="1617310" y="914194"/>
                  </a:lnTo>
                  <a:lnTo>
                    <a:pt x="1618592" y="1097081"/>
                  </a:lnTo>
                  <a:lnTo>
                    <a:pt x="1619873" y="1210568"/>
                  </a:lnTo>
                  <a:lnTo>
                    <a:pt x="1621155" y="1274191"/>
                  </a:lnTo>
                  <a:lnTo>
                    <a:pt x="1622437" y="1347348"/>
                  </a:lnTo>
                  <a:lnTo>
                    <a:pt x="1623719" y="1301571"/>
                  </a:lnTo>
                  <a:lnTo>
                    <a:pt x="1625001" y="1261180"/>
                  </a:lnTo>
                  <a:lnTo>
                    <a:pt x="1626283" y="1256468"/>
                  </a:lnTo>
                  <a:lnTo>
                    <a:pt x="1627564" y="1251755"/>
                  </a:lnTo>
                  <a:lnTo>
                    <a:pt x="1628846" y="1259160"/>
                  </a:lnTo>
                  <a:lnTo>
                    <a:pt x="1630128" y="1291810"/>
                  </a:lnTo>
                  <a:lnTo>
                    <a:pt x="1631410" y="1341626"/>
                  </a:lnTo>
                  <a:lnTo>
                    <a:pt x="1632692" y="1374275"/>
                  </a:lnTo>
                  <a:lnTo>
                    <a:pt x="1633974" y="1388076"/>
                  </a:lnTo>
                  <a:lnTo>
                    <a:pt x="1635255" y="1367543"/>
                  </a:lnTo>
                  <a:lnTo>
                    <a:pt x="1636537" y="1360475"/>
                  </a:lnTo>
                  <a:lnTo>
                    <a:pt x="1637819" y="1355426"/>
                  </a:lnTo>
                  <a:lnTo>
                    <a:pt x="1639101" y="1321627"/>
                  </a:lnTo>
                  <a:lnTo>
                    <a:pt x="1640383" y="1214332"/>
                  </a:lnTo>
                  <a:lnTo>
                    <a:pt x="1641665" y="1109384"/>
                  </a:lnTo>
                  <a:lnTo>
                    <a:pt x="1642947" y="1171495"/>
                  </a:lnTo>
                  <a:lnTo>
                    <a:pt x="1644228" y="1218272"/>
                  </a:lnTo>
                  <a:lnTo>
                    <a:pt x="1645510" y="1183562"/>
                  </a:lnTo>
                  <a:lnTo>
                    <a:pt x="1646792" y="1161206"/>
                  </a:lnTo>
                  <a:lnTo>
                    <a:pt x="1648074" y="1085903"/>
                  </a:lnTo>
                  <a:lnTo>
                    <a:pt x="1649356" y="1014718"/>
                  </a:lnTo>
                  <a:lnTo>
                    <a:pt x="1650638" y="970007"/>
                  </a:lnTo>
                  <a:lnTo>
                    <a:pt x="1651919" y="939415"/>
                  </a:lnTo>
                  <a:lnTo>
                    <a:pt x="1653201" y="922943"/>
                  </a:lnTo>
                  <a:lnTo>
                    <a:pt x="1654483" y="940004"/>
                  </a:lnTo>
                  <a:lnTo>
                    <a:pt x="1655765" y="981773"/>
                  </a:lnTo>
                  <a:lnTo>
                    <a:pt x="1657047" y="1024131"/>
                  </a:lnTo>
                  <a:lnTo>
                    <a:pt x="1658329" y="1074726"/>
                  </a:lnTo>
                  <a:lnTo>
                    <a:pt x="1659611" y="1250972"/>
                  </a:lnTo>
                  <a:lnTo>
                    <a:pt x="1660892" y="1219223"/>
                  </a:lnTo>
                  <a:lnTo>
                    <a:pt x="1662174" y="1084139"/>
                  </a:lnTo>
                  <a:lnTo>
                    <a:pt x="1663456" y="1101788"/>
                  </a:lnTo>
                  <a:lnTo>
                    <a:pt x="1664738" y="1160030"/>
                  </a:lnTo>
                  <a:lnTo>
                    <a:pt x="1666020" y="1173561"/>
                  </a:lnTo>
                  <a:lnTo>
                    <a:pt x="1667302" y="1254159"/>
                  </a:lnTo>
                  <a:lnTo>
                    <a:pt x="1668583" y="1327697"/>
                  </a:lnTo>
                  <a:lnTo>
                    <a:pt x="1669865" y="1358289"/>
                  </a:lnTo>
                  <a:lnTo>
                    <a:pt x="1671147" y="1346523"/>
                  </a:lnTo>
                  <a:lnTo>
                    <a:pt x="1672429" y="1354759"/>
                  </a:lnTo>
                  <a:lnTo>
                    <a:pt x="1673711" y="1352406"/>
                  </a:lnTo>
                  <a:lnTo>
                    <a:pt x="1674993" y="1330639"/>
                  </a:lnTo>
                  <a:lnTo>
                    <a:pt x="1676274" y="1340051"/>
                  </a:lnTo>
                  <a:lnTo>
                    <a:pt x="1677556" y="1332992"/>
                  </a:lnTo>
                  <a:lnTo>
                    <a:pt x="1678838" y="1327173"/>
                  </a:lnTo>
                  <a:lnTo>
                    <a:pt x="1680120" y="1353842"/>
                  </a:lnTo>
                  <a:lnTo>
                    <a:pt x="1681402" y="1395510"/>
                  </a:lnTo>
                  <a:lnTo>
                    <a:pt x="1682684" y="1394254"/>
                  </a:lnTo>
                  <a:lnTo>
                    <a:pt x="1683966" y="1382936"/>
                  </a:lnTo>
                  <a:lnTo>
                    <a:pt x="1685247" y="1370251"/>
                  </a:lnTo>
                  <a:lnTo>
                    <a:pt x="1686529" y="1365349"/>
                  </a:lnTo>
                  <a:lnTo>
                    <a:pt x="1687811" y="1350641"/>
                  </a:lnTo>
                  <a:lnTo>
                    <a:pt x="1689093" y="1424607"/>
                  </a:lnTo>
                  <a:lnTo>
                    <a:pt x="1690375" y="1457946"/>
                  </a:lnTo>
                  <a:lnTo>
                    <a:pt x="1691657" y="1470434"/>
                  </a:lnTo>
                  <a:lnTo>
                    <a:pt x="1692938" y="1498058"/>
                  </a:lnTo>
                  <a:lnTo>
                    <a:pt x="1694220" y="1505081"/>
                  </a:lnTo>
                  <a:lnTo>
                    <a:pt x="1695502" y="1484480"/>
                  </a:lnTo>
                  <a:lnTo>
                    <a:pt x="1696784" y="1480266"/>
                  </a:lnTo>
                  <a:lnTo>
                    <a:pt x="1698066" y="1465753"/>
                  </a:lnTo>
                  <a:lnTo>
                    <a:pt x="1699348" y="1447025"/>
                  </a:lnTo>
                  <a:lnTo>
                    <a:pt x="1700630" y="1447025"/>
                  </a:lnTo>
                  <a:lnTo>
                    <a:pt x="1701911" y="1457482"/>
                  </a:lnTo>
                  <a:lnTo>
                    <a:pt x="1703193" y="1477856"/>
                  </a:lnTo>
                  <a:lnTo>
                    <a:pt x="1704475" y="1499521"/>
                  </a:lnTo>
                  <a:lnTo>
                    <a:pt x="1705757" y="1459477"/>
                  </a:lnTo>
                  <a:lnTo>
                    <a:pt x="1707039" y="1474185"/>
                  </a:lnTo>
                  <a:lnTo>
                    <a:pt x="1708321" y="1498704"/>
                  </a:lnTo>
                  <a:lnTo>
                    <a:pt x="1709602" y="1494846"/>
                  </a:lnTo>
                  <a:lnTo>
                    <a:pt x="1710884" y="1401980"/>
                  </a:lnTo>
                  <a:lnTo>
                    <a:pt x="1712166" y="1410056"/>
                  </a:lnTo>
                  <a:lnTo>
                    <a:pt x="1713448" y="1409248"/>
                  </a:lnTo>
                  <a:lnTo>
                    <a:pt x="1714730" y="1443167"/>
                  </a:lnTo>
                  <a:lnTo>
                    <a:pt x="1716012" y="1443167"/>
                  </a:lnTo>
                  <a:lnTo>
                    <a:pt x="1717294" y="1460126"/>
                  </a:lnTo>
                  <a:lnTo>
                    <a:pt x="1718575" y="1473048"/>
                  </a:lnTo>
                  <a:lnTo>
                    <a:pt x="1719857" y="1414094"/>
                  </a:lnTo>
                  <a:lnTo>
                    <a:pt x="1721139" y="1467186"/>
                  </a:lnTo>
                  <a:lnTo>
                    <a:pt x="1722421" y="1431827"/>
                  </a:lnTo>
                  <a:lnTo>
                    <a:pt x="1723703" y="1378880"/>
                  </a:lnTo>
                  <a:lnTo>
                    <a:pt x="1724985" y="1326520"/>
                  </a:lnTo>
                  <a:lnTo>
                    <a:pt x="1726266" y="1270631"/>
                  </a:lnTo>
                  <a:lnTo>
                    <a:pt x="1727548" y="1248864"/>
                  </a:lnTo>
                  <a:lnTo>
                    <a:pt x="1728830" y="1233568"/>
                  </a:lnTo>
                  <a:lnTo>
                    <a:pt x="1730112" y="1225332"/>
                  </a:lnTo>
                  <a:lnTo>
                    <a:pt x="1731394" y="1202388"/>
                  </a:lnTo>
                  <a:lnTo>
                    <a:pt x="1732676" y="1158265"/>
                  </a:lnTo>
                  <a:lnTo>
                    <a:pt x="1733957" y="1104141"/>
                  </a:lnTo>
                  <a:lnTo>
                    <a:pt x="1735239" y="1060606"/>
                  </a:lnTo>
                  <a:lnTo>
                    <a:pt x="1736521" y="1029426"/>
                  </a:lnTo>
                  <a:lnTo>
                    <a:pt x="1737803" y="1048840"/>
                  </a:lnTo>
                  <a:lnTo>
                    <a:pt x="1739085" y="1092375"/>
                  </a:lnTo>
                  <a:lnTo>
                    <a:pt x="1740367" y="1127760"/>
                  </a:lnTo>
                  <a:lnTo>
                    <a:pt x="1741649" y="979609"/>
                  </a:lnTo>
                  <a:lnTo>
                    <a:pt x="1742930" y="1052292"/>
                  </a:lnTo>
                  <a:lnTo>
                    <a:pt x="1744212" y="1120130"/>
                  </a:lnTo>
                  <a:lnTo>
                    <a:pt x="1745494" y="1157279"/>
                  </a:lnTo>
                  <a:lnTo>
                    <a:pt x="1746776" y="1126591"/>
                  </a:lnTo>
                  <a:lnTo>
                    <a:pt x="1748058" y="1098325"/>
                  </a:lnTo>
                  <a:lnTo>
                    <a:pt x="1749340" y="1097518"/>
                  </a:lnTo>
                  <a:lnTo>
                    <a:pt x="1750621" y="1141128"/>
                  </a:lnTo>
                  <a:lnTo>
                    <a:pt x="1751903" y="1357479"/>
                  </a:lnTo>
                  <a:lnTo>
                    <a:pt x="1753185" y="1396270"/>
                  </a:lnTo>
                  <a:lnTo>
                    <a:pt x="1754467" y="1457207"/>
                  </a:lnTo>
                  <a:lnTo>
                    <a:pt x="1755749" y="1464772"/>
                  </a:lnTo>
                  <a:lnTo>
                    <a:pt x="1757031" y="1431827"/>
                  </a:lnTo>
                  <a:lnTo>
                    <a:pt x="1758313" y="1462501"/>
                  </a:lnTo>
                  <a:lnTo>
                    <a:pt x="1759594" y="1444981"/>
                  </a:lnTo>
                  <a:lnTo>
                    <a:pt x="1760876" y="1430164"/>
                  </a:lnTo>
                  <a:lnTo>
                    <a:pt x="1762158" y="1394047"/>
                  </a:lnTo>
                  <a:lnTo>
                    <a:pt x="1763440" y="1430682"/>
                  </a:lnTo>
                  <a:lnTo>
                    <a:pt x="1764722" y="1411472"/>
                  </a:lnTo>
                  <a:lnTo>
                    <a:pt x="1766004" y="1424342"/>
                  </a:lnTo>
                  <a:lnTo>
                    <a:pt x="1767285" y="1440028"/>
                  </a:lnTo>
                  <a:lnTo>
                    <a:pt x="1768567" y="1456919"/>
                  </a:lnTo>
                  <a:lnTo>
                    <a:pt x="1769849" y="1452093"/>
                  </a:lnTo>
                  <a:lnTo>
                    <a:pt x="1771131" y="1453997"/>
                  </a:lnTo>
                  <a:lnTo>
                    <a:pt x="1772413" y="1450440"/>
                  </a:lnTo>
                  <a:lnTo>
                    <a:pt x="1773695" y="1403483"/>
                  </a:lnTo>
                  <a:lnTo>
                    <a:pt x="1774976" y="1431106"/>
                  </a:lnTo>
                  <a:lnTo>
                    <a:pt x="1776258" y="1459666"/>
                  </a:lnTo>
                  <a:lnTo>
                    <a:pt x="1777540" y="1492210"/>
                  </a:lnTo>
                  <a:lnTo>
                    <a:pt x="1778822" y="1520917"/>
                  </a:lnTo>
                  <a:lnTo>
                    <a:pt x="1780104" y="1535734"/>
                  </a:lnTo>
                  <a:lnTo>
                    <a:pt x="1781386" y="1519485"/>
                  </a:lnTo>
                  <a:lnTo>
                    <a:pt x="1782668" y="1509773"/>
                  </a:lnTo>
                  <a:lnTo>
                    <a:pt x="1783949" y="1448013"/>
                  </a:lnTo>
                  <a:lnTo>
                    <a:pt x="1785231" y="1457704"/>
                  </a:lnTo>
                  <a:lnTo>
                    <a:pt x="1786513" y="1449628"/>
                  </a:lnTo>
                  <a:lnTo>
                    <a:pt x="1787795" y="1458511"/>
                  </a:lnTo>
                  <a:lnTo>
                    <a:pt x="1789077" y="1473856"/>
                  </a:lnTo>
                  <a:lnTo>
                    <a:pt x="1790359" y="1482739"/>
                  </a:lnTo>
                  <a:lnTo>
                    <a:pt x="1791640" y="1519888"/>
                  </a:lnTo>
                  <a:lnTo>
                    <a:pt x="1792922" y="1523119"/>
                  </a:lnTo>
                  <a:lnTo>
                    <a:pt x="1794204" y="1513428"/>
                  </a:lnTo>
                  <a:lnTo>
                    <a:pt x="1795486" y="1506967"/>
                  </a:lnTo>
                  <a:lnTo>
                    <a:pt x="1796768" y="1506967"/>
                  </a:lnTo>
                  <a:lnTo>
                    <a:pt x="1798050" y="1506967"/>
                  </a:lnTo>
                  <a:lnTo>
                    <a:pt x="1799332" y="1506967"/>
                  </a:lnTo>
                  <a:lnTo>
                    <a:pt x="1800613" y="1506967"/>
                  </a:lnTo>
                  <a:lnTo>
                    <a:pt x="1801895" y="1541693"/>
                  </a:lnTo>
                  <a:lnTo>
                    <a:pt x="1803177" y="1593379"/>
                  </a:lnTo>
                  <a:lnTo>
                    <a:pt x="1804459" y="1618415"/>
                  </a:lnTo>
                  <a:lnTo>
                    <a:pt x="1805741" y="1652334"/>
                  </a:lnTo>
                  <a:lnTo>
                    <a:pt x="1807023" y="1633759"/>
                  </a:lnTo>
                  <a:lnTo>
                    <a:pt x="1808304" y="1614377"/>
                  </a:lnTo>
                  <a:lnTo>
                    <a:pt x="1809586" y="1603878"/>
                  </a:lnTo>
                  <a:lnTo>
                    <a:pt x="1810868" y="1603878"/>
                  </a:lnTo>
                  <a:lnTo>
                    <a:pt x="1812150" y="1603878"/>
                  </a:lnTo>
                  <a:lnTo>
                    <a:pt x="1813432" y="1613569"/>
                  </a:lnTo>
                  <a:lnTo>
                    <a:pt x="1814714" y="1611146"/>
                  </a:lnTo>
                  <a:lnTo>
                    <a:pt x="1815995" y="1580458"/>
                  </a:lnTo>
                  <a:lnTo>
                    <a:pt x="1817277" y="1540886"/>
                  </a:lnTo>
                  <a:lnTo>
                    <a:pt x="1818559" y="1523119"/>
                  </a:lnTo>
                  <a:lnTo>
                    <a:pt x="1819841" y="1559416"/>
                  </a:lnTo>
                  <a:lnTo>
                    <a:pt x="1821123" y="1546588"/>
                  </a:lnTo>
                  <a:lnTo>
                    <a:pt x="1822405" y="1514778"/>
                  </a:lnTo>
                  <a:lnTo>
                    <a:pt x="1823687" y="1542217"/>
                  </a:lnTo>
                  <a:lnTo>
                    <a:pt x="1824968" y="1564647"/>
                  </a:lnTo>
                  <a:lnTo>
                    <a:pt x="1826250" y="1567018"/>
                  </a:lnTo>
                  <a:lnTo>
                    <a:pt x="1827532" y="1563097"/>
                  </a:lnTo>
                  <a:lnTo>
                    <a:pt x="1828814" y="1556662"/>
                  </a:lnTo>
                  <a:lnTo>
                    <a:pt x="1830096" y="1563052"/>
                  </a:lnTo>
                  <a:lnTo>
                    <a:pt x="1831378" y="1541868"/>
                  </a:lnTo>
                  <a:lnTo>
                    <a:pt x="1832659" y="1546274"/>
                  </a:lnTo>
                  <a:lnTo>
                    <a:pt x="1833941" y="1540552"/>
                  </a:lnTo>
                  <a:lnTo>
                    <a:pt x="1835223" y="1552720"/>
                  </a:lnTo>
                  <a:lnTo>
                    <a:pt x="1836505" y="1557067"/>
                  </a:lnTo>
                  <a:lnTo>
                    <a:pt x="1837787" y="1553962"/>
                  </a:lnTo>
                  <a:lnTo>
                    <a:pt x="1839069" y="1556756"/>
                  </a:lnTo>
                  <a:lnTo>
                    <a:pt x="1840351" y="1562966"/>
                  </a:lnTo>
                  <a:lnTo>
                    <a:pt x="1841632" y="1565460"/>
                  </a:lnTo>
                  <a:lnTo>
                    <a:pt x="1842914" y="1568896"/>
                  </a:lnTo>
                  <a:lnTo>
                    <a:pt x="1844196" y="1572183"/>
                  </a:lnTo>
                  <a:lnTo>
                    <a:pt x="1845478" y="1538563"/>
                  </a:lnTo>
                  <a:lnTo>
                    <a:pt x="1846760" y="1548049"/>
                  </a:lnTo>
                  <a:lnTo>
                    <a:pt x="1848042" y="1553582"/>
                  </a:lnTo>
                  <a:lnTo>
                    <a:pt x="1849323" y="1512572"/>
                  </a:lnTo>
                  <a:lnTo>
                    <a:pt x="1850605" y="1519126"/>
                  </a:lnTo>
                  <a:lnTo>
                    <a:pt x="1851887" y="1530292"/>
                  </a:lnTo>
                  <a:lnTo>
                    <a:pt x="1853169" y="1494188"/>
                  </a:lnTo>
                  <a:lnTo>
                    <a:pt x="1854451" y="1510433"/>
                  </a:lnTo>
                  <a:lnTo>
                    <a:pt x="1855733" y="1465780"/>
                  </a:lnTo>
                  <a:lnTo>
                    <a:pt x="1857015" y="1457704"/>
                  </a:lnTo>
                  <a:lnTo>
                    <a:pt x="1858296" y="1429438"/>
                  </a:lnTo>
                  <a:lnTo>
                    <a:pt x="1859578" y="1422170"/>
                  </a:lnTo>
                  <a:lnTo>
                    <a:pt x="1860860" y="1384213"/>
                  </a:lnTo>
                  <a:lnTo>
                    <a:pt x="1862142" y="1377752"/>
                  </a:lnTo>
                  <a:lnTo>
                    <a:pt x="1863424" y="1364023"/>
                  </a:lnTo>
                  <a:lnTo>
                    <a:pt x="1864706" y="1376137"/>
                  </a:lnTo>
                  <a:lnTo>
                    <a:pt x="1865987" y="1361600"/>
                  </a:lnTo>
                  <a:lnTo>
                    <a:pt x="1867269" y="1359178"/>
                  </a:lnTo>
                  <a:lnTo>
                    <a:pt x="1868551" y="1356755"/>
                  </a:lnTo>
                  <a:lnTo>
                    <a:pt x="1869833" y="1378560"/>
                  </a:lnTo>
                  <a:lnTo>
                    <a:pt x="1871115" y="1363215"/>
                  </a:lnTo>
                  <a:lnTo>
                    <a:pt x="1872397" y="1343026"/>
                  </a:lnTo>
                  <a:lnTo>
                    <a:pt x="1873678" y="1306684"/>
                  </a:lnTo>
                  <a:lnTo>
                    <a:pt x="1874960" y="1288109"/>
                  </a:lnTo>
                  <a:lnTo>
                    <a:pt x="1876242" y="1304261"/>
                  </a:lnTo>
                  <a:lnTo>
                    <a:pt x="1877524" y="1309914"/>
                  </a:lnTo>
                  <a:lnTo>
                    <a:pt x="1878806" y="1266304"/>
                  </a:lnTo>
                  <a:lnTo>
                    <a:pt x="1880088" y="1275188"/>
                  </a:lnTo>
                  <a:lnTo>
                    <a:pt x="1881370" y="1264689"/>
                  </a:lnTo>
                  <a:lnTo>
                    <a:pt x="1882651" y="1263882"/>
                  </a:lnTo>
                  <a:lnTo>
                    <a:pt x="1883933" y="1367411"/>
                  </a:lnTo>
                  <a:lnTo>
                    <a:pt x="1885215" y="1358085"/>
                  </a:lnTo>
                  <a:lnTo>
                    <a:pt x="1886497" y="1375938"/>
                  </a:lnTo>
                  <a:lnTo>
                    <a:pt x="1887779" y="1399470"/>
                  </a:lnTo>
                  <a:lnTo>
                    <a:pt x="1889061" y="1396529"/>
                  </a:lnTo>
                  <a:lnTo>
                    <a:pt x="1890342" y="1370055"/>
                  </a:lnTo>
                  <a:lnTo>
                    <a:pt x="1891624" y="1378880"/>
                  </a:lnTo>
                  <a:lnTo>
                    <a:pt x="1892906" y="1405353"/>
                  </a:lnTo>
                  <a:lnTo>
                    <a:pt x="1894188" y="1410648"/>
                  </a:lnTo>
                  <a:lnTo>
                    <a:pt x="1895470" y="1415943"/>
                  </a:lnTo>
                  <a:lnTo>
                    <a:pt x="1896752" y="1418884"/>
                  </a:lnTo>
                  <a:lnTo>
                    <a:pt x="1898034" y="1453006"/>
                  </a:lnTo>
                  <a:lnTo>
                    <a:pt x="1899315" y="1470655"/>
                  </a:lnTo>
                  <a:lnTo>
                    <a:pt x="1900597" y="1483010"/>
                  </a:lnTo>
                  <a:lnTo>
                    <a:pt x="1901879" y="1491834"/>
                  </a:lnTo>
                  <a:lnTo>
                    <a:pt x="1903161" y="1502947"/>
                  </a:lnTo>
                  <a:lnTo>
                    <a:pt x="1904443" y="1533407"/>
                  </a:lnTo>
                  <a:lnTo>
                    <a:pt x="1905725" y="1458511"/>
                  </a:lnTo>
                  <a:lnTo>
                    <a:pt x="1907006" y="1460126"/>
                  </a:lnTo>
                  <a:lnTo>
                    <a:pt x="1908288" y="1451243"/>
                  </a:lnTo>
                  <a:lnTo>
                    <a:pt x="1909570" y="1497276"/>
                  </a:lnTo>
                  <a:lnTo>
                    <a:pt x="1910852" y="1490815"/>
                  </a:lnTo>
                  <a:lnTo>
                    <a:pt x="1912134" y="1469010"/>
                  </a:lnTo>
                  <a:lnTo>
                    <a:pt x="1913416" y="1469818"/>
                  </a:lnTo>
                  <a:lnTo>
                    <a:pt x="1914697" y="1480316"/>
                  </a:lnTo>
                  <a:lnTo>
                    <a:pt x="1915979" y="1514235"/>
                  </a:lnTo>
                  <a:lnTo>
                    <a:pt x="1917261" y="1524734"/>
                  </a:lnTo>
                  <a:lnTo>
                    <a:pt x="1918543" y="1523119"/>
                  </a:lnTo>
                  <a:lnTo>
                    <a:pt x="1919825" y="1523119"/>
                  </a:lnTo>
                  <a:lnTo>
                    <a:pt x="1921107" y="1526349"/>
                  </a:lnTo>
                  <a:lnTo>
                    <a:pt x="1922389" y="1539271"/>
                  </a:lnTo>
                  <a:lnTo>
                    <a:pt x="1923670" y="1530387"/>
                  </a:lnTo>
                  <a:lnTo>
                    <a:pt x="1924952" y="1539271"/>
                  </a:lnTo>
                  <a:lnTo>
                    <a:pt x="1926234" y="1539271"/>
                  </a:lnTo>
                  <a:lnTo>
                    <a:pt x="1927516" y="1565921"/>
                  </a:lnTo>
                  <a:lnTo>
                    <a:pt x="1928798" y="1573189"/>
                  </a:lnTo>
                  <a:lnTo>
                    <a:pt x="1930080" y="1577227"/>
                  </a:lnTo>
                  <a:lnTo>
                    <a:pt x="1931361" y="1614679"/>
                  </a:lnTo>
                  <a:lnTo>
                    <a:pt x="1932643" y="1613261"/>
                  </a:lnTo>
                  <a:lnTo>
                    <a:pt x="1933925" y="1589493"/>
                  </a:lnTo>
                  <a:lnTo>
                    <a:pt x="1935207" y="1577139"/>
                  </a:lnTo>
                  <a:lnTo>
                    <a:pt x="1936489" y="1573021"/>
                  </a:lnTo>
                  <a:lnTo>
                    <a:pt x="1937771" y="1577139"/>
                  </a:lnTo>
                  <a:lnTo>
                    <a:pt x="1939053" y="1570667"/>
                  </a:lnTo>
                  <a:lnTo>
                    <a:pt x="1940334" y="1563019"/>
                  </a:lnTo>
                  <a:lnTo>
                    <a:pt x="1941616" y="1561254"/>
                  </a:lnTo>
                  <a:lnTo>
                    <a:pt x="1942898" y="1554783"/>
                  </a:lnTo>
                  <a:lnTo>
                    <a:pt x="1944180" y="1553606"/>
                  </a:lnTo>
                  <a:lnTo>
                    <a:pt x="1945462" y="1553606"/>
                  </a:lnTo>
                  <a:lnTo>
                    <a:pt x="1946744" y="1545370"/>
                  </a:lnTo>
                  <a:lnTo>
                    <a:pt x="1948025" y="1541840"/>
                  </a:lnTo>
                  <a:lnTo>
                    <a:pt x="1949307" y="1549488"/>
                  </a:lnTo>
                  <a:lnTo>
                    <a:pt x="1950589" y="1568415"/>
                  </a:lnTo>
                  <a:lnTo>
                    <a:pt x="1951871" y="1573863"/>
                  </a:lnTo>
                  <a:lnTo>
                    <a:pt x="1953153" y="1590627"/>
                  </a:lnTo>
                  <a:lnTo>
                    <a:pt x="1954435" y="1599926"/>
                  </a:lnTo>
                  <a:lnTo>
                    <a:pt x="1955716" y="1607731"/>
                  </a:lnTo>
                  <a:lnTo>
                    <a:pt x="1956998" y="1608319"/>
                  </a:lnTo>
                  <a:lnTo>
                    <a:pt x="1958280" y="1597729"/>
                  </a:lnTo>
                  <a:lnTo>
                    <a:pt x="1959562" y="1595376"/>
                  </a:lnTo>
                  <a:lnTo>
                    <a:pt x="1960844" y="1581257"/>
                  </a:lnTo>
                  <a:lnTo>
                    <a:pt x="1962126" y="1585375"/>
                  </a:lnTo>
                  <a:lnTo>
                    <a:pt x="1963408" y="1583610"/>
                  </a:lnTo>
                  <a:lnTo>
                    <a:pt x="1964689" y="1577139"/>
                  </a:lnTo>
                  <a:lnTo>
                    <a:pt x="1965971" y="1585375"/>
                  </a:lnTo>
                  <a:lnTo>
                    <a:pt x="1967253" y="1588905"/>
                  </a:lnTo>
                  <a:lnTo>
                    <a:pt x="1968535" y="1580080"/>
                  </a:lnTo>
                  <a:lnTo>
                    <a:pt x="1969817" y="1523603"/>
                  </a:lnTo>
                  <a:lnTo>
                    <a:pt x="1971099" y="1482421"/>
                  </a:lnTo>
                  <a:lnTo>
                    <a:pt x="1972380" y="1461348"/>
                  </a:lnTo>
                  <a:lnTo>
                    <a:pt x="1973662" y="1435357"/>
                  </a:lnTo>
                  <a:lnTo>
                    <a:pt x="1974944" y="1415208"/>
                  </a:lnTo>
                  <a:lnTo>
                    <a:pt x="1976226" y="1416531"/>
                  </a:lnTo>
                  <a:lnTo>
                    <a:pt x="1977508" y="1494233"/>
                  </a:lnTo>
                  <a:lnTo>
                    <a:pt x="1978790" y="1519528"/>
                  </a:lnTo>
                  <a:lnTo>
                    <a:pt x="1980072" y="1507026"/>
                  </a:lnTo>
                  <a:lnTo>
                    <a:pt x="1981353" y="1491747"/>
                  </a:lnTo>
                  <a:lnTo>
                    <a:pt x="1982635" y="1460134"/>
                  </a:lnTo>
                  <a:lnTo>
                    <a:pt x="1983917" y="1428297"/>
                  </a:lnTo>
                  <a:lnTo>
                    <a:pt x="1985199" y="1394587"/>
                  </a:lnTo>
                  <a:lnTo>
                    <a:pt x="1986481" y="1390841"/>
                  </a:lnTo>
                  <a:lnTo>
                    <a:pt x="1987763" y="1455182"/>
                  </a:lnTo>
                  <a:lnTo>
                    <a:pt x="1989044" y="1482845"/>
                  </a:lnTo>
                  <a:lnTo>
                    <a:pt x="1990326" y="1481659"/>
                  </a:lnTo>
                  <a:lnTo>
                    <a:pt x="1991608" y="1452021"/>
                  </a:lnTo>
                  <a:lnTo>
                    <a:pt x="1992890" y="1432262"/>
                  </a:lnTo>
                  <a:lnTo>
                    <a:pt x="1994172" y="1344490"/>
                  </a:lnTo>
                  <a:lnTo>
                    <a:pt x="1995454" y="1318740"/>
                  </a:lnTo>
                  <a:lnTo>
                    <a:pt x="1996736" y="1289712"/>
                  </a:lnTo>
                  <a:lnTo>
                    <a:pt x="1998017" y="1252724"/>
                  </a:lnTo>
                  <a:lnTo>
                    <a:pt x="1999299" y="1335839"/>
                  </a:lnTo>
                  <a:lnTo>
                    <a:pt x="2000581" y="1335839"/>
                  </a:lnTo>
                  <a:lnTo>
                    <a:pt x="2001863" y="1267238"/>
                  </a:lnTo>
                  <a:lnTo>
                    <a:pt x="2003145" y="1280348"/>
                  </a:lnTo>
                  <a:lnTo>
                    <a:pt x="2004427" y="1292053"/>
                  </a:lnTo>
                  <a:lnTo>
                    <a:pt x="2005708" y="1279880"/>
                  </a:lnTo>
                  <a:lnTo>
                    <a:pt x="2006990" y="1257406"/>
                  </a:lnTo>
                  <a:lnTo>
                    <a:pt x="2008272" y="1339000"/>
                  </a:lnTo>
                  <a:lnTo>
                    <a:pt x="2009554" y="1363897"/>
                  </a:lnTo>
                  <a:lnTo>
                    <a:pt x="2010836" y="1337936"/>
                  </a:lnTo>
                  <a:lnTo>
                    <a:pt x="2012118" y="1389437"/>
                  </a:lnTo>
                  <a:lnTo>
                    <a:pt x="2013399" y="1415188"/>
                  </a:lnTo>
                  <a:lnTo>
                    <a:pt x="2014681" y="1436724"/>
                  </a:lnTo>
                  <a:lnTo>
                    <a:pt x="2015963" y="1461650"/>
                  </a:lnTo>
                  <a:lnTo>
                    <a:pt x="2017245" y="1471373"/>
                  </a:lnTo>
                  <a:lnTo>
                    <a:pt x="2018527" y="1394176"/>
                  </a:lnTo>
                  <a:lnTo>
                    <a:pt x="2019809" y="1381233"/>
                  </a:lnTo>
                  <a:lnTo>
                    <a:pt x="2021091" y="1387116"/>
                  </a:lnTo>
                  <a:lnTo>
                    <a:pt x="2022372" y="1410060"/>
                  </a:lnTo>
                  <a:lnTo>
                    <a:pt x="2023654" y="1437710"/>
                  </a:lnTo>
                  <a:lnTo>
                    <a:pt x="2024936" y="1448396"/>
                  </a:lnTo>
                  <a:lnTo>
                    <a:pt x="2026218" y="1460519"/>
                  </a:lnTo>
                  <a:lnTo>
                    <a:pt x="2027500" y="1433190"/>
                  </a:lnTo>
                  <a:lnTo>
                    <a:pt x="2028782" y="1330104"/>
                  </a:lnTo>
                  <a:lnTo>
                    <a:pt x="2030063" y="1313952"/>
                  </a:lnTo>
                  <a:lnTo>
                    <a:pt x="2031345" y="1259844"/>
                  </a:lnTo>
                  <a:lnTo>
                    <a:pt x="2032627" y="1232386"/>
                  </a:lnTo>
                  <a:lnTo>
                    <a:pt x="2033909" y="1161317"/>
                  </a:lnTo>
                  <a:lnTo>
                    <a:pt x="2035191" y="1289593"/>
                  </a:lnTo>
                  <a:lnTo>
                    <a:pt x="2036473" y="1335933"/>
                  </a:lnTo>
                  <a:lnTo>
                    <a:pt x="2037755" y="1362995"/>
                  </a:lnTo>
                  <a:lnTo>
                    <a:pt x="2039036" y="1407118"/>
                  </a:lnTo>
                  <a:lnTo>
                    <a:pt x="2040318" y="1424768"/>
                  </a:lnTo>
                  <a:lnTo>
                    <a:pt x="2041600" y="1413001"/>
                  </a:lnTo>
                  <a:lnTo>
                    <a:pt x="2042882" y="1375350"/>
                  </a:lnTo>
                  <a:lnTo>
                    <a:pt x="2044164" y="1326520"/>
                  </a:lnTo>
                  <a:lnTo>
                    <a:pt x="2045446" y="1295928"/>
                  </a:lnTo>
                  <a:lnTo>
                    <a:pt x="2046727" y="1292987"/>
                  </a:lnTo>
                  <a:lnTo>
                    <a:pt x="2048009" y="1284751"/>
                  </a:lnTo>
                  <a:lnTo>
                    <a:pt x="2049291" y="1282398"/>
                  </a:lnTo>
                  <a:lnTo>
                    <a:pt x="2050573" y="1294164"/>
                  </a:lnTo>
                  <a:lnTo>
                    <a:pt x="2051855" y="1291222"/>
                  </a:lnTo>
                  <a:lnTo>
                    <a:pt x="2053137" y="1413032"/>
                  </a:lnTo>
                  <a:lnTo>
                    <a:pt x="2054418" y="1373074"/>
                  </a:lnTo>
                  <a:lnTo>
                    <a:pt x="2055700" y="1340799"/>
                  </a:lnTo>
                  <a:lnTo>
                    <a:pt x="2056982" y="1301885"/>
                  </a:lnTo>
                  <a:lnTo>
                    <a:pt x="2058264" y="1262088"/>
                  </a:lnTo>
                  <a:lnTo>
                    <a:pt x="2059546" y="1241956"/>
                  </a:lnTo>
                  <a:lnTo>
                    <a:pt x="2060828" y="1236337"/>
                  </a:lnTo>
                  <a:lnTo>
                    <a:pt x="2062110" y="1242424"/>
                  </a:lnTo>
                  <a:lnTo>
                    <a:pt x="2063391" y="1263493"/>
                  </a:lnTo>
                  <a:lnTo>
                    <a:pt x="2064673" y="1274261"/>
                  </a:lnTo>
                  <a:lnTo>
                    <a:pt x="2065955" y="1263961"/>
                  </a:lnTo>
                  <a:lnTo>
                    <a:pt x="2067237" y="1247106"/>
                  </a:lnTo>
                  <a:lnTo>
                    <a:pt x="2068519" y="1223228"/>
                  </a:lnTo>
                  <a:lnTo>
                    <a:pt x="2069801" y="1225569"/>
                  </a:lnTo>
                  <a:lnTo>
                    <a:pt x="2071082" y="1262088"/>
                  </a:lnTo>
                  <a:lnTo>
                    <a:pt x="2072364" y="1295422"/>
                  </a:lnTo>
                  <a:lnTo>
                    <a:pt x="2073646" y="1321630"/>
                  </a:lnTo>
                  <a:lnTo>
                    <a:pt x="2074928" y="1219410"/>
                  </a:lnTo>
                  <a:lnTo>
                    <a:pt x="2076210" y="1205949"/>
                  </a:lnTo>
                  <a:lnTo>
                    <a:pt x="2077492" y="1248395"/>
                  </a:lnTo>
                  <a:lnTo>
                    <a:pt x="2078774" y="1263572"/>
                  </a:lnTo>
                  <a:lnTo>
                    <a:pt x="2080055" y="1288281"/>
                  </a:lnTo>
                  <a:lnTo>
                    <a:pt x="2081337" y="1318284"/>
                  </a:lnTo>
                  <a:lnTo>
                    <a:pt x="2082619" y="1328285"/>
                  </a:lnTo>
                  <a:lnTo>
                    <a:pt x="2083901" y="1341816"/>
                  </a:lnTo>
                  <a:lnTo>
                    <a:pt x="2085183" y="1351229"/>
                  </a:lnTo>
                  <a:lnTo>
                    <a:pt x="2086465" y="1374173"/>
                  </a:lnTo>
                  <a:lnTo>
                    <a:pt x="2087746" y="1414178"/>
                  </a:lnTo>
                  <a:lnTo>
                    <a:pt x="2089028" y="1409471"/>
                  </a:lnTo>
                  <a:lnTo>
                    <a:pt x="2090310" y="1362995"/>
                  </a:lnTo>
                  <a:lnTo>
                    <a:pt x="2091592" y="1323579"/>
                  </a:lnTo>
                  <a:lnTo>
                    <a:pt x="2092874" y="1315931"/>
                  </a:lnTo>
                  <a:lnTo>
                    <a:pt x="2094156" y="1312020"/>
                  </a:lnTo>
                  <a:lnTo>
                    <a:pt x="2095437" y="1303534"/>
                  </a:lnTo>
                  <a:lnTo>
                    <a:pt x="2096719" y="1272424"/>
                  </a:lnTo>
                  <a:lnTo>
                    <a:pt x="2098001" y="1124976"/>
                  </a:lnTo>
                  <a:lnTo>
                    <a:pt x="2099283" y="1072482"/>
                  </a:lnTo>
                  <a:lnTo>
                    <a:pt x="2100565" y="1024834"/>
                  </a:lnTo>
                  <a:lnTo>
                    <a:pt x="2101847" y="968303"/>
                  </a:lnTo>
                  <a:lnTo>
                    <a:pt x="2103129" y="878660"/>
                  </a:lnTo>
                  <a:lnTo>
                    <a:pt x="2104410" y="919040"/>
                  </a:lnTo>
                  <a:lnTo>
                    <a:pt x="2105692" y="906118"/>
                  </a:lnTo>
                  <a:lnTo>
                    <a:pt x="2106974" y="809207"/>
                  </a:lnTo>
                  <a:lnTo>
                    <a:pt x="2108256" y="797093"/>
                  </a:lnTo>
                  <a:lnTo>
                    <a:pt x="2109538" y="794671"/>
                  </a:lnTo>
                  <a:lnTo>
                    <a:pt x="2110820" y="772866"/>
                  </a:lnTo>
                  <a:lnTo>
                    <a:pt x="2112101" y="706643"/>
                  </a:lnTo>
                  <a:lnTo>
                    <a:pt x="2113383" y="699375"/>
                  </a:lnTo>
                  <a:lnTo>
                    <a:pt x="2114665" y="703412"/>
                  </a:lnTo>
                  <a:lnTo>
                    <a:pt x="2115947" y="667879"/>
                  </a:lnTo>
                  <a:lnTo>
                    <a:pt x="2117229" y="635574"/>
                  </a:lnTo>
                  <a:lnTo>
                    <a:pt x="2118511" y="625884"/>
                  </a:lnTo>
                  <a:lnTo>
                    <a:pt x="2119793" y="875561"/>
                  </a:lnTo>
                  <a:lnTo>
                    <a:pt x="2121074" y="945924"/>
                  </a:lnTo>
                  <a:lnTo>
                    <a:pt x="2122356" y="1037662"/>
                  </a:lnTo>
                  <a:lnTo>
                    <a:pt x="2123638" y="1005894"/>
                  </a:lnTo>
                  <a:lnTo>
                    <a:pt x="2124920" y="1032368"/>
                  </a:lnTo>
                  <a:lnTo>
                    <a:pt x="2126202" y="1117672"/>
                  </a:lnTo>
                  <a:lnTo>
                    <a:pt x="2127484" y="1145911"/>
                  </a:lnTo>
                  <a:lnTo>
                    <a:pt x="2128765" y="1177091"/>
                  </a:lnTo>
                  <a:lnTo>
                    <a:pt x="2130047" y="1323204"/>
                  </a:lnTo>
                  <a:lnTo>
                    <a:pt x="2131329" y="1367655"/>
                  </a:lnTo>
                  <a:lnTo>
                    <a:pt x="2132611" y="1373986"/>
                  </a:lnTo>
                  <a:lnTo>
                    <a:pt x="2133893" y="1398332"/>
                  </a:lnTo>
                  <a:lnTo>
                    <a:pt x="2135175" y="1407696"/>
                  </a:lnTo>
                  <a:lnTo>
                    <a:pt x="2136457" y="1415188"/>
                  </a:lnTo>
                  <a:lnTo>
                    <a:pt x="2137738" y="1430638"/>
                  </a:lnTo>
                  <a:lnTo>
                    <a:pt x="2139020" y="1438961"/>
                  </a:lnTo>
                  <a:lnTo>
                    <a:pt x="2140302" y="1402402"/>
                  </a:lnTo>
                  <a:lnTo>
                    <a:pt x="2141584" y="1235333"/>
                  </a:lnTo>
                  <a:lnTo>
                    <a:pt x="2142866" y="1299033"/>
                  </a:lnTo>
                  <a:lnTo>
                    <a:pt x="2144148" y="1269956"/>
                  </a:lnTo>
                  <a:lnTo>
                    <a:pt x="2145429" y="1242892"/>
                  </a:lnTo>
                  <a:lnTo>
                    <a:pt x="2146711" y="1240083"/>
                  </a:lnTo>
                  <a:lnTo>
                    <a:pt x="2147993" y="1253193"/>
                  </a:lnTo>
                  <a:lnTo>
                    <a:pt x="2149275" y="1281532"/>
                  </a:lnTo>
                  <a:lnTo>
                    <a:pt x="2150557" y="1232685"/>
                  </a:lnTo>
                  <a:lnTo>
                    <a:pt x="2151839" y="1097081"/>
                  </a:lnTo>
                  <a:lnTo>
                    <a:pt x="2153120" y="1097081"/>
                  </a:lnTo>
                  <a:lnTo>
                    <a:pt x="2154402" y="1117084"/>
                  </a:lnTo>
                  <a:lnTo>
                    <a:pt x="2155684" y="1134733"/>
                  </a:lnTo>
                  <a:lnTo>
                    <a:pt x="2156966" y="1155912"/>
                  </a:lnTo>
                  <a:lnTo>
                    <a:pt x="2158248" y="1191210"/>
                  </a:lnTo>
                  <a:lnTo>
                    <a:pt x="2159530" y="1232980"/>
                  </a:lnTo>
                  <a:lnTo>
                    <a:pt x="2160812" y="1334168"/>
                  </a:lnTo>
                  <a:lnTo>
                    <a:pt x="2162093" y="1386572"/>
                  </a:lnTo>
                  <a:lnTo>
                    <a:pt x="2163375" y="1414614"/>
                  </a:lnTo>
                  <a:lnTo>
                    <a:pt x="2164657" y="1289725"/>
                  </a:lnTo>
                  <a:lnTo>
                    <a:pt x="2165939" y="1289725"/>
                  </a:lnTo>
                  <a:lnTo>
                    <a:pt x="2167221" y="1219464"/>
                  </a:lnTo>
                  <a:lnTo>
                    <a:pt x="2168503" y="1180700"/>
                  </a:lnTo>
                  <a:lnTo>
                    <a:pt x="2169784" y="1178277"/>
                  </a:lnTo>
                  <a:lnTo>
                    <a:pt x="2171066" y="1218656"/>
                  </a:lnTo>
                  <a:lnTo>
                    <a:pt x="2172348" y="1240461"/>
                  </a:lnTo>
                  <a:lnTo>
                    <a:pt x="2173630" y="1261459"/>
                  </a:lnTo>
                  <a:lnTo>
                    <a:pt x="2174912" y="1258228"/>
                  </a:lnTo>
                  <a:lnTo>
                    <a:pt x="2176194" y="1213003"/>
                  </a:lnTo>
                  <a:lnTo>
                    <a:pt x="2177476" y="1133859"/>
                  </a:lnTo>
                  <a:lnTo>
                    <a:pt x="2178757" y="1060368"/>
                  </a:lnTo>
                  <a:lnTo>
                    <a:pt x="2180039" y="1011913"/>
                  </a:lnTo>
                  <a:lnTo>
                    <a:pt x="2181321" y="987685"/>
                  </a:lnTo>
                  <a:lnTo>
                    <a:pt x="2182603" y="1001414"/>
                  </a:lnTo>
                  <a:lnTo>
                    <a:pt x="2183885" y="1044216"/>
                  </a:lnTo>
                  <a:lnTo>
                    <a:pt x="2185167" y="1027257"/>
                  </a:lnTo>
                  <a:lnTo>
                    <a:pt x="2186448" y="1044216"/>
                  </a:lnTo>
                  <a:lnTo>
                    <a:pt x="2187730" y="1040986"/>
                  </a:lnTo>
                  <a:lnTo>
                    <a:pt x="2189012" y="1056330"/>
                  </a:lnTo>
                  <a:lnTo>
                    <a:pt x="2190294" y="1068444"/>
                  </a:lnTo>
                  <a:lnTo>
                    <a:pt x="2191576" y="1050677"/>
                  </a:lnTo>
                  <a:lnTo>
                    <a:pt x="2192858" y="1013528"/>
                  </a:lnTo>
                  <a:lnTo>
                    <a:pt x="2194139" y="1020796"/>
                  </a:lnTo>
                  <a:lnTo>
                    <a:pt x="2195421" y="1074097"/>
                  </a:lnTo>
                  <a:lnTo>
                    <a:pt x="2196703" y="1153241"/>
                  </a:lnTo>
                  <a:lnTo>
                    <a:pt x="2197985" y="1213811"/>
                  </a:lnTo>
                  <a:lnTo>
                    <a:pt x="2199267" y="1259036"/>
                  </a:lnTo>
                  <a:lnTo>
                    <a:pt x="2200549" y="1288109"/>
                  </a:lnTo>
                  <a:lnTo>
                    <a:pt x="2201831" y="1313145"/>
                  </a:lnTo>
                  <a:lnTo>
                    <a:pt x="2203112" y="1320413"/>
                  </a:lnTo>
                  <a:lnTo>
                    <a:pt x="2204394" y="1346256"/>
                  </a:lnTo>
                  <a:lnTo>
                    <a:pt x="2205676" y="1372099"/>
                  </a:lnTo>
                  <a:lnTo>
                    <a:pt x="2206958" y="1400365"/>
                  </a:lnTo>
                  <a:lnTo>
                    <a:pt x="2208240" y="1419747"/>
                  </a:lnTo>
                  <a:lnTo>
                    <a:pt x="2209522" y="1403595"/>
                  </a:lnTo>
                  <a:lnTo>
                    <a:pt x="2210803" y="1414094"/>
                  </a:lnTo>
                  <a:lnTo>
                    <a:pt x="2212085" y="1463357"/>
                  </a:lnTo>
                  <a:lnTo>
                    <a:pt x="2213367" y="1432668"/>
                  </a:lnTo>
                  <a:lnTo>
                    <a:pt x="2214649" y="1407633"/>
                  </a:lnTo>
                  <a:lnTo>
                    <a:pt x="2215931" y="1364831"/>
                  </a:lnTo>
                  <a:lnTo>
                    <a:pt x="2217213" y="1315567"/>
                  </a:lnTo>
                  <a:lnTo>
                    <a:pt x="2218495" y="1305876"/>
                  </a:lnTo>
                  <a:lnTo>
                    <a:pt x="2219776" y="1278418"/>
                  </a:lnTo>
                  <a:lnTo>
                    <a:pt x="2221058" y="1242884"/>
                  </a:lnTo>
                  <a:lnTo>
                    <a:pt x="2222340" y="1218656"/>
                  </a:lnTo>
                  <a:lnTo>
                    <a:pt x="2223622" y="1204120"/>
                  </a:lnTo>
                  <a:lnTo>
                    <a:pt x="2224904" y="1202504"/>
                  </a:lnTo>
                  <a:lnTo>
                    <a:pt x="2226186" y="1166970"/>
                  </a:lnTo>
                  <a:lnTo>
                    <a:pt x="2227467" y="1166163"/>
                  </a:lnTo>
                  <a:lnTo>
                    <a:pt x="2228749" y="1093479"/>
                  </a:lnTo>
                  <a:lnTo>
                    <a:pt x="2230031" y="1024027"/>
                  </a:lnTo>
                  <a:lnTo>
                    <a:pt x="2231313" y="986877"/>
                  </a:lnTo>
                  <a:lnTo>
                    <a:pt x="2232595" y="1027257"/>
                  </a:lnTo>
                  <a:lnTo>
                    <a:pt x="2233877" y="1040986"/>
                  </a:lnTo>
                  <a:lnTo>
                    <a:pt x="2235159" y="1080558"/>
                  </a:lnTo>
                  <a:lnTo>
                    <a:pt x="2236440" y="1116092"/>
                  </a:lnTo>
                  <a:lnTo>
                    <a:pt x="2237722" y="1058753"/>
                  </a:lnTo>
                  <a:lnTo>
                    <a:pt x="2239004" y="1073290"/>
                  </a:lnTo>
                  <a:lnTo>
                    <a:pt x="2240286" y="1046639"/>
                  </a:lnTo>
                  <a:lnTo>
                    <a:pt x="2241568" y="995761"/>
                  </a:lnTo>
                  <a:lnTo>
                    <a:pt x="2242850" y="957804"/>
                  </a:lnTo>
                  <a:lnTo>
                    <a:pt x="2244131" y="938422"/>
                  </a:lnTo>
                  <a:lnTo>
                    <a:pt x="2245413" y="889159"/>
                  </a:lnTo>
                  <a:lnTo>
                    <a:pt x="2246695" y="889159"/>
                  </a:lnTo>
                  <a:lnTo>
                    <a:pt x="2247977" y="1157155"/>
                  </a:lnTo>
                  <a:lnTo>
                    <a:pt x="2249259" y="1215041"/>
                  </a:lnTo>
                  <a:lnTo>
                    <a:pt x="2250541" y="1187159"/>
                  </a:lnTo>
                  <a:lnTo>
                    <a:pt x="2251822" y="1132609"/>
                  </a:lnTo>
                  <a:lnTo>
                    <a:pt x="2253104" y="1138263"/>
                  </a:lnTo>
                  <a:lnTo>
                    <a:pt x="2254386" y="1109436"/>
                  </a:lnTo>
                  <a:lnTo>
                    <a:pt x="2255668" y="1108259"/>
                  </a:lnTo>
                  <a:lnTo>
                    <a:pt x="2256950" y="1158265"/>
                  </a:lnTo>
                  <a:lnTo>
                    <a:pt x="2258232" y="1177091"/>
                  </a:lnTo>
                  <a:lnTo>
                    <a:pt x="2259514" y="1222390"/>
                  </a:lnTo>
                  <a:lnTo>
                    <a:pt x="2260795" y="1281809"/>
                  </a:lnTo>
                  <a:lnTo>
                    <a:pt x="2262077" y="1315931"/>
                  </a:lnTo>
                  <a:lnTo>
                    <a:pt x="2263359" y="1337698"/>
                  </a:lnTo>
                  <a:lnTo>
                    <a:pt x="2264641" y="1381233"/>
                  </a:lnTo>
                  <a:lnTo>
                    <a:pt x="2265923" y="1376526"/>
                  </a:lnTo>
                  <a:lnTo>
                    <a:pt x="2267205" y="1344815"/>
                  </a:lnTo>
                  <a:lnTo>
                    <a:pt x="2268486" y="1305959"/>
                  </a:lnTo>
                  <a:lnTo>
                    <a:pt x="2269768" y="1341114"/>
                  </a:lnTo>
                  <a:lnTo>
                    <a:pt x="2271050" y="1383542"/>
                  </a:lnTo>
                  <a:lnTo>
                    <a:pt x="2272332" y="1276803"/>
                  </a:lnTo>
                  <a:lnTo>
                    <a:pt x="2273614" y="1300223"/>
                  </a:lnTo>
                  <a:lnTo>
                    <a:pt x="2274896" y="1379811"/>
                  </a:lnTo>
                  <a:lnTo>
                    <a:pt x="2276178" y="1344144"/>
                  </a:lnTo>
                  <a:lnTo>
                    <a:pt x="2277459" y="1311689"/>
                  </a:lnTo>
                  <a:lnTo>
                    <a:pt x="2278741" y="1244746"/>
                  </a:lnTo>
                  <a:lnTo>
                    <a:pt x="2280023" y="1201800"/>
                  </a:lnTo>
                  <a:lnTo>
                    <a:pt x="2281305" y="1182386"/>
                  </a:lnTo>
                  <a:lnTo>
                    <a:pt x="2282587" y="1145322"/>
                  </a:lnTo>
                  <a:lnTo>
                    <a:pt x="2283869" y="1140028"/>
                  </a:lnTo>
                  <a:lnTo>
                    <a:pt x="2285150" y="1164737"/>
                  </a:lnTo>
                  <a:lnTo>
                    <a:pt x="2286432" y="1214154"/>
                  </a:lnTo>
                  <a:lnTo>
                    <a:pt x="2287714" y="1251217"/>
                  </a:lnTo>
                  <a:lnTo>
                    <a:pt x="2288996" y="1270043"/>
                  </a:lnTo>
                  <a:lnTo>
                    <a:pt x="2290278" y="1254159"/>
                  </a:lnTo>
                  <a:lnTo>
                    <a:pt x="2291560" y="1211212"/>
                  </a:lnTo>
                  <a:lnTo>
                    <a:pt x="2292841" y="1296348"/>
                  </a:lnTo>
                  <a:lnTo>
                    <a:pt x="2294123" y="1300053"/>
                  </a:lnTo>
                  <a:lnTo>
                    <a:pt x="2295405" y="1318574"/>
                  </a:lnTo>
                  <a:lnTo>
                    <a:pt x="2296687" y="1332207"/>
                  </a:lnTo>
                  <a:lnTo>
                    <a:pt x="2297969" y="1297693"/>
                  </a:lnTo>
                  <a:lnTo>
                    <a:pt x="2299251" y="1341228"/>
                  </a:lnTo>
                  <a:lnTo>
                    <a:pt x="2300533" y="1357701"/>
                  </a:lnTo>
                  <a:lnTo>
                    <a:pt x="2301814" y="1371820"/>
                  </a:lnTo>
                  <a:lnTo>
                    <a:pt x="2303096" y="1386528"/>
                  </a:lnTo>
                  <a:lnTo>
                    <a:pt x="2304378" y="1374762"/>
                  </a:lnTo>
                  <a:lnTo>
                    <a:pt x="2305660" y="1361819"/>
                  </a:lnTo>
                  <a:lnTo>
                    <a:pt x="2306942" y="1352406"/>
                  </a:lnTo>
                  <a:lnTo>
                    <a:pt x="2308224" y="1356524"/>
                  </a:lnTo>
                  <a:lnTo>
                    <a:pt x="2309505" y="1374762"/>
                  </a:lnTo>
                  <a:lnTo>
                    <a:pt x="2310787" y="1378880"/>
                  </a:lnTo>
                  <a:lnTo>
                    <a:pt x="2312069" y="1382330"/>
                  </a:lnTo>
                  <a:lnTo>
                    <a:pt x="2313351" y="1270342"/>
                  </a:lnTo>
                  <a:lnTo>
                    <a:pt x="2314633" y="1264689"/>
                  </a:lnTo>
                  <a:lnTo>
                    <a:pt x="2315915" y="1224310"/>
                  </a:lnTo>
                  <a:lnTo>
                    <a:pt x="2317197" y="1150819"/>
                  </a:lnTo>
                  <a:lnTo>
                    <a:pt x="2318478" y="1095095"/>
                  </a:lnTo>
                  <a:lnTo>
                    <a:pt x="2319760" y="1070867"/>
                  </a:lnTo>
                  <a:lnTo>
                    <a:pt x="2321042" y="1064406"/>
                  </a:lnTo>
                  <a:lnTo>
                    <a:pt x="2322324" y="1023219"/>
                  </a:lnTo>
                  <a:lnTo>
                    <a:pt x="2323606" y="944883"/>
                  </a:lnTo>
                  <a:lnTo>
                    <a:pt x="2324888" y="864931"/>
                  </a:lnTo>
                  <a:lnTo>
                    <a:pt x="2326169" y="864123"/>
                  </a:lnTo>
                  <a:lnTo>
                    <a:pt x="2327451" y="829397"/>
                  </a:lnTo>
                  <a:lnTo>
                    <a:pt x="2328733" y="763175"/>
                  </a:lnTo>
                  <a:lnTo>
                    <a:pt x="2330015" y="787402"/>
                  </a:lnTo>
                  <a:lnTo>
                    <a:pt x="2331297" y="807592"/>
                  </a:lnTo>
                  <a:lnTo>
                    <a:pt x="2332579" y="751868"/>
                  </a:lnTo>
                  <a:lnTo>
                    <a:pt x="2333860" y="719564"/>
                  </a:lnTo>
                  <a:lnTo>
                    <a:pt x="2335142" y="704220"/>
                  </a:lnTo>
                  <a:lnTo>
                    <a:pt x="2336424" y="702605"/>
                  </a:lnTo>
                  <a:lnTo>
                    <a:pt x="2337706" y="722795"/>
                  </a:lnTo>
                  <a:lnTo>
                    <a:pt x="2338988" y="698567"/>
                  </a:lnTo>
                  <a:lnTo>
                    <a:pt x="2340270" y="689684"/>
                  </a:lnTo>
                  <a:lnTo>
                    <a:pt x="2341552" y="736524"/>
                  </a:lnTo>
                  <a:lnTo>
                    <a:pt x="2342833" y="759944"/>
                  </a:lnTo>
                  <a:lnTo>
                    <a:pt x="2344115" y="845549"/>
                  </a:lnTo>
                  <a:lnTo>
                    <a:pt x="2345397" y="860893"/>
                  </a:lnTo>
                  <a:lnTo>
                    <a:pt x="2346679" y="874622"/>
                  </a:lnTo>
                  <a:lnTo>
                    <a:pt x="2347961" y="1117106"/>
                  </a:lnTo>
                  <a:lnTo>
                    <a:pt x="2349243" y="1131396"/>
                  </a:lnTo>
                  <a:lnTo>
                    <a:pt x="2350524" y="1099434"/>
                  </a:lnTo>
                  <a:lnTo>
                    <a:pt x="2351806" y="1130615"/>
                  </a:lnTo>
                  <a:lnTo>
                    <a:pt x="2353088" y="1176502"/>
                  </a:lnTo>
                  <a:lnTo>
                    <a:pt x="2354370" y="1182974"/>
                  </a:lnTo>
                  <a:lnTo>
                    <a:pt x="2355652" y="1208271"/>
                  </a:lnTo>
                  <a:lnTo>
                    <a:pt x="2356934" y="1263936"/>
                  </a:lnTo>
                  <a:lnTo>
                    <a:pt x="2358216" y="1237274"/>
                  </a:lnTo>
                  <a:lnTo>
                    <a:pt x="2359497" y="1298297"/>
                  </a:lnTo>
                  <a:lnTo>
                    <a:pt x="2360779" y="1265881"/>
                  </a:lnTo>
                  <a:lnTo>
                    <a:pt x="2362061" y="1275533"/>
                  </a:lnTo>
                  <a:lnTo>
                    <a:pt x="2363343" y="1255424"/>
                  </a:lnTo>
                  <a:lnTo>
                    <a:pt x="2364625" y="1226064"/>
                  </a:lnTo>
                  <a:lnTo>
                    <a:pt x="2365907" y="1217216"/>
                  </a:lnTo>
                  <a:lnTo>
                    <a:pt x="2367188" y="1231117"/>
                  </a:lnTo>
                  <a:lnTo>
                    <a:pt x="2368470" y="1178606"/>
                  </a:lnTo>
                  <a:lnTo>
                    <a:pt x="2369752" y="1173378"/>
                  </a:lnTo>
                  <a:lnTo>
                    <a:pt x="2371034" y="1123507"/>
                  </a:lnTo>
                  <a:lnTo>
                    <a:pt x="2372316" y="1092538"/>
                  </a:lnTo>
                  <a:lnTo>
                    <a:pt x="2373598" y="1096560"/>
                  </a:lnTo>
                  <a:lnTo>
                    <a:pt x="2374880" y="1110637"/>
                  </a:lnTo>
                  <a:lnTo>
                    <a:pt x="2376161" y="1166703"/>
                  </a:lnTo>
                  <a:lnTo>
                    <a:pt x="2377443" y="1122566"/>
                  </a:lnTo>
                  <a:lnTo>
                    <a:pt x="2378725" y="1145182"/>
                  </a:lnTo>
                  <a:lnTo>
                    <a:pt x="2380007" y="1020013"/>
                  </a:lnTo>
                  <a:lnTo>
                    <a:pt x="2381289" y="997069"/>
                  </a:lnTo>
                  <a:lnTo>
                    <a:pt x="2382571" y="982950"/>
                  </a:lnTo>
                  <a:lnTo>
                    <a:pt x="2383852" y="1034133"/>
                  </a:lnTo>
                  <a:lnTo>
                    <a:pt x="2385134" y="1054135"/>
                  </a:lnTo>
                  <a:lnTo>
                    <a:pt x="2386416" y="1062960"/>
                  </a:lnTo>
                  <a:lnTo>
                    <a:pt x="2387698" y="1134427"/>
                  </a:lnTo>
                  <a:lnTo>
                    <a:pt x="2388980" y="962650"/>
                  </a:lnTo>
                  <a:lnTo>
                    <a:pt x="2390262" y="1062791"/>
                  </a:lnTo>
                  <a:lnTo>
                    <a:pt x="2391543" y="1061983"/>
                  </a:lnTo>
                  <a:lnTo>
                    <a:pt x="2392825" y="982032"/>
                  </a:lnTo>
                  <a:lnTo>
                    <a:pt x="2394107" y="927923"/>
                  </a:lnTo>
                  <a:lnTo>
                    <a:pt x="2395389" y="899657"/>
                  </a:lnTo>
                  <a:lnTo>
                    <a:pt x="2396671" y="827782"/>
                  </a:lnTo>
                  <a:lnTo>
                    <a:pt x="2397953" y="799516"/>
                  </a:lnTo>
                  <a:lnTo>
                    <a:pt x="2399235" y="1027622"/>
                  </a:lnTo>
                  <a:lnTo>
                    <a:pt x="2400516" y="1101103"/>
                  </a:lnTo>
                  <a:lnTo>
                    <a:pt x="2401798" y="1213934"/>
                  </a:lnTo>
                  <a:lnTo>
                    <a:pt x="2403080" y="1175035"/>
                  </a:lnTo>
                  <a:lnTo>
                    <a:pt x="2404362" y="1144103"/>
                  </a:lnTo>
                  <a:lnTo>
                    <a:pt x="2405644" y="1123503"/>
                  </a:lnTo>
                  <a:lnTo>
                    <a:pt x="2406926" y="1064979"/>
                  </a:lnTo>
                  <a:lnTo>
                    <a:pt x="2408207" y="1087452"/>
                  </a:lnTo>
                  <a:lnTo>
                    <a:pt x="2409489" y="1079493"/>
                  </a:lnTo>
                  <a:lnTo>
                    <a:pt x="2410771" y="1117416"/>
                  </a:lnTo>
                  <a:lnTo>
                    <a:pt x="2412053" y="1173131"/>
                  </a:lnTo>
                  <a:lnTo>
                    <a:pt x="2413335" y="1213864"/>
                  </a:lnTo>
                  <a:lnTo>
                    <a:pt x="2414617" y="1206373"/>
                  </a:lnTo>
                  <a:lnTo>
                    <a:pt x="2415899" y="1248042"/>
                  </a:lnTo>
                  <a:lnTo>
                    <a:pt x="2417180" y="1265834"/>
                  </a:lnTo>
                  <a:lnTo>
                    <a:pt x="2418462" y="1270419"/>
                  </a:lnTo>
                  <a:lnTo>
                    <a:pt x="2419744" y="1242300"/>
                  </a:lnTo>
                  <a:lnTo>
                    <a:pt x="2421026" y="1174431"/>
                  </a:lnTo>
                  <a:lnTo>
                    <a:pt x="2422308" y="1230349"/>
                  </a:lnTo>
                  <a:lnTo>
                    <a:pt x="2423590" y="1115285"/>
                  </a:lnTo>
                  <a:lnTo>
                    <a:pt x="2424871" y="1145973"/>
                  </a:lnTo>
                  <a:lnTo>
                    <a:pt x="2426153" y="1213811"/>
                  </a:lnTo>
                  <a:lnTo>
                    <a:pt x="2427435" y="1214618"/>
                  </a:lnTo>
                  <a:lnTo>
                    <a:pt x="2428717" y="1230770"/>
                  </a:lnTo>
                  <a:lnTo>
                    <a:pt x="2429999" y="1192006"/>
                  </a:lnTo>
                  <a:lnTo>
                    <a:pt x="2431281" y="1216234"/>
                  </a:lnTo>
                  <a:lnTo>
                    <a:pt x="2432562" y="1213003"/>
                  </a:lnTo>
                  <a:lnTo>
                    <a:pt x="2433844" y="1230770"/>
                  </a:lnTo>
                  <a:lnTo>
                    <a:pt x="2435126" y="1214619"/>
                  </a:lnTo>
                  <a:lnTo>
                    <a:pt x="2436408" y="1196044"/>
                  </a:lnTo>
                  <a:lnTo>
                    <a:pt x="2437690" y="1159702"/>
                  </a:lnTo>
                  <a:lnTo>
                    <a:pt x="2438972" y="1155664"/>
                  </a:lnTo>
                  <a:lnTo>
                    <a:pt x="2440254" y="1261749"/>
                  </a:lnTo>
                  <a:lnTo>
                    <a:pt x="2441535" y="1247804"/>
                  </a:lnTo>
                  <a:lnTo>
                    <a:pt x="2442817" y="1292783"/>
                  </a:lnTo>
                  <a:lnTo>
                    <a:pt x="2444099" y="1271345"/>
                  </a:lnTo>
                  <a:lnTo>
                    <a:pt x="2445381" y="1241956"/>
                  </a:lnTo>
                  <a:lnTo>
                    <a:pt x="2446663" y="1205905"/>
                  </a:lnTo>
                  <a:lnTo>
                    <a:pt x="2447945" y="1182963"/>
                  </a:lnTo>
                  <a:lnTo>
                    <a:pt x="2449226" y="1142699"/>
                  </a:lnTo>
                  <a:lnTo>
                    <a:pt x="2450508" y="1107584"/>
                  </a:lnTo>
                  <a:lnTo>
                    <a:pt x="2451790" y="1080429"/>
                  </a:lnTo>
                  <a:lnTo>
                    <a:pt x="2453072" y="1046251"/>
                  </a:lnTo>
                  <a:lnTo>
                    <a:pt x="2454354" y="1016286"/>
                  </a:lnTo>
                  <a:lnTo>
                    <a:pt x="2455636" y="1011605"/>
                  </a:lnTo>
                  <a:lnTo>
                    <a:pt x="2456918" y="997559"/>
                  </a:lnTo>
                  <a:lnTo>
                    <a:pt x="2458199" y="1004114"/>
                  </a:lnTo>
                  <a:lnTo>
                    <a:pt x="2459481" y="983513"/>
                  </a:lnTo>
                  <a:lnTo>
                    <a:pt x="2460763" y="988435"/>
                  </a:lnTo>
                  <a:lnTo>
                    <a:pt x="2462045" y="1019457"/>
                  </a:lnTo>
                  <a:lnTo>
                    <a:pt x="2463327" y="1023162"/>
                  </a:lnTo>
                  <a:lnTo>
                    <a:pt x="2464609" y="1024551"/>
                  </a:lnTo>
                  <a:lnTo>
                    <a:pt x="2465890" y="1129952"/>
                  </a:lnTo>
                  <a:lnTo>
                    <a:pt x="2467172" y="1128766"/>
                  </a:lnTo>
                  <a:lnTo>
                    <a:pt x="2468454" y="1122703"/>
                  </a:lnTo>
                  <a:lnTo>
                    <a:pt x="2469736" y="1098571"/>
                  </a:lnTo>
                  <a:lnTo>
                    <a:pt x="2471018" y="1119485"/>
                  </a:lnTo>
                  <a:lnTo>
                    <a:pt x="2472300" y="1171367"/>
                  </a:lnTo>
                  <a:lnTo>
                    <a:pt x="2473581" y="1203944"/>
                  </a:lnTo>
                  <a:lnTo>
                    <a:pt x="2474863" y="1231293"/>
                  </a:lnTo>
                  <a:lnTo>
                    <a:pt x="2476145" y="1247380"/>
                  </a:lnTo>
                  <a:lnTo>
                    <a:pt x="2477427" y="1236521"/>
                  </a:lnTo>
                  <a:lnTo>
                    <a:pt x="2478709" y="1226375"/>
                  </a:lnTo>
                  <a:lnTo>
                    <a:pt x="2479991" y="1212544"/>
                  </a:lnTo>
                  <a:lnTo>
                    <a:pt x="2481273" y="1098220"/>
                  </a:lnTo>
                  <a:lnTo>
                    <a:pt x="2482554" y="1125028"/>
                  </a:lnTo>
                  <a:lnTo>
                    <a:pt x="2483836" y="1127873"/>
                  </a:lnTo>
                  <a:lnTo>
                    <a:pt x="2485118" y="995020"/>
                  </a:lnTo>
                  <a:lnTo>
                    <a:pt x="2486400" y="1055026"/>
                  </a:lnTo>
                  <a:lnTo>
                    <a:pt x="2487682" y="1113543"/>
                  </a:lnTo>
                  <a:lnTo>
                    <a:pt x="2488964" y="1009490"/>
                  </a:lnTo>
                  <a:lnTo>
                    <a:pt x="2490245" y="919040"/>
                  </a:lnTo>
                  <a:lnTo>
                    <a:pt x="2491527" y="811630"/>
                  </a:lnTo>
                  <a:lnTo>
                    <a:pt x="2492809" y="752675"/>
                  </a:lnTo>
                  <a:lnTo>
                    <a:pt x="2494091" y="714719"/>
                  </a:lnTo>
                  <a:lnTo>
                    <a:pt x="2495373" y="760751"/>
                  </a:lnTo>
                  <a:lnTo>
                    <a:pt x="2496655" y="780134"/>
                  </a:lnTo>
                  <a:lnTo>
                    <a:pt x="2497937" y="864123"/>
                  </a:lnTo>
                  <a:lnTo>
                    <a:pt x="2499218" y="956997"/>
                  </a:lnTo>
                  <a:lnTo>
                    <a:pt x="2500500" y="1001414"/>
                  </a:lnTo>
                  <a:lnTo>
                    <a:pt x="2501782" y="970726"/>
                  </a:lnTo>
                  <a:lnTo>
                    <a:pt x="2503064" y="902888"/>
                  </a:lnTo>
                  <a:lnTo>
                    <a:pt x="2504346" y="885121"/>
                  </a:lnTo>
                  <a:lnTo>
                    <a:pt x="2505628" y="846356"/>
                  </a:lnTo>
                  <a:lnTo>
                    <a:pt x="2506909" y="827782"/>
                  </a:lnTo>
                  <a:lnTo>
                    <a:pt x="2508191" y="788210"/>
                  </a:lnTo>
                  <a:lnTo>
                    <a:pt x="2509473" y="843933"/>
                  </a:lnTo>
                  <a:lnTo>
                    <a:pt x="2510755" y="858470"/>
                  </a:lnTo>
                  <a:lnTo>
                    <a:pt x="2512037" y="814860"/>
                  </a:lnTo>
                  <a:lnTo>
                    <a:pt x="2513319" y="735716"/>
                  </a:lnTo>
                  <a:lnTo>
                    <a:pt x="2514601" y="1111600"/>
                  </a:lnTo>
                  <a:lnTo>
                    <a:pt x="2515882" y="1370747"/>
                  </a:lnTo>
                  <a:lnTo>
                    <a:pt x="2517164" y="1439669"/>
                  </a:lnTo>
                  <a:lnTo>
                    <a:pt x="2518446" y="1429949"/>
                  </a:lnTo>
                  <a:lnTo>
                    <a:pt x="2519728" y="1405513"/>
                  </a:lnTo>
                  <a:lnTo>
                    <a:pt x="2521010" y="1408227"/>
                  </a:lnTo>
                  <a:lnTo>
                    <a:pt x="2522292" y="1398795"/>
                  </a:lnTo>
                  <a:lnTo>
                    <a:pt x="2523573" y="1377434"/>
                  </a:lnTo>
                  <a:lnTo>
                    <a:pt x="2524855" y="1374861"/>
                  </a:lnTo>
                  <a:lnTo>
                    <a:pt x="2526137" y="1356623"/>
                  </a:lnTo>
                  <a:lnTo>
                    <a:pt x="2527419" y="1349222"/>
                  </a:lnTo>
                  <a:lnTo>
                    <a:pt x="2528701" y="1342482"/>
                  </a:lnTo>
                  <a:lnTo>
                    <a:pt x="2529983" y="1346579"/>
                  </a:lnTo>
                  <a:lnTo>
                    <a:pt x="2531264" y="1376692"/>
                  </a:lnTo>
                  <a:lnTo>
                    <a:pt x="2532546" y="1385849"/>
                  </a:lnTo>
                  <a:lnTo>
                    <a:pt x="2533828" y="1389562"/>
                  </a:lnTo>
                  <a:lnTo>
                    <a:pt x="2535110" y="1390588"/>
                  </a:lnTo>
                  <a:lnTo>
                    <a:pt x="2536392" y="1381318"/>
                  </a:lnTo>
                  <a:lnTo>
                    <a:pt x="2537674" y="1385108"/>
                  </a:lnTo>
                  <a:lnTo>
                    <a:pt x="2538956" y="1387434"/>
                  </a:lnTo>
                  <a:lnTo>
                    <a:pt x="2540237" y="1376527"/>
                  </a:lnTo>
                  <a:lnTo>
                    <a:pt x="2541519" y="1364586"/>
                  </a:lnTo>
                  <a:lnTo>
                    <a:pt x="2542801" y="1358656"/>
                  </a:lnTo>
                  <a:lnTo>
                    <a:pt x="2544083" y="1352262"/>
                  </a:lnTo>
                  <a:lnTo>
                    <a:pt x="2545365" y="1337023"/>
                  </a:lnTo>
                  <a:lnTo>
                    <a:pt x="2546647" y="1290499"/>
                  </a:lnTo>
                  <a:lnTo>
                    <a:pt x="2547928" y="1283090"/>
                  </a:lnTo>
                  <a:lnTo>
                    <a:pt x="2549210" y="1235103"/>
                  </a:lnTo>
                  <a:lnTo>
                    <a:pt x="2550492" y="1206652"/>
                  </a:lnTo>
                  <a:lnTo>
                    <a:pt x="2551774" y="1121496"/>
                  </a:lnTo>
                  <a:lnTo>
                    <a:pt x="2553056" y="1154848"/>
                  </a:lnTo>
                  <a:lnTo>
                    <a:pt x="2554338" y="1024504"/>
                  </a:lnTo>
                  <a:lnTo>
                    <a:pt x="2555620" y="907133"/>
                  </a:lnTo>
                  <a:lnTo>
                    <a:pt x="2556901" y="704220"/>
                  </a:lnTo>
                  <a:lnTo>
                    <a:pt x="2558183" y="809207"/>
                  </a:lnTo>
                  <a:lnTo>
                    <a:pt x="2559465" y="885928"/>
                  </a:lnTo>
                  <a:lnTo>
                    <a:pt x="2560747" y="916617"/>
                  </a:lnTo>
                  <a:lnTo>
                    <a:pt x="2562029" y="987685"/>
                  </a:lnTo>
                  <a:lnTo>
                    <a:pt x="2563311" y="1040178"/>
                  </a:lnTo>
                  <a:lnTo>
                    <a:pt x="2564592" y="1074905"/>
                  </a:lnTo>
                  <a:lnTo>
                    <a:pt x="2565874" y="1078943"/>
                  </a:lnTo>
                  <a:lnTo>
                    <a:pt x="2567156" y="1087826"/>
                  </a:lnTo>
                  <a:lnTo>
                    <a:pt x="2568438" y="1184738"/>
                  </a:lnTo>
                  <a:lnTo>
                    <a:pt x="2569720" y="1250153"/>
                  </a:lnTo>
                  <a:lnTo>
                    <a:pt x="2571002" y="1224310"/>
                  </a:lnTo>
                  <a:lnTo>
                    <a:pt x="2572283" y="1253383"/>
                  </a:lnTo>
                  <a:lnTo>
                    <a:pt x="2573565" y="1246922"/>
                  </a:lnTo>
                  <a:lnTo>
                    <a:pt x="2574847" y="1280841"/>
                  </a:lnTo>
                  <a:lnTo>
                    <a:pt x="2576129" y="1315567"/>
                  </a:lnTo>
                  <a:lnTo>
                    <a:pt x="2577411" y="1324451"/>
                  </a:lnTo>
                  <a:lnTo>
                    <a:pt x="2578693" y="1346256"/>
                  </a:lnTo>
                  <a:lnTo>
                    <a:pt x="2579975" y="1398750"/>
                  </a:lnTo>
                  <a:lnTo>
                    <a:pt x="2581256" y="1418939"/>
                  </a:lnTo>
                  <a:lnTo>
                    <a:pt x="2582538" y="1454473"/>
                  </a:lnTo>
                  <a:lnTo>
                    <a:pt x="2583820" y="1427015"/>
                  </a:lnTo>
                  <a:lnTo>
                    <a:pt x="2585102" y="1395519"/>
                  </a:lnTo>
                  <a:lnTo>
                    <a:pt x="2586384" y="1375329"/>
                  </a:lnTo>
                  <a:lnTo>
                    <a:pt x="2587666" y="1308299"/>
                  </a:lnTo>
                  <a:lnTo>
                    <a:pt x="2588947" y="1296993"/>
                  </a:lnTo>
                  <a:lnTo>
                    <a:pt x="2590229" y="1344641"/>
                  </a:lnTo>
                  <a:lnTo>
                    <a:pt x="2591511" y="1375329"/>
                  </a:lnTo>
                  <a:lnTo>
                    <a:pt x="2592793" y="1357562"/>
                  </a:lnTo>
                  <a:lnTo>
                    <a:pt x="2594075" y="1327681"/>
                  </a:lnTo>
                  <a:lnTo>
                    <a:pt x="2595357" y="1310722"/>
                  </a:lnTo>
                  <a:lnTo>
                    <a:pt x="2596639" y="1288109"/>
                  </a:lnTo>
                  <a:lnTo>
                    <a:pt x="2597920" y="1238846"/>
                  </a:lnTo>
                  <a:lnTo>
                    <a:pt x="2599202" y="1209773"/>
                  </a:lnTo>
                  <a:lnTo>
                    <a:pt x="2600484" y="1163740"/>
                  </a:lnTo>
                  <a:lnTo>
                    <a:pt x="2601766" y="1112054"/>
                  </a:lnTo>
                  <a:lnTo>
                    <a:pt x="2603048" y="1098325"/>
                  </a:lnTo>
                  <a:lnTo>
                    <a:pt x="2604330" y="1109631"/>
                  </a:lnTo>
                  <a:lnTo>
                    <a:pt x="2605611" y="1095902"/>
                  </a:lnTo>
                  <a:lnTo>
                    <a:pt x="2606893" y="1087019"/>
                  </a:lnTo>
                  <a:lnTo>
                    <a:pt x="2608175" y="996568"/>
                  </a:lnTo>
                  <a:lnTo>
                    <a:pt x="2609457" y="915809"/>
                  </a:lnTo>
                  <a:lnTo>
                    <a:pt x="2610739" y="826974"/>
                  </a:lnTo>
                  <a:lnTo>
                    <a:pt x="2612021" y="808399"/>
                  </a:lnTo>
                  <a:lnTo>
                    <a:pt x="2613302" y="745407"/>
                  </a:lnTo>
                  <a:lnTo>
                    <a:pt x="2614584" y="666263"/>
                  </a:lnTo>
                  <a:lnTo>
                    <a:pt x="2615866" y="609732"/>
                  </a:lnTo>
                  <a:lnTo>
                    <a:pt x="2617148" y="657380"/>
                  </a:lnTo>
                  <a:lnTo>
                    <a:pt x="2618430" y="652534"/>
                  </a:lnTo>
                  <a:lnTo>
                    <a:pt x="2619712" y="684838"/>
                  </a:lnTo>
                  <a:lnTo>
                    <a:pt x="2620994" y="714719"/>
                  </a:lnTo>
                  <a:lnTo>
                    <a:pt x="2622275" y="768020"/>
                  </a:lnTo>
                  <a:lnTo>
                    <a:pt x="2623557" y="975514"/>
                  </a:lnTo>
                  <a:lnTo>
                    <a:pt x="2624839" y="1007748"/>
                  </a:lnTo>
                  <a:lnTo>
                    <a:pt x="2626121" y="1189852"/>
                  </a:lnTo>
                  <a:lnTo>
                    <a:pt x="2627403" y="1239336"/>
                  </a:lnTo>
                  <a:lnTo>
                    <a:pt x="2628685" y="1289790"/>
                  </a:lnTo>
                  <a:lnTo>
                    <a:pt x="2629966" y="1326072"/>
                  </a:lnTo>
                  <a:lnTo>
                    <a:pt x="2631248" y="1359532"/>
                  </a:lnTo>
                  <a:lnTo>
                    <a:pt x="2632530" y="1384934"/>
                  </a:lnTo>
                  <a:lnTo>
                    <a:pt x="2633812" y="1374048"/>
                  </a:lnTo>
                  <a:lnTo>
                    <a:pt x="2635094" y="1395694"/>
                  </a:lnTo>
                  <a:lnTo>
                    <a:pt x="2636376" y="1380975"/>
                  </a:lnTo>
                  <a:lnTo>
                    <a:pt x="2637658" y="1365259"/>
                  </a:lnTo>
                  <a:lnTo>
                    <a:pt x="2638939" y="1341810"/>
                  </a:lnTo>
                  <a:lnTo>
                    <a:pt x="2640221" y="1330085"/>
                  </a:lnTo>
                  <a:lnTo>
                    <a:pt x="2641503" y="1304390"/>
                  </a:lnTo>
                  <a:lnTo>
                    <a:pt x="2642785" y="1307883"/>
                  </a:lnTo>
                  <a:lnTo>
                    <a:pt x="2644067" y="1306885"/>
                  </a:lnTo>
                  <a:lnTo>
                    <a:pt x="2645349" y="1270632"/>
                  </a:lnTo>
                  <a:lnTo>
                    <a:pt x="2646630" y="1276167"/>
                  </a:lnTo>
                  <a:lnTo>
                    <a:pt x="2647912" y="1272360"/>
                  </a:lnTo>
                  <a:lnTo>
                    <a:pt x="2649194" y="1248389"/>
                  </a:lnTo>
                  <a:lnTo>
                    <a:pt x="2650476" y="1192697"/>
                  </a:lnTo>
                  <a:lnTo>
                    <a:pt x="2651758" y="1150106"/>
                  </a:lnTo>
                  <a:lnTo>
                    <a:pt x="2653040" y="1164128"/>
                  </a:lnTo>
                  <a:lnTo>
                    <a:pt x="2654322" y="1085579"/>
                  </a:lnTo>
                  <a:lnTo>
                    <a:pt x="2655603" y="1076684"/>
                  </a:lnTo>
                  <a:lnTo>
                    <a:pt x="2656885" y="1094943"/>
                  </a:lnTo>
                  <a:lnTo>
                    <a:pt x="2658167" y="1078088"/>
                  </a:lnTo>
                  <a:lnTo>
                    <a:pt x="2659449" y="1050465"/>
                  </a:lnTo>
                  <a:lnTo>
                    <a:pt x="2660731" y="1134299"/>
                  </a:lnTo>
                  <a:lnTo>
                    <a:pt x="2662013" y="1118096"/>
                  </a:lnTo>
                  <a:lnTo>
                    <a:pt x="2663294" y="1087310"/>
                  </a:lnTo>
                  <a:lnTo>
                    <a:pt x="2664576" y="1065994"/>
                  </a:lnTo>
                  <a:lnTo>
                    <a:pt x="2665858" y="1031004"/>
                  </a:lnTo>
                  <a:lnTo>
                    <a:pt x="2667140" y="1022960"/>
                  </a:lnTo>
                  <a:lnTo>
                    <a:pt x="2668422" y="1002705"/>
                  </a:lnTo>
                  <a:lnTo>
                    <a:pt x="2669704" y="992825"/>
                  </a:lnTo>
                  <a:lnTo>
                    <a:pt x="2670985" y="872551"/>
                  </a:lnTo>
                  <a:lnTo>
                    <a:pt x="2672267" y="918517"/>
                  </a:lnTo>
                  <a:lnTo>
                    <a:pt x="2673549" y="915846"/>
                  </a:lnTo>
                  <a:lnTo>
                    <a:pt x="2674831" y="750569"/>
                  </a:lnTo>
                  <a:lnTo>
                    <a:pt x="2676113" y="767630"/>
                  </a:lnTo>
                  <a:lnTo>
                    <a:pt x="2677395" y="787044"/>
                  </a:lnTo>
                  <a:lnTo>
                    <a:pt x="2678677" y="792339"/>
                  </a:lnTo>
                  <a:lnTo>
                    <a:pt x="2679958" y="788333"/>
                  </a:lnTo>
                  <a:lnTo>
                    <a:pt x="2681240" y="793903"/>
                  </a:lnTo>
                  <a:lnTo>
                    <a:pt x="2682522" y="549163"/>
                  </a:lnTo>
                  <a:lnTo>
                    <a:pt x="2683804" y="597618"/>
                  </a:lnTo>
                  <a:lnTo>
                    <a:pt x="2685086" y="669494"/>
                  </a:lnTo>
                  <a:lnTo>
                    <a:pt x="2686368" y="696952"/>
                  </a:lnTo>
                  <a:lnTo>
                    <a:pt x="2687649" y="730063"/>
                  </a:lnTo>
                  <a:lnTo>
                    <a:pt x="2688931" y="767212"/>
                  </a:lnTo>
                  <a:lnTo>
                    <a:pt x="2690213" y="687260"/>
                  </a:lnTo>
                  <a:lnTo>
                    <a:pt x="2691495" y="609732"/>
                  </a:lnTo>
                  <a:lnTo>
                    <a:pt x="2692777" y="549163"/>
                  </a:lnTo>
                  <a:lnTo>
                    <a:pt x="2694059" y="819016"/>
                  </a:lnTo>
                  <a:lnTo>
                    <a:pt x="2695341" y="852582"/>
                  </a:lnTo>
                  <a:lnTo>
                    <a:pt x="2696622" y="910588"/>
                  </a:lnTo>
                  <a:lnTo>
                    <a:pt x="2697904" y="938827"/>
                  </a:lnTo>
                  <a:lnTo>
                    <a:pt x="2699186" y="984715"/>
                  </a:lnTo>
                  <a:lnTo>
                    <a:pt x="2700468" y="910000"/>
                  </a:lnTo>
                  <a:lnTo>
                    <a:pt x="2701750" y="835285"/>
                  </a:lnTo>
                  <a:lnTo>
                    <a:pt x="2703032" y="819989"/>
                  </a:lnTo>
                  <a:lnTo>
                    <a:pt x="2704313" y="778808"/>
                  </a:lnTo>
                  <a:lnTo>
                    <a:pt x="2705595" y="760570"/>
                  </a:lnTo>
                  <a:lnTo>
                    <a:pt x="2706877" y="797634"/>
                  </a:lnTo>
                  <a:lnTo>
                    <a:pt x="2708159" y="794104"/>
                  </a:lnTo>
                  <a:lnTo>
                    <a:pt x="2709441" y="827049"/>
                  </a:lnTo>
                  <a:lnTo>
                    <a:pt x="2710723" y="814695"/>
                  </a:lnTo>
                  <a:lnTo>
                    <a:pt x="2712004" y="843522"/>
                  </a:lnTo>
                  <a:lnTo>
                    <a:pt x="2713286" y="833729"/>
                  </a:lnTo>
                  <a:lnTo>
                    <a:pt x="2714568" y="782086"/>
                  </a:lnTo>
                  <a:lnTo>
                    <a:pt x="2715850" y="520897"/>
                  </a:lnTo>
                  <a:lnTo>
                    <a:pt x="2717132" y="819644"/>
                  </a:lnTo>
                  <a:lnTo>
                    <a:pt x="2718414" y="895840"/>
                  </a:lnTo>
                  <a:lnTo>
                    <a:pt x="2719696" y="972360"/>
                  </a:lnTo>
                  <a:lnTo>
                    <a:pt x="2720977" y="1182027"/>
                  </a:lnTo>
                  <a:lnTo>
                    <a:pt x="2722259" y="1273796"/>
                  </a:lnTo>
                  <a:lnTo>
                    <a:pt x="2723541" y="1253815"/>
                  </a:lnTo>
                  <a:lnTo>
                    <a:pt x="2724823" y="1251402"/>
                  </a:lnTo>
                  <a:lnTo>
                    <a:pt x="2726105" y="1197509"/>
                  </a:lnTo>
                  <a:lnTo>
                    <a:pt x="2727387" y="1207966"/>
                  </a:lnTo>
                  <a:lnTo>
                    <a:pt x="2728668" y="1218423"/>
                  </a:lnTo>
                  <a:lnTo>
                    <a:pt x="2729950" y="1256228"/>
                  </a:lnTo>
                  <a:lnTo>
                    <a:pt x="2731232" y="1238532"/>
                  </a:lnTo>
                  <a:lnTo>
                    <a:pt x="2732514" y="1214401"/>
                  </a:lnTo>
                  <a:lnTo>
                    <a:pt x="2733796" y="1198716"/>
                  </a:lnTo>
                  <a:lnTo>
                    <a:pt x="2735078" y="1212055"/>
                  </a:lnTo>
                  <a:lnTo>
                    <a:pt x="2736360" y="1183931"/>
                  </a:lnTo>
                  <a:lnTo>
                    <a:pt x="2737641" y="1096158"/>
                  </a:lnTo>
                  <a:lnTo>
                    <a:pt x="2738923" y="1092941"/>
                  </a:lnTo>
                  <a:lnTo>
                    <a:pt x="2740205" y="979637"/>
                  </a:lnTo>
                  <a:lnTo>
                    <a:pt x="2741487" y="937001"/>
                  </a:lnTo>
                  <a:lnTo>
                    <a:pt x="2742769" y="826460"/>
                  </a:lnTo>
                  <a:lnTo>
                    <a:pt x="2744051" y="872348"/>
                  </a:lnTo>
                  <a:lnTo>
                    <a:pt x="2745332" y="899999"/>
                  </a:lnTo>
                  <a:lnTo>
                    <a:pt x="2746614" y="889998"/>
                  </a:lnTo>
                  <a:lnTo>
                    <a:pt x="2747896" y="864700"/>
                  </a:lnTo>
                  <a:lnTo>
                    <a:pt x="2749178" y="803517"/>
                  </a:lnTo>
                  <a:lnTo>
                    <a:pt x="2750460" y="779396"/>
                  </a:lnTo>
                  <a:lnTo>
                    <a:pt x="2751742" y="789364"/>
                  </a:lnTo>
                  <a:lnTo>
                    <a:pt x="2753024" y="750754"/>
                  </a:lnTo>
                  <a:lnTo>
                    <a:pt x="2754305" y="732330"/>
                  </a:lnTo>
                  <a:lnTo>
                    <a:pt x="2755587" y="469210"/>
                  </a:lnTo>
                  <a:lnTo>
                    <a:pt x="2756869" y="524127"/>
                  </a:lnTo>
                  <a:lnTo>
                    <a:pt x="2758151" y="583889"/>
                  </a:lnTo>
                  <a:lnTo>
                    <a:pt x="2759433" y="600041"/>
                  </a:lnTo>
                  <a:lnTo>
                    <a:pt x="2760715" y="611347"/>
                  </a:lnTo>
                  <a:lnTo>
                    <a:pt x="2761996" y="637998"/>
                  </a:lnTo>
                  <a:lnTo>
                    <a:pt x="2763278" y="628307"/>
                  </a:lnTo>
                  <a:lnTo>
                    <a:pt x="2764560" y="606501"/>
                  </a:lnTo>
                  <a:lnTo>
                    <a:pt x="2765842" y="633959"/>
                  </a:lnTo>
                  <a:lnTo>
                    <a:pt x="2767124" y="705835"/>
                  </a:lnTo>
                  <a:lnTo>
                    <a:pt x="2768406" y="823744"/>
                  </a:lnTo>
                  <a:lnTo>
                    <a:pt x="2769687" y="959419"/>
                  </a:lnTo>
                  <a:lnTo>
                    <a:pt x="2770969" y="1040178"/>
                  </a:lnTo>
                  <a:lnTo>
                    <a:pt x="2772251" y="1125783"/>
                  </a:lnTo>
                  <a:lnTo>
                    <a:pt x="2773533" y="1202504"/>
                  </a:lnTo>
                  <a:lnTo>
                    <a:pt x="2774815" y="1234808"/>
                  </a:lnTo>
                  <a:lnTo>
                    <a:pt x="2776097" y="1174239"/>
                  </a:lnTo>
                  <a:lnTo>
                    <a:pt x="2777379" y="1100748"/>
                  </a:lnTo>
                  <a:lnTo>
                    <a:pt x="2778660" y="1077328"/>
                  </a:lnTo>
                  <a:lnTo>
                    <a:pt x="2779942" y="1210613"/>
                  </a:lnTo>
                  <a:lnTo>
                    <a:pt x="2781224" y="1181552"/>
                  </a:lnTo>
                  <a:lnTo>
                    <a:pt x="2782506" y="1165913"/>
                  </a:lnTo>
                  <a:lnTo>
                    <a:pt x="2783788" y="1307461"/>
                  </a:lnTo>
                  <a:lnTo>
                    <a:pt x="2785070" y="1225101"/>
                  </a:lnTo>
                  <a:lnTo>
                    <a:pt x="2786351" y="1175940"/>
                  </a:lnTo>
                  <a:lnTo>
                    <a:pt x="2787633" y="1095879"/>
                  </a:lnTo>
                  <a:lnTo>
                    <a:pt x="2788915" y="1072470"/>
                  </a:lnTo>
                  <a:lnTo>
                    <a:pt x="2790197" y="1038760"/>
                  </a:lnTo>
                  <a:lnTo>
                    <a:pt x="2791479" y="1013477"/>
                  </a:lnTo>
                  <a:lnTo>
                    <a:pt x="2792761" y="1015818"/>
                  </a:lnTo>
                  <a:lnTo>
                    <a:pt x="2794043" y="1009264"/>
                  </a:lnTo>
                  <a:lnTo>
                    <a:pt x="2795324" y="1032205"/>
                  </a:lnTo>
                  <a:lnTo>
                    <a:pt x="2796606" y="1035951"/>
                  </a:lnTo>
                  <a:lnTo>
                    <a:pt x="2797888" y="1034546"/>
                  </a:lnTo>
                  <a:lnTo>
                    <a:pt x="2799170" y="1075021"/>
                  </a:lnTo>
                  <a:lnTo>
                    <a:pt x="2800452" y="1074025"/>
                  </a:lnTo>
                  <a:lnTo>
                    <a:pt x="2801734" y="956769"/>
                  </a:lnTo>
                  <a:lnTo>
                    <a:pt x="2803015" y="988824"/>
                  </a:lnTo>
                  <a:lnTo>
                    <a:pt x="2804297" y="934384"/>
                  </a:lnTo>
                  <a:lnTo>
                    <a:pt x="2805579" y="1021604"/>
                  </a:lnTo>
                  <a:lnTo>
                    <a:pt x="2806861" y="1159702"/>
                  </a:lnTo>
                  <a:lnTo>
                    <a:pt x="2808143" y="1200082"/>
                  </a:lnTo>
                  <a:lnTo>
                    <a:pt x="2809425" y="1257421"/>
                  </a:lnTo>
                  <a:lnTo>
                    <a:pt x="2810706" y="1285687"/>
                  </a:lnTo>
                  <a:lnTo>
                    <a:pt x="2811988" y="1260651"/>
                  </a:lnTo>
                  <a:lnTo>
                    <a:pt x="2813270" y="1277611"/>
                  </a:lnTo>
                  <a:lnTo>
                    <a:pt x="2814552" y="1324451"/>
                  </a:lnTo>
                  <a:lnTo>
                    <a:pt x="2815834" y="1328489"/>
                  </a:lnTo>
                  <a:lnTo>
                    <a:pt x="2817116" y="1327681"/>
                  </a:lnTo>
                  <a:lnTo>
                    <a:pt x="2818398" y="1315567"/>
                  </a:lnTo>
                  <a:lnTo>
                    <a:pt x="2819679" y="1282456"/>
                  </a:lnTo>
                  <a:lnTo>
                    <a:pt x="2820961" y="1234808"/>
                  </a:lnTo>
                  <a:lnTo>
                    <a:pt x="2822243" y="1208965"/>
                  </a:lnTo>
                  <a:lnTo>
                    <a:pt x="2823525" y="1146781"/>
                  </a:lnTo>
                  <a:lnTo>
                    <a:pt x="2824807" y="1045832"/>
                  </a:lnTo>
                  <a:lnTo>
                    <a:pt x="2826089" y="861701"/>
                  </a:lnTo>
                  <a:lnTo>
                    <a:pt x="2827370" y="738139"/>
                  </a:lnTo>
                  <a:lnTo>
                    <a:pt x="2828652" y="671109"/>
                  </a:lnTo>
                  <a:lnTo>
                    <a:pt x="2829934" y="878039"/>
                  </a:lnTo>
                  <a:lnTo>
                    <a:pt x="2831216" y="865081"/>
                  </a:lnTo>
                  <a:lnTo>
                    <a:pt x="2832498" y="871172"/>
                  </a:lnTo>
                  <a:lnTo>
                    <a:pt x="2833780" y="872937"/>
                  </a:lnTo>
                  <a:lnTo>
                    <a:pt x="2835062" y="877643"/>
                  </a:lnTo>
                  <a:lnTo>
                    <a:pt x="2836343" y="859994"/>
                  </a:lnTo>
                  <a:lnTo>
                    <a:pt x="2837625" y="862936"/>
                  </a:lnTo>
                  <a:lnTo>
                    <a:pt x="2838907" y="872348"/>
                  </a:lnTo>
                  <a:lnTo>
                    <a:pt x="2840189" y="880585"/>
                  </a:lnTo>
                  <a:lnTo>
                    <a:pt x="2841471" y="864700"/>
                  </a:lnTo>
                  <a:lnTo>
                    <a:pt x="2842753" y="868819"/>
                  </a:lnTo>
                  <a:lnTo>
                    <a:pt x="2844034" y="919413"/>
                  </a:lnTo>
                  <a:lnTo>
                    <a:pt x="2845316" y="1021778"/>
                  </a:lnTo>
                  <a:lnTo>
                    <a:pt x="2846598" y="1099434"/>
                  </a:lnTo>
                  <a:lnTo>
                    <a:pt x="2847880" y="1132968"/>
                  </a:lnTo>
                  <a:lnTo>
                    <a:pt x="2849162" y="1174431"/>
                  </a:lnTo>
                  <a:lnTo>
                    <a:pt x="2850444" y="1202527"/>
                  </a:lnTo>
                  <a:lnTo>
                    <a:pt x="2851725" y="1219284"/>
                  </a:lnTo>
                  <a:lnTo>
                    <a:pt x="2853007" y="1200623"/>
                  </a:lnTo>
                  <a:lnTo>
                    <a:pt x="2854289" y="1342188"/>
                  </a:lnTo>
                  <a:lnTo>
                    <a:pt x="2855571" y="1391269"/>
                  </a:lnTo>
                  <a:lnTo>
                    <a:pt x="2856853" y="1413783"/>
                  </a:lnTo>
                  <a:lnTo>
                    <a:pt x="2858135" y="1447493"/>
                  </a:lnTo>
                  <a:lnTo>
                    <a:pt x="2859417" y="1465284"/>
                  </a:lnTo>
                  <a:lnTo>
                    <a:pt x="2860698" y="1481203"/>
                  </a:lnTo>
                  <a:lnTo>
                    <a:pt x="2861980" y="1508826"/>
                  </a:lnTo>
                  <a:lnTo>
                    <a:pt x="2863262" y="1535513"/>
                  </a:lnTo>
                  <a:lnTo>
                    <a:pt x="2864544" y="1556114"/>
                  </a:lnTo>
                  <a:lnTo>
                    <a:pt x="2865826" y="1561264"/>
                  </a:lnTo>
                  <a:lnTo>
                    <a:pt x="2867108" y="1572969"/>
                  </a:lnTo>
                  <a:lnTo>
                    <a:pt x="2868389" y="1569691"/>
                  </a:lnTo>
                  <a:lnTo>
                    <a:pt x="2869671" y="1542680"/>
                  </a:lnTo>
                  <a:lnTo>
                    <a:pt x="2870953" y="1494713"/>
                  </a:lnTo>
                  <a:lnTo>
                    <a:pt x="2872235" y="1436503"/>
                  </a:lnTo>
                  <a:lnTo>
                    <a:pt x="2873517" y="1422940"/>
                  </a:lnTo>
                  <a:lnTo>
                    <a:pt x="2874799" y="1393693"/>
                  </a:lnTo>
                  <a:lnTo>
                    <a:pt x="2876081" y="1296993"/>
                  </a:lnTo>
                  <a:lnTo>
                    <a:pt x="2877362" y="1281649"/>
                  </a:lnTo>
                  <a:lnTo>
                    <a:pt x="2878644" y="1296993"/>
                  </a:lnTo>
                  <a:lnTo>
                    <a:pt x="2879926" y="1294570"/>
                  </a:lnTo>
                  <a:lnTo>
                    <a:pt x="2881208" y="1256613"/>
                  </a:lnTo>
                  <a:lnTo>
                    <a:pt x="2882490" y="1231578"/>
                  </a:lnTo>
                  <a:lnTo>
                    <a:pt x="2883772" y="1173431"/>
                  </a:lnTo>
                  <a:lnTo>
                    <a:pt x="2885053" y="1151626"/>
                  </a:lnTo>
                  <a:lnTo>
                    <a:pt x="2886335" y="1125783"/>
                  </a:lnTo>
                  <a:lnTo>
                    <a:pt x="2887617" y="1127399"/>
                  </a:lnTo>
                  <a:lnTo>
                    <a:pt x="2888899" y="1179084"/>
                  </a:lnTo>
                  <a:lnTo>
                    <a:pt x="2890181" y="1179892"/>
                  </a:lnTo>
                  <a:lnTo>
                    <a:pt x="2891463" y="1171008"/>
                  </a:lnTo>
                  <a:lnTo>
                    <a:pt x="2892745" y="1127398"/>
                  </a:lnTo>
                  <a:lnTo>
                    <a:pt x="2894026" y="1137897"/>
                  </a:lnTo>
                  <a:lnTo>
                    <a:pt x="2895308" y="1081366"/>
                  </a:lnTo>
                  <a:lnTo>
                    <a:pt x="2896590" y="1041794"/>
                  </a:lnTo>
                  <a:lnTo>
                    <a:pt x="2897872" y="990915"/>
                  </a:lnTo>
                  <a:lnTo>
                    <a:pt x="2899154" y="973148"/>
                  </a:lnTo>
                  <a:lnTo>
                    <a:pt x="2900436" y="917425"/>
                  </a:lnTo>
                  <a:lnTo>
                    <a:pt x="2901717" y="852817"/>
                  </a:lnTo>
                  <a:lnTo>
                    <a:pt x="2902999" y="884313"/>
                  </a:lnTo>
                  <a:lnTo>
                    <a:pt x="2904281" y="867354"/>
                  </a:lnTo>
                  <a:lnTo>
                    <a:pt x="2905563" y="810822"/>
                  </a:lnTo>
                  <a:lnTo>
                    <a:pt x="2906845" y="738139"/>
                  </a:lnTo>
                  <a:lnTo>
                    <a:pt x="2908127" y="732486"/>
                  </a:lnTo>
                  <a:lnTo>
                    <a:pt x="2909408" y="787402"/>
                  </a:lnTo>
                  <a:lnTo>
                    <a:pt x="2910690" y="800323"/>
                  </a:lnTo>
                  <a:lnTo>
                    <a:pt x="2911972" y="1056146"/>
                  </a:lnTo>
                  <a:lnTo>
                    <a:pt x="2913254" y="1188926"/>
                  </a:lnTo>
                  <a:lnTo>
                    <a:pt x="2914536" y="1240996"/>
                  </a:lnTo>
                  <a:lnTo>
                    <a:pt x="2915818" y="1206616"/>
                  </a:lnTo>
                  <a:lnTo>
                    <a:pt x="2917100" y="1186248"/>
                  </a:lnTo>
                  <a:lnTo>
                    <a:pt x="2918381" y="1160910"/>
                  </a:lnTo>
                  <a:lnTo>
                    <a:pt x="2919663" y="1202335"/>
                  </a:lnTo>
                  <a:lnTo>
                    <a:pt x="2920945" y="1241347"/>
                  </a:lnTo>
                  <a:lnTo>
                    <a:pt x="2922227" y="1224053"/>
                  </a:lnTo>
                  <a:lnTo>
                    <a:pt x="2923509" y="1230891"/>
                  </a:lnTo>
                  <a:lnTo>
                    <a:pt x="2924791" y="1261457"/>
                  </a:lnTo>
                  <a:lnTo>
                    <a:pt x="2926072" y="1263065"/>
                  </a:lnTo>
                  <a:lnTo>
                    <a:pt x="2927354" y="1241750"/>
                  </a:lnTo>
                  <a:lnTo>
                    <a:pt x="2928636" y="1289486"/>
                  </a:lnTo>
                  <a:lnTo>
                    <a:pt x="2929918" y="1290582"/>
                  </a:lnTo>
                  <a:lnTo>
                    <a:pt x="2931200" y="1238934"/>
                  </a:lnTo>
                  <a:lnTo>
                    <a:pt x="2932482" y="1258780"/>
                  </a:lnTo>
                  <a:lnTo>
                    <a:pt x="2933764" y="1228746"/>
                  </a:lnTo>
                  <a:lnTo>
                    <a:pt x="2935045" y="1279321"/>
                  </a:lnTo>
                  <a:lnTo>
                    <a:pt x="2936327" y="1224744"/>
                  </a:lnTo>
                  <a:lnTo>
                    <a:pt x="2937609" y="1269455"/>
                  </a:lnTo>
                  <a:lnTo>
                    <a:pt x="2938891" y="1230038"/>
                  </a:lnTo>
                  <a:lnTo>
                    <a:pt x="2940173" y="1200035"/>
                  </a:lnTo>
                  <a:lnTo>
                    <a:pt x="2941455" y="1222390"/>
                  </a:lnTo>
                  <a:lnTo>
                    <a:pt x="2942736" y="1205329"/>
                  </a:lnTo>
                  <a:lnTo>
                    <a:pt x="2944018" y="1207683"/>
                  </a:lnTo>
                  <a:lnTo>
                    <a:pt x="2945300" y="1267101"/>
                  </a:lnTo>
                  <a:lnTo>
                    <a:pt x="2946582" y="1258865"/>
                  </a:lnTo>
                  <a:lnTo>
                    <a:pt x="2947864" y="1326919"/>
                  </a:lnTo>
                  <a:lnTo>
                    <a:pt x="2949146" y="1195916"/>
                  </a:lnTo>
                  <a:lnTo>
                    <a:pt x="2950427" y="1201800"/>
                  </a:lnTo>
                  <a:lnTo>
                    <a:pt x="2951709" y="1207683"/>
                  </a:lnTo>
                  <a:lnTo>
                    <a:pt x="2952991" y="1178267"/>
                  </a:lnTo>
                  <a:lnTo>
                    <a:pt x="2954273" y="1153559"/>
                  </a:lnTo>
                  <a:lnTo>
                    <a:pt x="2955555" y="1153559"/>
                  </a:lnTo>
                  <a:lnTo>
                    <a:pt x="2956837" y="1152970"/>
                  </a:lnTo>
                  <a:lnTo>
                    <a:pt x="2958119" y="1132968"/>
                  </a:lnTo>
                  <a:lnTo>
                    <a:pt x="2959400" y="1126496"/>
                  </a:lnTo>
                  <a:lnTo>
                    <a:pt x="2960682" y="1118260"/>
                  </a:lnTo>
                  <a:lnTo>
                    <a:pt x="2961964" y="1117084"/>
                  </a:lnTo>
                  <a:lnTo>
                    <a:pt x="2963246" y="1116495"/>
                  </a:lnTo>
                  <a:lnTo>
                    <a:pt x="2964528" y="1125908"/>
                  </a:lnTo>
                  <a:lnTo>
                    <a:pt x="2965810" y="1159884"/>
                  </a:lnTo>
                  <a:lnTo>
                    <a:pt x="2967091" y="1197463"/>
                  </a:lnTo>
                  <a:lnTo>
                    <a:pt x="2968373" y="1226557"/>
                  </a:lnTo>
                  <a:lnTo>
                    <a:pt x="2969655" y="1268985"/>
                  </a:lnTo>
                  <a:lnTo>
                    <a:pt x="2970937" y="1265955"/>
                  </a:lnTo>
                  <a:lnTo>
                    <a:pt x="2972219" y="1294752"/>
                  </a:lnTo>
                  <a:lnTo>
                    <a:pt x="2973501" y="1281809"/>
                  </a:lnTo>
                  <a:lnTo>
                    <a:pt x="2974783" y="1260630"/>
                  </a:lnTo>
                  <a:lnTo>
                    <a:pt x="2976064" y="1276515"/>
                  </a:lnTo>
                  <a:lnTo>
                    <a:pt x="2977346" y="1334168"/>
                  </a:lnTo>
                  <a:lnTo>
                    <a:pt x="2978628" y="1377703"/>
                  </a:lnTo>
                  <a:lnTo>
                    <a:pt x="2979910" y="1414178"/>
                  </a:lnTo>
                  <a:lnTo>
                    <a:pt x="2981192" y="1456536"/>
                  </a:lnTo>
                  <a:lnTo>
                    <a:pt x="2982474" y="1471244"/>
                  </a:lnTo>
                  <a:lnTo>
                    <a:pt x="2983755" y="1443593"/>
                  </a:lnTo>
                  <a:lnTo>
                    <a:pt x="2985037" y="1422306"/>
                  </a:lnTo>
                  <a:lnTo>
                    <a:pt x="2986319" y="1374450"/>
                  </a:lnTo>
                  <a:lnTo>
                    <a:pt x="2987601" y="1364146"/>
                  </a:lnTo>
                  <a:lnTo>
                    <a:pt x="2988883" y="1359297"/>
                  </a:lnTo>
                  <a:lnTo>
                    <a:pt x="2990165" y="1386626"/>
                  </a:lnTo>
                  <a:lnTo>
                    <a:pt x="2991446" y="1322028"/>
                  </a:lnTo>
                  <a:lnTo>
                    <a:pt x="2992728" y="1364831"/>
                  </a:lnTo>
                  <a:lnTo>
                    <a:pt x="2994010" y="1376137"/>
                  </a:lnTo>
                  <a:lnTo>
                    <a:pt x="2995292" y="1384213"/>
                  </a:lnTo>
                  <a:lnTo>
                    <a:pt x="2996574" y="1355947"/>
                  </a:lnTo>
                  <a:lnTo>
                    <a:pt x="2997856" y="1269535"/>
                  </a:lnTo>
                  <a:lnTo>
                    <a:pt x="2999138" y="1233193"/>
                  </a:lnTo>
                  <a:lnTo>
                    <a:pt x="3000419" y="1205735"/>
                  </a:lnTo>
                  <a:lnTo>
                    <a:pt x="3001701" y="1141935"/>
                  </a:lnTo>
                  <a:lnTo>
                    <a:pt x="3002983" y="1138705"/>
                  </a:lnTo>
                  <a:lnTo>
                    <a:pt x="3004265" y="1157279"/>
                  </a:lnTo>
                  <a:lnTo>
                    <a:pt x="3005547" y="1196851"/>
                  </a:lnTo>
                  <a:lnTo>
                    <a:pt x="3006829" y="1232386"/>
                  </a:lnTo>
                  <a:lnTo>
                    <a:pt x="3008110" y="1233193"/>
                  </a:lnTo>
                  <a:lnTo>
                    <a:pt x="3009392" y="1216234"/>
                  </a:lnTo>
                  <a:lnTo>
                    <a:pt x="3010674" y="1204120"/>
                  </a:lnTo>
                  <a:lnTo>
                    <a:pt x="3011956" y="1179084"/>
                  </a:lnTo>
                  <a:lnTo>
                    <a:pt x="3013238" y="1150819"/>
                  </a:lnTo>
                  <a:lnTo>
                    <a:pt x="3014520" y="1073290"/>
                  </a:lnTo>
                  <a:lnTo>
                    <a:pt x="3015802" y="1041794"/>
                  </a:lnTo>
                  <a:lnTo>
                    <a:pt x="3017083" y="1071675"/>
                  </a:lnTo>
                  <a:lnTo>
                    <a:pt x="3018365" y="1063599"/>
                  </a:lnTo>
                  <a:lnTo>
                    <a:pt x="3019647" y="1050677"/>
                  </a:lnTo>
                  <a:lnTo>
                    <a:pt x="3020929" y="1042601"/>
                  </a:lnTo>
                  <a:lnTo>
                    <a:pt x="3022211" y="1037756"/>
                  </a:lnTo>
                  <a:lnTo>
                    <a:pt x="3023493" y="1016758"/>
                  </a:lnTo>
                  <a:lnTo>
                    <a:pt x="3024774" y="974764"/>
                  </a:lnTo>
                  <a:lnTo>
                    <a:pt x="3026056" y="952959"/>
                  </a:lnTo>
                  <a:lnTo>
                    <a:pt x="3027338" y="948113"/>
                  </a:lnTo>
                  <a:lnTo>
                    <a:pt x="3028620" y="1105379"/>
                  </a:lnTo>
                  <a:lnTo>
                    <a:pt x="3029902" y="1114425"/>
                  </a:lnTo>
                  <a:lnTo>
                    <a:pt x="3031184" y="1122398"/>
                  </a:lnTo>
                  <a:lnTo>
                    <a:pt x="3032466" y="1107671"/>
                  </a:lnTo>
                  <a:lnTo>
                    <a:pt x="3033747" y="1152382"/>
                  </a:lnTo>
                  <a:lnTo>
                    <a:pt x="3035029" y="1199446"/>
                  </a:lnTo>
                  <a:lnTo>
                    <a:pt x="3036311" y="1177091"/>
                  </a:lnTo>
                  <a:lnTo>
                    <a:pt x="3037593" y="1168266"/>
                  </a:lnTo>
                  <a:lnTo>
                    <a:pt x="3038875" y="1155912"/>
                  </a:lnTo>
                  <a:lnTo>
                    <a:pt x="3040157" y="1172973"/>
                  </a:lnTo>
                  <a:lnTo>
                    <a:pt x="3041438" y="1167678"/>
                  </a:lnTo>
                  <a:lnTo>
                    <a:pt x="3042720" y="1160030"/>
                  </a:lnTo>
                  <a:lnTo>
                    <a:pt x="3044002" y="1171208"/>
                  </a:lnTo>
                  <a:lnTo>
                    <a:pt x="3045284" y="1163560"/>
                  </a:lnTo>
                  <a:lnTo>
                    <a:pt x="3046566" y="1181209"/>
                  </a:lnTo>
                  <a:lnTo>
                    <a:pt x="3047848" y="1173862"/>
                  </a:lnTo>
                  <a:lnTo>
                    <a:pt x="3049129" y="1131396"/>
                  </a:lnTo>
                  <a:lnTo>
                    <a:pt x="3050411" y="1159442"/>
                  </a:lnTo>
                  <a:lnTo>
                    <a:pt x="3051693" y="1301442"/>
                  </a:lnTo>
                  <a:lnTo>
                    <a:pt x="3052975" y="1273325"/>
                  </a:lnTo>
                  <a:lnTo>
                    <a:pt x="3054257" y="1243360"/>
                  </a:lnTo>
                  <a:lnTo>
                    <a:pt x="3055539" y="1265366"/>
                  </a:lnTo>
                  <a:lnTo>
                    <a:pt x="3056821" y="1263961"/>
                  </a:lnTo>
                  <a:lnTo>
                    <a:pt x="3058102" y="1270516"/>
                  </a:lnTo>
                  <a:lnTo>
                    <a:pt x="3059384" y="1269111"/>
                  </a:lnTo>
                  <a:lnTo>
                    <a:pt x="3060666" y="1259747"/>
                  </a:lnTo>
                  <a:lnTo>
                    <a:pt x="3061948" y="1250383"/>
                  </a:lnTo>
                  <a:lnTo>
                    <a:pt x="3063230" y="1320032"/>
                  </a:lnTo>
                  <a:lnTo>
                    <a:pt x="3064512" y="1298297"/>
                  </a:lnTo>
                  <a:lnTo>
                    <a:pt x="3065793" y="1259446"/>
                  </a:lnTo>
                  <a:lnTo>
                    <a:pt x="3067075" y="1254620"/>
                  </a:lnTo>
                  <a:lnTo>
                    <a:pt x="3068357" y="1275533"/>
                  </a:lnTo>
                  <a:lnTo>
                    <a:pt x="3069639" y="1180623"/>
                  </a:lnTo>
                  <a:lnTo>
                    <a:pt x="3070921" y="1190778"/>
                  </a:lnTo>
                  <a:lnTo>
                    <a:pt x="3072203" y="1182202"/>
                  </a:lnTo>
                  <a:lnTo>
                    <a:pt x="3073485" y="1208836"/>
                  </a:lnTo>
                  <a:lnTo>
                    <a:pt x="3074766" y="1186709"/>
                  </a:lnTo>
                  <a:lnTo>
                    <a:pt x="3076048" y="1171259"/>
                  </a:lnTo>
                  <a:lnTo>
                    <a:pt x="3077330" y="1264312"/>
                  </a:lnTo>
                  <a:lnTo>
                    <a:pt x="3078612" y="1266288"/>
                  </a:lnTo>
                  <a:lnTo>
                    <a:pt x="3079894" y="1284381"/>
                  </a:lnTo>
                  <a:lnTo>
                    <a:pt x="3081176" y="1314143"/>
                  </a:lnTo>
                  <a:lnTo>
                    <a:pt x="3082457" y="1343347"/>
                  </a:lnTo>
                  <a:lnTo>
                    <a:pt x="3083739" y="1359550"/>
                  </a:lnTo>
                  <a:lnTo>
                    <a:pt x="3085021" y="1266770"/>
                  </a:lnTo>
                  <a:lnTo>
                    <a:pt x="3086303" y="1278943"/>
                  </a:lnTo>
                  <a:lnTo>
                    <a:pt x="3087585" y="1281752"/>
                  </a:lnTo>
                  <a:lnTo>
                    <a:pt x="3088867" y="1278943"/>
                  </a:lnTo>
                  <a:lnTo>
                    <a:pt x="3090148" y="1288775"/>
                  </a:lnTo>
                  <a:lnTo>
                    <a:pt x="3091430" y="1306998"/>
                  </a:lnTo>
                  <a:lnTo>
                    <a:pt x="3092712" y="1286052"/>
                  </a:lnTo>
                  <a:lnTo>
                    <a:pt x="3093994" y="1169443"/>
                  </a:lnTo>
                  <a:lnTo>
                    <a:pt x="3095276" y="1159442"/>
                  </a:lnTo>
                  <a:lnTo>
                    <a:pt x="3096558" y="1148974"/>
                  </a:lnTo>
                  <a:lnTo>
                    <a:pt x="3097840" y="1129136"/>
                  </a:lnTo>
                  <a:lnTo>
                    <a:pt x="3099121" y="996109"/>
                  </a:lnTo>
                  <a:lnTo>
                    <a:pt x="3100403" y="966532"/>
                  </a:lnTo>
                  <a:lnTo>
                    <a:pt x="3101685" y="988833"/>
                  </a:lnTo>
                  <a:lnTo>
                    <a:pt x="3102967" y="990009"/>
                  </a:lnTo>
                  <a:lnTo>
                    <a:pt x="3104249" y="1051193"/>
                  </a:lnTo>
                  <a:lnTo>
                    <a:pt x="3105531" y="1072372"/>
                  </a:lnTo>
                  <a:lnTo>
                    <a:pt x="3106812" y="1035898"/>
                  </a:lnTo>
                  <a:lnTo>
                    <a:pt x="3108094" y="1060018"/>
                  </a:lnTo>
                  <a:lnTo>
                    <a:pt x="3109376" y="1041192"/>
                  </a:lnTo>
                  <a:lnTo>
                    <a:pt x="3110658" y="1026485"/>
                  </a:lnTo>
                  <a:lnTo>
                    <a:pt x="3111940" y="1045899"/>
                  </a:lnTo>
                  <a:lnTo>
                    <a:pt x="3113222" y="1112377"/>
                  </a:lnTo>
                  <a:lnTo>
                    <a:pt x="3114504" y="1177091"/>
                  </a:lnTo>
                  <a:lnTo>
                    <a:pt x="3115785" y="1164148"/>
                  </a:lnTo>
                  <a:lnTo>
                    <a:pt x="3117067" y="1164736"/>
                  </a:lnTo>
                  <a:lnTo>
                    <a:pt x="3118349" y="1282112"/>
                  </a:lnTo>
                  <a:lnTo>
                    <a:pt x="3119631" y="1334446"/>
                  </a:lnTo>
                  <a:lnTo>
                    <a:pt x="3120913" y="1220272"/>
                  </a:lnTo>
                  <a:lnTo>
                    <a:pt x="3122195" y="1280033"/>
                  </a:lnTo>
                  <a:lnTo>
                    <a:pt x="3123476" y="1275995"/>
                  </a:lnTo>
                  <a:lnTo>
                    <a:pt x="3124758" y="1365995"/>
                  </a:lnTo>
                  <a:lnTo>
                    <a:pt x="3126040" y="1401725"/>
                  </a:lnTo>
                  <a:lnTo>
                    <a:pt x="3127322" y="1423489"/>
                  </a:lnTo>
                  <a:lnTo>
                    <a:pt x="3128604" y="1448888"/>
                  </a:lnTo>
                  <a:lnTo>
                    <a:pt x="3129886" y="1455359"/>
                  </a:lnTo>
                  <a:lnTo>
                    <a:pt x="3131167" y="1477127"/>
                  </a:lnTo>
                  <a:lnTo>
                    <a:pt x="3132449" y="1459478"/>
                  </a:lnTo>
                  <a:lnTo>
                    <a:pt x="3133731" y="1458301"/>
                  </a:lnTo>
                  <a:lnTo>
                    <a:pt x="3135013" y="1492423"/>
                  </a:lnTo>
                  <a:lnTo>
                    <a:pt x="3136295" y="1497717"/>
                  </a:lnTo>
                  <a:lnTo>
                    <a:pt x="3137577" y="1461831"/>
                  </a:lnTo>
                  <a:lnTo>
                    <a:pt x="3138859" y="1459478"/>
                  </a:lnTo>
                  <a:lnTo>
                    <a:pt x="3140140" y="1447711"/>
                  </a:lnTo>
                  <a:lnTo>
                    <a:pt x="3141422" y="1440063"/>
                  </a:lnTo>
                  <a:lnTo>
                    <a:pt x="3142704" y="1444181"/>
                  </a:lnTo>
                  <a:lnTo>
                    <a:pt x="3143986" y="1453066"/>
                  </a:lnTo>
                  <a:lnTo>
                    <a:pt x="3145268" y="1435668"/>
                  </a:lnTo>
                  <a:lnTo>
                    <a:pt x="3146550" y="1378049"/>
                  </a:lnTo>
                  <a:lnTo>
                    <a:pt x="3147831" y="1192813"/>
                  </a:lnTo>
                  <a:lnTo>
                    <a:pt x="3149113" y="1148396"/>
                  </a:lnTo>
                  <a:lnTo>
                    <a:pt x="3150395" y="1060368"/>
                  </a:lnTo>
                  <a:lnTo>
                    <a:pt x="3151677" y="1054715"/>
                  </a:lnTo>
                  <a:lnTo>
                    <a:pt x="3152959" y="1033718"/>
                  </a:lnTo>
                  <a:lnTo>
                    <a:pt x="3154241" y="1007875"/>
                  </a:lnTo>
                  <a:lnTo>
                    <a:pt x="3155523" y="1048255"/>
                  </a:lnTo>
                  <a:lnTo>
                    <a:pt x="3156804" y="1212222"/>
                  </a:lnTo>
                  <a:lnTo>
                    <a:pt x="3158086" y="1146550"/>
                  </a:lnTo>
                  <a:lnTo>
                    <a:pt x="3159368" y="1078844"/>
                  </a:lnTo>
                  <a:lnTo>
                    <a:pt x="3160650" y="1044134"/>
                  </a:lnTo>
                  <a:lnTo>
                    <a:pt x="3161932" y="1019425"/>
                  </a:lnTo>
                  <a:lnTo>
                    <a:pt x="3163214" y="992951"/>
                  </a:lnTo>
                  <a:lnTo>
                    <a:pt x="3164495" y="977655"/>
                  </a:lnTo>
                  <a:lnTo>
                    <a:pt x="3165777" y="974125"/>
                  </a:lnTo>
                  <a:lnTo>
                    <a:pt x="3167059" y="993540"/>
                  </a:lnTo>
                  <a:lnTo>
                    <a:pt x="3168341" y="994128"/>
                  </a:lnTo>
                  <a:lnTo>
                    <a:pt x="3169623" y="1011777"/>
                  </a:lnTo>
                  <a:lnTo>
                    <a:pt x="3170905" y="992363"/>
                  </a:lnTo>
                  <a:lnTo>
                    <a:pt x="3172187" y="1104315"/>
                  </a:lnTo>
                  <a:lnTo>
                    <a:pt x="3173468" y="1099561"/>
                  </a:lnTo>
                  <a:lnTo>
                    <a:pt x="3174750" y="1070129"/>
                  </a:lnTo>
                  <a:lnTo>
                    <a:pt x="3176032" y="1096320"/>
                  </a:lnTo>
                  <a:lnTo>
                    <a:pt x="3177314" y="1077871"/>
                  </a:lnTo>
                  <a:lnTo>
                    <a:pt x="3178596" y="978832"/>
                  </a:lnTo>
                  <a:lnTo>
                    <a:pt x="3179878" y="987068"/>
                  </a:lnTo>
                  <a:lnTo>
                    <a:pt x="3181159" y="953535"/>
                  </a:lnTo>
                  <a:lnTo>
                    <a:pt x="3182441" y="936474"/>
                  </a:lnTo>
                  <a:lnTo>
                    <a:pt x="3183723" y="924708"/>
                  </a:lnTo>
                  <a:lnTo>
                    <a:pt x="3185005" y="933532"/>
                  </a:lnTo>
                  <a:lnTo>
                    <a:pt x="3186287" y="962359"/>
                  </a:lnTo>
                  <a:lnTo>
                    <a:pt x="3187569" y="975890"/>
                  </a:lnTo>
                  <a:lnTo>
                    <a:pt x="3188850" y="994128"/>
                  </a:lnTo>
                  <a:lnTo>
                    <a:pt x="3190132" y="987656"/>
                  </a:lnTo>
                  <a:lnTo>
                    <a:pt x="3191414" y="949670"/>
                  </a:lnTo>
                  <a:lnTo>
                    <a:pt x="3192696" y="928867"/>
                  </a:lnTo>
                  <a:lnTo>
                    <a:pt x="3193978" y="647689"/>
                  </a:lnTo>
                  <a:lnTo>
                    <a:pt x="3195260" y="642036"/>
                  </a:lnTo>
                  <a:lnTo>
                    <a:pt x="3196542" y="726025"/>
                  </a:lnTo>
                  <a:lnTo>
                    <a:pt x="3197823" y="757521"/>
                  </a:lnTo>
                  <a:lnTo>
                    <a:pt x="3199105" y="788210"/>
                  </a:lnTo>
                  <a:lnTo>
                    <a:pt x="3200387" y="877045"/>
                  </a:lnTo>
                  <a:lnTo>
                    <a:pt x="3201669" y="918232"/>
                  </a:lnTo>
                  <a:lnTo>
                    <a:pt x="3202951" y="977994"/>
                  </a:lnTo>
                  <a:lnTo>
                    <a:pt x="3204233" y="993338"/>
                  </a:lnTo>
                  <a:lnTo>
                    <a:pt x="3205514" y="987685"/>
                  </a:lnTo>
                  <a:lnTo>
                    <a:pt x="3206796" y="1033718"/>
                  </a:lnTo>
                  <a:lnTo>
                    <a:pt x="3208078" y="1072482"/>
                  </a:lnTo>
                  <a:lnTo>
                    <a:pt x="3209360" y="1098325"/>
                  </a:lnTo>
                  <a:lnTo>
                    <a:pt x="3210642" y="1203312"/>
                  </a:lnTo>
                  <a:lnTo>
                    <a:pt x="3211924" y="1235616"/>
                  </a:lnTo>
                  <a:lnTo>
                    <a:pt x="3213206" y="1246922"/>
                  </a:lnTo>
                  <a:lnTo>
                    <a:pt x="3214487" y="1261459"/>
                  </a:lnTo>
                  <a:lnTo>
                    <a:pt x="3215769" y="1277611"/>
                  </a:lnTo>
                  <a:lnTo>
                    <a:pt x="3217051" y="1290532"/>
                  </a:lnTo>
                  <a:lnTo>
                    <a:pt x="3218333" y="1296993"/>
                  </a:lnTo>
                  <a:lnTo>
                    <a:pt x="3219615" y="1296993"/>
                  </a:lnTo>
                  <a:lnTo>
                    <a:pt x="3220897" y="1326066"/>
                  </a:lnTo>
                  <a:lnTo>
                    <a:pt x="3222178" y="1339795"/>
                  </a:lnTo>
                  <a:lnTo>
                    <a:pt x="3223460" y="1359178"/>
                  </a:lnTo>
                  <a:lnTo>
                    <a:pt x="3224742" y="1304261"/>
                  </a:lnTo>
                  <a:lnTo>
                    <a:pt x="3226024" y="1182315"/>
                  </a:lnTo>
                  <a:lnTo>
                    <a:pt x="3227306" y="1116900"/>
                  </a:lnTo>
                  <a:lnTo>
                    <a:pt x="3228588" y="1051485"/>
                  </a:lnTo>
                  <a:lnTo>
                    <a:pt x="3229869" y="1024834"/>
                  </a:lnTo>
                  <a:lnTo>
                    <a:pt x="3231151" y="973956"/>
                  </a:lnTo>
                  <a:lnTo>
                    <a:pt x="3232433" y="1159884"/>
                  </a:lnTo>
                  <a:lnTo>
                    <a:pt x="3233715" y="1123581"/>
                  </a:lnTo>
                  <a:lnTo>
                    <a:pt x="3234997" y="1201891"/>
                  </a:lnTo>
                  <a:lnTo>
                    <a:pt x="3236279" y="1185222"/>
                  </a:lnTo>
                  <a:lnTo>
                    <a:pt x="3237561" y="1220447"/>
                  </a:lnTo>
                  <a:lnTo>
                    <a:pt x="3238842" y="1170260"/>
                  </a:lnTo>
                  <a:lnTo>
                    <a:pt x="3240124" y="1122443"/>
                  </a:lnTo>
                  <a:lnTo>
                    <a:pt x="3241406" y="1155807"/>
                  </a:lnTo>
                  <a:lnTo>
                    <a:pt x="3242688" y="1194535"/>
                  </a:lnTo>
                  <a:lnTo>
                    <a:pt x="3243970" y="1193188"/>
                  </a:lnTo>
                  <a:lnTo>
                    <a:pt x="3245252" y="1208671"/>
                  </a:lnTo>
                  <a:lnTo>
                    <a:pt x="3246533" y="1203959"/>
                  </a:lnTo>
                  <a:lnTo>
                    <a:pt x="3247815" y="1227184"/>
                  </a:lnTo>
                  <a:lnTo>
                    <a:pt x="3249097" y="1236272"/>
                  </a:lnTo>
                  <a:lnTo>
                    <a:pt x="3250379" y="1261853"/>
                  </a:lnTo>
                  <a:lnTo>
                    <a:pt x="3251661" y="1285415"/>
                  </a:lnTo>
                  <a:lnTo>
                    <a:pt x="3252943" y="1284373"/>
                  </a:lnTo>
                  <a:lnTo>
                    <a:pt x="3254225" y="1326741"/>
                  </a:lnTo>
                  <a:lnTo>
                    <a:pt x="3255506" y="1304089"/>
                  </a:lnTo>
                  <a:lnTo>
                    <a:pt x="3256788" y="1368243"/>
                  </a:lnTo>
                  <a:lnTo>
                    <a:pt x="3258070" y="1420012"/>
                  </a:lnTo>
                  <a:lnTo>
                    <a:pt x="3259352" y="1420806"/>
                  </a:lnTo>
                  <a:lnTo>
                    <a:pt x="3260634" y="1442789"/>
                  </a:lnTo>
                  <a:lnTo>
                    <a:pt x="3261916" y="1389313"/>
                  </a:lnTo>
                  <a:lnTo>
                    <a:pt x="3263197" y="1368869"/>
                  </a:lnTo>
                  <a:lnTo>
                    <a:pt x="3264479" y="1455281"/>
                  </a:lnTo>
                  <a:lnTo>
                    <a:pt x="3265761" y="1515850"/>
                  </a:lnTo>
                  <a:lnTo>
                    <a:pt x="3267043" y="1557038"/>
                  </a:lnTo>
                  <a:lnTo>
                    <a:pt x="3268325" y="1561076"/>
                  </a:lnTo>
                  <a:lnTo>
                    <a:pt x="3269607" y="1558653"/>
                  </a:lnTo>
                  <a:lnTo>
                    <a:pt x="3270889" y="1571574"/>
                  </a:lnTo>
                  <a:lnTo>
                    <a:pt x="3272170" y="1573189"/>
                  </a:lnTo>
                  <a:lnTo>
                    <a:pt x="3273452" y="1577227"/>
                  </a:lnTo>
                  <a:lnTo>
                    <a:pt x="3274734" y="1535233"/>
                  </a:lnTo>
                  <a:lnTo>
                    <a:pt x="3276016" y="1503737"/>
                  </a:lnTo>
                  <a:lnTo>
                    <a:pt x="3277298" y="1480316"/>
                  </a:lnTo>
                  <a:lnTo>
                    <a:pt x="3278580" y="1435091"/>
                  </a:lnTo>
                  <a:lnTo>
                    <a:pt x="3279861" y="1419747"/>
                  </a:lnTo>
                  <a:lnTo>
                    <a:pt x="3281143" y="1368061"/>
                  </a:lnTo>
                  <a:lnTo>
                    <a:pt x="3282425" y="1320413"/>
                  </a:lnTo>
                  <a:lnTo>
                    <a:pt x="3283707" y="1368663"/>
                  </a:lnTo>
                  <a:lnTo>
                    <a:pt x="3284989" y="1335658"/>
                  </a:lnTo>
                  <a:lnTo>
                    <a:pt x="3286271" y="1295340"/>
                  </a:lnTo>
                  <a:lnTo>
                    <a:pt x="3287552" y="1258865"/>
                  </a:lnTo>
                  <a:lnTo>
                    <a:pt x="3288834" y="1198270"/>
                  </a:lnTo>
                  <a:lnTo>
                    <a:pt x="3290116" y="1110024"/>
                  </a:lnTo>
                  <a:lnTo>
                    <a:pt x="3291398" y="1041192"/>
                  </a:lnTo>
                  <a:lnTo>
                    <a:pt x="3292680" y="1043545"/>
                  </a:lnTo>
                  <a:lnTo>
                    <a:pt x="3293962" y="1068254"/>
                  </a:lnTo>
                  <a:lnTo>
                    <a:pt x="3295244" y="1082962"/>
                  </a:lnTo>
                  <a:lnTo>
                    <a:pt x="3296525" y="1081197"/>
                  </a:lnTo>
                  <a:lnTo>
                    <a:pt x="3297807" y="1057665"/>
                  </a:lnTo>
                  <a:lnTo>
                    <a:pt x="3299089" y="974125"/>
                  </a:lnTo>
                  <a:lnTo>
                    <a:pt x="3300371" y="923531"/>
                  </a:lnTo>
                  <a:lnTo>
                    <a:pt x="3301653" y="801163"/>
                  </a:lnTo>
                  <a:lnTo>
                    <a:pt x="3302935" y="770435"/>
                  </a:lnTo>
                  <a:lnTo>
                    <a:pt x="3304216" y="771512"/>
                  </a:lnTo>
                  <a:lnTo>
                    <a:pt x="3305498" y="555623"/>
                  </a:lnTo>
                  <a:lnTo>
                    <a:pt x="3306780" y="625884"/>
                  </a:lnTo>
                  <a:lnTo>
                    <a:pt x="3308062" y="691299"/>
                  </a:lnTo>
                  <a:lnTo>
                    <a:pt x="3309344" y="803554"/>
                  </a:lnTo>
                  <a:lnTo>
                    <a:pt x="3310626" y="867354"/>
                  </a:lnTo>
                  <a:lnTo>
                    <a:pt x="3311908" y="990457"/>
                  </a:lnTo>
                  <a:lnTo>
                    <a:pt x="3313189" y="971987"/>
                  </a:lnTo>
                  <a:lnTo>
                    <a:pt x="3314471" y="870765"/>
                  </a:lnTo>
                  <a:lnTo>
                    <a:pt x="3315753" y="875290"/>
                  </a:lnTo>
                  <a:lnTo>
                    <a:pt x="3317035" y="890586"/>
                  </a:lnTo>
                  <a:lnTo>
                    <a:pt x="3318317" y="961183"/>
                  </a:lnTo>
                  <a:lnTo>
                    <a:pt x="3319599" y="1035309"/>
                  </a:lnTo>
                  <a:lnTo>
                    <a:pt x="3320880" y="1155912"/>
                  </a:lnTo>
                  <a:lnTo>
                    <a:pt x="3322162" y="1167678"/>
                  </a:lnTo>
                  <a:lnTo>
                    <a:pt x="3323444" y="1140028"/>
                  </a:lnTo>
                  <a:lnTo>
                    <a:pt x="3324726" y="1092375"/>
                  </a:lnTo>
                  <a:lnTo>
                    <a:pt x="3326008" y="1052370"/>
                  </a:lnTo>
                  <a:lnTo>
                    <a:pt x="3327290" y="1040604"/>
                  </a:lnTo>
                  <a:lnTo>
                    <a:pt x="3328571" y="1016483"/>
                  </a:lnTo>
                  <a:lnTo>
                    <a:pt x="3329853" y="970596"/>
                  </a:lnTo>
                  <a:lnTo>
                    <a:pt x="3331135" y="1010006"/>
                  </a:lnTo>
                  <a:lnTo>
                    <a:pt x="3332417" y="1003505"/>
                  </a:lnTo>
                  <a:lnTo>
                    <a:pt x="3333699" y="1061965"/>
                  </a:lnTo>
                  <a:lnTo>
                    <a:pt x="3334981" y="898042"/>
                  </a:lnTo>
                  <a:lnTo>
                    <a:pt x="3336263" y="934384"/>
                  </a:lnTo>
                  <a:lnTo>
                    <a:pt x="3337544" y="957804"/>
                  </a:lnTo>
                  <a:lnTo>
                    <a:pt x="3338826" y="977186"/>
                  </a:lnTo>
                  <a:lnTo>
                    <a:pt x="3340108" y="1027257"/>
                  </a:lnTo>
                  <a:lnTo>
                    <a:pt x="3341390" y="1112862"/>
                  </a:lnTo>
                  <a:lnTo>
                    <a:pt x="3342672" y="1170201"/>
                  </a:lnTo>
                  <a:lnTo>
                    <a:pt x="3343954" y="1235616"/>
                  </a:lnTo>
                  <a:lnTo>
                    <a:pt x="3345235" y="1278418"/>
                  </a:lnTo>
                  <a:lnTo>
                    <a:pt x="3346517" y="1326874"/>
                  </a:lnTo>
                  <a:lnTo>
                    <a:pt x="3347799" y="1376137"/>
                  </a:lnTo>
                  <a:lnTo>
                    <a:pt x="3349081" y="1469818"/>
                  </a:lnTo>
                  <a:lnTo>
                    <a:pt x="3350363" y="1515850"/>
                  </a:lnTo>
                  <a:lnTo>
                    <a:pt x="3351645" y="1568344"/>
                  </a:lnTo>
                  <a:lnTo>
                    <a:pt x="3352927" y="1612761"/>
                  </a:lnTo>
                  <a:lnTo>
                    <a:pt x="3354208" y="1622453"/>
                  </a:lnTo>
                  <a:lnTo>
                    <a:pt x="3355490" y="1642642"/>
                  </a:lnTo>
                  <a:lnTo>
                    <a:pt x="3356772" y="1652334"/>
                  </a:lnTo>
                  <a:lnTo>
                    <a:pt x="3358054" y="1652334"/>
                  </a:lnTo>
                  <a:lnTo>
                    <a:pt x="3359336" y="1652334"/>
                  </a:lnTo>
                  <a:lnTo>
                    <a:pt x="3360618" y="1652334"/>
                  </a:lnTo>
                  <a:lnTo>
                    <a:pt x="3361899" y="1652334"/>
                  </a:lnTo>
                  <a:lnTo>
                    <a:pt x="3363181" y="1652334"/>
                  </a:lnTo>
                  <a:lnTo>
                    <a:pt x="3364463" y="1668485"/>
                  </a:lnTo>
                  <a:lnTo>
                    <a:pt x="3365745" y="1668485"/>
                  </a:lnTo>
                  <a:lnTo>
                    <a:pt x="3367027" y="1668485"/>
                  </a:lnTo>
                  <a:lnTo>
                    <a:pt x="3368309" y="1668485"/>
                  </a:lnTo>
                  <a:lnTo>
                    <a:pt x="3369590" y="1668485"/>
                  </a:lnTo>
                  <a:lnTo>
                    <a:pt x="3370872" y="1668485"/>
                  </a:lnTo>
                  <a:lnTo>
                    <a:pt x="3372154" y="1668485"/>
                  </a:lnTo>
                  <a:lnTo>
                    <a:pt x="3373436" y="1668485"/>
                  </a:lnTo>
                  <a:lnTo>
                    <a:pt x="3374718" y="1668485"/>
                  </a:lnTo>
                  <a:lnTo>
                    <a:pt x="3376000" y="1662832"/>
                  </a:lnTo>
                  <a:lnTo>
                    <a:pt x="3377282" y="1652334"/>
                  </a:lnTo>
                  <a:lnTo>
                    <a:pt x="3378563" y="1652334"/>
                  </a:lnTo>
                  <a:lnTo>
                    <a:pt x="3379845" y="1652334"/>
                  </a:lnTo>
                  <a:lnTo>
                    <a:pt x="3381127" y="1610339"/>
                  </a:lnTo>
                  <a:lnTo>
                    <a:pt x="3382409" y="1603878"/>
                  </a:lnTo>
                  <a:lnTo>
                    <a:pt x="3383691" y="1587726"/>
                  </a:lnTo>
                  <a:lnTo>
                    <a:pt x="3384973" y="1582881"/>
                  </a:lnTo>
                  <a:lnTo>
                    <a:pt x="3386254" y="1553000"/>
                  </a:lnTo>
                  <a:lnTo>
                    <a:pt x="3387536" y="1522311"/>
                  </a:lnTo>
                  <a:lnTo>
                    <a:pt x="3388818" y="1490815"/>
                  </a:lnTo>
                  <a:lnTo>
                    <a:pt x="3390100" y="1451243"/>
                  </a:lnTo>
                  <a:lnTo>
                    <a:pt x="3391382" y="1442360"/>
                  </a:lnTo>
                  <a:lnTo>
                    <a:pt x="3392664" y="1430246"/>
                  </a:lnTo>
                  <a:lnTo>
                    <a:pt x="3393946" y="1426208"/>
                  </a:lnTo>
                  <a:lnTo>
                    <a:pt x="3395227" y="1491431"/>
                  </a:lnTo>
                  <a:lnTo>
                    <a:pt x="3396509" y="1486582"/>
                  </a:lnTo>
                  <a:lnTo>
                    <a:pt x="3397791" y="1512503"/>
                  </a:lnTo>
                  <a:lnTo>
                    <a:pt x="3399073" y="1485417"/>
                  </a:lnTo>
                  <a:lnTo>
                    <a:pt x="3400355" y="1488694"/>
                  </a:lnTo>
                  <a:lnTo>
                    <a:pt x="3401637" y="1469966"/>
                  </a:lnTo>
                  <a:lnTo>
                    <a:pt x="3402918" y="1474648"/>
                  </a:lnTo>
                  <a:lnTo>
                    <a:pt x="3404200" y="1451707"/>
                  </a:lnTo>
                  <a:lnTo>
                    <a:pt x="3405482" y="1429233"/>
                  </a:lnTo>
                  <a:lnTo>
                    <a:pt x="3406764" y="1412847"/>
                  </a:lnTo>
                  <a:lnTo>
                    <a:pt x="3408046" y="1407696"/>
                  </a:lnTo>
                  <a:lnTo>
                    <a:pt x="3409328" y="1413783"/>
                  </a:lnTo>
                  <a:lnTo>
                    <a:pt x="3410610" y="1410506"/>
                  </a:lnTo>
                  <a:lnTo>
                    <a:pt x="3411891" y="1416592"/>
                  </a:lnTo>
                  <a:lnTo>
                    <a:pt x="3413173" y="1418933"/>
                  </a:lnTo>
                  <a:lnTo>
                    <a:pt x="3414455" y="1425533"/>
                  </a:lnTo>
                  <a:lnTo>
                    <a:pt x="3415737" y="1390383"/>
                  </a:lnTo>
                  <a:lnTo>
                    <a:pt x="3417019" y="1307777"/>
                  </a:lnTo>
                  <a:lnTo>
                    <a:pt x="3418301" y="1198467"/>
                  </a:lnTo>
                  <a:lnTo>
                    <a:pt x="3419582" y="1220272"/>
                  </a:lnTo>
                  <a:lnTo>
                    <a:pt x="3420864" y="1241269"/>
                  </a:lnTo>
                  <a:lnTo>
                    <a:pt x="3422146" y="1229155"/>
                  </a:lnTo>
                  <a:lnTo>
                    <a:pt x="3423428" y="1251768"/>
                  </a:lnTo>
                  <a:lnTo>
                    <a:pt x="3424710" y="1297801"/>
                  </a:lnTo>
                  <a:lnTo>
                    <a:pt x="3425992" y="1335757"/>
                  </a:lnTo>
                  <a:lnTo>
                    <a:pt x="3427273" y="1346256"/>
                  </a:lnTo>
                  <a:lnTo>
                    <a:pt x="3428555" y="1356755"/>
                  </a:lnTo>
                  <a:lnTo>
                    <a:pt x="3429837" y="1341410"/>
                  </a:lnTo>
                  <a:lnTo>
                    <a:pt x="3431119" y="1286494"/>
                  </a:lnTo>
                  <a:lnTo>
                    <a:pt x="3432401" y="1256613"/>
                  </a:lnTo>
                  <a:lnTo>
                    <a:pt x="3433683" y="1243692"/>
                  </a:lnTo>
                  <a:lnTo>
                    <a:pt x="3434965" y="1261459"/>
                  </a:lnTo>
                  <a:lnTo>
                    <a:pt x="3436246" y="1266304"/>
                  </a:lnTo>
                  <a:lnTo>
                    <a:pt x="3437528" y="1254998"/>
                  </a:lnTo>
                  <a:lnTo>
                    <a:pt x="3438810" y="1217041"/>
                  </a:lnTo>
                  <a:lnTo>
                    <a:pt x="3440092" y="1232386"/>
                  </a:lnTo>
                  <a:lnTo>
                    <a:pt x="3441374" y="1240461"/>
                  </a:lnTo>
                  <a:lnTo>
                    <a:pt x="3442656" y="1217849"/>
                  </a:lnTo>
                  <a:lnTo>
                    <a:pt x="3443937" y="1188775"/>
                  </a:lnTo>
                  <a:lnTo>
                    <a:pt x="3445219" y="1121745"/>
                  </a:lnTo>
                  <a:lnTo>
                    <a:pt x="3446501" y="1083789"/>
                  </a:lnTo>
                  <a:lnTo>
                    <a:pt x="3447783" y="1064406"/>
                  </a:lnTo>
                  <a:lnTo>
                    <a:pt x="3449065" y="1015143"/>
                  </a:lnTo>
                  <a:lnTo>
                    <a:pt x="3450347" y="927115"/>
                  </a:lnTo>
                  <a:lnTo>
                    <a:pt x="3451629" y="852010"/>
                  </a:lnTo>
                  <a:lnTo>
                    <a:pt x="3452910" y="829397"/>
                  </a:lnTo>
                  <a:lnTo>
                    <a:pt x="3454192" y="824552"/>
                  </a:lnTo>
                  <a:lnTo>
                    <a:pt x="3455474" y="818898"/>
                  </a:lnTo>
                  <a:lnTo>
                    <a:pt x="3456756" y="790632"/>
                  </a:lnTo>
                  <a:lnTo>
                    <a:pt x="3458038" y="762367"/>
                  </a:lnTo>
                  <a:lnTo>
                    <a:pt x="3459320" y="667879"/>
                  </a:lnTo>
                  <a:lnTo>
                    <a:pt x="3460601" y="876827"/>
                  </a:lnTo>
                  <a:lnTo>
                    <a:pt x="3461883" y="881676"/>
                  </a:lnTo>
                  <a:lnTo>
                    <a:pt x="3463165" y="915953"/>
                  </a:lnTo>
                  <a:lnTo>
                    <a:pt x="3464447" y="948828"/>
                  </a:lnTo>
                  <a:lnTo>
                    <a:pt x="3465729" y="932355"/>
                  </a:lnTo>
                  <a:lnTo>
                    <a:pt x="3467011" y="912353"/>
                  </a:lnTo>
                  <a:lnTo>
                    <a:pt x="3468292" y="927061"/>
                  </a:lnTo>
                  <a:lnTo>
                    <a:pt x="3469574" y="1004717"/>
                  </a:lnTo>
                  <a:lnTo>
                    <a:pt x="3470856" y="1048252"/>
                  </a:lnTo>
                  <a:lnTo>
                    <a:pt x="3472138" y="1092963"/>
                  </a:lnTo>
                  <a:lnTo>
                    <a:pt x="3473420" y="1094140"/>
                  </a:lnTo>
                  <a:lnTo>
                    <a:pt x="3474702" y="1085315"/>
                  </a:lnTo>
                  <a:lnTo>
                    <a:pt x="3475984" y="1109436"/>
                  </a:lnTo>
                  <a:lnTo>
                    <a:pt x="3477265" y="1145911"/>
                  </a:lnTo>
                  <a:lnTo>
                    <a:pt x="3478547" y="1194740"/>
                  </a:lnTo>
                  <a:lnTo>
                    <a:pt x="3479829" y="1244741"/>
                  </a:lnTo>
                  <a:lnTo>
                    <a:pt x="3481111" y="1270804"/>
                  </a:lnTo>
                  <a:lnTo>
                    <a:pt x="3482393" y="1271044"/>
                  </a:lnTo>
                  <a:lnTo>
                    <a:pt x="3483675" y="1176661"/>
                  </a:lnTo>
                  <a:lnTo>
                    <a:pt x="3484956" y="1259844"/>
                  </a:lnTo>
                  <a:lnTo>
                    <a:pt x="3486238" y="1300223"/>
                  </a:lnTo>
                  <a:lnTo>
                    <a:pt x="3487520" y="1345448"/>
                  </a:lnTo>
                  <a:lnTo>
                    <a:pt x="3488802" y="1357562"/>
                  </a:lnTo>
                  <a:lnTo>
                    <a:pt x="3490084" y="1393904"/>
                  </a:lnTo>
                  <a:lnTo>
                    <a:pt x="3491366" y="1343026"/>
                  </a:lnTo>
                  <a:lnTo>
                    <a:pt x="3492648" y="1401202"/>
                  </a:lnTo>
                  <a:lnTo>
                    <a:pt x="3493929" y="1392027"/>
                  </a:lnTo>
                  <a:lnTo>
                    <a:pt x="3495211" y="1390955"/>
                  </a:lnTo>
                  <a:lnTo>
                    <a:pt x="3496493" y="1407707"/>
                  </a:lnTo>
                  <a:lnTo>
                    <a:pt x="3497775" y="1425944"/>
                  </a:lnTo>
                  <a:lnTo>
                    <a:pt x="3499057" y="1412413"/>
                  </a:lnTo>
                  <a:lnTo>
                    <a:pt x="3500339" y="1394176"/>
                  </a:lnTo>
                  <a:lnTo>
                    <a:pt x="3501620" y="1347111"/>
                  </a:lnTo>
                  <a:lnTo>
                    <a:pt x="3502902" y="1328285"/>
                  </a:lnTo>
                  <a:lnTo>
                    <a:pt x="3504184" y="1300047"/>
                  </a:lnTo>
                  <a:lnTo>
                    <a:pt x="3505466" y="1296517"/>
                  </a:lnTo>
                  <a:lnTo>
                    <a:pt x="3506748" y="1281221"/>
                  </a:lnTo>
                  <a:lnTo>
                    <a:pt x="3508030" y="1296517"/>
                  </a:lnTo>
                  <a:lnTo>
                    <a:pt x="3509311" y="1265337"/>
                  </a:lnTo>
                  <a:lnTo>
                    <a:pt x="3510593" y="1247687"/>
                  </a:lnTo>
                  <a:lnTo>
                    <a:pt x="3511875" y="1222920"/>
                  </a:lnTo>
                  <a:lnTo>
                    <a:pt x="3513157" y="1236255"/>
                  </a:lnTo>
                  <a:lnTo>
                    <a:pt x="3514439" y="1244136"/>
                  </a:lnTo>
                  <a:lnTo>
                    <a:pt x="3515721" y="1102363"/>
                  </a:lnTo>
                  <a:lnTo>
                    <a:pt x="3517003" y="1091864"/>
                  </a:lnTo>
                  <a:lnTo>
                    <a:pt x="3518284" y="1112054"/>
                  </a:lnTo>
                  <a:lnTo>
                    <a:pt x="3519566" y="1083789"/>
                  </a:lnTo>
                  <a:lnTo>
                    <a:pt x="3520848" y="1074097"/>
                  </a:lnTo>
                  <a:lnTo>
                    <a:pt x="3522130" y="1049870"/>
                  </a:lnTo>
                  <a:lnTo>
                    <a:pt x="3523412" y="1038563"/>
                  </a:lnTo>
                  <a:lnTo>
                    <a:pt x="3524694" y="1037756"/>
                  </a:lnTo>
                  <a:lnTo>
                    <a:pt x="3525975" y="1070867"/>
                  </a:lnTo>
                  <a:lnTo>
                    <a:pt x="3527257" y="1075713"/>
                  </a:lnTo>
                  <a:lnTo>
                    <a:pt x="3528539" y="1117707"/>
                  </a:lnTo>
                  <a:lnTo>
                    <a:pt x="3529821" y="1140320"/>
                  </a:lnTo>
                  <a:lnTo>
                    <a:pt x="3531103" y="1141935"/>
                  </a:lnTo>
                  <a:lnTo>
                    <a:pt x="3532385" y="1083789"/>
                  </a:lnTo>
                  <a:lnTo>
                    <a:pt x="3533667" y="1018373"/>
                  </a:lnTo>
                  <a:lnTo>
                    <a:pt x="3534948" y="990915"/>
                  </a:lnTo>
                  <a:lnTo>
                    <a:pt x="3536230" y="990108"/>
                  </a:lnTo>
                  <a:lnTo>
                    <a:pt x="3537512" y="978802"/>
                  </a:lnTo>
                  <a:lnTo>
                    <a:pt x="3538794" y="1018373"/>
                  </a:lnTo>
                  <a:lnTo>
                    <a:pt x="3540076" y="1073290"/>
                  </a:lnTo>
                  <a:lnTo>
                    <a:pt x="3541358" y="1108016"/>
                  </a:lnTo>
                  <a:lnTo>
                    <a:pt x="3542639" y="1114477"/>
                  </a:lnTo>
                  <a:lnTo>
                    <a:pt x="3543921" y="1089442"/>
                  </a:lnTo>
                  <a:lnTo>
                    <a:pt x="3545203" y="1070059"/>
                  </a:lnTo>
                  <a:lnTo>
                    <a:pt x="3546485" y="1054715"/>
                  </a:lnTo>
                  <a:lnTo>
                    <a:pt x="3547767" y="1064406"/>
                  </a:lnTo>
                  <a:lnTo>
                    <a:pt x="3549049" y="1117707"/>
                  </a:lnTo>
                  <a:lnTo>
                    <a:pt x="3550331" y="1215426"/>
                  </a:lnTo>
                  <a:lnTo>
                    <a:pt x="3551612" y="1329297"/>
                  </a:lnTo>
                  <a:lnTo>
                    <a:pt x="3552894" y="1397134"/>
                  </a:lnTo>
                  <a:lnTo>
                    <a:pt x="3554176" y="1401980"/>
                  </a:lnTo>
                  <a:lnTo>
                    <a:pt x="3555458" y="1408441"/>
                  </a:lnTo>
                  <a:lnTo>
                    <a:pt x="3556740" y="1398749"/>
                  </a:lnTo>
                  <a:lnTo>
                    <a:pt x="3558022" y="1466908"/>
                  </a:lnTo>
                  <a:lnTo>
                    <a:pt x="3559303" y="1471429"/>
                  </a:lnTo>
                  <a:lnTo>
                    <a:pt x="3560585" y="1521380"/>
                  </a:lnTo>
                  <a:lnTo>
                    <a:pt x="3561867" y="1543473"/>
                  </a:lnTo>
                  <a:lnTo>
                    <a:pt x="3563149" y="1590848"/>
                  </a:lnTo>
                  <a:lnTo>
                    <a:pt x="3564431" y="1605420"/>
                  </a:lnTo>
                  <a:lnTo>
                    <a:pt x="3565713" y="1595194"/>
                  </a:lnTo>
                  <a:lnTo>
                    <a:pt x="3566994" y="1588619"/>
                  </a:lnTo>
                  <a:lnTo>
                    <a:pt x="3568276" y="1586666"/>
                  </a:lnTo>
                  <a:lnTo>
                    <a:pt x="3569558" y="1570172"/>
                  </a:lnTo>
                  <a:lnTo>
                    <a:pt x="3570840" y="1556036"/>
                  </a:lnTo>
                  <a:lnTo>
                    <a:pt x="3572122" y="1538533"/>
                  </a:lnTo>
                  <a:lnTo>
                    <a:pt x="3573404" y="1527089"/>
                  </a:lnTo>
                  <a:lnTo>
                    <a:pt x="3574686" y="1521703"/>
                  </a:lnTo>
                  <a:lnTo>
                    <a:pt x="3575967" y="1513288"/>
                  </a:lnTo>
                  <a:lnTo>
                    <a:pt x="3577249" y="1513625"/>
                  </a:lnTo>
                  <a:lnTo>
                    <a:pt x="3578531" y="1511605"/>
                  </a:lnTo>
                  <a:lnTo>
                    <a:pt x="3579813" y="1462550"/>
                  </a:lnTo>
                  <a:lnTo>
                    <a:pt x="3581095" y="1428766"/>
                  </a:lnTo>
                  <a:lnTo>
                    <a:pt x="3582377" y="1375063"/>
                  </a:lnTo>
                  <a:lnTo>
                    <a:pt x="3583658" y="1353843"/>
                  </a:lnTo>
                  <a:lnTo>
                    <a:pt x="3584940" y="1264748"/>
                  </a:lnTo>
                  <a:lnTo>
                    <a:pt x="3586222" y="1267102"/>
                  </a:lnTo>
                  <a:lnTo>
                    <a:pt x="3587504" y="1270804"/>
                  </a:lnTo>
                  <a:lnTo>
                    <a:pt x="3588786" y="1275653"/>
                  </a:lnTo>
                  <a:lnTo>
                    <a:pt x="3590068" y="1064406"/>
                  </a:lnTo>
                  <a:lnTo>
                    <a:pt x="3591350" y="1051485"/>
                  </a:lnTo>
                  <a:lnTo>
                    <a:pt x="3592631" y="1028872"/>
                  </a:lnTo>
                  <a:lnTo>
                    <a:pt x="3593913" y="1155618"/>
                  </a:lnTo>
                  <a:lnTo>
                    <a:pt x="3595195" y="1160490"/>
                  </a:lnTo>
                  <a:lnTo>
                    <a:pt x="3596477" y="1156707"/>
                  </a:lnTo>
                  <a:lnTo>
                    <a:pt x="3597759" y="1144146"/>
                  </a:lnTo>
                  <a:lnTo>
                    <a:pt x="3599041" y="1173561"/>
                  </a:lnTo>
                  <a:lnTo>
                    <a:pt x="3600322" y="1203564"/>
                  </a:lnTo>
                  <a:lnTo>
                    <a:pt x="3601604" y="1207683"/>
                  </a:lnTo>
                  <a:lnTo>
                    <a:pt x="3602886" y="1198858"/>
                  </a:lnTo>
                  <a:lnTo>
                    <a:pt x="3604168" y="1175326"/>
                  </a:lnTo>
                  <a:lnTo>
                    <a:pt x="3605450" y="1181209"/>
                  </a:lnTo>
                  <a:lnTo>
                    <a:pt x="3606732" y="1138263"/>
                  </a:lnTo>
                  <a:lnTo>
                    <a:pt x="3608013" y="1095316"/>
                  </a:lnTo>
                  <a:lnTo>
                    <a:pt x="3609295" y="1134733"/>
                  </a:lnTo>
                  <a:lnTo>
                    <a:pt x="3610577" y="1164736"/>
                  </a:lnTo>
                  <a:lnTo>
                    <a:pt x="3611859" y="1207683"/>
                  </a:lnTo>
                  <a:lnTo>
                    <a:pt x="3613141" y="1201664"/>
                  </a:lnTo>
                  <a:lnTo>
                    <a:pt x="3614423" y="1196505"/>
                  </a:lnTo>
                  <a:lnTo>
                    <a:pt x="3615705" y="1194152"/>
                  </a:lnTo>
                  <a:lnTo>
                    <a:pt x="3616986" y="1196505"/>
                  </a:lnTo>
                  <a:lnTo>
                    <a:pt x="3618268" y="1181797"/>
                  </a:lnTo>
                  <a:lnTo>
                    <a:pt x="3619550" y="1185327"/>
                  </a:lnTo>
                  <a:lnTo>
                    <a:pt x="3620832" y="1151205"/>
                  </a:lnTo>
                  <a:lnTo>
                    <a:pt x="3622114" y="1164148"/>
                  </a:lnTo>
                  <a:lnTo>
                    <a:pt x="3623396" y="1179444"/>
                  </a:lnTo>
                  <a:lnTo>
                    <a:pt x="3624677" y="1127085"/>
                  </a:lnTo>
                  <a:lnTo>
                    <a:pt x="3625959" y="1148852"/>
                  </a:lnTo>
                  <a:lnTo>
                    <a:pt x="3627241" y="1144146"/>
                  </a:lnTo>
                  <a:lnTo>
                    <a:pt x="3628523" y="1082962"/>
                  </a:lnTo>
                  <a:lnTo>
                    <a:pt x="3629805" y="990598"/>
                  </a:lnTo>
                  <a:lnTo>
                    <a:pt x="3631087" y="920590"/>
                  </a:lnTo>
                  <a:lnTo>
                    <a:pt x="3632369" y="888233"/>
                  </a:lnTo>
                  <a:lnTo>
                    <a:pt x="3633650" y="855007"/>
                  </a:lnTo>
                  <a:lnTo>
                    <a:pt x="3634932" y="565314"/>
                  </a:lnTo>
                  <a:lnTo>
                    <a:pt x="3636214" y="522512"/>
                  </a:lnTo>
                  <a:lnTo>
                    <a:pt x="3637496" y="768938"/>
                  </a:lnTo>
                  <a:lnTo>
                    <a:pt x="3638778" y="736450"/>
                  </a:lnTo>
                  <a:lnTo>
                    <a:pt x="3640060" y="674089"/>
                  </a:lnTo>
                  <a:lnTo>
                    <a:pt x="3641341" y="601139"/>
                  </a:lnTo>
                  <a:lnTo>
                    <a:pt x="3642623" y="548192"/>
                  </a:lnTo>
                  <a:lnTo>
                    <a:pt x="3643905" y="551134"/>
                  </a:lnTo>
                  <a:lnTo>
                    <a:pt x="3645187" y="560546"/>
                  </a:lnTo>
                  <a:lnTo>
                    <a:pt x="3646469" y="612906"/>
                  </a:lnTo>
                  <a:lnTo>
                    <a:pt x="3647751" y="634084"/>
                  </a:lnTo>
                  <a:lnTo>
                    <a:pt x="3649033" y="659381"/>
                  </a:lnTo>
                  <a:lnTo>
                    <a:pt x="3650314" y="678796"/>
                  </a:lnTo>
                  <a:lnTo>
                    <a:pt x="3651596" y="718801"/>
                  </a:lnTo>
                  <a:lnTo>
                    <a:pt x="3652878" y="744686"/>
                  </a:lnTo>
                  <a:lnTo>
                    <a:pt x="3654160" y="762335"/>
                  </a:lnTo>
                  <a:lnTo>
                    <a:pt x="3655442" y="792927"/>
                  </a:lnTo>
                  <a:lnTo>
                    <a:pt x="3656724" y="789545"/>
                  </a:lnTo>
                  <a:lnTo>
                    <a:pt x="3658005" y="571775"/>
                  </a:lnTo>
                  <a:lnTo>
                    <a:pt x="3659287" y="684838"/>
                  </a:lnTo>
                  <a:lnTo>
                    <a:pt x="3660569" y="751060"/>
                  </a:lnTo>
                  <a:lnTo>
                    <a:pt x="3661851" y="800323"/>
                  </a:lnTo>
                  <a:lnTo>
                    <a:pt x="3663133" y="811630"/>
                  </a:lnTo>
                  <a:lnTo>
                    <a:pt x="3664415" y="791440"/>
                  </a:lnTo>
                  <a:lnTo>
                    <a:pt x="3665696" y="746215"/>
                  </a:lnTo>
                  <a:lnTo>
                    <a:pt x="3666978" y="731679"/>
                  </a:lnTo>
                  <a:lnTo>
                    <a:pt x="3668260" y="709065"/>
                  </a:lnTo>
                  <a:lnTo>
                    <a:pt x="3669542" y="705835"/>
                  </a:lnTo>
                  <a:lnTo>
                    <a:pt x="3670824" y="679185"/>
                  </a:lnTo>
                  <a:lnTo>
                    <a:pt x="3672106" y="671109"/>
                  </a:lnTo>
                  <a:lnTo>
                    <a:pt x="3673388" y="624268"/>
                  </a:lnTo>
                  <a:lnTo>
                    <a:pt x="3674669" y="590350"/>
                  </a:lnTo>
                  <a:lnTo>
                    <a:pt x="3675951" y="570160"/>
                  </a:lnTo>
                  <a:lnTo>
                    <a:pt x="3677233" y="422371"/>
                  </a:lnTo>
                  <a:lnTo>
                    <a:pt x="3678515" y="647784"/>
                  </a:lnTo>
                  <a:lnTo>
                    <a:pt x="3679797" y="884595"/>
                  </a:lnTo>
                  <a:lnTo>
                    <a:pt x="3681079" y="886105"/>
                  </a:lnTo>
                  <a:lnTo>
                    <a:pt x="3682360" y="984922"/>
                  </a:lnTo>
                  <a:lnTo>
                    <a:pt x="3683642" y="958208"/>
                  </a:lnTo>
                  <a:lnTo>
                    <a:pt x="3684924" y="941718"/>
                  </a:lnTo>
                  <a:lnTo>
                    <a:pt x="3686206" y="937697"/>
                  </a:lnTo>
                  <a:lnTo>
                    <a:pt x="3687488" y="954588"/>
                  </a:lnTo>
                  <a:lnTo>
                    <a:pt x="3688770" y="1031260"/>
                  </a:lnTo>
                  <a:lnTo>
                    <a:pt x="3690052" y="1025051"/>
                  </a:lnTo>
                  <a:lnTo>
                    <a:pt x="3691333" y="1002041"/>
                  </a:lnTo>
                  <a:lnTo>
                    <a:pt x="3692615" y="970630"/>
                  </a:lnTo>
                  <a:lnTo>
                    <a:pt x="3693897" y="950176"/>
                  </a:lnTo>
                  <a:lnTo>
                    <a:pt x="3695179" y="942871"/>
                  </a:lnTo>
                  <a:lnTo>
                    <a:pt x="3696461" y="959673"/>
                  </a:lnTo>
                  <a:lnTo>
                    <a:pt x="3697743" y="966977"/>
                  </a:lnTo>
                  <a:lnTo>
                    <a:pt x="3699024" y="969534"/>
                  </a:lnTo>
                  <a:lnTo>
                    <a:pt x="3700306" y="912761"/>
                  </a:lnTo>
                  <a:lnTo>
                    <a:pt x="3701588" y="915979"/>
                  </a:lnTo>
                  <a:lnTo>
                    <a:pt x="3702870" y="929653"/>
                  </a:lnTo>
                  <a:lnTo>
                    <a:pt x="3704152" y="970676"/>
                  </a:lnTo>
                  <a:lnTo>
                    <a:pt x="3705434" y="991992"/>
                  </a:lnTo>
                  <a:lnTo>
                    <a:pt x="3706715" y="955393"/>
                  </a:lnTo>
                  <a:lnTo>
                    <a:pt x="3707997" y="946985"/>
                  </a:lnTo>
                  <a:lnTo>
                    <a:pt x="3709279" y="964373"/>
                  </a:lnTo>
                  <a:lnTo>
                    <a:pt x="3710561" y="837905"/>
                  </a:lnTo>
                  <a:lnTo>
                    <a:pt x="3711843" y="855696"/>
                  </a:lnTo>
                  <a:lnTo>
                    <a:pt x="3713125" y="888001"/>
                  </a:lnTo>
                  <a:lnTo>
                    <a:pt x="3714407" y="902515"/>
                  </a:lnTo>
                  <a:lnTo>
                    <a:pt x="3715688" y="1056844"/>
                  </a:lnTo>
                  <a:lnTo>
                    <a:pt x="3716970" y="948866"/>
                  </a:lnTo>
                  <a:lnTo>
                    <a:pt x="3718252" y="943248"/>
                  </a:lnTo>
                  <a:lnTo>
                    <a:pt x="3719534" y="937162"/>
                  </a:lnTo>
                  <a:lnTo>
                    <a:pt x="3720816" y="699387"/>
                  </a:lnTo>
                  <a:lnTo>
                    <a:pt x="3722098" y="660559"/>
                  </a:lnTo>
                  <a:lnTo>
                    <a:pt x="3723379" y="630555"/>
                  </a:lnTo>
                  <a:lnTo>
                    <a:pt x="3724661" y="572313"/>
                  </a:lnTo>
                  <a:lnTo>
                    <a:pt x="3725943" y="822207"/>
                  </a:lnTo>
                  <a:lnTo>
                    <a:pt x="3727225" y="787808"/>
                  </a:lnTo>
                  <a:lnTo>
                    <a:pt x="3728507" y="742393"/>
                  </a:lnTo>
                  <a:lnTo>
                    <a:pt x="3729789" y="899168"/>
                  </a:lnTo>
                  <a:lnTo>
                    <a:pt x="3731071" y="901935"/>
                  </a:lnTo>
                  <a:lnTo>
                    <a:pt x="3732352" y="880988"/>
                  </a:lnTo>
                  <a:lnTo>
                    <a:pt x="3733634" y="869727"/>
                  </a:lnTo>
                  <a:lnTo>
                    <a:pt x="3734916" y="850020"/>
                  </a:lnTo>
                  <a:lnTo>
                    <a:pt x="3736198" y="832324"/>
                  </a:lnTo>
                  <a:lnTo>
                    <a:pt x="3737480" y="812214"/>
                  </a:lnTo>
                  <a:lnTo>
                    <a:pt x="3738762" y="776420"/>
                  </a:lnTo>
                  <a:lnTo>
                    <a:pt x="3740043" y="769985"/>
                  </a:lnTo>
                  <a:lnTo>
                    <a:pt x="3741325" y="772398"/>
                  </a:lnTo>
                  <a:lnTo>
                    <a:pt x="3742607" y="762746"/>
                  </a:lnTo>
                  <a:lnTo>
                    <a:pt x="3743889" y="805117"/>
                  </a:lnTo>
                  <a:lnTo>
                    <a:pt x="3745171" y="845424"/>
                  </a:lnTo>
                  <a:lnTo>
                    <a:pt x="3746453" y="722261"/>
                  </a:lnTo>
                  <a:lnTo>
                    <a:pt x="3747734" y="766181"/>
                  </a:lnTo>
                  <a:lnTo>
                    <a:pt x="3749016" y="757383"/>
                  </a:lnTo>
                  <a:lnTo>
                    <a:pt x="3750298" y="785165"/>
                  </a:lnTo>
                  <a:lnTo>
                    <a:pt x="3751580" y="529366"/>
                  </a:lnTo>
                  <a:lnTo>
                    <a:pt x="3752862" y="453150"/>
                  </a:lnTo>
                  <a:lnTo>
                    <a:pt x="3754144" y="388843"/>
                  </a:lnTo>
                  <a:lnTo>
                    <a:pt x="3755426" y="0"/>
                  </a:lnTo>
                  <a:lnTo>
                    <a:pt x="3755426" y="0"/>
                  </a:lnTo>
                  <a:lnTo>
                    <a:pt x="3756707" y="48455"/>
                  </a:lnTo>
                  <a:lnTo>
                    <a:pt x="3757989" y="50877"/>
                  </a:lnTo>
                  <a:lnTo>
                    <a:pt x="3759271" y="64607"/>
                  </a:lnTo>
                  <a:lnTo>
                    <a:pt x="3760553" y="88027"/>
                  </a:lnTo>
                  <a:lnTo>
                    <a:pt x="3761835" y="118715"/>
                  </a:lnTo>
                  <a:lnTo>
                    <a:pt x="3763117" y="144559"/>
                  </a:lnTo>
                  <a:lnTo>
                    <a:pt x="3764398" y="139713"/>
                  </a:lnTo>
                  <a:lnTo>
                    <a:pt x="3765680" y="129214"/>
                  </a:lnTo>
                  <a:lnTo>
                    <a:pt x="3766962" y="80759"/>
                  </a:lnTo>
                  <a:lnTo>
                    <a:pt x="3768244" y="474364"/>
                  </a:lnTo>
                  <a:lnTo>
                    <a:pt x="3769526" y="415571"/>
                  </a:lnTo>
                  <a:lnTo>
                    <a:pt x="3770808" y="441709"/>
                  </a:lnTo>
                  <a:lnTo>
                    <a:pt x="3772090" y="736547"/>
                  </a:lnTo>
                  <a:lnTo>
                    <a:pt x="3773371" y="715706"/>
                  </a:lnTo>
                  <a:lnTo>
                    <a:pt x="3774653" y="892450"/>
                  </a:lnTo>
                  <a:lnTo>
                    <a:pt x="3775935" y="875458"/>
                  </a:lnTo>
                  <a:lnTo>
                    <a:pt x="3777217" y="877771"/>
                  </a:lnTo>
                  <a:lnTo>
                    <a:pt x="3778499" y="912761"/>
                  </a:lnTo>
                  <a:lnTo>
                    <a:pt x="3779781" y="911555"/>
                  </a:lnTo>
                  <a:lnTo>
                    <a:pt x="3781062" y="875760"/>
                  </a:lnTo>
                  <a:lnTo>
                    <a:pt x="3782344" y="802562"/>
                  </a:lnTo>
                  <a:lnTo>
                    <a:pt x="3783626" y="790497"/>
                  </a:lnTo>
                  <a:lnTo>
                    <a:pt x="3784908" y="776822"/>
                  </a:lnTo>
                  <a:lnTo>
                    <a:pt x="3786190" y="784463"/>
                  </a:lnTo>
                  <a:lnTo>
                    <a:pt x="3787472" y="819343"/>
                  </a:lnTo>
                  <a:lnTo>
                    <a:pt x="3788754" y="794116"/>
                  </a:lnTo>
                  <a:lnTo>
                    <a:pt x="3790035" y="796931"/>
                  </a:lnTo>
                  <a:lnTo>
                    <a:pt x="3791317" y="806182"/>
                  </a:lnTo>
                  <a:lnTo>
                    <a:pt x="3792599" y="866369"/>
                  </a:lnTo>
                  <a:lnTo>
                    <a:pt x="3793881" y="833569"/>
                  </a:lnTo>
                  <a:lnTo>
                    <a:pt x="3795163" y="809463"/>
                  </a:lnTo>
                  <a:lnTo>
                    <a:pt x="3796445" y="610831"/>
                  </a:lnTo>
                  <a:lnTo>
                    <a:pt x="3797726" y="594444"/>
                  </a:lnTo>
                  <a:lnTo>
                    <a:pt x="3799008" y="554647"/>
                  </a:lnTo>
                  <a:lnTo>
                    <a:pt x="3800290" y="571970"/>
                  </a:lnTo>
                  <a:lnTo>
                    <a:pt x="3801572" y="645945"/>
                  </a:lnTo>
                  <a:lnTo>
                    <a:pt x="3802854" y="664673"/>
                  </a:lnTo>
                  <a:lnTo>
                    <a:pt x="3804136" y="713834"/>
                  </a:lnTo>
                  <a:lnTo>
                    <a:pt x="3805417" y="740052"/>
                  </a:lnTo>
                  <a:lnTo>
                    <a:pt x="3806699" y="752694"/>
                  </a:lnTo>
                  <a:lnTo>
                    <a:pt x="3807981" y="752379"/>
                  </a:lnTo>
                  <a:lnTo>
                    <a:pt x="3809263" y="470728"/>
                  </a:lnTo>
                  <a:lnTo>
                    <a:pt x="3810545" y="473152"/>
                  </a:lnTo>
                  <a:lnTo>
                    <a:pt x="3811827" y="68645"/>
                  </a:lnTo>
                  <a:lnTo>
                    <a:pt x="3813109" y="154250"/>
                  </a:lnTo>
                  <a:lnTo>
                    <a:pt x="3814390" y="298001"/>
                  </a:lnTo>
                  <a:lnTo>
                    <a:pt x="3815672" y="357763"/>
                  </a:lnTo>
                  <a:lnTo>
                    <a:pt x="3816954" y="397335"/>
                  </a:lnTo>
                  <a:lnTo>
                    <a:pt x="3818236" y="509590"/>
                  </a:lnTo>
                  <a:lnTo>
                    <a:pt x="3819518" y="594387"/>
                  </a:lnTo>
                  <a:lnTo>
                    <a:pt x="3820800" y="654957"/>
                  </a:lnTo>
                  <a:lnTo>
                    <a:pt x="3822081" y="713103"/>
                  </a:lnTo>
                  <a:lnTo>
                    <a:pt x="3823363" y="679185"/>
                  </a:lnTo>
                  <a:lnTo>
                    <a:pt x="3824645" y="647689"/>
                  </a:lnTo>
                  <a:lnTo>
                    <a:pt x="3825927" y="633152"/>
                  </a:lnTo>
                  <a:lnTo>
                    <a:pt x="3827209" y="663840"/>
                  </a:lnTo>
                  <a:lnTo>
                    <a:pt x="3828491" y="774481"/>
                  </a:lnTo>
                  <a:lnTo>
                    <a:pt x="3829773" y="877045"/>
                  </a:lnTo>
                  <a:lnTo>
                    <a:pt x="3831054" y="888351"/>
                  </a:lnTo>
                  <a:lnTo>
                    <a:pt x="3832336" y="949728"/>
                  </a:lnTo>
                  <a:lnTo>
                    <a:pt x="3833618" y="965072"/>
                  </a:lnTo>
                  <a:lnTo>
                    <a:pt x="3834900" y="1028872"/>
                  </a:lnTo>
                  <a:lnTo>
                    <a:pt x="3836182" y="1066829"/>
                  </a:lnTo>
                  <a:lnTo>
                    <a:pt x="3837464" y="1091864"/>
                  </a:lnTo>
                  <a:lnTo>
                    <a:pt x="3838745" y="1077328"/>
                  </a:lnTo>
                  <a:lnTo>
                    <a:pt x="3840027" y="1032910"/>
                  </a:lnTo>
                  <a:lnTo>
                    <a:pt x="3841309" y="956189"/>
                  </a:lnTo>
                  <a:lnTo>
                    <a:pt x="3842591" y="944075"/>
                  </a:lnTo>
                  <a:lnTo>
                    <a:pt x="3843873" y="1134895"/>
                  </a:lnTo>
                  <a:lnTo>
                    <a:pt x="3845155" y="1180369"/>
                  </a:lnTo>
                  <a:lnTo>
                    <a:pt x="3846436" y="1147087"/>
                  </a:lnTo>
                  <a:lnTo>
                    <a:pt x="3847718" y="1196797"/>
                  </a:lnTo>
                  <a:lnTo>
                    <a:pt x="3849000" y="1143549"/>
                  </a:lnTo>
                  <a:lnTo>
                    <a:pt x="3850282" y="1090261"/>
                  </a:lnTo>
                  <a:lnTo>
                    <a:pt x="3851564" y="1027523"/>
                  </a:lnTo>
                  <a:lnTo>
                    <a:pt x="3852846" y="974617"/>
                  </a:lnTo>
                  <a:lnTo>
                    <a:pt x="3854128" y="965722"/>
                  </a:lnTo>
                  <a:lnTo>
                    <a:pt x="3855409" y="893620"/>
                  </a:lnTo>
                  <a:lnTo>
                    <a:pt x="3856691" y="799981"/>
                  </a:lnTo>
                  <a:lnTo>
                    <a:pt x="3857973" y="881385"/>
                  </a:lnTo>
                  <a:lnTo>
                    <a:pt x="3859255" y="832324"/>
                  </a:lnTo>
                  <a:lnTo>
                    <a:pt x="3860537" y="888450"/>
                  </a:lnTo>
                  <a:lnTo>
                    <a:pt x="3861819" y="859596"/>
                  </a:lnTo>
                  <a:lnTo>
                    <a:pt x="3863100" y="884798"/>
                  </a:lnTo>
                  <a:lnTo>
                    <a:pt x="3864382" y="806182"/>
                  </a:lnTo>
                  <a:lnTo>
                    <a:pt x="3865664" y="863694"/>
                  </a:lnTo>
                  <a:lnTo>
                    <a:pt x="3866946" y="938686"/>
                  </a:lnTo>
                  <a:lnTo>
                    <a:pt x="3868228" y="942243"/>
                  </a:lnTo>
                  <a:lnTo>
                    <a:pt x="3869510" y="779381"/>
                  </a:lnTo>
                  <a:lnTo>
                    <a:pt x="3870792" y="794831"/>
                  </a:lnTo>
                  <a:lnTo>
                    <a:pt x="3872073" y="834159"/>
                  </a:lnTo>
                  <a:lnTo>
                    <a:pt x="3873355" y="847269"/>
                  </a:lnTo>
                  <a:lnTo>
                    <a:pt x="3874637" y="918902"/>
                  </a:lnTo>
                  <a:lnTo>
                    <a:pt x="3875919" y="999431"/>
                  </a:lnTo>
                  <a:lnTo>
                    <a:pt x="3877201" y="1049505"/>
                  </a:lnTo>
                  <a:lnTo>
                    <a:pt x="3878483" y="964108"/>
                  </a:lnTo>
                  <a:lnTo>
                    <a:pt x="3879764" y="857663"/>
                  </a:lnTo>
                  <a:lnTo>
                    <a:pt x="3881046" y="1134895"/>
                  </a:lnTo>
                  <a:lnTo>
                    <a:pt x="3882328" y="1107758"/>
                  </a:lnTo>
                  <a:lnTo>
                    <a:pt x="3883610" y="1105333"/>
                  </a:lnTo>
                  <a:lnTo>
                    <a:pt x="3884892" y="1092963"/>
                  </a:lnTo>
                  <a:lnTo>
                    <a:pt x="3886174" y="1075314"/>
                  </a:lnTo>
                  <a:lnTo>
                    <a:pt x="3887455" y="1104141"/>
                  </a:lnTo>
                  <a:lnTo>
                    <a:pt x="3888737" y="1135909"/>
                  </a:lnTo>
                  <a:lnTo>
                    <a:pt x="3890019" y="1130026"/>
                  </a:lnTo>
                  <a:lnTo>
                    <a:pt x="3891301" y="1088257"/>
                  </a:lnTo>
                  <a:lnTo>
                    <a:pt x="3892583" y="1056488"/>
                  </a:lnTo>
                  <a:lnTo>
                    <a:pt x="3893865" y="1073549"/>
                  </a:lnTo>
                  <a:lnTo>
                    <a:pt x="3895147" y="1071784"/>
                  </a:lnTo>
                  <a:lnTo>
                    <a:pt x="3896428" y="1081785"/>
                  </a:lnTo>
                  <a:lnTo>
                    <a:pt x="3897710" y="1193260"/>
                  </a:lnTo>
                  <a:lnTo>
                    <a:pt x="3898992" y="1187645"/>
                  </a:lnTo>
                  <a:lnTo>
                    <a:pt x="3900274" y="1282490"/>
                  </a:lnTo>
                  <a:lnTo>
                    <a:pt x="3901556" y="1314499"/>
                  </a:lnTo>
                  <a:lnTo>
                    <a:pt x="3902838" y="1336629"/>
                  </a:lnTo>
                  <a:lnTo>
                    <a:pt x="3904119" y="1282689"/>
                  </a:lnTo>
                  <a:lnTo>
                    <a:pt x="3905401" y="1287839"/>
                  </a:lnTo>
                  <a:lnTo>
                    <a:pt x="3906683" y="1292521"/>
                  </a:lnTo>
                  <a:lnTo>
                    <a:pt x="3907965" y="1300948"/>
                  </a:lnTo>
                  <a:lnTo>
                    <a:pt x="3909247" y="1353386"/>
                  </a:lnTo>
                  <a:lnTo>
                    <a:pt x="3910529" y="1401142"/>
                  </a:lnTo>
                  <a:lnTo>
                    <a:pt x="3911811" y="1433447"/>
                  </a:lnTo>
                  <a:lnTo>
                    <a:pt x="3913092" y="1428297"/>
                  </a:lnTo>
                  <a:lnTo>
                    <a:pt x="3914374" y="1427829"/>
                  </a:lnTo>
                  <a:lnTo>
                    <a:pt x="3915656" y="1416592"/>
                  </a:lnTo>
                  <a:lnTo>
                    <a:pt x="3916938" y="1418125"/>
                  </a:lnTo>
                  <a:lnTo>
                    <a:pt x="3918220" y="1340051"/>
                  </a:lnTo>
                  <a:lnTo>
                    <a:pt x="3919502" y="1317640"/>
                  </a:lnTo>
                  <a:lnTo>
                    <a:pt x="3920783" y="1204927"/>
                  </a:lnTo>
                  <a:lnTo>
                    <a:pt x="3922065" y="1183930"/>
                  </a:lnTo>
                  <a:lnTo>
                    <a:pt x="3923347" y="1143550"/>
                  </a:lnTo>
                  <a:lnTo>
                    <a:pt x="3924629" y="1119323"/>
                  </a:lnTo>
                  <a:lnTo>
                    <a:pt x="3925911" y="1103171"/>
                  </a:lnTo>
                  <a:lnTo>
                    <a:pt x="3927193" y="1150011"/>
                  </a:lnTo>
                  <a:lnTo>
                    <a:pt x="3928475" y="1116900"/>
                  </a:lnTo>
                  <a:lnTo>
                    <a:pt x="3929756" y="1222234"/>
                  </a:lnTo>
                  <a:lnTo>
                    <a:pt x="3931038" y="1195039"/>
                  </a:lnTo>
                  <a:lnTo>
                    <a:pt x="3932320" y="1145943"/>
                  </a:lnTo>
                  <a:lnTo>
                    <a:pt x="3933602" y="1132609"/>
                  </a:lnTo>
                  <a:lnTo>
                    <a:pt x="3934884" y="1139882"/>
                  </a:lnTo>
                  <a:lnTo>
                    <a:pt x="3936166" y="1067148"/>
                  </a:lnTo>
                  <a:lnTo>
                    <a:pt x="3937447" y="1041192"/>
                  </a:lnTo>
                  <a:lnTo>
                    <a:pt x="3938729" y="1035309"/>
                  </a:lnTo>
                  <a:lnTo>
                    <a:pt x="3940011" y="995893"/>
                  </a:lnTo>
                  <a:lnTo>
                    <a:pt x="3941293" y="953535"/>
                  </a:lnTo>
                  <a:lnTo>
                    <a:pt x="3942575" y="930591"/>
                  </a:lnTo>
                  <a:lnTo>
                    <a:pt x="3943857" y="917060"/>
                  </a:lnTo>
                  <a:lnTo>
                    <a:pt x="3945138" y="916471"/>
                  </a:lnTo>
                  <a:lnTo>
                    <a:pt x="3946420" y="889409"/>
                  </a:lnTo>
                  <a:lnTo>
                    <a:pt x="3947702" y="1036043"/>
                  </a:lnTo>
                  <a:lnTo>
                    <a:pt x="3948984" y="1015369"/>
                  </a:lnTo>
                  <a:lnTo>
                    <a:pt x="3950266" y="1029312"/>
                  </a:lnTo>
                  <a:lnTo>
                    <a:pt x="3951548" y="1054185"/>
                  </a:lnTo>
                  <a:lnTo>
                    <a:pt x="3952830" y="1043998"/>
                  </a:lnTo>
                  <a:lnTo>
                    <a:pt x="3954111" y="1026866"/>
                  </a:lnTo>
                  <a:lnTo>
                    <a:pt x="3955393" y="1037966"/>
                  </a:lnTo>
                  <a:lnTo>
                    <a:pt x="3956675" y="902940"/>
                  </a:lnTo>
                  <a:lnTo>
                    <a:pt x="3957957" y="917648"/>
                  </a:lnTo>
                  <a:lnTo>
                    <a:pt x="3959239" y="951770"/>
                  </a:lnTo>
                  <a:lnTo>
                    <a:pt x="3960521" y="1001776"/>
                  </a:lnTo>
                  <a:lnTo>
                    <a:pt x="3961802" y="1041780"/>
                  </a:lnTo>
                  <a:lnTo>
                    <a:pt x="3963084" y="1081785"/>
                  </a:lnTo>
                  <a:lnTo>
                    <a:pt x="3964366" y="1093551"/>
                  </a:lnTo>
                  <a:lnTo>
                    <a:pt x="3965648" y="1130026"/>
                  </a:lnTo>
                  <a:lnTo>
                    <a:pt x="3966930" y="1166172"/>
                  </a:lnTo>
                  <a:lnTo>
                    <a:pt x="3968212" y="1196251"/>
                  </a:lnTo>
                  <a:lnTo>
                    <a:pt x="3969494" y="1045024"/>
                  </a:lnTo>
                  <a:lnTo>
                    <a:pt x="3970775" y="1117707"/>
                  </a:lnTo>
                  <a:lnTo>
                    <a:pt x="3972057" y="1185545"/>
                  </a:lnTo>
                  <a:lnTo>
                    <a:pt x="3973339" y="1196851"/>
                  </a:lnTo>
                  <a:lnTo>
                    <a:pt x="3974621" y="1187160"/>
                  </a:lnTo>
                  <a:lnTo>
                    <a:pt x="3975903" y="1191198"/>
                  </a:lnTo>
                  <a:lnTo>
                    <a:pt x="3977185" y="1183122"/>
                  </a:lnTo>
                  <a:lnTo>
                    <a:pt x="3978466" y="1205735"/>
                  </a:lnTo>
                  <a:lnTo>
                    <a:pt x="3979748" y="1220272"/>
                  </a:lnTo>
                  <a:lnTo>
                    <a:pt x="3981030" y="1211388"/>
                  </a:lnTo>
                  <a:lnTo>
                    <a:pt x="3982312" y="1164548"/>
                  </a:lnTo>
                  <a:lnTo>
                    <a:pt x="3983594" y="1298079"/>
                  </a:lnTo>
                  <a:lnTo>
                    <a:pt x="3984876" y="1209586"/>
                  </a:lnTo>
                  <a:lnTo>
                    <a:pt x="3986157" y="1158853"/>
                  </a:lnTo>
                  <a:lnTo>
                    <a:pt x="3987439" y="1183562"/>
                  </a:lnTo>
                  <a:lnTo>
                    <a:pt x="3988721" y="1178856"/>
                  </a:lnTo>
                  <a:lnTo>
                    <a:pt x="3990003" y="1177091"/>
                  </a:lnTo>
                  <a:lnTo>
                    <a:pt x="3991285" y="1172973"/>
                  </a:lnTo>
                  <a:lnTo>
                    <a:pt x="3992567" y="1192387"/>
                  </a:lnTo>
                  <a:lnTo>
                    <a:pt x="3993849" y="1236510"/>
                  </a:lnTo>
                  <a:lnTo>
                    <a:pt x="3995130" y="1248276"/>
                  </a:lnTo>
                  <a:lnTo>
                    <a:pt x="3996412" y="1217684"/>
                  </a:lnTo>
                  <a:lnTo>
                    <a:pt x="3997694" y="1200623"/>
                  </a:lnTo>
                  <a:lnTo>
                    <a:pt x="3998976" y="1173561"/>
                  </a:lnTo>
                  <a:lnTo>
                    <a:pt x="4000258" y="1161795"/>
                  </a:lnTo>
                  <a:lnTo>
                    <a:pt x="4001540" y="1135321"/>
                  </a:lnTo>
                  <a:lnTo>
                    <a:pt x="4002821" y="1088968"/>
                  </a:lnTo>
                  <a:lnTo>
                    <a:pt x="4004103" y="1067045"/>
                  </a:lnTo>
                  <a:lnTo>
                    <a:pt x="4005385" y="906926"/>
                  </a:lnTo>
                  <a:lnTo>
                    <a:pt x="4006667" y="886736"/>
                  </a:lnTo>
                  <a:lnTo>
                    <a:pt x="4007949" y="1052628"/>
                  </a:lnTo>
                  <a:lnTo>
                    <a:pt x="4009231" y="1056238"/>
                  </a:lnTo>
                  <a:lnTo>
                    <a:pt x="4010513" y="1025978"/>
                  </a:lnTo>
                  <a:lnTo>
                    <a:pt x="4011794" y="1021778"/>
                  </a:lnTo>
                  <a:lnTo>
                    <a:pt x="4013076" y="988245"/>
                  </a:lnTo>
                  <a:lnTo>
                    <a:pt x="4014358" y="942945"/>
                  </a:lnTo>
                  <a:lnTo>
                    <a:pt x="4015640" y="951181"/>
                  </a:lnTo>
                  <a:lnTo>
                    <a:pt x="4016922" y="977067"/>
                  </a:lnTo>
                  <a:lnTo>
                    <a:pt x="4018204" y="980597"/>
                  </a:lnTo>
                  <a:lnTo>
                    <a:pt x="4019485" y="977067"/>
                  </a:lnTo>
                  <a:lnTo>
                    <a:pt x="4020767" y="1021190"/>
                  </a:lnTo>
                  <a:lnTo>
                    <a:pt x="4022049" y="1093551"/>
                  </a:lnTo>
                  <a:lnTo>
                    <a:pt x="4023331" y="1184739"/>
                  </a:lnTo>
                  <a:lnTo>
                    <a:pt x="4024613" y="1212977"/>
                  </a:lnTo>
                  <a:lnTo>
                    <a:pt x="4025895" y="1210624"/>
                  </a:lnTo>
                  <a:lnTo>
                    <a:pt x="4027176" y="1240705"/>
                  </a:lnTo>
                  <a:lnTo>
                    <a:pt x="4028458" y="1238679"/>
                  </a:lnTo>
                  <a:lnTo>
                    <a:pt x="4029740" y="1210970"/>
                  </a:lnTo>
                  <a:lnTo>
                    <a:pt x="4031022" y="1054715"/>
                  </a:lnTo>
                  <a:lnTo>
                    <a:pt x="4032304" y="1076520"/>
                  </a:lnTo>
                  <a:lnTo>
                    <a:pt x="4033586" y="1136282"/>
                  </a:lnTo>
                  <a:lnTo>
                    <a:pt x="4034868" y="1170201"/>
                  </a:lnTo>
                  <a:lnTo>
                    <a:pt x="4036149" y="1091864"/>
                  </a:lnTo>
                  <a:lnTo>
                    <a:pt x="4037431" y="1074905"/>
                  </a:lnTo>
                  <a:lnTo>
                    <a:pt x="4038713" y="1122553"/>
                  </a:lnTo>
                  <a:lnTo>
                    <a:pt x="4039995" y="1095095"/>
                  </a:lnTo>
                  <a:lnTo>
                    <a:pt x="4041277" y="1040178"/>
                  </a:lnTo>
                  <a:lnTo>
                    <a:pt x="4042559" y="1007067"/>
                  </a:lnTo>
                  <a:lnTo>
                    <a:pt x="4043840" y="967495"/>
                  </a:lnTo>
                  <a:lnTo>
                    <a:pt x="4045122" y="977994"/>
                  </a:lnTo>
                  <a:lnTo>
                    <a:pt x="4046404" y="936807"/>
                  </a:lnTo>
                  <a:lnTo>
                    <a:pt x="4047686" y="1107891"/>
                  </a:lnTo>
                  <a:lnTo>
                    <a:pt x="4048968" y="1152005"/>
                  </a:lnTo>
                  <a:lnTo>
                    <a:pt x="4050250" y="1160848"/>
                  </a:lnTo>
                  <a:lnTo>
                    <a:pt x="4051532" y="1124143"/>
                  </a:lnTo>
                  <a:lnTo>
                    <a:pt x="4052813" y="1065313"/>
                  </a:lnTo>
                  <a:lnTo>
                    <a:pt x="4054095" y="1026485"/>
                  </a:lnTo>
                  <a:lnTo>
                    <a:pt x="4055377" y="1058253"/>
                  </a:lnTo>
                  <a:lnTo>
                    <a:pt x="4056659" y="1094140"/>
                  </a:lnTo>
                  <a:lnTo>
                    <a:pt x="4057941" y="1075902"/>
                  </a:lnTo>
                  <a:lnTo>
                    <a:pt x="4059223" y="1118260"/>
                  </a:lnTo>
                  <a:lnTo>
                    <a:pt x="4060504" y="1117672"/>
                  </a:lnTo>
                  <a:lnTo>
                    <a:pt x="4061786" y="1084139"/>
                  </a:lnTo>
                  <a:lnTo>
                    <a:pt x="4063068" y="1057665"/>
                  </a:lnTo>
                  <a:lnTo>
                    <a:pt x="4064350" y="1052958"/>
                  </a:lnTo>
                  <a:lnTo>
                    <a:pt x="4065632" y="1055312"/>
                  </a:lnTo>
                  <a:lnTo>
                    <a:pt x="4066914" y="1080399"/>
                  </a:lnTo>
                  <a:lnTo>
                    <a:pt x="4068196" y="1095635"/>
                  </a:lnTo>
                  <a:lnTo>
                    <a:pt x="4069477" y="1102867"/>
                  </a:lnTo>
                  <a:lnTo>
                    <a:pt x="4070759" y="966688"/>
                  </a:lnTo>
                  <a:lnTo>
                    <a:pt x="4072041" y="1032103"/>
                  </a:lnTo>
                  <a:lnTo>
                    <a:pt x="4073323" y="1077328"/>
                  </a:lnTo>
                  <a:lnTo>
                    <a:pt x="4074605" y="1099940"/>
                  </a:lnTo>
                  <a:lnTo>
                    <a:pt x="4075887" y="1095095"/>
                  </a:lnTo>
                  <a:lnTo>
                    <a:pt x="4077168" y="1129821"/>
                  </a:lnTo>
                  <a:lnTo>
                    <a:pt x="4078450" y="1157279"/>
                  </a:lnTo>
                  <a:lnTo>
                    <a:pt x="4079732" y="1227540"/>
                  </a:lnTo>
                  <a:lnTo>
                    <a:pt x="4081014" y="1310722"/>
                  </a:lnTo>
                  <a:lnTo>
                    <a:pt x="4082296" y="1407633"/>
                  </a:lnTo>
                  <a:lnTo>
                    <a:pt x="4083578" y="1427823"/>
                  </a:lnTo>
                  <a:lnTo>
                    <a:pt x="4084859" y="1423785"/>
                  </a:lnTo>
                  <a:lnTo>
                    <a:pt x="4086141" y="1391481"/>
                  </a:lnTo>
                  <a:lnTo>
                    <a:pt x="4087423" y="1352717"/>
                  </a:lnTo>
                  <a:lnTo>
                    <a:pt x="4088705" y="1354332"/>
                  </a:lnTo>
                  <a:lnTo>
                    <a:pt x="4089987" y="1388251"/>
                  </a:lnTo>
                  <a:lnTo>
                    <a:pt x="4091269" y="1439937"/>
                  </a:lnTo>
                  <a:lnTo>
                    <a:pt x="4092551" y="1472240"/>
                  </a:lnTo>
                  <a:lnTo>
                    <a:pt x="4093832" y="1453666"/>
                  </a:lnTo>
                  <a:lnTo>
                    <a:pt x="4095114" y="1417324"/>
                  </a:lnTo>
                  <a:lnTo>
                    <a:pt x="4096396" y="1370484"/>
                  </a:lnTo>
                  <a:lnTo>
                    <a:pt x="4097678" y="1414616"/>
                  </a:lnTo>
                  <a:lnTo>
                    <a:pt x="4098960" y="1500961"/>
                  </a:lnTo>
                  <a:lnTo>
                    <a:pt x="4100242" y="1538666"/>
                  </a:lnTo>
                  <a:lnTo>
                    <a:pt x="4101523" y="1539900"/>
                  </a:lnTo>
                  <a:lnTo>
                    <a:pt x="4102805" y="1516954"/>
                  </a:lnTo>
                  <a:lnTo>
                    <a:pt x="4104087" y="1505801"/>
                  </a:lnTo>
                  <a:lnTo>
                    <a:pt x="4105369" y="1497868"/>
                  </a:lnTo>
                  <a:lnTo>
                    <a:pt x="4106651" y="1484764"/>
                  </a:lnTo>
                  <a:lnTo>
                    <a:pt x="4107933" y="1455492"/>
                  </a:lnTo>
                  <a:lnTo>
                    <a:pt x="4109215" y="1450024"/>
                  </a:lnTo>
                  <a:lnTo>
                    <a:pt x="4110496" y="1429301"/>
                  </a:lnTo>
                  <a:lnTo>
                    <a:pt x="4111778" y="1413597"/>
                  </a:lnTo>
                  <a:lnTo>
                    <a:pt x="4113060" y="1405502"/>
                  </a:lnTo>
                  <a:lnTo>
                    <a:pt x="4114342" y="1407445"/>
                  </a:lnTo>
                  <a:lnTo>
                    <a:pt x="4115624" y="1407121"/>
                  </a:lnTo>
                  <a:lnTo>
                    <a:pt x="4116906" y="1411655"/>
                  </a:lnTo>
                  <a:lnTo>
                    <a:pt x="4118187" y="1405118"/>
                  </a:lnTo>
                  <a:lnTo>
                    <a:pt x="4119469" y="1410224"/>
                  </a:lnTo>
                  <a:lnTo>
                    <a:pt x="4120751" y="1382827"/>
                  </a:lnTo>
                  <a:lnTo>
                    <a:pt x="4122033" y="1379261"/>
                  </a:lnTo>
                  <a:lnTo>
                    <a:pt x="4123315" y="1400184"/>
                  </a:lnTo>
                  <a:lnTo>
                    <a:pt x="4124597" y="1390109"/>
                  </a:lnTo>
                  <a:lnTo>
                    <a:pt x="4125878" y="1402760"/>
                  </a:lnTo>
                  <a:lnTo>
                    <a:pt x="4127160" y="1449952"/>
                  </a:lnTo>
                  <a:lnTo>
                    <a:pt x="4128442" y="1456067"/>
                  </a:lnTo>
                  <a:lnTo>
                    <a:pt x="4129724" y="1481985"/>
                  </a:lnTo>
                  <a:lnTo>
                    <a:pt x="4131006" y="1523089"/>
                  </a:lnTo>
                  <a:lnTo>
                    <a:pt x="4132288" y="1515012"/>
                  </a:lnTo>
                  <a:lnTo>
                    <a:pt x="4133570" y="1531151"/>
                  </a:lnTo>
                  <a:lnTo>
                    <a:pt x="4134851" y="1523418"/>
                  </a:lnTo>
                  <a:lnTo>
                    <a:pt x="4136133" y="1544747"/>
                  </a:lnTo>
                  <a:lnTo>
                    <a:pt x="4137415" y="1544747"/>
                  </a:lnTo>
                  <a:lnTo>
                    <a:pt x="4138697" y="1551441"/>
                  </a:lnTo>
                  <a:lnTo>
                    <a:pt x="4139979" y="1559519"/>
                  </a:lnTo>
                  <a:lnTo>
                    <a:pt x="4141261" y="1566905"/>
                  </a:lnTo>
                  <a:lnTo>
                    <a:pt x="4142542" y="1562289"/>
                  </a:lnTo>
                  <a:lnTo>
                    <a:pt x="4143824" y="1566905"/>
                  </a:lnTo>
                  <a:lnTo>
                    <a:pt x="4145106" y="1567135"/>
                  </a:lnTo>
                  <a:lnTo>
                    <a:pt x="4146388" y="1555100"/>
                  </a:lnTo>
                  <a:lnTo>
                    <a:pt x="4147670" y="1562584"/>
                  </a:lnTo>
                  <a:lnTo>
                    <a:pt x="4148952" y="1558020"/>
                  </a:lnTo>
                  <a:lnTo>
                    <a:pt x="4150234" y="1575012"/>
                  </a:lnTo>
                  <a:lnTo>
                    <a:pt x="4151515" y="1596808"/>
                  </a:lnTo>
                  <a:lnTo>
                    <a:pt x="4152797" y="1596478"/>
                  </a:lnTo>
                  <a:lnTo>
                    <a:pt x="4154079" y="1611829"/>
                  </a:lnTo>
                  <a:lnTo>
                    <a:pt x="4155361" y="1550577"/>
                  </a:lnTo>
                  <a:lnTo>
                    <a:pt x="4156643" y="1601455"/>
                  </a:lnTo>
                  <a:lnTo>
                    <a:pt x="4157925" y="1603878"/>
                  </a:lnTo>
                  <a:lnTo>
                    <a:pt x="4159206" y="1603878"/>
                  </a:lnTo>
                  <a:lnTo>
                    <a:pt x="4160488" y="1590956"/>
                  </a:lnTo>
                  <a:lnTo>
                    <a:pt x="4161770" y="1624068"/>
                  </a:lnTo>
                  <a:lnTo>
                    <a:pt x="4163052" y="1612761"/>
                  </a:lnTo>
                  <a:lnTo>
                    <a:pt x="4164334" y="1639140"/>
                  </a:lnTo>
                  <a:lnTo>
                    <a:pt x="4165616" y="1616921"/>
                  </a:lnTo>
                  <a:lnTo>
                    <a:pt x="4166898" y="1612437"/>
                  </a:lnTo>
                  <a:lnTo>
                    <a:pt x="4168179" y="1612437"/>
                  </a:lnTo>
                  <a:lnTo>
                    <a:pt x="4169461" y="1612437"/>
                  </a:lnTo>
                  <a:lnTo>
                    <a:pt x="4170743" y="1612437"/>
                  </a:lnTo>
                  <a:lnTo>
                    <a:pt x="4172025" y="1612437"/>
                  </a:lnTo>
                  <a:lnTo>
                    <a:pt x="4173307" y="1604789"/>
                  </a:lnTo>
                  <a:lnTo>
                    <a:pt x="4174589" y="1597141"/>
                  </a:lnTo>
                  <a:lnTo>
                    <a:pt x="4175870" y="1560078"/>
                  </a:lnTo>
                  <a:lnTo>
                    <a:pt x="4177152" y="1544193"/>
                  </a:lnTo>
                  <a:lnTo>
                    <a:pt x="4178434" y="1541840"/>
                  </a:lnTo>
                  <a:lnTo>
                    <a:pt x="4179716" y="1552430"/>
                  </a:lnTo>
                  <a:lnTo>
                    <a:pt x="4180998" y="1553606"/>
                  </a:lnTo>
                  <a:lnTo>
                    <a:pt x="4182280" y="1570667"/>
                  </a:lnTo>
                  <a:lnTo>
                    <a:pt x="4183561" y="1577500"/>
                  </a:lnTo>
                  <a:lnTo>
                    <a:pt x="4184843" y="1609027"/>
                  </a:lnTo>
                  <a:lnTo>
                    <a:pt x="4186125" y="1571574"/>
                  </a:lnTo>
                  <a:lnTo>
                    <a:pt x="4187407" y="1571574"/>
                  </a:lnTo>
                  <a:lnTo>
                    <a:pt x="4188689" y="1571574"/>
                  </a:lnTo>
                  <a:lnTo>
                    <a:pt x="4189971" y="1571574"/>
                  </a:lnTo>
                  <a:lnTo>
                    <a:pt x="4191253" y="1571574"/>
                  </a:lnTo>
                  <a:lnTo>
                    <a:pt x="4192534" y="1622352"/>
                  </a:lnTo>
                  <a:lnTo>
                    <a:pt x="4193816" y="1626386"/>
                  </a:lnTo>
                  <a:lnTo>
                    <a:pt x="4195098" y="1644205"/>
                  </a:lnTo>
                  <a:lnTo>
                    <a:pt x="4196380" y="1651265"/>
                  </a:lnTo>
                  <a:lnTo>
                    <a:pt x="4197662" y="1647735"/>
                  </a:lnTo>
                  <a:lnTo>
                    <a:pt x="4198944" y="1630674"/>
                  </a:lnTo>
                  <a:lnTo>
                    <a:pt x="4200225" y="1621262"/>
                  </a:lnTo>
                  <a:lnTo>
                    <a:pt x="4201507" y="1604789"/>
                  </a:lnTo>
                  <a:lnTo>
                    <a:pt x="4202789" y="1588905"/>
                  </a:lnTo>
                  <a:lnTo>
                    <a:pt x="4204071" y="1554783"/>
                  </a:lnTo>
                  <a:lnTo>
                    <a:pt x="4205353" y="1548312"/>
                  </a:lnTo>
                  <a:lnTo>
                    <a:pt x="4206635" y="1524191"/>
                  </a:lnTo>
                  <a:lnTo>
                    <a:pt x="4207917" y="1553850"/>
                  </a:lnTo>
                  <a:lnTo>
                    <a:pt x="4209198" y="1534808"/>
                  </a:lnTo>
                  <a:lnTo>
                    <a:pt x="4210480" y="1547712"/>
                  </a:lnTo>
                  <a:lnTo>
                    <a:pt x="4211762" y="1586283"/>
                  </a:lnTo>
                  <a:lnTo>
                    <a:pt x="4213044" y="1579599"/>
                  </a:lnTo>
                  <a:lnTo>
                    <a:pt x="4214326" y="1590258"/>
                  </a:lnTo>
                  <a:lnTo>
                    <a:pt x="4215608" y="1581067"/>
                  </a:lnTo>
                  <a:lnTo>
                    <a:pt x="4216889" y="1561006"/>
                  </a:lnTo>
                  <a:lnTo>
                    <a:pt x="4218171" y="1537521"/>
                  </a:lnTo>
                  <a:lnTo>
                    <a:pt x="4219453" y="1531457"/>
                  </a:lnTo>
                  <a:lnTo>
                    <a:pt x="4220735" y="1526924"/>
                  </a:lnTo>
                  <a:lnTo>
                    <a:pt x="4222017" y="1529029"/>
                  </a:lnTo>
                  <a:lnTo>
                    <a:pt x="4223299" y="1537933"/>
                  </a:lnTo>
                  <a:lnTo>
                    <a:pt x="4224580" y="1536962"/>
                  </a:lnTo>
                  <a:lnTo>
                    <a:pt x="4225862" y="1542952"/>
                  </a:lnTo>
                  <a:lnTo>
                    <a:pt x="4227144" y="1543114"/>
                  </a:lnTo>
                  <a:lnTo>
                    <a:pt x="4228426" y="1551370"/>
                  </a:lnTo>
                  <a:lnTo>
                    <a:pt x="4229708" y="1555560"/>
                  </a:lnTo>
                  <a:lnTo>
                    <a:pt x="4230990" y="1554578"/>
                  </a:lnTo>
                  <a:lnTo>
                    <a:pt x="4232272" y="1547861"/>
                  </a:lnTo>
                  <a:lnTo>
                    <a:pt x="4233553" y="1534361"/>
                  </a:lnTo>
                  <a:lnTo>
                    <a:pt x="4234835" y="1514435"/>
                  </a:lnTo>
                  <a:lnTo>
                    <a:pt x="4236117" y="1536850"/>
                  </a:lnTo>
                  <a:lnTo>
                    <a:pt x="4237399" y="1559477"/>
                  </a:lnTo>
                  <a:lnTo>
                    <a:pt x="4238681" y="1520480"/>
                  </a:lnTo>
                  <a:lnTo>
                    <a:pt x="4239963" y="1495661"/>
                  </a:lnTo>
                  <a:lnTo>
                    <a:pt x="4241244" y="1497276"/>
                  </a:lnTo>
                  <a:lnTo>
                    <a:pt x="4242526" y="1493238"/>
                  </a:lnTo>
                  <a:lnTo>
                    <a:pt x="4243808" y="1492430"/>
                  </a:lnTo>
                  <a:lnTo>
                    <a:pt x="4245090" y="1492430"/>
                  </a:lnTo>
                  <a:lnTo>
                    <a:pt x="4246372" y="1567196"/>
                  </a:lnTo>
                  <a:lnTo>
                    <a:pt x="4247654" y="1576105"/>
                  </a:lnTo>
                  <a:lnTo>
                    <a:pt x="4248936" y="1582433"/>
                  </a:lnTo>
                  <a:lnTo>
                    <a:pt x="4250217" y="1605377"/>
                  </a:lnTo>
                  <a:lnTo>
                    <a:pt x="4251499" y="1587728"/>
                  </a:lnTo>
                  <a:lnTo>
                    <a:pt x="4252781" y="1578315"/>
                  </a:lnTo>
                  <a:lnTo>
                    <a:pt x="4254063" y="1560666"/>
                  </a:lnTo>
                  <a:lnTo>
                    <a:pt x="4255345" y="1555960"/>
                  </a:lnTo>
                  <a:lnTo>
                    <a:pt x="4256627" y="1547135"/>
                  </a:lnTo>
                  <a:lnTo>
                    <a:pt x="4257908" y="1533604"/>
                  </a:lnTo>
                  <a:lnTo>
                    <a:pt x="4259190" y="1514778"/>
                  </a:lnTo>
                  <a:lnTo>
                    <a:pt x="4260472" y="1498894"/>
                  </a:lnTo>
                  <a:lnTo>
                    <a:pt x="4261754" y="1455359"/>
                  </a:lnTo>
                  <a:lnTo>
                    <a:pt x="4263036" y="1442417"/>
                  </a:lnTo>
                  <a:lnTo>
                    <a:pt x="4264318" y="1418296"/>
                  </a:lnTo>
                  <a:lnTo>
                    <a:pt x="4265599" y="1386572"/>
                  </a:lnTo>
                  <a:lnTo>
                    <a:pt x="4266881" y="1354270"/>
                  </a:lnTo>
                  <a:lnTo>
                    <a:pt x="4268163" y="1207350"/>
                  </a:lnTo>
                  <a:lnTo>
                    <a:pt x="4269445" y="1205735"/>
                  </a:lnTo>
                  <a:lnTo>
                    <a:pt x="4270727" y="1253383"/>
                  </a:lnTo>
                  <a:lnTo>
                    <a:pt x="4272009" y="1255806"/>
                  </a:lnTo>
                  <a:lnTo>
                    <a:pt x="4273291" y="1204927"/>
                  </a:lnTo>
                  <a:lnTo>
                    <a:pt x="4274572" y="1169393"/>
                  </a:lnTo>
                  <a:lnTo>
                    <a:pt x="4275854" y="1176661"/>
                  </a:lnTo>
                  <a:lnTo>
                    <a:pt x="4277136" y="1194429"/>
                  </a:lnTo>
                  <a:lnTo>
                    <a:pt x="4278418" y="1171008"/>
                  </a:lnTo>
                  <a:lnTo>
                    <a:pt x="4279700" y="1119323"/>
                  </a:lnTo>
                  <a:lnTo>
                    <a:pt x="4280982" y="1102363"/>
                  </a:lnTo>
                  <a:lnTo>
                    <a:pt x="4282263" y="1107209"/>
                  </a:lnTo>
                  <a:lnTo>
                    <a:pt x="4283545" y="1237253"/>
                  </a:lnTo>
                  <a:lnTo>
                    <a:pt x="4284827" y="1271410"/>
                  </a:lnTo>
                  <a:lnTo>
                    <a:pt x="4286109" y="1283887"/>
                  </a:lnTo>
                  <a:lnTo>
                    <a:pt x="4287391" y="1245922"/>
                  </a:lnTo>
                  <a:lnTo>
                    <a:pt x="4288673" y="1225332"/>
                  </a:lnTo>
                  <a:lnTo>
                    <a:pt x="4289955" y="1215919"/>
                  </a:lnTo>
                  <a:lnTo>
                    <a:pt x="4291236" y="1207683"/>
                  </a:lnTo>
                  <a:lnTo>
                    <a:pt x="4292518" y="1240040"/>
                  </a:lnTo>
                  <a:lnTo>
                    <a:pt x="4293800" y="1252394"/>
                  </a:lnTo>
                  <a:lnTo>
                    <a:pt x="4295082" y="1247688"/>
                  </a:lnTo>
                  <a:lnTo>
                    <a:pt x="4296364" y="1248276"/>
                  </a:lnTo>
                  <a:lnTo>
                    <a:pt x="4297646" y="1274750"/>
                  </a:lnTo>
                  <a:lnTo>
                    <a:pt x="4298927" y="1310636"/>
                  </a:lnTo>
                  <a:lnTo>
                    <a:pt x="4300209" y="1328285"/>
                  </a:lnTo>
                  <a:lnTo>
                    <a:pt x="4301491" y="1331227"/>
                  </a:lnTo>
                  <a:lnTo>
                    <a:pt x="4302773" y="1362934"/>
                  </a:lnTo>
                  <a:lnTo>
                    <a:pt x="4304055" y="1366570"/>
                  </a:lnTo>
                  <a:lnTo>
                    <a:pt x="4305337" y="1370391"/>
                  </a:lnTo>
                  <a:lnTo>
                    <a:pt x="4306619" y="1330104"/>
                  </a:lnTo>
                  <a:lnTo>
                    <a:pt x="4307900" y="1364831"/>
                  </a:lnTo>
                  <a:lnTo>
                    <a:pt x="4309182" y="1386636"/>
                  </a:lnTo>
                  <a:lnTo>
                    <a:pt x="4310464" y="1366446"/>
                  </a:lnTo>
                  <a:lnTo>
                    <a:pt x="4311746" y="1397134"/>
                  </a:lnTo>
                  <a:lnTo>
                    <a:pt x="4313028" y="1431053"/>
                  </a:lnTo>
                  <a:lnTo>
                    <a:pt x="4314310" y="1428630"/>
                  </a:lnTo>
                  <a:lnTo>
                    <a:pt x="4315591" y="1426208"/>
                  </a:lnTo>
                  <a:lnTo>
                    <a:pt x="4316873" y="1429438"/>
                  </a:lnTo>
                  <a:lnTo>
                    <a:pt x="4318155" y="1427015"/>
                  </a:lnTo>
                  <a:lnTo>
                    <a:pt x="4319437" y="1483547"/>
                  </a:lnTo>
                  <a:lnTo>
                    <a:pt x="4320719" y="1489200"/>
                  </a:lnTo>
                  <a:lnTo>
                    <a:pt x="4322001" y="1465780"/>
                  </a:lnTo>
                  <a:lnTo>
                    <a:pt x="4323282" y="1466587"/>
                  </a:lnTo>
                  <a:lnTo>
                    <a:pt x="4324564" y="1455281"/>
                  </a:lnTo>
                  <a:lnTo>
                    <a:pt x="4325846" y="1448013"/>
                  </a:lnTo>
                  <a:lnTo>
                    <a:pt x="4327128" y="1430246"/>
                  </a:lnTo>
                  <a:lnTo>
                    <a:pt x="4328410" y="1419747"/>
                  </a:lnTo>
                  <a:lnTo>
                    <a:pt x="4329692" y="1451243"/>
                  </a:lnTo>
                  <a:lnTo>
                    <a:pt x="4330974" y="1451243"/>
                  </a:lnTo>
                  <a:lnTo>
                    <a:pt x="4332255" y="1435899"/>
                  </a:lnTo>
                  <a:lnTo>
                    <a:pt x="4333537" y="1439937"/>
                  </a:lnTo>
                  <a:lnTo>
                    <a:pt x="4334819" y="1421362"/>
                  </a:lnTo>
                  <a:lnTo>
                    <a:pt x="4336101" y="1403595"/>
                  </a:lnTo>
                  <a:lnTo>
                    <a:pt x="4337383" y="1439937"/>
                  </a:lnTo>
                  <a:lnTo>
                    <a:pt x="4338665" y="1430246"/>
                  </a:lnTo>
                  <a:lnTo>
                    <a:pt x="4339946" y="1443975"/>
                  </a:lnTo>
                  <a:lnTo>
                    <a:pt x="4341228" y="1452051"/>
                  </a:lnTo>
                  <a:lnTo>
                    <a:pt x="4342510" y="1464972"/>
                  </a:lnTo>
                  <a:lnTo>
                    <a:pt x="4343792" y="1439937"/>
                  </a:lnTo>
                  <a:lnTo>
                    <a:pt x="4345074" y="1427823"/>
                  </a:lnTo>
                  <a:lnTo>
                    <a:pt x="4346356" y="1421362"/>
                  </a:lnTo>
                  <a:lnTo>
                    <a:pt x="4347638" y="1384213"/>
                  </a:lnTo>
                  <a:lnTo>
                    <a:pt x="4348919" y="1393096"/>
                  </a:lnTo>
                  <a:lnTo>
                    <a:pt x="4350201" y="1361600"/>
                  </a:lnTo>
                  <a:lnTo>
                    <a:pt x="4351483" y="1317183"/>
                  </a:lnTo>
                  <a:lnTo>
                    <a:pt x="4352765" y="1305069"/>
                  </a:lnTo>
                  <a:lnTo>
                    <a:pt x="4354047" y="1317990"/>
                  </a:lnTo>
                  <a:lnTo>
                    <a:pt x="4355329" y="1312337"/>
                  </a:lnTo>
                  <a:lnTo>
                    <a:pt x="4356610" y="1285687"/>
                  </a:lnTo>
                  <a:lnTo>
                    <a:pt x="4357892" y="1269535"/>
                  </a:lnTo>
                  <a:lnTo>
                    <a:pt x="4359174" y="1200082"/>
                  </a:lnTo>
                  <a:lnTo>
                    <a:pt x="4360456" y="1150819"/>
                  </a:lnTo>
                  <a:lnTo>
                    <a:pt x="4361738" y="1111247"/>
                  </a:lnTo>
                  <a:lnTo>
                    <a:pt x="4363020" y="1117707"/>
                  </a:lnTo>
                  <a:lnTo>
                    <a:pt x="4364301" y="1119323"/>
                  </a:lnTo>
                  <a:lnTo>
                    <a:pt x="4365583" y="1122553"/>
                  </a:lnTo>
                  <a:lnTo>
                    <a:pt x="4366865" y="1154049"/>
                  </a:lnTo>
                  <a:lnTo>
                    <a:pt x="4368147" y="1154049"/>
                  </a:lnTo>
                  <a:lnTo>
                    <a:pt x="4369429" y="1320479"/>
                  </a:lnTo>
                  <a:lnTo>
                    <a:pt x="4370711" y="1370813"/>
                  </a:lnTo>
                  <a:lnTo>
                    <a:pt x="4371993" y="1361819"/>
                  </a:lnTo>
                  <a:lnTo>
                    <a:pt x="4373274" y="1353582"/>
                  </a:lnTo>
                  <a:lnTo>
                    <a:pt x="4374556" y="1371232"/>
                  </a:lnTo>
                  <a:lnTo>
                    <a:pt x="4375838" y="1358877"/>
                  </a:lnTo>
                  <a:lnTo>
                    <a:pt x="4377120" y="1337698"/>
                  </a:lnTo>
                  <a:lnTo>
                    <a:pt x="4378402" y="1358289"/>
                  </a:lnTo>
                  <a:lnTo>
                    <a:pt x="4379684" y="1394176"/>
                  </a:lnTo>
                  <a:lnTo>
                    <a:pt x="4380965" y="1411236"/>
                  </a:lnTo>
                  <a:lnTo>
                    <a:pt x="4382247" y="1420061"/>
                  </a:lnTo>
                  <a:lnTo>
                    <a:pt x="4383529" y="1391822"/>
                  </a:lnTo>
                  <a:lnTo>
                    <a:pt x="4384811" y="1367702"/>
                  </a:lnTo>
                  <a:lnTo>
                    <a:pt x="4386093" y="1338875"/>
                  </a:lnTo>
                  <a:lnTo>
                    <a:pt x="4387375" y="1339463"/>
                  </a:lnTo>
                  <a:lnTo>
                    <a:pt x="4388657" y="1270198"/>
                  </a:lnTo>
                  <a:lnTo>
                    <a:pt x="4389938" y="1196930"/>
                  </a:lnTo>
                  <a:lnTo>
                    <a:pt x="4391220" y="1140259"/>
                  </a:lnTo>
                  <a:lnTo>
                    <a:pt x="4392502" y="1128905"/>
                  </a:lnTo>
                  <a:lnTo>
                    <a:pt x="4393784" y="1076491"/>
                  </a:lnTo>
                  <a:lnTo>
                    <a:pt x="4395066" y="1056488"/>
                  </a:lnTo>
                  <a:lnTo>
                    <a:pt x="4396348" y="1080609"/>
                  </a:lnTo>
                  <a:lnTo>
                    <a:pt x="4397629" y="1113554"/>
                  </a:lnTo>
                  <a:lnTo>
                    <a:pt x="4398911" y="1124732"/>
                  </a:lnTo>
                  <a:lnTo>
                    <a:pt x="4400193" y="1128261"/>
                  </a:lnTo>
                  <a:lnTo>
                    <a:pt x="4401475" y="1136498"/>
                  </a:lnTo>
                  <a:lnTo>
                    <a:pt x="4402757" y="1152970"/>
                  </a:lnTo>
                  <a:lnTo>
                    <a:pt x="4404039" y="1168855"/>
                  </a:lnTo>
                  <a:lnTo>
                    <a:pt x="4405320" y="1187680"/>
                  </a:lnTo>
                  <a:lnTo>
                    <a:pt x="4406602" y="1168266"/>
                  </a:lnTo>
                  <a:lnTo>
                    <a:pt x="4407884" y="1194740"/>
                  </a:lnTo>
                  <a:lnTo>
                    <a:pt x="4409166" y="1340862"/>
                  </a:lnTo>
                  <a:lnTo>
                    <a:pt x="4410448" y="1379231"/>
                  </a:lnTo>
                  <a:lnTo>
                    <a:pt x="4411730" y="1363459"/>
                  </a:lnTo>
                  <a:lnTo>
                    <a:pt x="4413012" y="1275926"/>
                  </a:lnTo>
                  <a:lnTo>
                    <a:pt x="4414293" y="1300635"/>
                  </a:lnTo>
                  <a:lnTo>
                    <a:pt x="4415575" y="1318284"/>
                  </a:lnTo>
                  <a:lnTo>
                    <a:pt x="4416857" y="1318284"/>
                  </a:lnTo>
                  <a:lnTo>
                    <a:pt x="4418139" y="1302400"/>
                  </a:lnTo>
                  <a:lnTo>
                    <a:pt x="4419421" y="1255335"/>
                  </a:lnTo>
                  <a:lnTo>
                    <a:pt x="4420703" y="1198270"/>
                  </a:lnTo>
                  <a:lnTo>
                    <a:pt x="4421984" y="1261051"/>
                  </a:lnTo>
                  <a:lnTo>
                    <a:pt x="4423266" y="1237081"/>
                  </a:lnTo>
                  <a:lnTo>
                    <a:pt x="4424548" y="1205905"/>
                  </a:lnTo>
                  <a:lnTo>
                    <a:pt x="4425830" y="1187177"/>
                  </a:lnTo>
                  <a:lnTo>
                    <a:pt x="4427112" y="1155340"/>
                  </a:lnTo>
                  <a:lnTo>
                    <a:pt x="4428394" y="1141697"/>
                  </a:lnTo>
                  <a:lnTo>
                    <a:pt x="4429676" y="965301"/>
                  </a:lnTo>
                  <a:lnTo>
                    <a:pt x="4430957" y="981773"/>
                  </a:lnTo>
                  <a:lnTo>
                    <a:pt x="4432239" y="998834"/>
                  </a:lnTo>
                  <a:lnTo>
                    <a:pt x="4433521" y="974125"/>
                  </a:lnTo>
                  <a:lnTo>
                    <a:pt x="4434803" y="913530"/>
                  </a:lnTo>
                  <a:lnTo>
                    <a:pt x="4436085" y="859406"/>
                  </a:lnTo>
                  <a:lnTo>
                    <a:pt x="4437367" y="825872"/>
                  </a:lnTo>
                  <a:lnTo>
                    <a:pt x="4438648" y="848816"/>
                  </a:lnTo>
                  <a:lnTo>
                    <a:pt x="4439930" y="868819"/>
                  </a:lnTo>
                  <a:lnTo>
                    <a:pt x="4441212" y="859757"/>
                  </a:lnTo>
                  <a:lnTo>
                    <a:pt x="4442494" y="884100"/>
                  </a:lnTo>
                  <a:lnTo>
                    <a:pt x="4443776" y="652535"/>
                  </a:lnTo>
                  <a:lnTo>
                    <a:pt x="4445058" y="658188"/>
                  </a:lnTo>
                  <a:lnTo>
                    <a:pt x="4446340" y="651727"/>
                  </a:lnTo>
                  <a:lnTo>
                    <a:pt x="4447621" y="633959"/>
                  </a:lnTo>
                  <a:lnTo>
                    <a:pt x="4448903" y="862975"/>
                  </a:lnTo>
                  <a:lnTo>
                    <a:pt x="4450185" y="882888"/>
                  </a:lnTo>
                  <a:lnTo>
                    <a:pt x="4451467" y="906470"/>
                  </a:lnTo>
                  <a:lnTo>
                    <a:pt x="4452749" y="931767"/>
                  </a:lnTo>
                  <a:lnTo>
                    <a:pt x="4454031" y="948828"/>
                  </a:lnTo>
                  <a:lnTo>
                    <a:pt x="4455312" y="960594"/>
                  </a:lnTo>
                  <a:lnTo>
                    <a:pt x="4456594" y="977067"/>
                  </a:lnTo>
                  <a:lnTo>
                    <a:pt x="4457876" y="959418"/>
                  </a:lnTo>
                  <a:lnTo>
                    <a:pt x="4459158" y="947652"/>
                  </a:lnTo>
                  <a:lnTo>
                    <a:pt x="4460440" y="977067"/>
                  </a:lnTo>
                  <a:lnTo>
                    <a:pt x="4461722" y="958241"/>
                  </a:lnTo>
                  <a:lnTo>
                    <a:pt x="4463003" y="913530"/>
                  </a:lnTo>
                  <a:lnTo>
                    <a:pt x="4464285" y="937650"/>
                  </a:lnTo>
                  <a:lnTo>
                    <a:pt x="4465567" y="961183"/>
                  </a:lnTo>
                  <a:lnTo>
                    <a:pt x="4466849" y="990010"/>
                  </a:lnTo>
                  <a:lnTo>
                    <a:pt x="4468131" y="1048456"/>
                  </a:lnTo>
                  <a:lnTo>
                    <a:pt x="4469413" y="1050148"/>
                  </a:lnTo>
                  <a:lnTo>
                    <a:pt x="4470695" y="890774"/>
                  </a:lnTo>
                  <a:lnTo>
                    <a:pt x="4471976" y="927116"/>
                  </a:lnTo>
                  <a:lnTo>
                    <a:pt x="4473258" y="972341"/>
                  </a:lnTo>
                  <a:lnTo>
                    <a:pt x="4474540" y="992531"/>
                  </a:lnTo>
                  <a:lnTo>
                    <a:pt x="4475822" y="1005452"/>
                  </a:lnTo>
                  <a:lnTo>
                    <a:pt x="4477104" y="1031295"/>
                  </a:lnTo>
                  <a:lnTo>
                    <a:pt x="4478386" y="1053100"/>
                  </a:lnTo>
                  <a:lnTo>
                    <a:pt x="4479667" y="1042601"/>
                  </a:lnTo>
                  <a:lnTo>
                    <a:pt x="4480949" y="1053100"/>
                  </a:lnTo>
                  <a:lnTo>
                    <a:pt x="4482231" y="1098325"/>
                  </a:lnTo>
                  <a:lnTo>
                    <a:pt x="4483513" y="1112862"/>
                  </a:lnTo>
                  <a:lnTo>
                    <a:pt x="4484795" y="1180699"/>
                  </a:lnTo>
                  <a:lnTo>
                    <a:pt x="4486077" y="1213811"/>
                  </a:lnTo>
                  <a:lnTo>
                    <a:pt x="4487359" y="1239654"/>
                  </a:lnTo>
                  <a:lnTo>
                    <a:pt x="4488640" y="1336479"/>
                  </a:lnTo>
                  <a:lnTo>
                    <a:pt x="4489922" y="1315050"/>
                  </a:lnTo>
                  <a:lnTo>
                    <a:pt x="4491204" y="1238679"/>
                  </a:lnTo>
                  <a:lnTo>
                    <a:pt x="4492486" y="1178267"/>
                  </a:lnTo>
                  <a:lnTo>
                    <a:pt x="4493768" y="1141204"/>
                  </a:lnTo>
                  <a:lnTo>
                    <a:pt x="4495050" y="1125908"/>
                  </a:lnTo>
                  <a:lnTo>
                    <a:pt x="4496331" y="1149440"/>
                  </a:lnTo>
                  <a:lnTo>
                    <a:pt x="4497613" y="1162971"/>
                  </a:lnTo>
                  <a:lnTo>
                    <a:pt x="4498895" y="1182974"/>
                  </a:lnTo>
                  <a:lnTo>
                    <a:pt x="4500177" y="1161206"/>
                  </a:lnTo>
                  <a:lnTo>
                    <a:pt x="4501459" y="1156500"/>
                  </a:lnTo>
                  <a:lnTo>
                    <a:pt x="4502741" y="1121202"/>
                  </a:lnTo>
                  <a:lnTo>
                    <a:pt x="4504022" y="1094728"/>
                  </a:lnTo>
                  <a:lnTo>
                    <a:pt x="4505304" y="1094140"/>
                  </a:lnTo>
                  <a:lnTo>
                    <a:pt x="4506586" y="1070608"/>
                  </a:lnTo>
                  <a:lnTo>
                    <a:pt x="4507868" y="1086314"/>
                  </a:lnTo>
                  <a:lnTo>
                    <a:pt x="4509150" y="1073892"/>
                  </a:lnTo>
                  <a:lnTo>
                    <a:pt x="4510432" y="1098145"/>
                  </a:lnTo>
                  <a:lnTo>
                    <a:pt x="4511714" y="1125335"/>
                  </a:lnTo>
                  <a:lnTo>
                    <a:pt x="4512995" y="1190033"/>
                  </a:lnTo>
                  <a:lnTo>
                    <a:pt x="4514277" y="1219449"/>
                  </a:lnTo>
                  <a:lnTo>
                    <a:pt x="4515559" y="1218861"/>
                  </a:lnTo>
                  <a:lnTo>
                    <a:pt x="4516841" y="1241216"/>
                  </a:lnTo>
                  <a:lnTo>
                    <a:pt x="4518123" y="1270043"/>
                  </a:lnTo>
                  <a:lnTo>
                    <a:pt x="4519405" y="1331815"/>
                  </a:lnTo>
                  <a:lnTo>
                    <a:pt x="4520686" y="1340051"/>
                  </a:lnTo>
                  <a:lnTo>
                    <a:pt x="4521968" y="1350641"/>
                  </a:lnTo>
                  <a:lnTo>
                    <a:pt x="4523250" y="1372408"/>
                  </a:lnTo>
                  <a:lnTo>
                    <a:pt x="4524532" y="1365937"/>
                  </a:lnTo>
                  <a:lnTo>
                    <a:pt x="4525814" y="1387116"/>
                  </a:lnTo>
                  <a:lnTo>
                    <a:pt x="4527096" y="1399470"/>
                  </a:lnTo>
                  <a:lnTo>
                    <a:pt x="4528378" y="1409884"/>
                  </a:lnTo>
                  <a:lnTo>
                    <a:pt x="4529659" y="1393240"/>
                  </a:lnTo>
                  <a:lnTo>
                    <a:pt x="4530941" y="1333138"/>
                  </a:lnTo>
                  <a:lnTo>
                    <a:pt x="4532223" y="1203312"/>
                  </a:lnTo>
                  <a:lnTo>
                    <a:pt x="4533505" y="1184738"/>
                  </a:lnTo>
                  <a:lnTo>
                    <a:pt x="4534787" y="1131437"/>
                  </a:lnTo>
                  <a:lnTo>
                    <a:pt x="4536069" y="1272424"/>
                  </a:lnTo>
                  <a:lnTo>
                    <a:pt x="4537350" y="1262318"/>
                  </a:lnTo>
                  <a:lnTo>
                    <a:pt x="4538632" y="1186553"/>
                  </a:lnTo>
                  <a:lnTo>
                    <a:pt x="4539914" y="1165913"/>
                  </a:lnTo>
                  <a:lnTo>
                    <a:pt x="4541196" y="1169443"/>
                  </a:lnTo>
                  <a:lnTo>
                    <a:pt x="4542478" y="1170031"/>
                  </a:lnTo>
                  <a:lnTo>
                    <a:pt x="4543760" y="1177091"/>
                  </a:lnTo>
                  <a:lnTo>
                    <a:pt x="4545041" y="1184739"/>
                  </a:lnTo>
                  <a:lnTo>
                    <a:pt x="4546323" y="1186504"/>
                  </a:lnTo>
                  <a:lnTo>
                    <a:pt x="4547605" y="1205918"/>
                  </a:lnTo>
                  <a:lnTo>
                    <a:pt x="4548887" y="1248276"/>
                  </a:lnTo>
                  <a:lnTo>
                    <a:pt x="4550169" y="1304165"/>
                  </a:lnTo>
                  <a:lnTo>
                    <a:pt x="4551451" y="1295340"/>
                  </a:lnTo>
                  <a:lnTo>
                    <a:pt x="4552733" y="1317696"/>
                  </a:lnTo>
                  <a:lnTo>
                    <a:pt x="4554014" y="1345935"/>
                  </a:lnTo>
                  <a:lnTo>
                    <a:pt x="4555296" y="1323520"/>
                  </a:lnTo>
                  <a:lnTo>
                    <a:pt x="4556578" y="1318081"/>
                  </a:lnTo>
                  <a:lnTo>
                    <a:pt x="4557860" y="1373565"/>
                  </a:lnTo>
                  <a:lnTo>
                    <a:pt x="4559142" y="1322028"/>
                  </a:lnTo>
                  <a:lnTo>
                    <a:pt x="4560424" y="1370484"/>
                  </a:lnTo>
                  <a:lnTo>
                    <a:pt x="4561705" y="1369676"/>
                  </a:lnTo>
                  <a:lnTo>
                    <a:pt x="4562987" y="1355139"/>
                  </a:lnTo>
                  <a:lnTo>
                    <a:pt x="4564269" y="1334950"/>
                  </a:lnTo>
                  <a:lnTo>
                    <a:pt x="4565551" y="1302646"/>
                  </a:lnTo>
                  <a:lnTo>
                    <a:pt x="4566833" y="1330912"/>
                  </a:lnTo>
                  <a:lnTo>
                    <a:pt x="4568115" y="1317990"/>
                  </a:lnTo>
                  <a:lnTo>
                    <a:pt x="4569397" y="1327681"/>
                  </a:lnTo>
                  <a:lnTo>
                    <a:pt x="4570678" y="1346256"/>
                  </a:lnTo>
                  <a:lnTo>
                    <a:pt x="4571960" y="1345448"/>
                  </a:lnTo>
                  <a:lnTo>
                    <a:pt x="4573242" y="1359985"/>
                  </a:lnTo>
                  <a:lnTo>
                    <a:pt x="4574524" y="1365638"/>
                  </a:lnTo>
                  <a:lnTo>
                    <a:pt x="4575806" y="1368869"/>
                  </a:lnTo>
                  <a:lnTo>
                    <a:pt x="4577088" y="1346256"/>
                  </a:lnTo>
                  <a:lnTo>
                    <a:pt x="4578369" y="1340603"/>
                  </a:lnTo>
                  <a:lnTo>
                    <a:pt x="4579651" y="1292955"/>
                  </a:lnTo>
                  <a:lnTo>
                    <a:pt x="4580933" y="1327362"/>
                  </a:lnTo>
                  <a:lnTo>
                    <a:pt x="4582215" y="1301716"/>
                  </a:lnTo>
                  <a:lnTo>
                    <a:pt x="4583497" y="1275047"/>
                  </a:lnTo>
                  <a:lnTo>
                    <a:pt x="4584779" y="1245953"/>
                  </a:lnTo>
                  <a:lnTo>
                    <a:pt x="4586061" y="1248276"/>
                  </a:lnTo>
                  <a:lnTo>
                    <a:pt x="4587342" y="1312014"/>
                  </a:lnTo>
                  <a:lnTo>
                    <a:pt x="4588624" y="1325519"/>
                  </a:lnTo>
                  <a:lnTo>
                    <a:pt x="4589906" y="1271920"/>
                  </a:lnTo>
                  <a:lnTo>
                    <a:pt x="4591188" y="1221824"/>
                  </a:lnTo>
                  <a:lnTo>
                    <a:pt x="4592470" y="1215737"/>
                  </a:lnTo>
                  <a:lnTo>
                    <a:pt x="4593752" y="1206841"/>
                  </a:lnTo>
                  <a:lnTo>
                    <a:pt x="4595033" y="1219951"/>
                  </a:lnTo>
                  <a:lnTo>
                    <a:pt x="4596315" y="1233528"/>
                  </a:lnTo>
                  <a:lnTo>
                    <a:pt x="4597597" y="1199350"/>
                  </a:lnTo>
                  <a:lnTo>
                    <a:pt x="4598879" y="1176409"/>
                  </a:lnTo>
                  <a:lnTo>
                    <a:pt x="4600161" y="1212077"/>
                  </a:lnTo>
                  <a:lnTo>
                    <a:pt x="4601443" y="1215318"/>
                  </a:lnTo>
                  <a:lnTo>
                    <a:pt x="4602724" y="1210225"/>
                  </a:lnTo>
                  <a:lnTo>
                    <a:pt x="4604006" y="1199030"/>
                  </a:lnTo>
                  <a:lnTo>
                    <a:pt x="4605288" y="1032368"/>
                  </a:lnTo>
                  <a:lnTo>
                    <a:pt x="4606570" y="1003505"/>
                  </a:lnTo>
                  <a:lnTo>
                    <a:pt x="4607852" y="996038"/>
                  </a:lnTo>
                  <a:lnTo>
                    <a:pt x="4609134" y="865739"/>
                  </a:lnTo>
                  <a:lnTo>
                    <a:pt x="4610416" y="926308"/>
                  </a:lnTo>
                  <a:lnTo>
                    <a:pt x="4611697" y="932769"/>
                  </a:lnTo>
                  <a:lnTo>
                    <a:pt x="4612979" y="971533"/>
                  </a:lnTo>
                  <a:lnTo>
                    <a:pt x="4614261" y="982839"/>
                  </a:lnTo>
                  <a:lnTo>
                    <a:pt x="4615543" y="1006260"/>
                  </a:lnTo>
                  <a:lnTo>
                    <a:pt x="4616825" y="1062791"/>
                  </a:lnTo>
                  <a:lnTo>
                    <a:pt x="4618107" y="1137897"/>
                  </a:lnTo>
                  <a:lnTo>
                    <a:pt x="4619388" y="1177469"/>
                  </a:lnTo>
                  <a:lnTo>
                    <a:pt x="4620670" y="1203312"/>
                  </a:lnTo>
                  <a:lnTo>
                    <a:pt x="4621952" y="1249345"/>
                  </a:lnTo>
                  <a:lnTo>
                    <a:pt x="4623234" y="1294570"/>
                  </a:lnTo>
                  <a:lnTo>
                    <a:pt x="4624516" y="1367253"/>
                  </a:lnTo>
                  <a:lnTo>
                    <a:pt x="4625798" y="1461742"/>
                  </a:lnTo>
                  <a:lnTo>
                    <a:pt x="4627080" y="1489200"/>
                  </a:lnTo>
                  <a:lnTo>
                    <a:pt x="4628361" y="1472240"/>
                  </a:lnTo>
                  <a:lnTo>
                    <a:pt x="4629643" y="1464972"/>
                  </a:lnTo>
                  <a:lnTo>
                    <a:pt x="4630925" y="1459319"/>
                  </a:lnTo>
                  <a:lnTo>
                    <a:pt x="4632207" y="1442360"/>
                  </a:lnTo>
                  <a:lnTo>
                    <a:pt x="4633489" y="1395519"/>
                  </a:lnTo>
                  <a:lnTo>
                    <a:pt x="4634771" y="1377752"/>
                  </a:lnTo>
                  <a:lnTo>
                    <a:pt x="4636052" y="1387443"/>
                  </a:lnTo>
                  <a:lnTo>
                    <a:pt x="4637334" y="1335757"/>
                  </a:lnTo>
                  <a:lnTo>
                    <a:pt x="4638616" y="1392634"/>
                  </a:lnTo>
                  <a:lnTo>
                    <a:pt x="4639898" y="1399907"/>
                  </a:lnTo>
                  <a:lnTo>
                    <a:pt x="4641180" y="1386572"/>
                  </a:lnTo>
                  <a:lnTo>
                    <a:pt x="4642462" y="1345962"/>
                  </a:lnTo>
                  <a:lnTo>
                    <a:pt x="4643743" y="1297473"/>
                  </a:lnTo>
                  <a:lnTo>
                    <a:pt x="4645025" y="1238073"/>
                  </a:lnTo>
                  <a:lnTo>
                    <a:pt x="4646307" y="1205329"/>
                  </a:lnTo>
                  <a:lnTo>
                    <a:pt x="4647589" y="1184739"/>
                  </a:lnTo>
                  <a:lnTo>
                    <a:pt x="4648871" y="1167678"/>
                  </a:lnTo>
                  <a:lnTo>
                    <a:pt x="4650153" y="1126497"/>
                  </a:lnTo>
                  <a:lnTo>
                    <a:pt x="4651435" y="1071196"/>
                  </a:lnTo>
                  <a:lnTo>
                    <a:pt x="4652716" y="1077079"/>
                  </a:lnTo>
                  <a:lnTo>
                    <a:pt x="4653998" y="1054723"/>
                  </a:lnTo>
                  <a:lnTo>
                    <a:pt x="4655280" y="1036486"/>
                  </a:lnTo>
                  <a:lnTo>
                    <a:pt x="4656562" y="1078255"/>
                  </a:lnTo>
                  <a:lnTo>
                    <a:pt x="4657844" y="1101090"/>
                  </a:lnTo>
                  <a:lnTo>
                    <a:pt x="4659126" y="1087668"/>
                  </a:lnTo>
                  <a:lnTo>
                    <a:pt x="4660407" y="1085903"/>
                  </a:lnTo>
                  <a:lnTo>
                    <a:pt x="4661689" y="1228283"/>
                  </a:lnTo>
                  <a:lnTo>
                    <a:pt x="4662971" y="1224116"/>
                  </a:lnTo>
                  <a:lnTo>
                    <a:pt x="4664253" y="1213453"/>
                  </a:lnTo>
                  <a:lnTo>
                    <a:pt x="4665535" y="1124732"/>
                  </a:lnTo>
                  <a:lnTo>
                    <a:pt x="4666817" y="1148264"/>
                  </a:lnTo>
                  <a:lnTo>
                    <a:pt x="4668099" y="1156500"/>
                  </a:lnTo>
                  <a:lnTo>
                    <a:pt x="4669380" y="1191799"/>
                  </a:lnTo>
                  <a:lnTo>
                    <a:pt x="4670662" y="1227097"/>
                  </a:lnTo>
                  <a:lnTo>
                    <a:pt x="4671944" y="1257689"/>
                  </a:lnTo>
                  <a:lnTo>
                    <a:pt x="4673226" y="1275926"/>
                  </a:lnTo>
                  <a:lnTo>
                    <a:pt x="4674508" y="1267690"/>
                  </a:lnTo>
                  <a:lnTo>
                    <a:pt x="4675790" y="1237098"/>
                  </a:lnTo>
                  <a:lnTo>
                    <a:pt x="4677071" y="1250041"/>
                  </a:lnTo>
                  <a:lnTo>
                    <a:pt x="4678353" y="1266561"/>
                  </a:lnTo>
                  <a:lnTo>
                    <a:pt x="4679635" y="1259125"/>
                  </a:lnTo>
                  <a:lnTo>
                    <a:pt x="4680917" y="1175854"/>
                  </a:lnTo>
                  <a:lnTo>
                    <a:pt x="4682199" y="1249345"/>
                  </a:lnTo>
                  <a:lnTo>
                    <a:pt x="4683481" y="1309107"/>
                  </a:lnTo>
                  <a:lnTo>
                    <a:pt x="4684763" y="1307492"/>
                  </a:lnTo>
                  <a:lnTo>
                    <a:pt x="4686044" y="1317183"/>
                  </a:lnTo>
                  <a:lnTo>
                    <a:pt x="4687326" y="1355947"/>
                  </a:lnTo>
                  <a:lnTo>
                    <a:pt x="4688608" y="1374522"/>
                  </a:lnTo>
                  <a:lnTo>
                    <a:pt x="4689890" y="1397942"/>
                  </a:lnTo>
                  <a:lnTo>
                    <a:pt x="4691172" y="1398749"/>
                  </a:lnTo>
                  <a:lnTo>
                    <a:pt x="4692454" y="1388251"/>
                  </a:lnTo>
                  <a:lnTo>
                    <a:pt x="4693735" y="1371291"/>
                  </a:lnTo>
                  <a:lnTo>
                    <a:pt x="4695017" y="1408441"/>
                  </a:lnTo>
                  <a:lnTo>
                    <a:pt x="4696299" y="1410056"/>
                  </a:lnTo>
                  <a:lnTo>
                    <a:pt x="4697581" y="1438322"/>
                  </a:lnTo>
                  <a:lnTo>
                    <a:pt x="4698863" y="1461742"/>
                  </a:lnTo>
                  <a:lnTo>
                    <a:pt x="4700145" y="1458511"/>
                  </a:lnTo>
                  <a:lnTo>
                    <a:pt x="4701426" y="1520097"/>
                  </a:lnTo>
                  <a:lnTo>
                    <a:pt x="4702708" y="1474460"/>
                  </a:lnTo>
                  <a:lnTo>
                    <a:pt x="4703990" y="1475544"/>
                  </a:lnTo>
                  <a:lnTo>
                    <a:pt x="4705272" y="1464772"/>
                  </a:lnTo>
                  <a:lnTo>
                    <a:pt x="4706554" y="1453006"/>
                  </a:lnTo>
                  <a:lnTo>
                    <a:pt x="4707836" y="1450065"/>
                  </a:lnTo>
                  <a:lnTo>
                    <a:pt x="4709118" y="1465949"/>
                  </a:lnTo>
                  <a:lnTo>
                    <a:pt x="4710399" y="1462419"/>
                  </a:lnTo>
                  <a:lnTo>
                    <a:pt x="4711681" y="1481833"/>
                  </a:lnTo>
                  <a:lnTo>
                    <a:pt x="4712963" y="1487128"/>
                  </a:lnTo>
                  <a:lnTo>
                    <a:pt x="4714245" y="1477127"/>
                  </a:lnTo>
                  <a:lnTo>
                    <a:pt x="4715527" y="1458889"/>
                  </a:lnTo>
                  <a:lnTo>
                    <a:pt x="4716809" y="1426532"/>
                  </a:lnTo>
                  <a:lnTo>
                    <a:pt x="4718090" y="1392411"/>
                  </a:lnTo>
                  <a:lnTo>
                    <a:pt x="4719372" y="1378291"/>
                  </a:lnTo>
                  <a:lnTo>
                    <a:pt x="4720654" y="1332984"/>
                  </a:lnTo>
                  <a:lnTo>
                    <a:pt x="4721936" y="1367177"/>
                  </a:lnTo>
                  <a:lnTo>
                    <a:pt x="4723218" y="1331455"/>
                  </a:lnTo>
                  <a:lnTo>
                    <a:pt x="4724500" y="1138705"/>
                  </a:lnTo>
                  <a:lnTo>
                    <a:pt x="4725782" y="1091057"/>
                  </a:lnTo>
                  <a:lnTo>
                    <a:pt x="4727063" y="1077328"/>
                  </a:lnTo>
                  <a:lnTo>
                    <a:pt x="4728345" y="1045832"/>
                  </a:lnTo>
                  <a:lnTo>
                    <a:pt x="4729627" y="1017566"/>
                  </a:lnTo>
                  <a:lnTo>
                    <a:pt x="4730909" y="976379"/>
                  </a:lnTo>
                  <a:lnTo>
                    <a:pt x="4732191" y="1012720"/>
                  </a:lnTo>
                  <a:lnTo>
                    <a:pt x="4733473" y="964265"/>
                  </a:lnTo>
                  <a:lnTo>
                    <a:pt x="4734754" y="894004"/>
                  </a:lnTo>
                  <a:lnTo>
                    <a:pt x="4736036" y="884313"/>
                  </a:lnTo>
                  <a:lnTo>
                    <a:pt x="4737318" y="833435"/>
                  </a:lnTo>
                  <a:lnTo>
                    <a:pt x="4738600" y="753483"/>
                  </a:lnTo>
                  <a:lnTo>
                    <a:pt x="4739882" y="743792"/>
                  </a:lnTo>
                  <a:lnTo>
                    <a:pt x="4741164" y="692106"/>
                  </a:lnTo>
                  <a:lnTo>
                    <a:pt x="4742445" y="689684"/>
                  </a:lnTo>
                  <a:lnTo>
                    <a:pt x="4743727" y="939440"/>
                  </a:lnTo>
                  <a:lnTo>
                    <a:pt x="4745009" y="956834"/>
                  </a:lnTo>
                  <a:lnTo>
                    <a:pt x="4746291" y="916224"/>
                  </a:lnTo>
                  <a:lnTo>
                    <a:pt x="4747573" y="944710"/>
                  </a:lnTo>
                  <a:lnTo>
                    <a:pt x="4748855" y="965301"/>
                  </a:lnTo>
                  <a:lnTo>
                    <a:pt x="4750137" y="968831"/>
                  </a:lnTo>
                  <a:lnTo>
                    <a:pt x="4751418" y="940592"/>
                  </a:lnTo>
                  <a:lnTo>
                    <a:pt x="4752700" y="1066813"/>
                  </a:lnTo>
                  <a:lnTo>
                    <a:pt x="4753982" y="1112063"/>
                  </a:lnTo>
                  <a:lnTo>
                    <a:pt x="4755264" y="1108521"/>
                  </a:lnTo>
                  <a:lnTo>
                    <a:pt x="4756546" y="1165172"/>
                  </a:lnTo>
                  <a:lnTo>
                    <a:pt x="4757828" y="1215737"/>
                  </a:lnTo>
                  <a:lnTo>
                    <a:pt x="4759109" y="1234465"/>
                  </a:lnTo>
                  <a:lnTo>
                    <a:pt x="4760391" y="1254129"/>
                  </a:lnTo>
                  <a:lnTo>
                    <a:pt x="4761673" y="1266302"/>
                  </a:lnTo>
                  <a:lnTo>
                    <a:pt x="4762955" y="1295422"/>
                  </a:lnTo>
                  <a:lnTo>
                    <a:pt x="4764237" y="1313481"/>
                  </a:lnTo>
                  <a:lnTo>
                    <a:pt x="4765519" y="1339410"/>
                  </a:lnTo>
                  <a:lnTo>
                    <a:pt x="4766801" y="1212389"/>
                  </a:lnTo>
                  <a:lnTo>
                    <a:pt x="4768082" y="1176502"/>
                  </a:lnTo>
                  <a:lnTo>
                    <a:pt x="4769364" y="1187092"/>
                  </a:lnTo>
                  <a:lnTo>
                    <a:pt x="4770646" y="1209448"/>
                  </a:lnTo>
                  <a:lnTo>
                    <a:pt x="4771928" y="1227691"/>
                  </a:lnTo>
                  <a:lnTo>
                    <a:pt x="4773210" y="1194075"/>
                  </a:lnTo>
                  <a:lnTo>
                    <a:pt x="4774492" y="1001414"/>
                  </a:lnTo>
                  <a:lnTo>
                    <a:pt x="4775773" y="935192"/>
                  </a:lnTo>
                  <a:lnTo>
                    <a:pt x="4777055" y="888351"/>
                  </a:lnTo>
                  <a:lnTo>
                    <a:pt x="4778337" y="878660"/>
                  </a:lnTo>
                  <a:lnTo>
                    <a:pt x="4779619" y="882698"/>
                  </a:lnTo>
                  <a:lnTo>
                    <a:pt x="4780901" y="897235"/>
                  </a:lnTo>
                  <a:lnTo>
                    <a:pt x="4782183" y="933576"/>
                  </a:lnTo>
                  <a:lnTo>
                    <a:pt x="4783464" y="978802"/>
                  </a:lnTo>
                  <a:lnTo>
                    <a:pt x="4784746" y="1016758"/>
                  </a:lnTo>
                  <a:lnTo>
                    <a:pt x="4786028" y="1061176"/>
                  </a:lnTo>
                  <a:lnTo>
                    <a:pt x="4787310" y="1112054"/>
                  </a:lnTo>
                  <a:lnTo>
                    <a:pt x="4788592" y="1129821"/>
                  </a:lnTo>
                  <a:lnTo>
                    <a:pt x="4789874" y="1109632"/>
                  </a:lnTo>
                  <a:lnTo>
                    <a:pt x="4791156" y="1171816"/>
                  </a:lnTo>
                  <a:lnTo>
                    <a:pt x="4792437" y="1183122"/>
                  </a:lnTo>
                  <a:lnTo>
                    <a:pt x="4793719" y="1238039"/>
                  </a:lnTo>
                  <a:lnTo>
                    <a:pt x="4795001" y="1293762"/>
                  </a:lnTo>
                  <a:lnTo>
                    <a:pt x="4796283" y="1354332"/>
                  </a:lnTo>
                  <a:lnTo>
                    <a:pt x="4797565" y="1410056"/>
                  </a:lnTo>
                  <a:lnTo>
                    <a:pt x="4798847" y="1437514"/>
                  </a:lnTo>
                  <a:lnTo>
                    <a:pt x="4800128" y="1438322"/>
                  </a:lnTo>
                  <a:lnTo>
                    <a:pt x="4801410" y="1401980"/>
                  </a:lnTo>
                  <a:lnTo>
                    <a:pt x="4802692" y="1377752"/>
                  </a:lnTo>
                  <a:lnTo>
                    <a:pt x="4803974" y="1347871"/>
                  </a:lnTo>
                  <a:lnTo>
                    <a:pt x="4805256" y="1271150"/>
                  </a:lnTo>
                  <a:lnTo>
                    <a:pt x="4806538" y="1228347"/>
                  </a:lnTo>
                  <a:lnTo>
                    <a:pt x="4807820" y="1224310"/>
                  </a:lnTo>
                  <a:lnTo>
                    <a:pt x="4809101" y="1265497"/>
                  </a:lnTo>
                  <a:lnTo>
                    <a:pt x="4810383" y="1242884"/>
                  </a:lnTo>
                  <a:lnTo>
                    <a:pt x="4811665" y="1241269"/>
                  </a:lnTo>
                  <a:lnTo>
                    <a:pt x="4812947" y="1221079"/>
                  </a:lnTo>
                  <a:lnTo>
                    <a:pt x="4814229" y="1223502"/>
                  </a:lnTo>
                  <a:lnTo>
                    <a:pt x="4815511" y="1204927"/>
                  </a:lnTo>
                  <a:lnTo>
                    <a:pt x="4816792" y="1175854"/>
                  </a:lnTo>
                  <a:lnTo>
                    <a:pt x="4818074" y="1167778"/>
                  </a:lnTo>
                  <a:lnTo>
                    <a:pt x="4819356" y="1177469"/>
                  </a:lnTo>
                  <a:lnTo>
                    <a:pt x="4820638" y="1159702"/>
                  </a:lnTo>
                  <a:lnTo>
                    <a:pt x="4821920" y="1167778"/>
                  </a:lnTo>
                  <a:lnTo>
                    <a:pt x="4823202" y="1175854"/>
                  </a:lnTo>
                  <a:lnTo>
                    <a:pt x="4824484" y="1229963"/>
                  </a:lnTo>
                  <a:lnTo>
                    <a:pt x="4825765" y="1254190"/>
                  </a:lnTo>
                  <a:lnTo>
                    <a:pt x="4827047" y="1239654"/>
                  </a:lnTo>
                  <a:lnTo>
                    <a:pt x="4828329" y="1227540"/>
                  </a:lnTo>
                  <a:lnTo>
                    <a:pt x="4829611" y="1203312"/>
                  </a:lnTo>
                  <a:lnTo>
                    <a:pt x="4830893" y="1216234"/>
                  </a:lnTo>
                  <a:lnTo>
                    <a:pt x="4832175" y="1229155"/>
                  </a:lnTo>
                  <a:lnTo>
                    <a:pt x="4833456" y="1206543"/>
                  </a:lnTo>
                  <a:lnTo>
                    <a:pt x="4834738" y="1227540"/>
                  </a:lnTo>
                  <a:lnTo>
                    <a:pt x="4836020" y="1240461"/>
                  </a:lnTo>
                  <a:lnTo>
                    <a:pt x="4837302" y="1246115"/>
                  </a:lnTo>
                  <a:lnTo>
                    <a:pt x="4838584" y="1230770"/>
                  </a:lnTo>
                  <a:lnTo>
                    <a:pt x="4839866" y="1280841"/>
                  </a:lnTo>
                  <a:lnTo>
                    <a:pt x="4841147" y="1296993"/>
                  </a:lnTo>
                  <a:lnTo>
                    <a:pt x="4842429" y="1318798"/>
                  </a:lnTo>
                  <a:lnTo>
                    <a:pt x="4843711" y="1325259"/>
                  </a:lnTo>
                  <a:lnTo>
                    <a:pt x="4844993" y="1340603"/>
                  </a:lnTo>
                  <a:lnTo>
                    <a:pt x="4846275" y="1370484"/>
                  </a:lnTo>
                  <a:lnTo>
                    <a:pt x="4847557" y="1389866"/>
                  </a:lnTo>
                  <a:lnTo>
                    <a:pt x="4848839" y="1495693"/>
                  </a:lnTo>
                  <a:lnTo>
                    <a:pt x="4850120" y="1520525"/>
                  </a:lnTo>
                  <a:lnTo>
                    <a:pt x="4851402" y="1532427"/>
                  </a:lnTo>
                  <a:lnTo>
                    <a:pt x="4852684" y="1543605"/>
                  </a:lnTo>
                  <a:lnTo>
                    <a:pt x="4853966" y="1532427"/>
                  </a:lnTo>
                  <a:lnTo>
                    <a:pt x="4855248" y="1535369"/>
                  </a:lnTo>
                  <a:lnTo>
                    <a:pt x="4856530" y="1531839"/>
                  </a:lnTo>
                  <a:lnTo>
                    <a:pt x="4857811" y="1537722"/>
                  </a:lnTo>
                  <a:lnTo>
                    <a:pt x="4859093" y="1506542"/>
                  </a:lnTo>
                  <a:lnTo>
                    <a:pt x="4860375" y="1487128"/>
                  </a:lnTo>
                  <a:lnTo>
                    <a:pt x="4861657" y="1480657"/>
                  </a:lnTo>
                  <a:lnTo>
                    <a:pt x="4862939" y="1468890"/>
                  </a:lnTo>
                  <a:lnTo>
                    <a:pt x="4864221" y="1471244"/>
                  </a:lnTo>
                  <a:lnTo>
                    <a:pt x="4865503" y="1462419"/>
                  </a:lnTo>
                  <a:lnTo>
                    <a:pt x="4866784" y="1436534"/>
                  </a:lnTo>
                  <a:lnTo>
                    <a:pt x="4868066" y="1427630"/>
                  </a:lnTo>
                  <a:lnTo>
                    <a:pt x="4869348" y="1364172"/>
                  </a:lnTo>
                  <a:lnTo>
                    <a:pt x="4870630" y="1381083"/>
                  </a:lnTo>
                  <a:lnTo>
                    <a:pt x="4871912" y="1340277"/>
                  </a:lnTo>
                  <a:lnTo>
                    <a:pt x="4873194" y="1349133"/>
                  </a:lnTo>
                  <a:lnTo>
                    <a:pt x="4874475" y="1368744"/>
                  </a:lnTo>
                  <a:lnTo>
                    <a:pt x="4875757" y="1333315"/>
                  </a:lnTo>
                  <a:lnTo>
                    <a:pt x="4877039" y="1307748"/>
                  </a:lnTo>
                  <a:lnTo>
                    <a:pt x="4878321" y="1320532"/>
                  </a:lnTo>
                  <a:lnTo>
                    <a:pt x="4879603" y="1319436"/>
                  </a:lnTo>
                  <a:lnTo>
                    <a:pt x="4880885" y="1272685"/>
                  </a:lnTo>
                  <a:lnTo>
                    <a:pt x="4882166" y="1257710"/>
                  </a:lnTo>
                  <a:lnTo>
                    <a:pt x="4883448" y="1244196"/>
                  </a:lnTo>
                  <a:lnTo>
                    <a:pt x="4884730" y="1231778"/>
                  </a:lnTo>
                  <a:lnTo>
                    <a:pt x="4886012" y="1246388"/>
                  </a:lnTo>
                  <a:lnTo>
                    <a:pt x="4887294" y="1260997"/>
                  </a:lnTo>
                  <a:lnTo>
                    <a:pt x="4888576" y="1251804"/>
                  </a:lnTo>
                  <a:lnTo>
                    <a:pt x="4889858" y="1247106"/>
                  </a:lnTo>
                  <a:lnTo>
                    <a:pt x="4891139" y="1273793"/>
                  </a:lnTo>
                  <a:lnTo>
                    <a:pt x="4892421" y="1207768"/>
                  </a:lnTo>
                  <a:lnTo>
                    <a:pt x="4893703" y="1204393"/>
                  </a:lnTo>
                  <a:lnTo>
                    <a:pt x="4894985" y="1047447"/>
                  </a:lnTo>
                  <a:lnTo>
                    <a:pt x="4896267" y="1108016"/>
                  </a:lnTo>
                  <a:lnTo>
                    <a:pt x="4897549" y="1109632"/>
                  </a:lnTo>
                  <a:lnTo>
                    <a:pt x="4898830" y="1111247"/>
                  </a:lnTo>
                  <a:lnTo>
                    <a:pt x="4900112" y="1336871"/>
                  </a:lnTo>
                  <a:lnTo>
                    <a:pt x="4901394" y="1445192"/>
                  </a:lnTo>
                  <a:lnTo>
                    <a:pt x="4902676" y="1520387"/>
                  </a:lnTo>
                  <a:lnTo>
                    <a:pt x="4903958" y="1521967"/>
                  </a:lnTo>
                  <a:lnTo>
                    <a:pt x="4905240" y="1512019"/>
                  </a:lnTo>
                  <a:lnTo>
                    <a:pt x="4906522" y="1518052"/>
                  </a:lnTo>
                  <a:lnTo>
                    <a:pt x="4907803" y="1525693"/>
                  </a:lnTo>
                  <a:lnTo>
                    <a:pt x="4909085" y="1524085"/>
                  </a:lnTo>
                  <a:lnTo>
                    <a:pt x="4910367" y="1542585"/>
                  </a:lnTo>
                  <a:lnTo>
                    <a:pt x="4911649" y="1531324"/>
                  </a:lnTo>
                  <a:lnTo>
                    <a:pt x="4912931" y="1547814"/>
                  </a:lnTo>
                  <a:lnTo>
                    <a:pt x="4914213" y="1585217"/>
                  </a:lnTo>
                  <a:lnTo>
                    <a:pt x="4915494" y="1591250"/>
                  </a:lnTo>
                  <a:lnTo>
                    <a:pt x="4916776" y="1597685"/>
                  </a:lnTo>
                  <a:lnTo>
                    <a:pt x="4918058" y="1600098"/>
                  </a:lnTo>
                  <a:lnTo>
                    <a:pt x="4919340" y="1612463"/>
                  </a:lnTo>
                  <a:lnTo>
                    <a:pt x="4920622" y="1598706"/>
                  </a:lnTo>
                  <a:lnTo>
                    <a:pt x="4921904" y="1551437"/>
                  </a:lnTo>
                  <a:lnTo>
                    <a:pt x="4923185" y="1557663"/>
                  </a:lnTo>
                  <a:lnTo>
                    <a:pt x="4924467" y="1498891"/>
                  </a:lnTo>
                  <a:lnTo>
                    <a:pt x="4925749" y="1493238"/>
                  </a:lnTo>
                  <a:lnTo>
                    <a:pt x="4927031" y="1490007"/>
                  </a:lnTo>
                  <a:lnTo>
                    <a:pt x="4928313" y="1485162"/>
                  </a:lnTo>
                  <a:lnTo>
                    <a:pt x="4929595" y="1477894"/>
                  </a:lnTo>
                  <a:lnTo>
                    <a:pt x="4930877" y="1517466"/>
                  </a:lnTo>
                  <a:lnTo>
                    <a:pt x="4932158" y="1523119"/>
                  </a:lnTo>
                  <a:lnTo>
                    <a:pt x="4933440" y="1509390"/>
                  </a:lnTo>
                  <a:lnTo>
                    <a:pt x="4934722" y="1511812"/>
                  </a:lnTo>
                  <a:lnTo>
                    <a:pt x="4936004" y="1528772"/>
                  </a:lnTo>
                  <a:lnTo>
                    <a:pt x="4937286" y="1551384"/>
                  </a:lnTo>
                  <a:lnTo>
                    <a:pt x="4938568" y="1560268"/>
                  </a:lnTo>
                  <a:lnTo>
                    <a:pt x="4939849" y="1550577"/>
                  </a:lnTo>
                  <a:lnTo>
                    <a:pt x="4941131" y="1580171"/>
                  </a:lnTo>
                  <a:lnTo>
                    <a:pt x="4942413" y="1581743"/>
                  </a:lnTo>
                  <a:lnTo>
                    <a:pt x="4943695" y="1548900"/>
                  </a:lnTo>
                  <a:lnTo>
                    <a:pt x="4944977" y="1540075"/>
                  </a:lnTo>
                  <a:lnTo>
                    <a:pt x="4946259" y="1550077"/>
                  </a:lnTo>
                  <a:lnTo>
                    <a:pt x="4947541" y="1545370"/>
                  </a:lnTo>
                  <a:lnTo>
                    <a:pt x="4948822" y="1529486"/>
                  </a:lnTo>
                  <a:lnTo>
                    <a:pt x="4950104" y="1502424"/>
                  </a:lnTo>
                  <a:lnTo>
                    <a:pt x="4951386" y="1476538"/>
                  </a:lnTo>
                  <a:lnTo>
                    <a:pt x="4952668" y="1441828"/>
                  </a:lnTo>
                  <a:lnTo>
                    <a:pt x="4953950" y="1392999"/>
                  </a:lnTo>
                  <a:lnTo>
                    <a:pt x="4955232" y="1353582"/>
                  </a:lnTo>
                  <a:lnTo>
                    <a:pt x="4956513" y="1395671"/>
                  </a:lnTo>
                  <a:lnTo>
                    <a:pt x="4957795" y="1375063"/>
                  </a:lnTo>
                  <a:lnTo>
                    <a:pt x="4959077" y="1365340"/>
                  </a:lnTo>
                  <a:lnTo>
                    <a:pt x="4960359" y="1356079"/>
                  </a:lnTo>
                  <a:lnTo>
                    <a:pt x="4961641" y="1364414"/>
                  </a:lnTo>
                  <a:lnTo>
                    <a:pt x="4962923" y="1372114"/>
                  </a:lnTo>
                  <a:lnTo>
                    <a:pt x="4964205" y="1373050"/>
                  </a:lnTo>
                  <a:lnTo>
                    <a:pt x="4965486" y="1424744"/>
                  </a:lnTo>
                  <a:lnTo>
                    <a:pt x="4966768" y="1418309"/>
                  </a:lnTo>
                  <a:lnTo>
                    <a:pt x="4968050" y="1408255"/>
                  </a:lnTo>
                  <a:lnTo>
                    <a:pt x="4969332" y="1402222"/>
                  </a:lnTo>
                  <a:lnTo>
                    <a:pt x="4970614" y="1405037"/>
                  </a:lnTo>
                  <a:lnTo>
                    <a:pt x="4971896" y="1403026"/>
                  </a:lnTo>
                  <a:lnTo>
                    <a:pt x="4973177" y="1421527"/>
                  </a:lnTo>
                  <a:lnTo>
                    <a:pt x="4974459" y="1433995"/>
                  </a:lnTo>
                  <a:lnTo>
                    <a:pt x="4975741" y="1460715"/>
                  </a:lnTo>
                  <a:lnTo>
                    <a:pt x="4977023" y="1478103"/>
                  </a:lnTo>
                  <a:lnTo>
                    <a:pt x="4978305" y="1468223"/>
                  </a:lnTo>
                  <a:lnTo>
                    <a:pt x="4979587" y="1399269"/>
                  </a:lnTo>
                  <a:lnTo>
                    <a:pt x="4980868" y="1364877"/>
                  </a:lnTo>
                  <a:lnTo>
                    <a:pt x="4982150" y="1248864"/>
                  </a:lnTo>
                  <a:lnTo>
                    <a:pt x="4983432" y="1208762"/>
                  </a:lnTo>
                  <a:lnTo>
                    <a:pt x="4984714" y="983647"/>
                  </a:lnTo>
                  <a:lnTo>
                    <a:pt x="4985996" y="966688"/>
                  </a:lnTo>
                  <a:lnTo>
                    <a:pt x="4987278" y="969918"/>
                  </a:lnTo>
                  <a:lnTo>
                    <a:pt x="4988560" y="973956"/>
                  </a:lnTo>
                  <a:lnTo>
                    <a:pt x="4989841" y="1146826"/>
                  </a:lnTo>
                  <a:lnTo>
                    <a:pt x="4991123" y="1160490"/>
                  </a:lnTo>
                  <a:lnTo>
                    <a:pt x="4992405" y="1173825"/>
                  </a:lnTo>
                  <a:lnTo>
                    <a:pt x="4993687" y="1178267"/>
                  </a:lnTo>
                  <a:lnTo>
                    <a:pt x="4994969" y="1253358"/>
                  </a:lnTo>
                  <a:lnTo>
                    <a:pt x="4996251" y="1261158"/>
                  </a:lnTo>
                  <a:lnTo>
                    <a:pt x="4997532" y="1255533"/>
                  </a:lnTo>
                  <a:lnTo>
                    <a:pt x="4998814" y="1336629"/>
                  </a:lnTo>
                  <a:lnTo>
                    <a:pt x="5000096" y="1335049"/>
                  </a:lnTo>
                  <a:lnTo>
                    <a:pt x="5001378" y="1306099"/>
                  </a:lnTo>
                  <a:lnTo>
                    <a:pt x="5002660" y="1322589"/>
                  </a:lnTo>
                  <a:lnTo>
                    <a:pt x="5003942" y="1337068"/>
                  </a:lnTo>
                  <a:lnTo>
                    <a:pt x="5005224" y="1360395"/>
                  </a:lnTo>
                  <a:lnTo>
                    <a:pt x="5006505" y="1369645"/>
                  </a:lnTo>
                  <a:lnTo>
                    <a:pt x="5007787" y="1360395"/>
                  </a:lnTo>
                  <a:lnTo>
                    <a:pt x="5009069" y="1331437"/>
                  </a:lnTo>
                  <a:lnTo>
                    <a:pt x="5010351" y="1327817"/>
                  </a:lnTo>
                  <a:lnTo>
                    <a:pt x="5011633" y="1340620"/>
                  </a:lnTo>
                  <a:lnTo>
                    <a:pt x="5012915" y="1295240"/>
                  </a:lnTo>
                  <a:lnTo>
                    <a:pt x="5014196" y="1324774"/>
                  </a:lnTo>
                  <a:lnTo>
                    <a:pt x="5015478" y="1323393"/>
                  </a:lnTo>
                  <a:lnTo>
                    <a:pt x="5016760" y="1342952"/>
                  </a:lnTo>
                  <a:lnTo>
                    <a:pt x="5018042" y="1361921"/>
                  </a:lnTo>
                  <a:lnTo>
                    <a:pt x="5019324" y="1387212"/>
                  </a:lnTo>
                  <a:lnTo>
                    <a:pt x="5020606" y="1346363"/>
                  </a:lnTo>
                  <a:lnTo>
                    <a:pt x="5021887" y="1333254"/>
                  </a:lnTo>
                  <a:lnTo>
                    <a:pt x="5023169" y="1361601"/>
                  </a:lnTo>
                  <a:lnTo>
                    <a:pt x="5024451" y="1342296"/>
                  </a:lnTo>
                  <a:lnTo>
                    <a:pt x="5025733" y="1384710"/>
                  </a:lnTo>
                  <a:lnTo>
                    <a:pt x="5027015" y="1422631"/>
                  </a:lnTo>
                  <a:lnTo>
                    <a:pt x="5028297" y="1440017"/>
                  </a:lnTo>
                  <a:lnTo>
                    <a:pt x="5029579" y="1443432"/>
                  </a:lnTo>
                  <a:lnTo>
                    <a:pt x="5030860" y="1477512"/>
                  </a:lnTo>
                  <a:lnTo>
                    <a:pt x="5032142" y="1491647"/>
                  </a:lnTo>
                  <a:lnTo>
                    <a:pt x="5033424" y="1500012"/>
                  </a:lnTo>
                  <a:lnTo>
                    <a:pt x="5034706" y="1511262"/>
                  </a:lnTo>
                  <a:lnTo>
                    <a:pt x="5035988" y="1523089"/>
                  </a:lnTo>
                  <a:lnTo>
                    <a:pt x="5037270" y="1511116"/>
                  </a:lnTo>
                  <a:lnTo>
                    <a:pt x="5038551" y="1518878"/>
                  </a:lnTo>
                  <a:lnTo>
                    <a:pt x="5039833" y="1536575"/>
                  </a:lnTo>
                  <a:lnTo>
                    <a:pt x="5041115" y="1574147"/>
                  </a:lnTo>
                  <a:lnTo>
                    <a:pt x="5042397" y="1564208"/>
                  </a:lnTo>
                  <a:lnTo>
                    <a:pt x="5043679" y="1564829"/>
                  </a:lnTo>
                  <a:lnTo>
                    <a:pt x="5044961" y="1586666"/>
                  </a:lnTo>
                  <a:lnTo>
                    <a:pt x="5046243" y="1588012"/>
                  </a:lnTo>
                  <a:lnTo>
                    <a:pt x="5047524" y="1610204"/>
                  </a:lnTo>
                  <a:lnTo>
                    <a:pt x="5048806" y="1629323"/>
                  </a:lnTo>
                  <a:lnTo>
                    <a:pt x="5050088" y="1641569"/>
                  </a:lnTo>
                  <a:lnTo>
                    <a:pt x="5051370" y="1634493"/>
                  </a:lnTo>
                  <a:lnTo>
                    <a:pt x="5052652" y="1616804"/>
                  </a:lnTo>
                  <a:lnTo>
                    <a:pt x="5053934" y="1603469"/>
                  </a:lnTo>
                  <a:lnTo>
                    <a:pt x="5055215" y="1601749"/>
                  </a:lnTo>
                  <a:lnTo>
                    <a:pt x="5056497" y="1595762"/>
                  </a:lnTo>
                  <a:lnTo>
                    <a:pt x="5057779" y="1587280"/>
                  </a:lnTo>
                  <a:lnTo>
                    <a:pt x="5059061" y="1577052"/>
                  </a:lnTo>
                  <a:lnTo>
                    <a:pt x="5060343" y="1572562"/>
                  </a:lnTo>
                  <a:lnTo>
                    <a:pt x="5061625" y="1588777"/>
                  </a:lnTo>
                  <a:lnTo>
                    <a:pt x="5062906" y="1600253"/>
                  </a:lnTo>
                  <a:lnTo>
                    <a:pt x="5064188" y="1600751"/>
                  </a:lnTo>
                  <a:lnTo>
                    <a:pt x="5065470" y="1598842"/>
                  </a:lnTo>
                  <a:lnTo>
                    <a:pt x="5066752" y="1582626"/>
                  </a:lnTo>
                  <a:lnTo>
                    <a:pt x="5068034" y="1561880"/>
                  </a:lnTo>
                  <a:lnTo>
                    <a:pt x="5069316" y="1518190"/>
                  </a:lnTo>
                  <a:lnTo>
                    <a:pt x="5070598" y="1534345"/>
                  </a:lnTo>
                  <a:lnTo>
                    <a:pt x="5071879" y="1556735"/>
                  </a:lnTo>
                  <a:lnTo>
                    <a:pt x="5073161" y="1538899"/>
                  </a:lnTo>
                  <a:lnTo>
                    <a:pt x="5074443" y="1573739"/>
                  </a:lnTo>
                  <a:lnTo>
                    <a:pt x="5075725" y="1583164"/>
                  </a:lnTo>
                  <a:lnTo>
                    <a:pt x="5077007" y="1566729"/>
                  </a:lnTo>
                  <a:lnTo>
                    <a:pt x="5078289" y="1594187"/>
                  </a:lnTo>
                  <a:lnTo>
                    <a:pt x="5079570" y="1603070"/>
                  </a:lnTo>
                  <a:lnTo>
                    <a:pt x="5080852" y="1598225"/>
                  </a:lnTo>
                  <a:lnTo>
                    <a:pt x="5082134" y="1587726"/>
                  </a:lnTo>
                  <a:lnTo>
                    <a:pt x="5083416" y="1579650"/>
                  </a:lnTo>
                  <a:lnTo>
                    <a:pt x="5084698" y="1571574"/>
                  </a:lnTo>
                  <a:lnTo>
                    <a:pt x="5085980" y="1571574"/>
                  </a:lnTo>
                  <a:lnTo>
                    <a:pt x="5087262" y="1584496"/>
                  </a:lnTo>
                  <a:lnTo>
                    <a:pt x="5088543" y="1594187"/>
                  </a:lnTo>
                  <a:lnTo>
                    <a:pt x="5089825" y="1603878"/>
                  </a:lnTo>
                  <a:lnTo>
                    <a:pt x="5091107" y="1603878"/>
                  </a:lnTo>
                  <a:lnTo>
                    <a:pt x="5092389" y="1580458"/>
                  </a:lnTo>
                  <a:lnTo>
                    <a:pt x="5093671" y="1571574"/>
                  </a:lnTo>
                  <a:lnTo>
                    <a:pt x="5094953" y="1553807"/>
                  </a:lnTo>
                  <a:lnTo>
                    <a:pt x="5096234" y="1515850"/>
                  </a:lnTo>
                  <a:lnTo>
                    <a:pt x="5097516" y="1568408"/>
                  </a:lnTo>
                  <a:lnTo>
                    <a:pt x="5098798" y="1551253"/>
                  </a:lnTo>
                  <a:lnTo>
                    <a:pt x="5100080" y="1534192"/>
                  </a:lnTo>
                  <a:lnTo>
                    <a:pt x="5101362" y="1521838"/>
                  </a:lnTo>
                  <a:lnTo>
                    <a:pt x="5102644" y="1565831"/>
                  </a:lnTo>
                  <a:lnTo>
                    <a:pt x="5103926" y="1536918"/>
                  </a:lnTo>
                  <a:lnTo>
                    <a:pt x="5105207" y="1551031"/>
                  </a:lnTo>
                  <a:lnTo>
                    <a:pt x="5106489" y="1561957"/>
                  </a:lnTo>
                  <a:lnTo>
                    <a:pt x="5107771" y="1578800"/>
                  </a:lnTo>
                  <a:lnTo>
                    <a:pt x="5109053" y="1583089"/>
                  </a:lnTo>
                  <a:lnTo>
                    <a:pt x="5110335" y="1590274"/>
                  </a:lnTo>
                  <a:lnTo>
                    <a:pt x="5111617" y="1582541"/>
                  </a:lnTo>
                  <a:lnTo>
                    <a:pt x="5112898" y="1580794"/>
                  </a:lnTo>
                  <a:lnTo>
                    <a:pt x="5114180" y="1584037"/>
                  </a:lnTo>
                  <a:lnTo>
                    <a:pt x="5115462" y="1592020"/>
                  </a:lnTo>
                  <a:lnTo>
                    <a:pt x="5116744" y="1593767"/>
                  </a:lnTo>
                  <a:lnTo>
                    <a:pt x="5118026" y="1592311"/>
                  </a:lnTo>
                  <a:lnTo>
                    <a:pt x="5119308" y="1602108"/>
                  </a:lnTo>
                  <a:lnTo>
                    <a:pt x="5120589" y="1611361"/>
                  </a:lnTo>
                  <a:lnTo>
                    <a:pt x="5121871" y="1618709"/>
                  </a:lnTo>
                  <a:lnTo>
                    <a:pt x="5123153" y="1636943"/>
                  </a:lnTo>
                  <a:lnTo>
                    <a:pt x="5124435" y="1634147"/>
                  </a:lnTo>
                  <a:lnTo>
                    <a:pt x="5125717" y="1630960"/>
                  </a:lnTo>
                  <a:lnTo>
                    <a:pt x="5126999" y="1626970"/>
                  </a:lnTo>
                  <a:lnTo>
                    <a:pt x="5128281" y="1625436"/>
                  </a:lnTo>
                  <a:lnTo>
                    <a:pt x="5129562" y="1583204"/>
                  </a:lnTo>
                  <a:lnTo>
                    <a:pt x="5130844" y="1540886"/>
                  </a:lnTo>
                  <a:lnTo>
                    <a:pt x="5132126" y="1555422"/>
                  </a:lnTo>
                  <a:lnTo>
                    <a:pt x="5133408" y="1536040"/>
                  </a:lnTo>
                  <a:lnTo>
                    <a:pt x="5134690" y="1487585"/>
                  </a:lnTo>
                  <a:lnTo>
                    <a:pt x="5135972" y="1474663"/>
                  </a:lnTo>
                  <a:lnTo>
                    <a:pt x="5137253" y="1474663"/>
                  </a:lnTo>
                  <a:lnTo>
                    <a:pt x="5138535" y="1474663"/>
                  </a:lnTo>
                  <a:lnTo>
                    <a:pt x="5139817" y="1463357"/>
                  </a:lnTo>
                  <a:lnTo>
                    <a:pt x="5141099" y="1550966"/>
                  </a:lnTo>
                  <a:lnTo>
                    <a:pt x="5142381" y="1526011"/>
                  </a:lnTo>
                  <a:lnTo>
                    <a:pt x="5143663" y="1542585"/>
                  </a:lnTo>
                  <a:lnTo>
                    <a:pt x="5144945" y="1567817"/>
                  </a:lnTo>
                  <a:lnTo>
                    <a:pt x="5146226" y="1534644"/>
                  </a:lnTo>
                  <a:lnTo>
                    <a:pt x="5147508" y="1512435"/>
                  </a:lnTo>
                  <a:lnTo>
                    <a:pt x="5148790" y="1520322"/>
                  </a:lnTo>
                  <a:lnTo>
                    <a:pt x="5150072" y="1503061"/>
                  </a:lnTo>
                  <a:lnTo>
                    <a:pt x="5151354" y="1507335"/>
                  </a:lnTo>
                  <a:lnTo>
                    <a:pt x="5152636" y="1508162"/>
                  </a:lnTo>
                  <a:lnTo>
                    <a:pt x="5153917" y="1517635"/>
                  </a:lnTo>
                  <a:lnTo>
                    <a:pt x="5155199" y="1522383"/>
                  </a:lnTo>
                  <a:lnTo>
                    <a:pt x="5156481" y="1513089"/>
                  </a:lnTo>
                  <a:lnTo>
                    <a:pt x="5157763" y="1509483"/>
                  </a:lnTo>
                  <a:lnTo>
                    <a:pt x="5159045" y="1504212"/>
                  </a:lnTo>
                  <a:lnTo>
                    <a:pt x="5160327" y="1511286"/>
                  </a:lnTo>
                  <a:lnTo>
                    <a:pt x="5161608" y="1520857"/>
                  </a:lnTo>
                  <a:lnTo>
                    <a:pt x="5162890" y="1527515"/>
                  </a:lnTo>
                  <a:lnTo>
                    <a:pt x="5164172" y="1536671"/>
                  </a:lnTo>
                  <a:lnTo>
                    <a:pt x="5165454" y="1562682"/>
                  </a:lnTo>
                  <a:lnTo>
                    <a:pt x="5166736" y="1584480"/>
                  </a:lnTo>
                  <a:lnTo>
                    <a:pt x="5168018" y="1594877"/>
                  </a:lnTo>
                  <a:lnTo>
                    <a:pt x="5169300" y="1622281"/>
                  </a:lnTo>
                  <a:lnTo>
                    <a:pt x="5170581" y="1632767"/>
                  </a:lnTo>
                  <a:lnTo>
                    <a:pt x="5171863" y="1636186"/>
                  </a:lnTo>
                  <a:lnTo>
                    <a:pt x="5173145" y="1619147"/>
                  </a:lnTo>
                  <a:lnTo>
                    <a:pt x="5174427" y="1609073"/>
                  </a:lnTo>
                  <a:lnTo>
                    <a:pt x="5175709" y="1540871"/>
                  </a:lnTo>
                  <a:lnTo>
                    <a:pt x="5176991" y="1494853"/>
                  </a:lnTo>
                  <a:lnTo>
                    <a:pt x="5178272" y="1536848"/>
                  </a:lnTo>
                  <a:lnTo>
                    <a:pt x="5179554" y="1553807"/>
                  </a:lnTo>
                  <a:lnTo>
                    <a:pt x="5180836" y="1555422"/>
                  </a:lnTo>
                  <a:lnTo>
                    <a:pt x="5182118" y="1569152"/>
                  </a:lnTo>
                  <a:lnTo>
                    <a:pt x="5183400" y="1639798"/>
                  </a:lnTo>
                  <a:lnTo>
                    <a:pt x="5184682" y="1646597"/>
                  </a:lnTo>
                  <a:lnTo>
                    <a:pt x="5185964" y="1659512"/>
                  </a:lnTo>
                  <a:lnTo>
                    <a:pt x="5186470" y="166881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7407455" y="3862556"/>
              <a:ext cx="97444" cy="161842"/>
            </a:xfrm>
            <a:custGeom>
              <a:avLst/>
              <a:pathLst>
                <a:path w="97444" h="161842">
                  <a:moveTo>
                    <a:pt x="0" y="161842"/>
                  </a:moveTo>
                  <a:lnTo>
                    <a:pt x="271" y="157480"/>
                  </a:lnTo>
                  <a:lnTo>
                    <a:pt x="1553" y="139040"/>
                  </a:lnTo>
                  <a:lnTo>
                    <a:pt x="2835" y="146063"/>
                  </a:lnTo>
                  <a:lnTo>
                    <a:pt x="4117" y="143040"/>
                  </a:lnTo>
                  <a:lnTo>
                    <a:pt x="5398" y="116059"/>
                  </a:lnTo>
                  <a:lnTo>
                    <a:pt x="6680" y="102051"/>
                  </a:lnTo>
                  <a:lnTo>
                    <a:pt x="7962" y="100176"/>
                  </a:lnTo>
                  <a:lnTo>
                    <a:pt x="9244" y="32303"/>
                  </a:lnTo>
                  <a:lnTo>
                    <a:pt x="10526" y="32303"/>
                  </a:lnTo>
                  <a:lnTo>
                    <a:pt x="11808" y="39572"/>
                  </a:lnTo>
                  <a:lnTo>
                    <a:pt x="13089" y="32303"/>
                  </a:lnTo>
                  <a:lnTo>
                    <a:pt x="14371" y="32303"/>
                  </a:lnTo>
                  <a:lnTo>
                    <a:pt x="15653" y="32303"/>
                  </a:lnTo>
                  <a:lnTo>
                    <a:pt x="16935" y="49263"/>
                  </a:lnTo>
                  <a:lnTo>
                    <a:pt x="18217" y="64607"/>
                  </a:lnTo>
                  <a:lnTo>
                    <a:pt x="19499" y="89642"/>
                  </a:lnTo>
                  <a:lnTo>
                    <a:pt x="20780" y="96911"/>
                  </a:lnTo>
                  <a:lnTo>
                    <a:pt x="22062" y="96911"/>
                  </a:lnTo>
                  <a:lnTo>
                    <a:pt x="23344" y="96911"/>
                  </a:lnTo>
                  <a:lnTo>
                    <a:pt x="24626" y="98526"/>
                  </a:lnTo>
                  <a:lnTo>
                    <a:pt x="25908" y="113062"/>
                  </a:lnTo>
                  <a:lnTo>
                    <a:pt x="27190" y="122754"/>
                  </a:lnTo>
                  <a:lnTo>
                    <a:pt x="28472" y="145366"/>
                  </a:lnTo>
                  <a:lnTo>
                    <a:pt x="29753" y="145366"/>
                  </a:lnTo>
                  <a:lnTo>
                    <a:pt x="31035" y="150212"/>
                  </a:lnTo>
                  <a:lnTo>
                    <a:pt x="32317" y="161518"/>
                  </a:lnTo>
                  <a:lnTo>
                    <a:pt x="33599" y="161518"/>
                  </a:lnTo>
                  <a:lnTo>
                    <a:pt x="34881" y="161518"/>
                  </a:lnTo>
                  <a:lnTo>
                    <a:pt x="36163" y="161518"/>
                  </a:lnTo>
                  <a:lnTo>
                    <a:pt x="37444" y="159903"/>
                  </a:lnTo>
                  <a:lnTo>
                    <a:pt x="38726" y="135675"/>
                  </a:lnTo>
                  <a:lnTo>
                    <a:pt x="40008" y="113062"/>
                  </a:lnTo>
                  <a:lnTo>
                    <a:pt x="41290" y="99333"/>
                  </a:lnTo>
                  <a:lnTo>
                    <a:pt x="42572" y="83182"/>
                  </a:lnTo>
                  <a:lnTo>
                    <a:pt x="43854" y="79144"/>
                  </a:lnTo>
                  <a:lnTo>
                    <a:pt x="45136" y="64607"/>
                  </a:lnTo>
                  <a:lnTo>
                    <a:pt x="46417" y="64607"/>
                  </a:lnTo>
                  <a:lnTo>
                    <a:pt x="47699" y="64607"/>
                  </a:lnTo>
                  <a:lnTo>
                    <a:pt x="48981" y="52493"/>
                  </a:lnTo>
                  <a:lnTo>
                    <a:pt x="50263" y="41187"/>
                  </a:lnTo>
                  <a:lnTo>
                    <a:pt x="51545" y="15344"/>
                  </a:lnTo>
                  <a:lnTo>
                    <a:pt x="52827" y="0"/>
                  </a:lnTo>
                  <a:lnTo>
                    <a:pt x="54108" y="0"/>
                  </a:lnTo>
                  <a:lnTo>
                    <a:pt x="55390" y="0"/>
                  </a:lnTo>
                  <a:lnTo>
                    <a:pt x="56672" y="1615"/>
                  </a:lnTo>
                  <a:lnTo>
                    <a:pt x="57954" y="11306"/>
                  </a:lnTo>
                  <a:lnTo>
                    <a:pt x="59236" y="84282"/>
                  </a:lnTo>
                  <a:lnTo>
                    <a:pt x="60518" y="103705"/>
                  </a:lnTo>
                  <a:lnTo>
                    <a:pt x="61799" y="141746"/>
                  </a:lnTo>
                  <a:lnTo>
                    <a:pt x="63081" y="138968"/>
                  </a:lnTo>
                  <a:lnTo>
                    <a:pt x="64363" y="140357"/>
                  </a:lnTo>
                  <a:lnTo>
                    <a:pt x="65645" y="108607"/>
                  </a:lnTo>
                  <a:lnTo>
                    <a:pt x="66927" y="86134"/>
                  </a:lnTo>
                  <a:lnTo>
                    <a:pt x="68209" y="87538"/>
                  </a:lnTo>
                  <a:lnTo>
                    <a:pt x="69491" y="94093"/>
                  </a:lnTo>
                  <a:lnTo>
                    <a:pt x="70772" y="105330"/>
                  </a:lnTo>
                  <a:lnTo>
                    <a:pt x="72054" y="100648"/>
                  </a:lnTo>
                  <a:lnTo>
                    <a:pt x="73336" y="99243"/>
                  </a:lnTo>
                  <a:lnTo>
                    <a:pt x="74618" y="98775"/>
                  </a:lnTo>
                  <a:lnTo>
                    <a:pt x="75900" y="89879"/>
                  </a:lnTo>
                  <a:lnTo>
                    <a:pt x="77182" y="120117"/>
                  </a:lnTo>
                  <a:lnTo>
                    <a:pt x="78463" y="81920"/>
                  </a:lnTo>
                  <a:lnTo>
                    <a:pt x="79745" y="72365"/>
                  </a:lnTo>
                  <a:lnTo>
                    <a:pt x="81027" y="69976"/>
                  </a:lnTo>
                  <a:lnTo>
                    <a:pt x="82309" y="71152"/>
                  </a:lnTo>
                  <a:lnTo>
                    <a:pt x="83591" y="72088"/>
                  </a:lnTo>
                  <a:lnTo>
                    <a:pt x="84873" y="99243"/>
                  </a:lnTo>
                  <a:lnTo>
                    <a:pt x="86155" y="121717"/>
                  </a:lnTo>
                  <a:lnTo>
                    <a:pt x="87436" y="127335"/>
                  </a:lnTo>
                  <a:lnTo>
                    <a:pt x="88718" y="126398"/>
                  </a:lnTo>
                  <a:lnTo>
                    <a:pt x="90000" y="121717"/>
                  </a:lnTo>
                  <a:lnTo>
                    <a:pt x="91282" y="135294"/>
                  </a:lnTo>
                  <a:lnTo>
                    <a:pt x="92564" y="136699"/>
                  </a:lnTo>
                  <a:lnTo>
                    <a:pt x="93846" y="137167"/>
                  </a:lnTo>
                  <a:lnTo>
                    <a:pt x="95127" y="146063"/>
                  </a:lnTo>
                  <a:lnTo>
                    <a:pt x="96409" y="151006"/>
                  </a:lnTo>
                  <a:lnTo>
                    <a:pt x="97444" y="16184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7507142" y="3986118"/>
              <a:ext cx="7102" cy="38281"/>
            </a:xfrm>
            <a:custGeom>
              <a:avLst/>
              <a:pathLst>
                <a:path w="7102" h="38281">
                  <a:moveTo>
                    <a:pt x="0" y="38281"/>
                  </a:moveTo>
                  <a:lnTo>
                    <a:pt x="568" y="32532"/>
                  </a:lnTo>
                  <a:lnTo>
                    <a:pt x="1849" y="22230"/>
                  </a:lnTo>
                  <a:lnTo>
                    <a:pt x="3131" y="0"/>
                  </a:lnTo>
                  <a:lnTo>
                    <a:pt x="4413" y="5653"/>
                  </a:lnTo>
                  <a:lnTo>
                    <a:pt x="5695" y="34745"/>
                  </a:lnTo>
                  <a:lnTo>
                    <a:pt x="6977" y="37888"/>
                  </a:lnTo>
                  <a:lnTo>
                    <a:pt x="7102" y="3828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7519562" y="3943315"/>
              <a:ext cx="35134" cy="81083"/>
            </a:xfrm>
            <a:custGeom>
              <a:avLst/>
              <a:pathLst>
                <a:path w="35134" h="81083">
                  <a:moveTo>
                    <a:pt x="0" y="81083"/>
                  </a:moveTo>
                  <a:lnTo>
                    <a:pt x="966" y="73540"/>
                  </a:lnTo>
                  <a:lnTo>
                    <a:pt x="2248" y="60009"/>
                  </a:lnTo>
                  <a:lnTo>
                    <a:pt x="3530" y="60009"/>
                  </a:lnTo>
                  <a:lnTo>
                    <a:pt x="4812" y="56479"/>
                  </a:lnTo>
                  <a:lnTo>
                    <a:pt x="6094" y="48243"/>
                  </a:lnTo>
                  <a:lnTo>
                    <a:pt x="7376" y="53537"/>
                  </a:lnTo>
                  <a:lnTo>
                    <a:pt x="8657" y="60009"/>
                  </a:lnTo>
                  <a:lnTo>
                    <a:pt x="9939" y="60009"/>
                  </a:lnTo>
                  <a:lnTo>
                    <a:pt x="11221" y="60009"/>
                  </a:lnTo>
                  <a:lnTo>
                    <a:pt x="12503" y="59363"/>
                  </a:lnTo>
                  <a:lnTo>
                    <a:pt x="13785" y="52657"/>
                  </a:lnTo>
                  <a:lnTo>
                    <a:pt x="15067" y="0"/>
                  </a:lnTo>
                  <a:lnTo>
                    <a:pt x="16348" y="807"/>
                  </a:lnTo>
                  <a:lnTo>
                    <a:pt x="17630" y="16151"/>
                  </a:lnTo>
                  <a:lnTo>
                    <a:pt x="18912" y="16151"/>
                  </a:lnTo>
                  <a:lnTo>
                    <a:pt x="20194" y="29880"/>
                  </a:lnTo>
                  <a:lnTo>
                    <a:pt x="21476" y="48455"/>
                  </a:lnTo>
                  <a:lnTo>
                    <a:pt x="22758" y="48455"/>
                  </a:lnTo>
                  <a:lnTo>
                    <a:pt x="24040" y="53301"/>
                  </a:lnTo>
                  <a:lnTo>
                    <a:pt x="25321" y="64607"/>
                  </a:lnTo>
                  <a:lnTo>
                    <a:pt x="26603" y="51685"/>
                  </a:lnTo>
                  <a:lnTo>
                    <a:pt x="27885" y="48455"/>
                  </a:lnTo>
                  <a:lnTo>
                    <a:pt x="29167" y="48455"/>
                  </a:lnTo>
                  <a:lnTo>
                    <a:pt x="30449" y="48455"/>
                  </a:lnTo>
                  <a:lnTo>
                    <a:pt x="31731" y="48455"/>
                  </a:lnTo>
                  <a:lnTo>
                    <a:pt x="33012" y="49263"/>
                  </a:lnTo>
                  <a:lnTo>
                    <a:pt x="34294" y="64607"/>
                  </a:lnTo>
                  <a:lnTo>
                    <a:pt x="35134" y="8108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7588811" y="4015090"/>
              <a:ext cx="2796" cy="9308"/>
            </a:xfrm>
            <a:custGeom>
              <a:avLst/>
              <a:pathLst>
                <a:path w="2796" h="9308">
                  <a:moveTo>
                    <a:pt x="0" y="9308"/>
                  </a:moveTo>
                  <a:lnTo>
                    <a:pt x="937" y="0"/>
                  </a:lnTo>
                  <a:lnTo>
                    <a:pt x="2219" y="3559"/>
                  </a:lnTo>
                  <a:lnTo>
                    <a:pt x="2796" y="930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7592695" y="4007923"/>
              <a:ext cx="32964" cy="16476"/>
            </a:xfrm>
            <a:custGeom>
              <a:avLst/>
              <a:pathLst>
                <a:path w="32964" h="16476">
                  <a:moveTo>
                    <a:pt x="0" y="16476"/>
                  </a:moveTo>
                  <a:lnTo>
                    <a:pt x="898" y="0"/>
                  </a:lnTo>
                  <a:lnTo>
                    <a:pt x="2180" y="0"/>
                  </a:lnTo>
                  <a:lnTo>
                    <a:pt x="3462" y="0"/>
                  </a:lnTo>
                  <a:lnTo>
                    <a:pt x="4744" y="0"/>
                  </a:lnTo>
                  <a:lnTo>
                    <a:pt x="6026" y="0"/>
                  </a:lnTo>
                  <a:lnTo>
                    <a:pt x="7307" y="0"/>
                  </a:lnTo>
                  <a:lnTo>
                    <a:pt x="8589" y="13729"/>
                  </a:lnTo>
                  <a:lnTo>
                    <a:pt x="9871" y="16151"/>
                  </a:lnTo>
                  <a:lnTo>
                    <a:pt x="11153" y="16151"/>
                  </a:lnTo>
                  <a:lnTo>
                    <a:pt x="12435" y="16151"/>
                  </a:lnTo>
                  <a:lnTo>
                    <a:pt x="13717" y="16151"/>
                  </a:lnTo>
                  <a:lnTo>
                    <a:pt x="14998" y="16151"/>
                  </a:lnTo>
                  <a:lnTo>
                    <a:pt x="16280" y="16151"/>
                  </a:lnTo>
                  <a:lnTo>
                    <a:pt x="17562" y="16151"/>
                  </a:lnTo>
                  <a:lnTo>
                    <a:pt x="18844" y="16151"/>
                  </a:lnTo>
                  <a:lnTo>
                    <a:pt x="20126" y="16151"/>
                  </a:lnTo>
                  <a:lnTo>
                    <a:pt x="21408" y="16151"/>
                  </a:lnTo>
                  <a:lnTo>
                    <a:pt x="22690" y="16151"/>
                  </a:lnTo>
                  <a:lnTo>
                    <a:pt x="23971" y="16151"/>
                  </a:lnTo>
                  <a:lnTo>
                    <a:pt x="25253" y="16151"/>
                  </a:lnTo>
                  <a:lnTo>
                    <a:pt x="26535" y="16151"/>
                  </a:lnTo>
                  <a:lnTo>
                    <a:pt x="27817" y="16151"/>
                  </a:lnTo>
                  <a:lnTo>
                    <a:pt x="29099" y="16151"/>
                  </a:lnTo>
                  <a:lnTo>
                    <a:pt x="30381" y="16151"/>
                  </a:lnTo>
                  <a:lnTo>
                    <a:pt x="31662" y="16151"/>
                  </a:lnTo>
                  <a:lnTo>
                    <a:pt x="32944" y="16151"/>
                  </a:lnTo>
                  <a:lnTo>
                    <a:pt x="32964" y="1647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7645407" y="3884487"/>
              <a:ext cx="42920" cy="139911"/>
            </a:xfrm>
            <a:custGeom>
              <a:avLst/>
              <a:pathLst>
                <a:path w="42920" h="139911">
                  <a:moveTo>
                    <a:pt x="0" y="139911"/>
                  </a:moveTo>
                  <a:lnTo>
                    <a:pt x="742" y="136529"/>
                  </a:lnTo>
                  <a:lnTo>
                    <a:pt x="2024" y="124547"/>
                  </a:lnTo>
                  <a:lnTo>
                    <a:pt x="3306" y="91132"/>
                  </a:lnTo>
                  <a:lnTo>
                    <a:pt x="4587" y="91132"/>
                  </a:lnTo>
                  <a:lnTo>
                    <a:pt x="5869" y="97592"/>
                  </a:lnTo>
                  <a:lnTo>
                    <a:pt x="7151" y="107284"/>
                  </a:lnTo>
                  <a:lnTo>
                    <a:pt x="8433" y="107284"/>
                  </a:lnTo>
                  <a:lnTo>
                    <a:pt x="9715" y="95977"/>
                  </a:lnTo>
                  <a:lnTo>
                    <a:pt x="10997" y="76595"/>
                  </a:lnTo>
                  <a:lnTo>
                    <a:pt x="12278" y="74980"/>
                  </a:lnTo>
                  <a:lnTo>
                    <a:pt x="13560" y="74980"/>
                  </a:lnTo>
                  <a:lnTo>
                    <a:pt x="14842" y="74980"/>
                  </a:lnTo>
                  <a:lnTo>
                    <a:pt x="16124" y="84671"/>
                  </a:lnTo>
                  <a:lnTo>
                    <a:pt x="17406" y="91132"/>
                  </a:lnTo>
                  <a:lnTo>
                    <a:pt x="18688" y="91132"/>
                  </a:lnTo>
                  <a:lnTo>
                    <a:pt x="19970" y="60443"/>
                  </a:lnTo>
                  <a:lnTo>
                    <a:pt x="21251" y="24102"/>
                  </a:lnTo>
                  <a:lnTo>
                    <a:pt x="22533" y="49814"/>
                  </a:lnTo>
                  <a:lnTo>
                    <a:pt x="23815" y="20720"/>
                  </a:lnTo>
                  <a:lnTo>
                    <a:pt x="25097" y="4961"/>
                  </a:lnTo>
                  <a:lnTo>
                    <a:pt x="26379" y="0"/>
                  </a:lnTo>
                  <a:lnTo>
                    <a:pt x="27661" y="37859"/>
                  </a:lnTo>
                  <a:lnTo>
                    <a:pt x="28942" y="37048"/>
                  </a:lnTo>
                  <a:lnTo>
                    <a:pt x="30224" y="48284"/>
                  </a:lnTo>
                  <a:lnTo>
                    <a:pt x="31506" y="49221"/>
                  </a:lnTo>
                  <a:lnTo>
                    <a:pt x="32788" y="49221"/>
                  </a:lnTo>
                  <a:lnTo>
                    <a:pt x="34070" y="49221"/>
                  </a:lnTo>
                  <a:lnTo>
                    <a:pt x="35352" y="49221"/>
                  </a:lnTo>
                  <a:lnTo>
                    <a:pt x="36634" y="49221"/>
                  </a:lnTo>
                  <a:lnTo>
                    <a:pt x="37915" y="49221"/>
                  </a:lnTo>
                  <a:lnTo>
                    <a:pt x="39197" y="71226"/>
                  </a:lnTo>
                  <a:lnTo>
                    <a:pt x="40479" y="97445"/>
                  </a:lnTo>
                  <a:lnTo>
                    <a:pt x="41761" y="119815"/>
                  </a:lnTo>
                  <a:lnTo>
                    <a:pt x="42920" y="13991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7694840" y="4024074"/>
              <a:ext cx="38" cy="324"/>
            </a:xfrm>
            <a:custGeom>
              <a:avLst/>
              <a:pathLst>
                <a:path w="38" h="324">
                  <a:moveTo>
                    <a:pt x="0" y="324"/>
                  </a:moveTo>
                  <a:lnTo>
                    <a:pt x="19" y="0"/>
                  </a:lnTo>
                  <a:lnTo>
                    <a:pt x="38" y="32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7721759" y="3959467"/>
              <a:ext cx="57546" cy="64931"/>
            </a:xfrm>
            <a:custGeom>
              <a:avLst/>
              <a:pathLst>
                <a:path w="57546" h="64931">
                  <a:moveTo>
                    <a:pt x="0" y="64931"/>
                  </a:moveTo>
                  <a:lnTo>
                    <a:pt x="19" y="64607"/>
                  </a:lnTo>
                  <a:lnTo>
                    <a:pt x="1300" y="64607"/>
                  </a:lnTo>
                  <a:lnTo>
                    <a:pt x="2582" y="64607"/>
                  </a:lnTo>
                  <a:lnTo>
                    <a:pt x="3864" y="64607"/>
                  </a:lnTo>
                  <a:lnTo>
                    <a:pt x="5146" y="64607"/>
                  </a:lnTo>
                  <a:lnTo>
                    <a:pt x="6428" y="64607"/>
                  </a:lnTo>
                  <a:lnTo>
                    <a:pt x="7710" y="56531"/>
                  </a:lnTo>
                  <a:lnTo>
                    <a:pt x="8991" y="48455"/>
                  </a:lnTo>
                  <a:lnTo>
                    <a:pt x="10273" y="48455"/>
                  </a:lnTo>
                  <a:lnTo>
                    <a:pt x="11555" y="48455"/>
                  </a:lnTo>
                  <a:lnTo>
                    <a:pt x="12837" y="48455"/>
                  </a:lnTo>
                  <a:lnTo>
                    <a:pt x="14119" y="48455"/>
                  </a:lnTo>
                  <a:lnTo>
                    <a:pt x="15401" y="48455"/>
                  </a:lnTo>
                  <a:lnTo>
                    <a:pt x="16683" y="48455"/>
                  </a:lnTo>
                  <a:lnTo>
                    <a:pt x="17964" y="33111"/>
                  </a:lnTo>
                  <a:lnTo>
                    <a:pt x="19246" y="16151"/>
                  </a:lnTo>
                  <a:lnTo>
                    <a:pt x="20528" y="16151"/>
                  </a:lnTo>
                  <a:lnTo>
                    <a:pt x="21810" y="0"/>
                  </a:lnTo>
                  <a:lnTo>
                    <a:pt x="23092" y="0"/>
                  </a:lnTo>
                  <a:lnTo>
                    <a:pt x="24374" y="0"/>
                  </a:lnTo>
                  <a:lnTo>
                    <a:pt x="25655" y="0"/>
                  </a:lnTo>
                  <a:lnTo>
                    <a:pt x="26937" y="8075"/>
                  </a:lnTo>
                  <a:lnTo>
                    <a:pt x="28219" y="16151"/>
                  </a:lnTo>
                  <a:lnTo>
                    <a:pt x="29501" y="16151"/>
                  </a:lnTo>
                  <a:lnTo>
                    <a:pt x="30783" y="16151"/>
                  </a:lnTo>
                  <a:lnTo>
                    <a:pt x="32065" y="16151"/>
                  </a:lnTo>
                  <a:lnTo>
                    <a:pt x="33346" y="16151"/>
                  </a:lnTo>
                  <a:lnTo>
                    <a:pt x="34628" y="16151"/>
                  </a:lnTo>
                  <a:lnTo>
                    <a:pt x="35910" y="16151"/>
                  </a:lnTo>
                  <a:lnTo>
                    <a:pt x="37192" y="31496"/>
                  </a:lnTo>
                  <a:lnTo>
                    <a:pt x="38474" y="33918"/>
                  </a:lnTo>
                  <a:lnTo>
                    <a:pt x="39756" y="20997"/>
                  </a:lnTo>
                  <a:lnTo>
                    <a:pt x="41038" y="32303"/>
                  </a:lnTo>
                  <a:lnTo>
                    <a:pt x="42319" y="32303"/>
                  </a:lnTo>
                  <a:lnTo>
                    <a:pt x="43601" y="32303"/>
                  </a:lnTo>
                  <a:lnTo>
                    <a:pt x="44883" y="32303"/>
                  </a:lnTo>
                  <a:lnTo>
                    <a:pt x="46165" y="32303"/>
                  </a:lnTo>
                  <a:lnTo>
                    <a:pt x="47447" y="32303"/>
                  </a:lnTo>
                  <a:lnTo>
                    <a:pt x="48729" y="30688"/>
                  </a:lnTo>
                  <a:lnTo>
                    <a:pt x="50010" y="16151"/>
                  </a:lnTo>
                  <a:lnTo>
                    <a:pt x="51292" y="16151"/>
                  </a:lnTo>
                  <a:lnTo>
                    <a:pt x="52574" y="49566"/>
                  </a:lnTo>
                  <a:lnTo>
                    <a:pt x="53856" y="52417"/>
                  </a:lnTo>
                  <a:lnTo>
                    <a:pt x="55138" y="55042"/>
                  </a:lnTo>
                  <a:lnTo>
                    <a:pt x="56420" y="55623"/>
                  </a:lnTo>
                  <a:lnTo>
                    <a:pt x="57546" y="6493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7795747" y="3927163"/>
              <a:ext cx="43007" cy="97235"/>
            </a:xfrm>
            <a:custGeom>
              <a:avLst/>
              <a:pathLst>
                <a:path w="43007" h="97235">
                  <a:moveTo>
                    <a:pt x="0" y="97235"/>
                  </a:moveTo>
                  <a:lnTo>
                    <a:pt x="377" y="93343"/>
                  </a:lnTo>
                  <a:lnTo>
                    <a:pt x="1659" y="64607"/>
                  </a:lnTo>
                  <a:lnTo>
                    <a:pt x="2941" y="64607"/>
                  </a:lnTo>
                  <a:lnTo>
                    <a:pt x="4223" y="64607"/>
                  </a:lnTo>
                  <a:lnTo>
                    <a:pt x="5505" y="64607"/>
                  </a:lnTo>
                  <a:lnTo>
                    <a:pt x="6787" y="64607"/>
                  </a:lnTo>
                  <a:lnTo>
                    <a:pt x="8069" y="64607"/>
                  </a:lnTo>
                  <a:lnTo>
                    <a:pt x="9350" y="50070"/>
                  </a:lnTo>
                  <a:lnTo>
                    <a:pt x="10632" y="45225"/>
                  </a:lnTo>
                  <a:lnTo>
                    <a:pt x="11914" y="21804"/>
                  </a:lnTo>
                  <a:lnTo>
                    <a:pt x="13196" y="16151"/>
                  </a:lnTo>
                  <a:lnTo>
                    <a:pt x="14478" y="6460"/>
                  </a:lnTo>
                  <a:lnTo>
                    <a:pt x="15760" y="14536"/>
                  </a:lnTo>
                  <a:lnTo>
                    <a:pt x="17041" y="0"/>
                  </a:lnTo>
                  <a:lnTo>
                    <a:pt x="18323" y="3230"/>
                  </a:lnTo>
                  <a:lnTo>
                    <a:pt x="19605" y="16151"/>
                  </a:lnTo>
                  <a:lnTo>
                    <a:pt x="20887" y="12113"/>
                  </a:lnTo>
                  <a:lnTo>
                    <a:pt x="22169" y="0"/>
                  </a:lnTo>
                  <a:lnTo>
                    <a:pt x="23451" y="26776"/>
                  </a:lnTo>
                  <a:lnTo>
                    <a:pt x="24733" y="5319"/>
                  </a:lnTo>
                  <a:lnTo>
                    <a:pt x="26014" y="4531"/>
                  </a:lnTo>
                  <a:lnTo>
                    <a:pt x="27296" y="5564"/>
                  </a:lnTo>
                  <a:lnTo>
                    <a:pt x="28578" y="16153"/>
                  </a:lnTo>
                  <a:lnTo>
                    <a:pt x="29860" y="19683"/>
                  </a:lnTo>
                  <a:lnTo>
                    <a:pt x="31142" y="36744"/>
                  </a:lnTo>
                  <a:lnTo>
                    <a:pt x="32424" y="40862"/>
                  </a:lnTo>
                  <a:lnTo>
                    <a:pt x="33705" y="52040"/>
                  </a:lnTo>
                  <a:lnTo>
                    <a:pt x="34987" y="53805"/>
                  </a:lnTo>
                  <a:lnTo>
                    <a:pt x="36269" y="64394"/>
                  </a:lnTo>
                  <a:lnTo>
                    <a:pt x="37551" y="64394"/>
                  </a:lnTo>
                  <a:lnTo>
                    <a:pt x="38833" y="64394"/>
                  </a:lnTo>
                  <a:lnTo>
                    <a:pt x="40115" y="67336"/>
                  </a:lnTo>
                  <a:lnTo>
                    <a:pt x="41396" y="76161"/>
                  </a:lnTo>
                  <a:lnTo>
                    <a:pt x="42678" y="90895"/>
                  </a:lnTo>
                  <a:lnTo>
                    <a:pt x="43007" y="9723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7842253" y="3991771"/>
              <a:ext cx="42577" cy="32627"/>
            </a:xfrm>
            <a:custGeom>
              <a:avLst/>
              <a:pathLst>
                <a:path w="42577" h="32627">
                  <a:moveTo>
                    <a:pt x="0" y="32627"/>
                  </a:moveTo>
                  <a:lnTo>
                    <a:pt x="19" y="32303"/>
                  </a:lnTo>
                  <a:lnTo>
                    <a:pt x="1301" y="32303"/>
                  </a:lnTo>
                  <a:lnTo>
                    <a:pt x="2582" y="32303"/>
                  </a:lnTo>
                  <a:lnTo>
                    <a:pt x="3864" y="32303"/>
                  </a:lnTo>
                  <a:lnTo>
                    <a:pt x="5146" y="32303"/>
                  </a:lnTo>
                  <a:lnTo>
                    <a:pt x="6428" y="32303"/>
                  </a:lnTo>
                  <a:lnTo>
                    <a:pt x="7710" y="32303"/>
                  </a:lnTo>
                  <a:lnTo>
                    <a:pt x="8992" y="32303"/>
                  </a:lnTo>
                  <a:lnTo>
                    <a:pt x="10274" y="32303"/>
                  </a:lnTo>
                  <a:lnTo>
                    <a:pt x="11555" y="32303"/>
                  </a:lnTo>
                  <a:lnTo>
                    <a:pt x="12837" y="32303"/>
                  </a:lnTo>
                  <a:lnTo>
                    <a:pt x="14119" y="32303"/>
                  </a:lnTo>
                  <a:lnTo>
                    <a:pt x="15401" y="32303"/>
                  </a:lnTo>
                  <a:lnTo>
                    <a:pt x="16683" y="32303"/>
                  </a:lnTo>
                  <a:lnTo>
                    <a:pt x="17965" y="32303"/>
                  </a:lnTo>
                  <a:lnTo>
                    <a:pt x="19246" y="32303"/>
                  </a:lnTo>
                  <a:lnTo>
                    <a:pt x="20528" y="32303"/>
                  </a:lnTo>
                  <a:lnTo>
                    <a:pt x="21810" y="32303"/>
                  </a:lnTo>
                  <a:lnTo>
                    <a:pt x="23092" y="22612"/>
                  </a:lnTo>
                  <a:lnTo>
                    <a:pt x="24374" y="7268"/>
                  </a:lnTo>
                  <a:lnTo>
                    <a:pt x="25656" y="0"/>
                  </a:lnTo>
                  <a:lnTo>
                    <a:pt x="26938" y="0"/>
                  </a:lnTo>
                  <a:lnTo>
                    <a:pt x="28219" y="0"/>
                  </a:lnTo>
                  <a:lnTo>
                    <a:pt x="29501" y="0"/>
                  </a:lnTo>
                  <a:lnTo>
                    <a:pt x="30783" y="29701"/>
                  </a:lnTo>
                  <a:lnTo>
                    <a:pt x="32065" y="21325"/>
                  </a:lnTo>
                  <a:lnTo>
                    <a:pt x="33347" y="22738"/>
                  </a:lnTo>
                  <a:lnTo>
                    <a:pt x="34629" y="23319"/>
                  </a:lnTo>
                  <a:lnTo>
                    <a:pt x="35910" y="23319"/>
                  </a:lnTo>
                  <a:lnTo>
                    <a:pt x="37192" y="23319"/>
                  </a:lnTo>
                  <a:lnTo>
                    <a:pt x="38474" y="23319"/>
                  </a:lnTo>
                  <a:lnTo>
                    <a:pt x="39756" y="23319"/>
                  </a:lnTo>
                  <a:lnTo>
                    <a:pt x="41038" y="23319"/>
                  </a:lnTo>
                  <a:lnTo>
                    <a:pt x="42320" y="30379"/>
                  </a:lnTo>
                  <a:lnTo>
                    <a:pt x="42577" y="3262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7892087" y="4024007"/>
              <a:ext cx="222" cy="392"/>
            </a:xfrm>
            <a:custGeom>
              <a:avLst/>
              <a:pathLst>
                <a:path w="222" h="392">
                  <a:moveTo>
                    <a:pt x="0" y="392"/>
                  </a:moveTo>
                  <a:lnTo>
                    <a:pt x="176" y="0"/>
                  </a:lnTo>
                  <a:lnTo>
                    <a:pt x="222" y="39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7895280" y="4007923"/>
              <a:ext cx="8078" cy="16476"/>
            </a:xfrm>
            <a:custGeom>
              <a:avLst/>
              <a:pathLst>
                <a:path w="8078" h="16476">
                  <a:moveTo>
                    <a:pt x="0" y="16476"/>
                  </a:moveTo>
                  <a:lnTo>
                    <a:pt x="829" y="0"/>
                  </a:lnTo>
                  <a:lnTo>
                    <a:pt x="2111" y="0"/>
                  </a:lnTo>
                  <a:lnTo>
                    <a:pt x="3393" y="0"/>
                  </a:lnTo>
                  <a:lnTo>
                    <a:pt x="4675" y="0"/>
                  </a:lnTo>
                  <a:lnTo>
                    <a:pt x="5957" y="0"/>
                  </a:lnTo>
                  <a:lnTo>
                    <a:pt x="7238" y="0"/>
                  </a:lnTo>
                  <a:lnTo>
                    <a:pt x="8078" y="1647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926901" y="3942508"/>
              <a:ext cx="33182" cy="81891"/>
            </a:xfrm>
            <a:custGeom>
              <a:avLst/>
              <a:pathLst>
                <a:path w="33182" h="81891">
                  <a:moveTo>
                    <a:pt x="0" y="81891"/>
                  </a:moveTo>
                  <a:lnTo>
                    <a:pt x="1254" y="61993"/>
                  </a:lnTo>
                  <a:lnTo>
                    <a:pt x="2536" y="66526"/>
                  </a:lnTo>
                  <a:lnTo>
                    <a:pt x="3818" y="33111"/>
                  </a:lnTo>
                  <a:lnTo>
                    <a:pt x="5100" y="33111"/>
                  </a:lnTo>
                  <a:lnTo>
                    <a:pt x="6382" y="29880"/>
                  </a:lnTo>
                  <a:lnTo>
                    <a:pt x="7663" y="16959"/>
                  </a:lnTo>
                  <a:lnTo>
                    <a:pt x="8945" y="8075"/>
                  </a:lnTo>
                  <a:lnTo>
                    <a:pt x="10227" y="807"/>
                  </a:lnTo>
                  <a:lnTo>
                    <a:pt x="11509" y="807"/>
                  </a:lnTo>
                  <a:lnTo>
                    <a:pt x="12791" y="0"/>
                  </a:lnTo>
                  <a:lnTo>
                    <a:pt x="14073" y="8883"/>
                  </a:lnTo>
                  <a:lnTo>
                    <a:pt x="15355" y="23420"/>
                  </a:lnTo>
                  <a:lnTo>
                    <a:pt x="16636" y="65840"/>
                  </a:lnTo>
                  <a:lnTo>
                    <a:pt x="17918" y="69376"/>
                  </a:lnTo>
                  <a:lnTo>
                    <a:pt x="19200" y="54223"/>
                  </a:lnTo>
                  <a:lnTo>
                    <a:pt x="20482" y="45131"/>
                  </a:lnTo>
                  <a:lnTo>
                    <a:pt x="21764" y="44525"/>
                  </a:lnTo>
                  <a:lnTo>
                    <a:pt x="23046" y="24678"/>
                  </a:lnTo>
                  <a:lnTo>
                    <a:pt x="24327" y="25518"/>
                  </a:lnTo>
                  <a:lnTo>
                    <a:pt x="25609" y="55396"/>
                  </a:lnTo>
                  <a:lnTo>
                    <a:pt x="26891" y="67351"/>
                  </a:lnTo>
                  <a:lnTo>
                    <a:pt x="28173" y="71261"/>
                  </a:lnTo>
                  <a:lnTo>
                    <a:pt x="29455" y="67984"/>
                  </a:lnTo>
                  <a:lnTo>
                    <a:pt x="30737" y="66111"/>
                  </a:lnTo>
                  <a:lnTo>
                    <a:pt x="32019" y="64706"/>
                  </a:lnTo>
                  <a:lnTo>
                    <a:pt x="33182" y="8189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7962292" y="4018239"/>
              <a:ext cx="2554" cy="6159"/>
            </a:xfrm>
            <a:custGeom>
              <a:avLst/>
              <a:pathLst>
                <a:path w="2554" h="6159">
                  <a:moveTo>
                    <a:pt x="0" y="6159"/>
                  </a:moveTo>
                  <a:lnTo>
                    <a:pt x="473" y="5137"/>
                  </a:lnTo>
                  <a:lnTo>
                    <a:pt x="1755" y="0"/>
                  </a:lnTo>
                  <a:lnTo>
                    <a:pt x="2554" y="615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7973045" y="3978849"/>
              <a:ext cx="40030" cy="45549"/>
            </a:xfrm>
            <a:custGeom>
              <a:avLst/>
              <a:pathLst>
                <a:path w="40030" h="45549">
                  <a:moveTo>
                    <a:pt x="0" y="45549"/>
                  </a:moveTo>
                  <a:lnTo>
                    <a:pt x="1256" y="24475"/>
                  </a:lnTo>
                  <a:lnTo>
                    <a:pt x="2538" y="33888"/>
                  </a:lnTo>
                  <a:lnTo>
                    <a:pt x="3819" y="36241"/>
                  </a:lnTo>
                  <a:lnTo>
                    <a:pt x="5101" y="33885"/>
                  </a:lnTo>
                  <a:lnTo>
                    <a:pt x="6383" y="33034"/>
                  </a:lnTo>
                  <a:lnTo>
                    <a:pt x="7665" y="30184"/>
                  </a:lnTo>
                  <a:lnTo>
                    <a:pt x="8947" y="2422"/>
                  </a:lnTo>
                  <a:lnTo>
                    <a:pt x="10229" y="12921"/>
                  </a:lnTo>
                  <a:lnTo>
                    <a:pt x="11510" y="12113"/>
                  </a:lnTo>
                  <a:lnTo>
                    <a:pt x="12792" y="0"/>
                  </a:lnTo>
                  <a:lnTo>
                    <a:pt x="14074" y="12921"/>
                  </a:lnTo>
                  <a:lnTo>
                    <a:pt x="15356" y="12921"/>
                  </a:lnTo>
                  <a:lnTo>
                    <a:pt x="16638" y="12921"/>
                  </a:lnTo>
                  <a:lnTo>
                    <a:pt x="17920" y="12921"/>
                  </a:lnTo>
                  <a:lnTo>
                    <a:pt x="19202" y="45157"/>
                  </a:lnTo>
                  <a:lnTo>
                    <a:pt x="20483" y="41575"/>
                  </a:lnTo>
                  <a:lnTo>
                    <a:pt x="21765" y="24475"/>
                  </a:lnTo>
                  <a:lnTo>
                    <a:pt x="23047" y="24475"/>
                  </a:lnTo>
                  <a:lnTo>
                    <a:pt x="24329" y="22121"/>
                  </a:lnTo>
                  <a:lnTo>
                    <a:pt x="25611" y="23298"/>
                  </a:lnTo>
                  <a:lnTo>
                    <a:pt x="26893" y="12709"/>
                  </a:lnTo>
                  <a:lnTo>
                    <a:pt x="28174" y="8002"/>
                  </a:lnTo>
                  <a:lnTo>
                    <a:pt x="29456" y="942"/>
                  </a:lnTo>
                  <a:lnTo>
                    <a:pt x="30738" y="1531"/>
                  </a:lnTo>
                  <a:lnTo>
                    <a:pt x="32020" y="12709"/>
                  </a:lnTo>
                  <a:lnTo>
                    <a:pt x="33302" y="40269"/>
                  </a:lnTo>
                  <a:lnTo>
                    <a:pt x="34584" y="40269"/>
                  </a:lnTo>
                  <a:lnTo>
                    <a:pt x="35866" y="39133"/>
                  </a:lnTo>
                  <a:lnTo>
                    <a:pt x="37147" y="39133"/>
                  </a:lnTo>
                  <a:lnTo>
                    <a:pt x="38429" y="40269"/>
                  </a:lnTo>
                  <a:lnTo>
                    <a:pt x="39711" y="41171"/>
                  </a:lnTo>
                  <a:lnTo>
                    <a:pt x="40030" y="4554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8034747" y="4002679"/>
              <a:ext cx="4725" cy="21720"/>
            </a:xfrm>
            <a:custGeom>
              <a:avLst/>
              <a:pathLst>
                <a:path w="4725" h="21720">
                  <a:moveTo>
                    <a:pt x="0" y="21720"/>
                  </a:moveTo>
                  <a:lnTo>
                    <a:pt x="1083" y="0"/>
                  </a:lnTo>
                  <a:lnTo>
                    <a:pt x="2365" y="0"/>
                  </a:lnTo>
                  <a:lnTo>
                    <a:pt x="3646" y="645"/>
                  </a:lnTo>
                  <a:lnTo>
                    <a:pt x="4725" y="217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042539" y="4008031"/>
              <a:ext cx="9932" cy="16367"/>
            </a:xfrm>
            <a:custGeom>
              <a:avLst/>
              <a:pathLst>
                <a:path w="9932" h="16367">
                  <a:moveTo>
                    <a:pt x="0" y="16367"/>
                  </a:moveTo>
                  <a:lnTo>
                    <a:pt x="982" y="7059"/>
                  </a:lnTo>
                  <a:lnTo>
                    <a:pt x="2264" y="7059"/>
                  </a:lnTo>
                  <a:lnTo>
                    <a:pt x="3546" y="7059"/>
                  </a:lnTo>
                  <a:lnTo>
                    <a:pt x="4828" y="7059"/>
                  </a:lnTo>
                  <a:lnTo>
                    <a:pt x="6110" y="0"/>
                  </a:lnTo>
                  <a:lnTo>
                    <a:pt x="7391" y="588"/>
                  </a:lnTo>
                  <a:lnTo>
                    <a:pt x="8673" y="10589"/>
                  </a:lnTo>
                  <a:lnTo>
                    <a:pt x="9932" y="1636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056794" y="3979792"/>
              <a:ext cx="23550" cy="44606"/>
            </a:xfrm>
            <a:custGeom>
              <a:avLst/>
              <a:pathLst>
                <a:path w="23550" h="44606">
                  <a:moveTo>
                    <a:pt x="0" y="44606"/>
                  </a:moveTo>
                  <a:lnTo>
                    <a:pt x="827" y="41071"/>
                  </a:lnTo>
                  <a:lnTo>
                    <a:pt x="2109" y="672"/>
                  </a:lnTo>
                  <a:lnTo>
                    <a:pt x="3391" y="18107"/>
                  </a:lnTo>
                  <a:lnTo>
                    <a:pt x="4672" y="6323"/>
                  </a:lnTo>
                  <a:lnTo>
                    <a:pt x="5954" y="0"/>
                  </a:lnTo>
                  <a:lnTo>
                    <a:pt x="7236" y="38842"/>
                  </a:lnTo>
                  <a:lnTo>
                    <a:pt x="8518" y="36624"/>
                  </a:lnTo>
                  <a:lnTo>
                    <a:pt x="9800" y="34211"/>
                  </a:lnTo>
                  <a:lnTo>
                    <a:pt x="11082" y="27374"/>
                  </a:lnTo>
                  <a:lnTo>
                    <a:pt x="12364" y="27776"/>
                  </a:lnTo>
                  <a:lnTo>
                    <a:pt x="13645" y="24559"/>
                  </a:lnTo>
                  <a:lnTo>
                    <a:pt x="14927" y="20537"/>
                  </a:lnTo>
                  <a:lnTo>
                    <a:pt x="16209" y="20537"/>
                  </a:lnTo>
                  <a:lnTo>
                    <a:pt x="17491" y="41840"/>
                  </a:lnTo>
                  <a:lnTo>
                    <a:pt x="18773" y="34783"/>
                  </a:lnTo>
                  <a:lnTo>
                    <a:pt x="20055" y="39412"/>
                  </a:lnTo>
                  <a:lnTo>
                    <a:pt x="21336" y="35484"/>
                  </a:lnTo>
                  <a:lnTo>
                    <a:pt x="22618" y="36422"/>
                  </a:lnTo>
                  <a:lnTo>
                    <a:pt x="23550" y="4460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8081298" y="3926356"/>
              <a:ext cx="39349" cy="98042"/>
            </a:xfrm>
            <a:custGeom>
              <a:avLst/>
              <a:pathLst>
                <a:path w="39349" h="98042">
                  <a:moveTo>
                    <a:pt x="0" y="98042"/>
                  </a:moveTo>
                  <a:lnTo>
                    <a:pt x="679" y="94579"/>
                  </a:lnTo>
                  <a:lnTo>
                    <a:pt x="1960" y="87644"/>
                  </a:lnTo>
                  <a:lnTo>
                    <a:pt x="3242" y="83484"/>
                  </a:lnTo>
                  <a:lnTo>
                    <a:pt x="4524" y="80908"/>
                  </a:lnTo>
                  <a:lnTo>
                    <a:pt x="5806" y="84078"/>
                  </a:lnTo>
                  <a:lnTo>
                    <a:pt x="7088" y="82889"/>
                  </a:lnTo>
                  <a:lnTo>
                    <a:pt x="8370" y="81305"/>
                  </a:lnTo>
                  <a:lnTo>
                    <a:pt x="9652" y="80710"/>
                  </a:lnTo>
                  <a:lnTo>
                    <a:pt x="10933" y="79720"/>
                  </a:lnTo>
                  <a:lnTo>
                    <a:pt x="12215" y="75619"/>
                  </a:lnTo>
                  <a:lnTo>
                    <a:pt x="13497" y="81766"/>
                  </a:lnTo>
                  <a:lnTo>
                    <a:pt x="14779" y="76883"/>
                  </a:lnTo>
                  <a:lnTo>
                    <a:pt x="16061" y="67955"/>
                  </a:lnTo>
                  <a:lnTo>
                    <a:pt x="17343" y="66429"/>
                  </a:lnTo>
                  <a:lnTo>
                    <a:pt x="18624" y="37199"/>
                  </a:lnTo>
                  <a:lnTo>
                    <a:pt x="19906" y="11153"/>
                  </a:lnTo>
                  <a:lnTo>
                    <a:pt x="21188" y="0"/>
                  </a:lnTo>
                  <a:lnTo>
                    <a:pt x="22470" y="16151"/>
                  </a:lnTo>
                  <a:lnTo>
                    <a:pt x="23752" y="16959"/>
                  </a:lnTo>
                  <a:lnTo>
                    <a:pt x="25034" y="27458"/>
                  </a:lnTo>
                  <a:lnTo>
                    <a:pt x="26315" y="37956"/>
                  </a:lnTo>
                  <a:lnTo>
                    <a:pt x="27597" y="59761"/>
                  </a:lnTo>
                  <a:lnTo>
                    <a:pt x="28879" y="77528"/>
                  </a:lnTo>
                  <a:lnTo>
                    <a:pt x="30161" y="81566"/>
                  </a:lnTo>
                  <a:lnTo>
                    <a:pt x="31443" y="81566"/>
                  </a:lnTo>
                  <a:lnTo>
                    <a:pt x="32725" y="81566"/>
                  </a:lnTo>
                  <a:lnTo>
                    <a:pt x="34007" y="81566"/>
                  </a:lnTo>
                  <a:lnTo>
                    <a:pt x="35288" y="68645"/>
                  </a:lnTo>
                  <a:lnTo>
                    <a:pt x="36570" y="65414"/>
                  </a:lnTo>
                  <a:lnTo>
                    <a:pt x="37852" y="95116"/>
                  </a:lnTo>
                  <a:lnTo>
                    <a:pt x="39134" y="97650"/>
                  </a:lnTo>
                  <a:lnTo>
                    <a:pt x="39349" y="9804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8142204" y="4024074"/>
              <a:ext cx="15420" cy="324"/>
            </a:xfrm>
            <a:custGeom>
              <a:avLst/>
              <a:pathLst>
                <a:path w="15420" h="324">
                  <a:moveTo>
                    <a:pt x="0" y="324"/>
                  </a:moveTo>
                  <a:lnTo>
                    <a:pt x="19" y="0"/>
                  </a:lnTo>
                  <a:lnTo>
                    <a:pt x="1301" y="0"/>
                  </a:lnTo>
                  <a:lnTo>
                    <a:pt x="2582" y="0"/>
                  </a:lnTo>
                  <a:lnTo>
                    <a:pt x="3864" y="0"/>
                  </a:lnTo>
                  <a:lnTo>
                    <a:pt x="5146" y="0"/>
                  </a:lnTo>
                  <a:lnTo>
                    <a:pt x="6428" y="0"/>
                  </a:lnTo>
                  <a:lnTo>
                    <a:pt x="7710" y="0"/>
                  </a:lnTo>
                  <a:lnTo>
                    <a:pt x="8992" y="0"/>
                  </a:lnTo>
                  <a:lnTo>
                    <a:pt x="10274" y="0"/>
                  </a:lnTo>
                  <a:lnTo>
                    <a:pt x="11555" y="0"/>
                  </a:lnTo>
                  <a:lnTo>
                    <a:pt x="12837" y="0"/>
                  </a:lnTo>
                  <a:lnTo>
                    <a:pt x="14119" y="0"/>
                  </a:lnTo>
                  <a:lnTo>
                    <a:pt x="15401" y="0"/>
                  </a:lnTo>
                  <a:lnTo>
                    <a:pt x="15420" y="32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8180111" y="3991771"/>
              <a:ext cx="10311" cy="32627"/>
            </a:xfrm>
            <a:custGeom>
              <a:avLst/>
              <a:pathLst>
                <a:path w="10311" h="32627">
                  <a:moveTo>
                    <a:pt x="0" y="32627"/>
                  </a:moveTo>
                  <a:lnTo>
                    <a:pt x="567" y="16151"/>
                  </a:lnTo>
                  <a:lnTo>
                    <a:pt x="1849" y="16151"/>
                  </a:lnTo>
                  <a:lnTo>
                    <a:pt x="3131" y="16151"/>
                  </a:lnTo>
                  <a:lnTo>
                    <a:pt x="4413" y="16151"/>
                  </a:lnTo>
                  <a:lnTo>
                    <a:pt x="5695" y="16151"/>
                  </a:lnTo>
                  <a:lnTo>
                    <a:pt x="6977" y="16151"/>
                  </a:lnTo>
                  <a:lnTo>
                    <a:pt x="8259" y="11306"/>
                  </a:lnTo>
                  <a:lnTo>
                    <a:pt x="9540" y="0"/>
                  </a:lnTo>
                  <a:lnTo>
                    <a:pt x="10311" y="3262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211301" y="3974004"/>
              <a:ext cx="33488" cy="50394"/>
            </a:xfrm>
            <a:custGeom>
              <a:avLst/>
              <a:pathLst>
                <a:path w="33488" h="50394">
                  <a:moveTo>
                    <a:pt x="0" y="50394"/>
                  </a:moveTo>
                  <a:lnTo>
                    <a:pt x="141" y="49552"/>
                  </a:lnTo>
                  <a:lnTo>
                    <a:pt x="1423" y="37655"/>
                  </a:lnTo>
                  <a:lnTo>
                    <a:pt x="2705" y="29000"/>
                  </a:lnTo>
                  <a:lnTo>
                    <a:pt x="3987" y="29000"/>
                  </a:lnTo>
                  <a:lnTo>
                    <a:pt x="5268" y="29000"/>
                  </a:lnTo>
                  <a:lnTo>
                    <a:pt x="6550" y="27758"/>
                  </a:lnTo>
                  <a:lnTo>
                    <a:pt x="7832" y="22791"/>
                  </a:lnTo>
                  <a:lnTo>
                    <a:pt x="9114" y="22791"/>
                  </a:lnTo>
                  <a:lnTo>
                    <a:pt x="10396" y="23722"/>
                  </a:lnTo>
                  <a:lnTo>
                    <a:pt x="11678" y="12344"/>
                  </a:lnTo>
                  <a:lnTo>
                    <a:pt x="12960" y="11477"/>
                  </a:lnTo>
                  <a:lnTo>
                    <a:pt x="14241" y="17292"/>
                  </a:lnTo>
                  <a:lnTo>
                    <a:pt x="15523" y="11083"/>
                  </a:lnTo>
                  <a:lnTo>
                    <a:pt x="16805" y="25758"/>
                  </a:lnTo>
                  <a:lnTo>
                    <a:pt x="18087" y="21829"/>
                  </a:lnTo>
                  <a:lnTo>
                    <a:pt x="19369" y="0"/>
                  </a:lnTo>
                  <a:lnTo>
                    <a:pt x="20651" y="16959"/>
                  </a:lnTo>
                  <a:lnTo>
                    <a:pt x="21932" y="17767"/>
                  </a:lnTo>
                  <a:lnTo>
                    <a:pt x="23214" y="17767"/>
                  </a:lnTo>
                  <a:lnTo>
                    <a:pt x="24496" y="17767"/>
                  </a:lnTo>
                  <a:lnTo>
                    <a:pt x="25778" y="20997"/>
                  </a:lnTo>
                  <a:lnTo>
                    <a:pt x="27060" y="33918"/>
                  </a:lnTo>
                  <a:lnTo>
                    <a:pt x="28342" y="33918"/>
                  </a:lnTo>
                  <a:lnTo>
                    <a:pt x="29624" y="35534"/>
                  </a:lnTo>
                  <a:lnTo>
                    <a:pt x="30905" y="50070"/>
                  </a:lnTo>
                  <a:lnTo>
                    <a:pt x="32187" y="50070"/>
                  </a:lnTo>
                  <a:lnTo>
                    <a:pt x="33469" y="50070"/>
                  </a:lnTo>
                  <a:lnTo>
                    <a:pt x="33488" y="5039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273741" y="4017983"/>
              <a:ext cx="1302" cy="6415"/>
            </a:xfrm>
            <a:custGeom>
              <a:avLst/>
              <a:pathLst>
                <a:path w="1302" h="6415">
                  <a:moveTo>
                    <a:pt x="0" y="6415"/>
                  </a:moveTo>
                  <a:lnTo>
                    <a:pt x="511" y="0"/>
                  </a:lnTo>
                  <a:lnTo>
                    <a:pt x="1302" y="641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278522" y="3959467"/>
              <a:ext cx="54978" cy="64931"/>
            </a:xfrm>
            <a:custGeom>
              <a:avLst/>
              <a:pathLst>
                <a:path w="54978" h="64931">
                  <a:moveTo>
                    <a:pt x="0" y="64931"/>
                  </a:moveTo>
                  <a:lnTo>
                    <a:pt x="858" y="40915"/>
                  </a:lnTo>
                  <a:lnTo>
                    <a:pt x="2140" y="20325"/>
                  </a:lnTo>
                  <a:lnTo>
                    <a:pt x="3421" y="31502"/>
                  </a:lnTo>
                  <a:lnTo>
                    <a:pt x="4703" y="28172"/>
                  </a:lnTo>
                  <a:lnTo>
                    <a:pt x="5985" y="29990"/>
                  </a:lnTo>
                  <a:lnTo>
                    <a:pt x="7267" y="37127"/>
                  </a:lnTo>
                  <a:lnTo>
                    <a:pt x="8549" y="0"/>
                  </a:lnTo>
                  <a:lnTo>
                    <a:pt x="9831" y="0"/>
                  </a:lnTo>
                  <a:lnTo>
                    <a:pt x="11113" y="8075"/>
                  </a:lnTo>
                  <a:lnTo>
                    <a:pt x="12394" y="16151"/>
                  </a:lnTo>
                  <a:lnTo>
                    <a:pt x="13676" y="16151"/>
                  </a:lnTo>
                  <a:lnTo>
                    <a:pt x="14958" y="16151"/>
                  </a:lnTo>
                  <a:lnTo>
                    <a:pt x="16240" y="16151"/>
                  </a:lnTo>
                  <a:lnTo>
                    <a:pt x="17522" y="16151"/>
                  </a:lnTo>
                  <a:lnTo>
                    <a:pt x="18804" y="8075"/>
                  </a:lnTo>
                  <a:lnTo>
                    <a:pt x="20085" y="20189"/>
                  </a:lnTo>
                  <a:lnTo>
                    <a:pt x="21367" y="48455"/>
                  </a:lnTo>
                  <a:lnTo>
                    <a:pt x="22649" y="48455"/>
                  </a:lnTo>
                  <a:lnTo>
                    <a:pt x="23931" y="48455"/>
                  </a:lnTo>
                  <a:lnTo>
                    <a:pt x="25213" y="48455"/>
                  </a:lnTo>
                  <a:lnTo>
                    <a:pt x="26495" y="48455"/>
                  </a:lnTo>
                  <a:lnTo>
                    <a:pt x="27776" y="48455"/>
                  </a:lnTo>
                  <a:lnTo>
                    <a:pt x="29058" y="48455"/>
                  </a:lnTo>
                  <a:lnTo>
                    <a:pt x="30340" y="48455"/>
                  </a:lnTo>
                  <a:lnTo>
                    <a:pt x="31622" y="48455"/>
                  </a:lnTo>
                  <a:lnTo>
                    <a:pt x="32904" y="48455"/>
                  </a:lnTo>
                  <a:lnTo>
                    <a:pt x="34186" y="48455"/>
                  </a:lnTo>
                  <a:lnTo>
                    <a:pt x="35468" y="46032"/>
                  </a:lnTo>
                  <a:lnTo>
                    <a:pt x="36749" y="25035"/>
                  </a:lnTo>
                  <a:lnTo>
                    <a:pt x="38031" y="26650"/>
                  </a:lnTo>
                  <a:lnTo>
                    <a:pt x="39313" y="64539"/>
                  </a:lnTo>
                  <a:lnTo>
                    <a:pt x="40595" y="58478"/>
                  </a:lnTo>
                  <a:lnTo>
                    <a:pt x="41877" y="52417"/>
                  </a:lnTo>
                  <a:lnTo>
                    <a:pt x="43159" y="55623"/>
                  </a:lnTo>
                  <a:lnTo>
                    <a:pt x="44440" y="55623"/>
                  </a:lnTo>
                  <a:lnTo>
                    <a:pt x="45722" y="55623"/>
                  </a:lnTo>
                  <a:lnTo>
                    <a:pt x="47004" y="55623"/>
                  </a:lnTo>
                  <a:lnTo>
                    <a:pt x="48286" y="55623"/>
                  </a:lnTo>
                  <a:lnTo>
                    <a:pt x="49568" y="55623"/>
                  </a:lnTo>
                  <a:lnTo>
                    <a:pt x="50850" y="55623"/>
                  </a:lnTo>
                  <a:lnTo>
                    <a:pt x="52132" y="55623"/>
                  </a:lnTo>
                  <a:lnTo>
                    <a:pt x="53413" y="55623"/>
                  </a:lnTo>
                  <a:lnTo>
                    <a:pt x="54695" y="57388"/>
                  </a:lnTo>
                  <a:lnTo>
                    <a:pt x="54978" y="6493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355462" y="4007923"/>
              <a:ext cx="1267" cy="16476"/>
            </a:xfrm>
            <a:custGeom>
              <a:avLst/>
              <a:pathLst>
                <a:path w="1267" h="16476">
                  <a:moveTo>
                    <a:pt x="0" y="16476"/>
                  </a:moveTo>
                  <a:lnTo>
                    <a:pt x="829" y="0"/>
                  </a:lnTo>
                  <a:lnTo>
                    <a:pt x="1267" y="1647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8376964" y="3951272"/>
              <a:ext cx="25207" cy="73126"/>
            </a:xfrm>
            <a:custGeom>
              <a:avLst/>
              <a:pathLst>
                <a:path w="25207" h="73126">
                  <a:moveTo>
                    <a:pt x="0" y="73126"/>
                  </a:moveTo>
                  <a:lnTo>
                    <a:pt x="1118" y="57100"/>
                  </a:lnTo>
                  <a:lnTo>
                    <a:pt x="2400" y="40491"/>
                  </a:lnTo>
                  <a:lnTo>
                    <a:pt x="3682" y="13223"/>
                  </a:lnTo>
                  <a:lnTo>
                    <a:pt x="4964" y="10870"/>
                  </a:lnTo>
                  <a:lnTo>
                    <a:pt x="6245" y="4987"/>
                  </a:lnTo>
                  <a:lnTo>
                    <a:pt x="7527" y="4987"/>
                  </a:lnTo>
                  <a:lnTo>
                    <a:pt x="8809" y="0"/>
                  </a:lnTo>
                  <a:lnTo>
                    <a:pt x="10091" y="0"/>
                  </a:lnTo>
                  <a:lnTo>
                    <a:pt x="11373" y="11516"/>
                  </a:lnTo>
                  <a:lnTo>
                    <a:pt x="12655" y="12646"/>
                  </a:lnTo>
                  <a:lnTo>
                    <a:pt x="13936" y="13040"/>
                  </a:lnTo>
                  <a:lnTo>
                    <a:pt x="15218" y="24346"/>
                  </a:lnTo>
                  <a:lnTo>
                    <a:pt x="16500" y="40498"/>
                  </a:lnTo>
                  <a:lnTo>
                    <a:pt x="17782" y="40498"/>
                  </a:lnTo>
                  <a:lnTo>
                    <a:pt x="19064" y="40498"/>
                  </a:lnTo>
                  <a:lnTo>
                    <a:pt x="20346" y="40498"/>
                  </a:lnTo>
                  <a:lnTo>
                    <a:pt x="21627" y="41305"/>
                  </a:lnTo>
                  <a:lnTo>
                    <a:pt x="22909" y="56650"/>
                  </a:lnTo>
                  <a:lnTo>
                    <a:pt x="24191" y="53419"/>
                  </a:lnTo>
                  <a:lnTo>
                    <a:pt x="25207" y="7312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8406728" y="4020465"/>
              <a:ext cx="5873" cy="3933"/>
            </a:xfrm>
            <a:custGeom>
              <a:avLst/>
              <a:pathLst>
                <a:path w="5873" h="3933">
                  <a:moveTo>
                    <a:pt x="0" y="3933"/>
                  </a:moveTo>
                  <a:lnTo>
                    <a:pt x="837" y="370"/>
                  </a:lnTo>
                  <a:lnTo>
                    <a:pt x="2119" y="1733"/>
                  </a:lnTo>
                  <a:lnTo>
                    <a:pt x="3401" y="813"/>
                  </a:lnTo>
                  <a:lnTo>
                    <a:pt x="4682" y="0"/>
                  </a:lnTo>
                  <a:lnTo>
                    <a:pt x="5873" y="393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412905" y="4007643"/>
              <a:ext cx="11244" cy="16755"/>
            </a:xfrm>
            <a:custGeom>
              <a:avLst/>
              <a:pathLst>
                <a:path w="11244" h="16755">
                  <a:moveTo>
                    <a:pt x="0" y="16755"/>
                  </a:moveTo>
                  <a:lnTo>
                    <a:pt x="1069" y="15240"/>
                  </a:lnTo>
                  <a:lnTo>
                    <a:pt x="2351" y="10307"/>
                  </a:lnTo>
                  <a:lnTo>
                    <a:pt x="3633" y="5923"/>
                  </a:lnTo>
                  <a:lnTo>
                    <a:pt x="4915" y="10210"/>
                  </a:lnTo>
                  <a:lnTo>
                    <a:pt x="6197" y="5786"/>
                  </a:lnTo>
                  <a:lnTo>
                    <a:pt x="7478" y="0"/>
                  </a:lnTo>
                  <a:lnTo>
                    <a:pt x="8760" y="2212"/>
                  </a:lnTo>
                  <a:lnTo>
                    <a:pt x="10042" y="7658"/>
                  </a:lnTo>
                  <a:lnTo>
                    <a:pt x="11244" y="1675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530560" y="4024048"/>
              <a:ext cx="153" cy="350"/>
            </a:xfrm>
            <a:custGeom>
              <a:avLst/>
              <a:pathLst>
                <a:path w="153" h="350">
                  <a:moveTo>
                    <a:pt x="0" y="350"/>
                  </a:moveTo>
                  <a:lnTo>
                    <a:pt x="62" y="0"/>
                  </a:lnTo>
                  <a:lnTo>
                    <a:pt x="153" y="35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561856" y="4007923"/>
              <a:ext cx="11084" cy="16476"/>
            </a:xfrm>
            <a:custGeom>
              <a:avLst/>
              <a:pathLst>
                <a:path w="11084" h="16476">
                  <a:moveTo>
                    <a:pt x="0" y="16476"/>
                  </a:moveTo>
                  <a:lnTo>
                    <a:pt x="812" y="0"/>
                  </a:lnTo>
                  <a:lnTo>
                    <a:pt x="2094" y="0"/>
                  </a:lnTo>
                  <a:lnTo>
                    <a:pt x="3376" y="0"/>
                  </a:lnTo>
                  <a:lnTo>
                    <a:pt x="4658" y="0"/>
                  </a:lnTo>
                  <a:lnTo>
                    <a:pt x="5940" y="0"/>
                  </a:lnTo>
                  <a:lnTo>
                    <a:pt x="7221" y="13729"/>
                  </a:lnTo>
                  <a:lnTo>
                    <a:pt x="8503" y="16151"/>
                  </a:lnTo>
                  <a:lnTo>
                    <a:pt x="9785" y="16151"/>
                  </a:lnTo>
                  <a:lnTo>
                    <a:pt x="11067" y="16151"/>
                  </a:lnTo>
                  <a:lnTo>
                    <a:pt x="11084" y="1647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590208" y="3951272"/>
              <a:ext cx="21546" cy="73126"/>
            </a:xfrm>
            <a:custGeom>
              <a:avLst/>
              <a:pathLst>
                <a:path w="21546" h="73126">
                  <a:moveTo>
                    <a:pt x="0" y="73126"/>
                  </a:moveTo>
                  <a:lnTo>
                    <a:pt x="660" y="69987"/>
                  </a:lnTo>
                  <a:lnTo>
                    <a:pt x="1942" y="66710"/>
                  </a:lnTo>
                  <a:lnTo>
                    <a:pt x="3224" y="59049"/>
                  </a:lnTo>
                  <a:lnTo>
                    <a:pt x="4506" y="48399"/>
                  </a:lnTo>
                  <a:lnTo>
                    <a:pt x="5788" y="40065"/>
                  </a:lnTo>
                  <a:lnTo>
                    <a:pt x="7070" y="4987"/>
                  </a:lnTo>
                  <a:lnTo>
                    <a:pt x="8352" y="0"/>
                  </a:lnTo>
                  <a:lnTo>
                    <a:pt x="9633" y="8485"/>
                  </a:lnTo>
                  <a:lnTo>
                    <a:pt x="10915" y="14599"/>
                  </a:lnTo>
                  <a:lnTo>
                    <a:pt x="12197" y="26063"/>
                  </a:lnTo>
                  <a:lnTo>
                    <a:pt x="13479" y="36367"/>
                  </a:lnTo>
                  <a:lnTo>
                    <a:pt x="14761" y="36367"/>
                  </a:lnTo>
                  <a:lnTo>
                    <a:pt x="16043" y="27275"/>
                  </a:lnTo>
                  <a:lnTo>
                    <a:pt x="17324" y="30284"/>
                  </a:lnTo>
                  <a:lnTo>
                    <a:pt x="18606" y="50251"/>
                  </a:lnTo>
                  <a:lnTo>
                    <a:pt x="19888" y="54069"/>
                  </a:lnTo>
                  <a:lnTo>
                    <a:pt x="21170" y="69568"/>
                  </a:lnTo>
                  <a:lnTo>
                    <a:pt x="21546" y="7312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664603" y="3974004"/>
              <a:ext cx="20675" cy="50394"/>
            </a:xfrm>
            <a:custGeom>
              <a:avLst/>
              <a:pathLst>
                <a:path w="20675" h="50394">
                  <a:moveTo>
                    <a:pt x="0" y="50394"/>
                  </a:moveTo>
                  <a:lnTo>
                    <a:pt x="612" y="48146"/>
                  </a:lnTo>
                  <a:lnTo>
                    <a:pt x="1894" y="41086"/>
                  </a:lnTo>
                  <a:lnTo>
                    <a:pt x="3176" y="41086"/>
                  </a:lnTo>
                  <a:lnTo>
                    <a:pt x="4457" y="41086"/>
                  </a:lnTo>
                  <a:lnTo>
                    <a:pt x="5739" y="41086"/>
                  </a:lnTo>
                  <a:lnTo>
                    <a:pt x="7021" y="37880"/>
                  </a:lnTo>
                  <a:lnTo>
                    <a:pt x="8303" y="37880"/>
                  </a:lnTo>
                  <a:lnTo>
                    <a:pt x="9585" y="33943"/>
                  </a:lnTo>
                  <a:lnTo>
                    <a:pt x="10867" y="1615"/>
                  </a:lnTo>
                  <a:lnTo>
                    <a:pt x="12148" y="1615"/>
                  </a:lnTo>
                  <a:lnTo>
                    <a:pt x="13430" y="0"/>
                  </a:lnTo>
                  <a:lnTo>
                    <a:pt x="14712" y="1615"/>
                  </a:lnTo>
                  <a:lnTo>
                    <a:pt x="15994" y="38099"/>
                  </a:lnTo>
                  <a:lnTo>
                    <a:pt x="17276" y="50002"/>
                  </a:lnTo>
                  <a:lnTo>
                    <a:pt x="18558" y="48787"/>
                  </a:lnTo>
                  <a:lnTo>
                    <a:pt x="19840" y="45793"/>
                  </a:lnTo>
                  <a:lnTo>
                    <a:pt x="20675" y="5039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723053" y="3991771"/>
              <a:ext cx="19357" cy="32627"/>
            </a:xfrm>
            <a:custGeom>
              <a:avLst/>
              <a:pathLst>
                <a:path w="19357" h="32627">
                  <a:moveTo>
                    <a:pt x="0" y="32627"/>
                  </a:moveTo>
                  <a:lnTo>
                    <a:pt x="1127" y="0"/>
                  </a:lnTo>
                  <a:lnTo>
                    <a:pt x="2409" y="0"/>
                  </a:lnTo>
                  <a:lnTo>
                    <a:pt x="3691" y="0"/>
                  </a:lnTo>
                  <a:lnTo>
                    <a:pt x="4973" y="0"/>
                  </a:lnTo>
                  <a:lnTo>
                    <a:pt x="6255" y="0"/>
                  </a:lnTo>
                  <a:lnTo>
                    <a:pt x="7537" y="0"/>
                  </a:lnTo>
                  <a:lnTo>
                    <a:pt x="8818" y="12921"/>
                  </a:lnTo>
                  <a:lnTo>
                    <a:pt x="10100" y="16151"/>
                  </a:lnTo>
                  <a:lnTo>
                    <a:pt x="11382" y="16151"/>
                  </a:lnTo>
                  <a:lnTo>
                    <a:pt x="12664" y="16151"/>
                  </a:lnTo>
                  <a:lnTo>
                    <a:pt x="13946" y="16151"/>
                  </a:lnTo>
                  <a:lnTo>
                    <a:pt x="15228" y="16151"/>
                  </a:lnTo>
                  <a:lnTo>
                    <a:pt x="16509" y="16151"/>
                  </a:lnTo>
                  <a:lnTo>
                    <a:pt x="17791" y="16151"/>
                  </a:lnTo>
                  <a:lnTo>
                    <a:pt x="19073" y="25842"/>
                  </a:lnTo>
                  <a:lnTo>
                    <a:pt x="19357" y="3262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8759726" y="4021633"/>
              <a:ext cx="849" cy="2765"/>
            </a:xfrm>
            <a:custGeom>
              <a:avLst/>
              <a:pathLst>
                <a:path w="849" h="2765">
                  <a:moveTo>
                    <a:pt x="0" y="2765"/>
                  </a:moveTo>
                  <a:lnTo>
                    <a:pt x="345" y="0"/>
                  </a:lnTo>
                  <a:lnTo>
                    <a:pt x="849" y="276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8766271" y="4023284"/>
              <a:ext cx="404" cy="1114"/>
            </a:xfrm>
            <a:custGeom>
              <a:avLst/>
              <a:pathLst>
                <a:path w="404" h="1114">
                  <a:moveTo>
                    <a:pt x="0" y="1114"/>
                  </a:moveTo>
                  <a:lnTo>
                    <a:pt x="209" y="0"/>
                  </a:lnTo>
                  <a:lnTo>
                    <a:pt x="404" y="111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8787607" y="4020681"/>
              <a:ext cx="1137" cy="3717"/>
            </a:xfrm>
            <a:custGeom>
              <a:avLst/>
              <a:pathLst>
                <a:path w="1137" h="3717">
                  <a:moveTo>
                    <a:pt x="0" y="3717"/>
                  </a:moveTo>
                  <a:lnTo>
                    <a:pt x="665" y="0"/>
                  </a:lnTo>
                  <a:lnTo>
                    <a:pt x="1137" y="371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794143" y="3974668"/>
              <a:ext cx="21684" cy="49730"/>
            </a:xfrm>
            <a:custGeom>
              <a:avLst/>
              <a:pathLst>
                <a:path w="21684" h="49730">
                  <a:moveTo>
                    <a:pt x="0" y="49730"/>
                  </a:moveTo>
                  <a:lnTo>
                    <a:pt x="538" y="48031"/>
                  </a:lnTo>
                  <a:lnTo>
                    <a:pt x="1820" y="36379"/>
                  </a:lnTo>
                  <a:lnTo>
                    <a:pt x="3102" y="13193"/>
                  </a:lnTo>
                  <a:lnTo>
                    <a:pt x="4384" y="11584"/>
                  </a:lnTo>
                  <a:lnTo>
                    <a:pt x="5666" y="5390"/>
                  </a:lnTo>
                  <a:lnTo>
                    <a:pt x="6948" y="3517"/>
                  </a:lnTo>
                  <a:lnTo>
                    <a:pt x="8230" y="0"/>
                  </a:lnTo>
                  <a:lnTo>
                    <a:pt x="9511" y="7871"/>
                  </a:lnTo>
                  <a:lnTo>
                    <a:pt x="10793" y="15279"/>
                  </a:lnTo>
                  <a:lnTo>
                    <a:pt x="12075" y="41748"/>
                  </a:lnTo>
                  <a:lnTo>
                    <a:pt x="13357" y="36922"/>
                  </a:lnTo>
                  <a:lnTo>
                    <a:pt x="14639" y="35313"/>
                  </a:lnTo>
                  <a:lnTo>
                    <a:pt x="15921" y="33704"/>
                  </a:lnTo>
                  <a:lnTo>
                    <a:pt x="17202" y="33704"/>
                  </a:lnTo>
                  <a:lnTo>
                    <a:pt x="18484" y="33704"/>
                  </a:lnTo>
                  <a:lnTo>
                    <a:pt x="19766" y="38531"/>
                  </a:lnTo>
                  <a:lnTo>
                    <a:pt x="21048" y="42150"/>
                  </a:lnTo>
                  <a:lnTo>
                    <a:pt x="21684" y="4973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823631" y="3960220"/>
              <a:ext cx="57665" cy="64178"/>
            </a:xfrm>
            <a:custGeom>
              <a:avLst/>
              <a:pathLst>
                <a:path w="57665" h="64178">
                  <a:moveTo>
                    <a:pt x="0" y="64178"/>
                  </a:moveTo>
                  <a:lnTo>
                    <a:pt x="533" y="57294"/>
                  </a:lnTo>
                  <a:lnTo>
                    <a:pt x="1815" y="21358"/>
                  </a:lnTo>
                  <a:lnTo>
                    <a:pt x="3097" y="10447"/>
                  </a:lnTo>
                  <a:lnTo>
                    <a:pt x="4379" y="0"/>
                  </a:lnTo>
                  <a:lnTo>
                    <a:pt x="5661" y="15296"/>
                  </a:lnTo>
                  <a:lnTo>
                    <a:pt x="6942" y="15296"/>
                  </a:lnTo>
                  <a:lnTo>
                    <a:pt x="8224" y="18395"/>
                  </a:lnTo>
                  <a:lnTo>
                    <a:pt x="9506" y="7805"/>
                  </a:lnTo>
                  <a:lnTo>
                    <a:pt x="10788" y="34799"/>
                  </a:lnTo>
                  <a:lnTo>
                    <a:pt x="12070" y="31117"/>
                  </a:lnTo>
                  <a:lnTo>
                    <a:pt x="13352" y="31117"/>
                  </a:lnTo>
                  <a:lnTo>
                    <a:pt x="14634" y="31117"/>
                  </a:lnTo>
                  <a:lnTo>
                    <a:pt x="15915" y="34353"/>
                  </a:lnTo>
                  <a:lnTo>
                    <a:pt x="17197" y="28266"/>
                  </a:lnTo>
                  <a:lnTo>
                    <a:pt x="18479" y="10943"/>
                  </a:lnTo>
                  <a:lnTo>
                    <a:pt x="19761" y="10007"/>
                  </a:lnTo>
                  <a:lnTo>
                    <a:pt x="21043" y="6261"/>
                  </a:lnTo>
                  <a:lnTo>
                    <a:pt x="22325" y="20307"/>
                  </a:lnTo>
                  <a:lnTo>
                    <a:pt x="23606" y="27798"/>
                  </a:lnTo>
                  <a:lnTo>
                    <a:pt x="24888" y="22782"/>
                  </a:lnTo>
                  <a:lnTo>
                    <a:pt x="26170" y="20004"/>
                  </a:lnTo>
                  <a:lnTo>
                    <a:pt x="27452" y="7197"/>
                  </a:lnTo>
                  <a:lnTo>
                    <a:pt x="28734" y="34308"/>
                  </a:lnTo>
                  <a:lnTo>
                    <a:pt x="30016" y="35099"/>
                  </a:lnTo>
                  <a:lnTo>
                    <a:pt x="31298" y="42212"/>
                  </a:lnTo>
                  <a:lnTo>
                    <a:pt x="32579" y="41026"/>
                  </a:lnTo>
                  <a:lnTo>
                    <a:pt x="33861" y="34308"/>
                  </a:lnTo>
                  <a:lnTo>
                    <a:pt x="35143" y="4856"/>
                  </a:lnTo>
                  <a:lnTo>
                    <a:pt x="36425" y="21711"/>
                  </a:lnTo>
                  <a:lnTo>
                    <a:pt x="37707" y="39035"/>
                  </a:lnTo>
                  <a:lnTo>
                    <a:pt x="38989" y="39971"/>
                  </a:lnTo>
                  <a:lnTo>
                    <a:pt x="40270" y="48398"/>
                  </a:lnTo>
                  <a:lnTo>
                    <a:pt x="41552" y="48398"/>
                  </a:lnTo>
                  <a:lnTo>
                    <a:pt x="42834" y="48398"/>
                  </a:lnTo>
                  <a:lnTo>
                    <a:pt x="44116" y="56826"/>
                  </a:lnTo>
                  <a:lnTo>
                    <a:pt x="45398" y="48867"/>
                  </a:lnTo>
                  <a:lnTo>
                    <a:pt x="46680" y="54268"/>
                  </a:lnTo>
                  <a:lnTo>
                    <a:pt x="47961" y="54992"/>
                  </a:lnTo>
                  <a:lnTo>
                    <a:pt x="49243" y="31338"/>
                  </a:lnTo>
                  <a:lnTo>
                    <a:pt x="50525" y="31338"/>
                  </a:lnTo>
                  <a:lnTo>
                    <a:pt x="51807" y="33103"/>
                  </a:lnTo>
                  <a:lnTo>
                    <a:pt x="53089" y="43104"/>
                  </a:lnTo>
                  <a:lnTo>
                    <a:pt x="54371" y="43692"/>
                  </a:lnTo>
                  <a:lnTo>
                    <a:pt x="55653" y="54992"/>
                  </a:lnTo>
                  <a:lnTo>
                    <a:pt x="56934" y="54017"/>
                  </a:lnTo>
                  <a:lnTo>
                    <a:pt x="57665" y="6417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885704" y="4017221"/>
              <a:ext cx="2181" cy="7177"/>
            </a:xfrm>
            <a:custGeom>
              <a:avLst/>
              <a:pathLst>
                <a:path w="2181" h="7177">
                  <a:moveTo>
                    <a:pt x="0" y="7177"/>
                  </a:moveTo>
                  <a:lnTo>
                    <a:pt x="1270" y="0"/>
                  </a:lnTo>
                  <a:lnTo>
                    <a:pt x="2181" y="717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889986" y="3999255"/>
              <a:ext cx="7440" cy="25143"/>
            </a:xfrm>
            <a:custGeom>
              <a:avLst/>
              <a:pathLst>
                <a:path w="7440" h="25143">
                  <a:moveTo>
                    <a:pt x="0" y="25143"/>
                  </a:moveTo>
                  <a:lnTo>
                    <a:pt x="834" y="9363"/>
                  </a:lnTo>
                  <a:lnTo>
                    <a:pt x="2116" y="5150"/>
                  </a:lnTo>
                  <a:lnTo>
                    <a:pt x="3398" y="0"/>
                  </a:lnTo>
                  <a:lnTo>
                    <a:pt x="4679" y="0"/>
                  </a:lnTo>
                  <a:lnTo>
                    <a:pt x="5961" y="18984"/>
                  </a:lnTo>
                  <a:lnTo>
                    <a:pt x="7243" y="24401"/>
                  </a:lnTo>
                  <a:lnTo>
                    <a:pt x="7440" y="2514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899695" y="4024059"/>
              <a:ext cx="1182" cy="340"/>
            </a:xfrm>
            <a:custGeom>
              <a:avLst/>
              <a:pathLst>
                <a:path w="1182" h="340">
                  <a:moveTo>
                    <a:pt x="0" y="340"/>
                  </a:moveTo>
                  <a:lnTo>
                    <a:pt x="98" y="0"/>
                  </a:lnTo>
                  <a:lnTo>
                    <a:pt x="1182" y="34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901100" y="4016417"/>
              <a:ext cx="6285" cy="7981"/>
            </a:xfrm>
            <a:custGeom>
              <a:avLst/>
              <a:pathLst>
                <a:path w="6285" h="7981">
                  <a:moveTo>
                    <a:pt x="0" y="7981"/>
                  </a:moveTo>
                  <a:lnTo>
                    <a:pt x="1257" y="4826"/>
                  </a:lnTo>
                  <a:lnTo>
                    <a:pt x="2538" y="0"/>
                  </a:lnTo>
                  <a:lnTo>
                    <a:pt x="3820" y="0"/>
                  </a:lnTo>
                  <a:lnTo>
                    <a:pt x="5102" y="7239"/>
                  </a:lnTo>
                  <a:lnTo>
                    <a:pt x="6285" y="798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907512" y="4021645"/>
              <a:ext cx="2059" cy="2753"/>
            </a:xfrm>
            <a:custGeom>
              <a:avLst/>
              <a:pathLst>
                <a:path w="2059" h="2753">
                  <a:moveTo>
                    <a:pt x="0" y="2753"/>
                  </a:moveTo>
                  <a:lnTo>
                    <a:pt x="1253" y="0"/>
                  </a:lnTo>
                  <a:lnTo>
                    <a:pt x="2059" y="275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913104" y="3989736"/>
              <a:ext cx="23129" cy="34662"/>
            </a:xfrm>
            <a:custGeom>
              <a:avLst/>
              <a:pathLst>
                <a:path w="23129" h="34662">
                  <a:moveTo>
                    <a:pt x="0" y="34662"/>
                  </a:moveTo>
                  <a:lnTo>
                    <a:pt x="789" y="29134"/>
                  </a:lnTo>
                  <a:lnTo>
                    <a:pt x="2071" y="21634"/>
                  </a:lnTo>
                  <a:lnTo>
                    <a:pt x="3353" y="16730"/>
                  </a:lnTo>
                  <a:lnTo>
                    <a:pt x="4635" y="12980"/>
                  </a:lnTo>
                  <a:lnTo>
                    <a:pt x="5917" y="17307"/>
                  </a:lnTo>
                  <a:lnTo>
                    <a:pt x="7199" y="15865"/>
                  </a:lnTo>
                  <a:lnTo>
                    <a:pt x="8480" y="21923"/>
                  </a:lnTo>
                  <a:lnTo>
                    <a:pt x="9762" y="22788"/>
                  </a:lnTo>
                  <a:lnTo>
                    <a:pt x="11044" y="21634"/>
                  </a:lnTo>
                  <a:lnTo>
                    <a:pt x="12326" y="14423"/>
                  </a:lnTo>
                  <a:lnTo>
                    <a:pt x="13608" y="7499"/>
                  </a:lnTo>
                  <a:lnTo>
                    <a:pt x="14890" y="0"/>
                  </a:lnTo>
                  <a:lnTo>
                    <a:pt x="16171" y="4326"/>
                  </a:lnTo>
                  <a:lnTo>
                    <a:pt x="17453" y="6057"/>
                  </a:lnTo>
                  <a:lnTo>
                    <a:pt x="18735" y="13268"/>
                  </a:lnTo>
                  <a:lnTo>
                    <a:pt x="20017" y="12180"/>
                  </a:lnTo>
                  <a:lnTo>
                    <a:pt x="21299" y="21677"/>
                  </a:lnTo>
                  <a:lnTo>
                    <a:pt x="22581" y="27886"/>
                  </a:lnTo>
                  <a:lnTo>
                    <a:pt x="23129" y="3466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938158" y="4002647"/>
              <a:ext cx="6929" cy="21751"/>
            </a:xfrm>
            <a:custGeom>
              <a:avLst/>
              <a:pathLst>
                <a:path w="6929" h="21751">
                  <a:moveTo>
                    <a:pt x="0" y="21751"/>
                  </a:moveTo>
                  <a:lnTo>
                    <a:pt x="90" y="21063"/>
                  </a:lnTo>
                  <a:lnTo>
                    <a:pt x="1372" y="10226"/>
                  </a:lnTo>
                  <a:lnTo>
                    <a:pt x="2654" y="2556"/>
                  </a:lnTo>
                  <a:lnTo>
                    <a:pt x="3935" y="0"/>
                  </a:lnTo>
                  <a:lnTo>
                    <a:pt x="5217" y="1460"/>
                  </a:lnTo>
                  <a:lnTo>
                    <a:pt x="6499" y="19043"/>
                  </a:lnTo>
                  <a:lnTo>
                    <a:pt x="6929" y="2175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949287" y="3895667"/>
              <a:ext cx="33693" cy="128731"/>
            </a:xfrm>
            <a:custGeom>
              <a:avLst/>
              <a:pathLst>
                <a:path w="33693" h="128731">
                  <a:moveTo>
                    <a:pt x="0" y="128731"/>
                  </a:moveTo>
                  <a:lnTo>
                    <a:pt x="498" y="123050"/>
                  </a:lnTo>
                  <a:lnTo>
                    <a:pt x="1780" y="108440"/>
                  </a:lnTo>
                  <a:lnTo>
                    <a:pt x="3062" y="108440"/>
                  </a:lnTo>
                  <a:lnTo>
                    <a:pt x="4343" y="108440"/>
                  </a:lnTo>
                  <a:lnTo>
                    <a:pt x="5625" y="96618"/>
                  </a:lnTo>
                  <a:lnTo>
                    <a:pt x="6907" y="98861"/>
                  </a:lnTo>
                  <a:lnTo>
                    <a:pt x="8189" y="92429"/>
                  </a:lnTo>
                  <a:lnTo>
                    <a:pt x="9471" y="98390"/>
                  </a:lnTo>
                  <a:lnTo>
                    <a:pt x="10753" y="82359"/>
                  </a:lnTo>
                  <a:lnTo>
                    <a:pt x="12035" y="95891"/>
                  </a:lnTo>
                  <a:lnTo>
                    <a:pt x="13316" y="85889"/>
                  </a:lnTo>
                  <a:lnTo>
                    <a:pt x="14598" y="68939"/>
                  </a:lnTo>
                  <a:lnTo>
                    <a:pt x="15880" y="51170"/>
                  </a:lnTo>
                  <a:lnTo>
                    <a:pt x="17162" y="0"/>
                  </a:lnTo>
                  <a:lnTo>
                    <a:pt x="18444" y="15344"/>
                  </a:lnTo>
                  <a:lnTo>
                    <a:pt x="19726" y="47647"/>
                  </a:lnTo>
                  <a:lnTo>
                    <a:pt x="21007" y="113366"/>
                  </a:lnTo>
                  <a:lnTo>
                    <a:pt x="22289" y="116216"/>
                  </a:lnTo>
                  <a:lnTo>
                    <a:pt x="23571" y="119423"/>
                  </a:lnTo>
                  <a:lnTo>
                    <a:pt x="24853" y="119423"/>
                  </a:lnTo>
                  <a:lnTo>
                    <a:pt x="26135" y="119423"/>
                  </a:lnTo>
                  <a:lnTo>
                    <a:pt x="27417" y="119423"/>
                  </a:lnTo>
                  <a:lnTo>
                    <a:pt x="28699" y="118246"/>
                  </a:lnTo>
                  <a:lnTo>
                    <a:pt x="29980" y="107657"/>
                  </a:lnTo>
                  <a:lnTo>
                    <a:pt x="31262" y="107657"/>
                  </a:lnTo>
                  <a:lnTo>
                    <a:pt x="32544" y="117658"/>
                  </a:lnTo>
                  <a:lnTo>
                    <a:pt x="33693" y="12873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8990181" y="3999762"/>
              <a:ext cx="8041" cy="24636"/>
            </a:xfrm>
            <a:custGeom>
              <a:avLst/>
              <a:pathLst>
                <a:path w="8041" h="24636">
                  <a:moveTo>
                    <a:pt x="0" y="24636"/>
                  </a:moveTo>
                  <a:lnTo>
                    <a:pt x="623" y="19845"/>
                  </a:lnTo>
                  <a:lnTo>
                    <a:pt x="1905" y="7405"/>
                  </a:lnTo>
                  <a:lnTo>
                    <a:pt x="3186" y="0"/>
                  </a:lnTo>
                  <a:lnTo>
                    <a:pt x="4468" y="0"/>
                  </a:lnTo>
                  <a:lnTo>
                    <a:pt x="5750" y="0"/>
                  </a:lnTo>
                  <a:lnTo>
                    <a:pt x="7032" y="4739"/>
                  </a:lnTo>
                  <a:lnTo>
                    <a:pt x="8041" y="2463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22670" y="2355589"/>
              <a:ext cx="8375825" cy="1668810"/>
            </a:xfrm>
            <a:custGeom>
              <a:avLst/>
              <a:pathLst>
                <a:path w="8375825" h="1668810">
                  <a:moveTo>
                    <a:pt x="0" y="1586546"/>
                  </a:moveTo>
                  <a:lnTo>
                    <a:pt x="256" y="1596847"/>
                  </a:lnTo>
                  <a:lnTo>
                    <a:pt x="1538" y="1596847"/>
                  </a:lnTo>
                  <a:lnTo>
                    <a:pt x="2820" y="1602465"/>
                  </a:lnTo>
                  <a:lnTo>
                    <a:pt x="4101" y="1602933"/>
                  </a:lnTo>
                  <a:lnTo>
                    <a:pt x="5383" y="1608552"/>
                  </a:lnTo>
                  <a:lnTo>
                    <a:pt x="6665" y="1607967"/>
                  </a:lnTo>
                  <a:lnTo>
                    <a:pt x="7947" y="1607967"/>
                  </a:lnTo>
                  <a:lnTo>
                    <a:pt x="9229" y="1605775"/>
                  </a:lnTo>
                  <a:lnTo>
                    <a:pt x="10511" y="1591846"/>
                  </a:lnTo>
                  <a:lnTo>
                    <a:pt x="11792" y="1611260"/>
                  </a:lnTo>
                  <a:lnTo>
                    <a:pt x="13074" y="1635850"/>
                  </a:lnTo>
                  <a:lnTo>
                    <a:pt x="14356" y="1644173"/>
                  </a:lnTo>
                  <a:lnTo>
                    <a:pt x="15638" y="1649630"/>
                  </a:lnTo>
                  <a:lnTo>
                    <a:pt x="16920" y="1620030"/>
                  </a:lnTo>
                  <a:lnTo>
                    <a:pt x="18202" y="1620030"/>
                  </a:lnTo>
                  <a:lnTo>
                    <a:pt x="19484" y="1620030"/>
                  </a:lnTo>
                  <a:lnTo>
                    <a:pt x="20765" y="1620030"/>
                  </a:lnTo>
                  <a:lnTo>
                    <a:pt x="22047" y="1623260"/>
                  </a:lnTo>
                  <a:lnTo>
                    <a:pt x="23329" y="1629721"/>
                  </a:lnTo>
                  <a:lnTo>
                    <a:pt x="24611" y="1668810"/>
                  </a:lnTo>
                  <a:lnTo>
                    <a:pt x="25893" y="1668810"/>
                  </a:lnTo>
                  <a:lnTo>
                    <a:pt x="27175" y="1668810"/>
                  </a:lnTo>
                  <a:lnTo>
                    <a:pt x="28456" y="1659501"/>
                  </a:lnTo>
                  <a:lnTo>
                    <a:pt x="29738" y="1658325"/>
                  </a:lnTo>
                  <a:lnTo>
                    <a:pt x="31020" y="1638322"/>
                  </a:lnTo>
                  <a:lnTo>
                    <a:pt x="32302" y="1635969"/>
                  </a:lnTo>
                  <a:lnTo>
                    <a:pt x="33584" y="1635969"/>
                  </a:lnTo>
                  <a:lnTo>
                    <a:pt x="34866" y="1631263"/>
                  </a:lnTo>
                  <a:lnTo>
                    <a:pt x="36148" y="1614202"/>
                  </a:lnTo>
                  <a:lnTo>
                    <a:pt x="37429" y="1600671"/>
                  </a:lnTo>
                  <a:lnTo>
                    <a:pt x="38711" y="1600671"/>
                  </a:lnTo>
                  <a:lnTo>
                    <a:pt x="39993" y="1600671"/>
                  </a:lnTo>
                  <a:lnTo>
                    <a:pt x="41275" y="1596553"/>
                  </a:lnTo>
                  <a:lnTo>
                    <a:pt x="42557" y="1594788"/>
                  </a:lnTo>
                  <a:lnTo>
                    <a:pt x="43839" y="1595683"/>
                  </a:lnTo>
                  <a:lnTo>
                    <a:pt x="45120" y="1590183"/>
                  </a:lnTo>
                  <a:lnTo>
                    <a:pt x="46402" y="1550577"/>
                  </a:lnTo>
                  <a:lnTo>
                    <a:pt x="47684" y="1571574"/>
                  </a:lnTo>
                  <a:lnTo>
                    <a:pt x="48966" y="1573189"/>
                  </a:lnTo>
                  <a:lnTo>
                    <a:pt x="50248" y="1600648"/>
                  </a:lnTo>
                  <a:lnTo>
                    <a:pt x="51530" y="1603878"/>
                  </a:lnTo>
                  <a:lnTo>
                    <a:pt x="52811" y="1603878"/>
                  </a:lnTo>
                  <a:lnTo>
                    <a:pt x="54093" y="1594994"/>
                  </a:lnTo>
                  <a:lnTo>
                    <a:pt x="55375" y="1580458"/>
                  </a:lnTo>
                  <a:lnTo>
                    <a:pt x="56657" y="1587726"/>
                  </a:lnTo>
                  <a:lnTo>
                    <a:pt x="57939" y="1587726"/>
                  </a:lnTo>
                  <a:lnTo>
                    <a:pt x="59221" y="1587726"/>
                  </a:lnTo>
                  <a:lnTo>
                    <a:pt x="60503" y="1593379"/>
                  </a:lnTo>
                  <a:lnTo>
                    <a:pt x="61784" y="1603878"/>
                  </a:lnTo>
                  <a:lnTo>
                    <a:pt x="63066" y="1603878"/>
                  </a:lnTo>
                  <a:lnTo>
                    <a:pt x="64348" y="1587726"/>
                  </a:lnTo>
                  <a:lnTo>
                    <a:pt x="65630" y="1587726"/>
                  </a:lnTo>
                  <a:lnTo>
                    <a:pt x="66912" y="1587726"/>
                  </a:lnTo>
                  <a:lnTo>
                    <a:pt x="68194" y="1587726"/>
                  </a:lnTo>
                  <a:lnTo>
                    <a:pt x="69475" y="1587726"/>
                  </a:lnTo>
                  <a:lnTo>
                    <a:pt x="70757" y="1587726"/>
                  </a:lnTo>
                  <a:lnTo>
                    <a:pt x="72039" y="1587726"/>
                  </a:lnTo>
                  <a:lnTo>
                    <a:pt x="73321" y="1600648"/>
                  </a:lnTo>
                  <a:lnTo>
                    <a:pt x="74603" y="1624875"/>
                  </a:lnTo>
                  <a:lnTo>
                    <a:pt x="75885" y="1636182"/>
                  </a:lnTo>
                  <a:lnTo>
                    <a:pt x="77167" y="1636182"/>
                  </a:lnTo>
                  <a:lnTo>
                    <a:pt x="78448" y="1636182"/>
                  </a:lnTo>
                  <a:lnTo>
                    <a:pt x="79730" y="1636182"/>
                  </a:lnTo>
                  <a:lnTo>
                    <a:pt x="81012" y="1636182"/>
                  </a:lnTo>
                  <a:lnTo>
                    <a:pt x="82294" y="1636182"/>
                  </a:lnTo>
                  <a:lnTo>
                    <a:pt x="83576" y="1652334"/>
                  </a:lnTo>
                  <a:lnTo>
                    <a:pt x="84858" y="1641835"/>
                  </a:lnTo>
                  <a:lnTo>
                    <a:pt x="86139" y="1636182"/>
                  </a:lnTo>
                  <a:lnTo>
                    <a:pt x="87421" y="1636182"/>
                  </a:lnTo>
                  <a:lnTo>
                    <a:pt x="88703" y="1636182"/>
                  </a:lnTo>
                  <a:lnTo>
                    <a:pt x="89985" y="1636182"/>
                  </a:lnTo>
                  <a:lnTo>
                    <a:pt x="91267" y="1636182"/>
                  </a:lnTo>
                  <a:lnTo>
                    <a:pt x="92549" y="1638604"/>
                  </a:lnTo>
                  <a:lnTo>
                    <a:pt x="93830" y="1652334"/>
                  </a:lnTo>
                  <a:lnTo>
                    <a:pt x="95112" y="1652334"/>
                  </a:lnTo>
                  <a:lnTo>
                    <a:pt x="96394" y="1652334"/>
                  </a:lnTo>
                  <a:lnTo>
                    <a:pt x="97676" y="1652334"/>
                  </a:lnTo>
                  <a:lnTo>
                    <a:pt x="98958" y="1652334"/>
                  </a:lnTo>
                  <a:lnTo>
                    <a:pt x="100240" y="1652334"/>
                  </a:lnTo>
                  <a:lnTo>
                    <a:pt x="101522" y="1652334"/>
                  </a:lnTo>
                  <a:lnTo>
                    <a:pt x="102803" y="1652334"/>
                  </a:lnTo>
                  <a:lnTo>
                    <a:pt x="104085" y="1662832"/>
                  </a:lnTo>
                  <a:lnTo>
                    <a:pt x="105367" y="1668485"/>
                  </a:lnTo>
                  <a:lnTo>
                    <a:pt x="106649" y="1668485"/>
                  </a:lnTo>
                  <a:lnTo>
                    <a:pt x="107931" y="1668485"/>
                  </a:lnTo>
                  <a:lnTo>
                    <a:pt x="109213" y="1668485"/>
                  </a:lnTo>
                  <a:lnTo>
                    <a:pt x="110494" y="1668485"/>
                  </a:lnTo>
                  <a:lnTo>
                    <a:pt x="111776" y="1668485"/>
                  </a:lnTo>
                  <a:lnTo>
                    <a:pt x="113058" y="1668485"/>
                  </a:lnTo>
                  <a:lnTo>
                    <a:pt x="114340" y="1668485"/>
                  </a:lnTo>
                  <a:lnTo>
                    <a:pt x="115622" y="1668485"/>
                  </a:lnTo>
                  <a:lnTo>
                    <a:pt x="116904" y="1653141"/>
                  </a:lnTo>
                  <a:lnTo>
                    <a:pt x="118186" y="1652334"/>
                  </a:lnTo>
                  <a:lnTo>
                    <a:pt x="119467" y="1652334"/>
                  </a:lnTo>
                  <a:lnTo>
                    <a:pt x="120749" y="1652334"/>
                  </a:lnTo>
                  <a:lnTo>
                    <a:pt x="122031" y="1652334"/>
                  </a:lnTo>
                  <a:lnTo>
                    <a:pt x="123313" y="1652334"/>
                  </a:lnTo>
                  <a:lnTo>
                    <a:pt x="124595" y="1651526"/>
                  </a:lnTo>
                  <a:lnTo>
                    <a:pt x="125877" y="1636182"/>
                  </a:lnTo>
                  <a:lnTo>
                    <a:pt x="127158" y="1636182"/>
                  </a:lnTo>
                  <a:lnTo>
                    <a:pt x="128440" y="1636182"/>
                  </a:lnTo>
                  <a:lnTo>
                    <a:pt x="129722" y="1636182"/>
                  </a:lnTo>
                  <a:lnTo>
                    <a:pt x="131004" y="1636182"/>
                  </a:lnTo>
                  <a:lnTo>
                    <a:pt x="132286" y="1636182"/>
                  </a:lnTo>
                  <a:lnTo>
                    <a:pt x="133568" y="1636182"/>
                  </a:lnTo>
                  <a:lnTo>
                    <a:pt x="134849" y="1636182"/>
                  </a:lnTo>
                  <a:lnTo>
                    <a:pt x="136131" y="1651526"/>
                  </a:lnTo>
                  <a:lnTo>
                    <a:pt x="137413" y="1652334"/>
                  </a:lnTo>
                  <a:lnTo>
                    <a:pt x="138695" y="1652334"/>
                  </a:lnTo>
                  <a:lnTo>
                    <a:pt x="139977" y="1652334"/>
                  </a:lnTo>
                  <a:lnTo>
                    <a:pt x="141259" y="1652334"/>
                  </a:lnTo>
                  <a:lnTo>
                    <a:pt x="142541" y="1652334"/>
                  </a:lnTo>
                  <a:lnTo>
                    <a:pt x="143822" y="1653141"/>
                  </a:lnTo>
                  <a:lnTo>
                    <a:pt x="145104" y="1668485"/>
                  </a:lnTo>
                  <a:lnTo>
                    <a:pt x="146386" y="1668485"/>
                  </a:lnTo>
                  <a:lnTo>
                    <a:pt x="147668" y="1668485"/>
                  </a:lnTo>
                  <a:lnTo>
                    <a:pt x="148950" y="1668485"/>
                  </a:lnTo>
                  <a:lnTo>
                    <a:pt x="150232" y="1668485"/>
                  </a:lnTo>
                  <a:lnTo>
                    <a:pt x="151513" y="1668485"/>
                  </a:lnTo>
                  <a:lnTo>
                    <a:pt x="152795" y="1668485"/>
                  </a:lnTo>
                  <a:lnTo>
                    <a:pt x="154077" y="1668485"/>
                  </a:lnTo>
                  <a:lnTo>
                    <a:pt x="155359" y="1668485"/>
                  </a:lnTo>
                  <a:lnTo>
                    <a:pt x="156641" y="1668485"/>
                  </a:lnTo>
                  <a:lnTo>
                    <a:pt x="157923" y="1668485"/>
                  </a:lnTo>
                  <a:lnTo>
                    <a:pt x="159205" y="1668485"/>
                  </a:lnTo>
                  <a:lnTo>
                    <a:pt x="160486" y="1668485"/>
                  </a:lnTo>
                  <a:lnTo>
                    <a:pt x="161768" y="1668485"/>
                  </a:lnTo>
                  <a:lnTo>
                    <a:pt x="163050" y="1668485"/>
                  </a:lnTo>
                  <a:lnTo>
                    <a:pt x="164332" y="1668485"/>
                  </a:lnTo>
                  <a:lnTo>
                    <a:pt x="165614" y="1668485"/>
                  </a:lnTo>
                  <a:lnTo>
                    <a:pt x="166896" y="1668485"/>
                  </a:lnTo>
                  <a:lnTo>
                    <a:pt x="168177" y="1668485"/>
                  </a:lnTo>
                  <a:lnTo>
                    <a:pt x="169459" y="1668485"/>
                  </a:lnTo>
                  <a:lnTo>
                    <a:pt x="170741" y="1668485"/>
                  </a:lnTo>
                  <a:lnTo>
                    <a:pt x="172023" y="1668485"/>
                  </a:lnTo>
                  <a:lnTo>
                    <a:pt x="173305" y="1668485"/>
                  </a:lnTo>
                  <a:lnTo>
                    <a:pt x="174587" y="1668485"/>
                  </a:lnTo>
                  <a:lnTo>
                    <a:pt x="175869" y="1668485"/>
                  </a:lnTo>
                  <a:lnTo>
                    <a:pt x="177150" y="1668485"/>
                  </a:lnTo>
                  <a:lnTo>
                    <a:pt x="178432" y="1668485"/>
                  </a:lnTo>
                  <a:lnTo>
                    <a:pt x="179714" y="1668485"/>
                  </a:lnTo>
                  <a:lnTo>
                    <a:pt x="180996" y="1668485"/>
                  </a:lnTo>
                  <a:lnTo>
                    <a:pt x="182278" y="1668485"/>
                  </a:lnTo>
                  <a:lnTo>
                    <a:pt x="183560" y="1668485"/>
                  </a:lnTo>
                  <a:lnTo>
                    <a:pt x="184841" y="1668485"/>
                  </a:lnTo>
                  <a:lnTo>
                    <a:pt x="186123" y="1668485"/>
                  </a:lnTo>
                  <a:lnTo>
                    <a:pt x="187405" y="1668485"/>
                  </a:lnTo>
                  <a:lnTo>
                    <a:pt x="188687" y="1668485"/>
                  </a:lnTo>
                  <a:lnTo>
                    <a:pt x="189969" y="1668485"/>
                  </a:lnTo>
                  <a:lnTo>
                    <a:pt x="191251" y="1668485"/>
                  </a:lnTo>
                  <a:lnTo>
                    <a:pt x="192532" y="1668485"/>
                  </a:lnTo>
                  <a:lnTo>
                    <a:pt x="193814" y="1668485"/>
                  </a:lnTo>
                  <a:lnTo>
                    <a:pt x="195096" y="1668485"/>
                  </a:lnTo>
                  <a:lnTo>
                    <a:pt x="196378" y="1668485"/>
                  </a:lnTo>
                  <a:lnTo>
                    <a:pt x="197660" y="1668485"/>
                  </a:lnTo>
                  <a:lnTo>
                    <a:pt x="198942" y="1668485"/>
                  </a:lnTo>
                  <a:lnTo>
                    <a:pt x="200224" y="1668485"/>
                  </a:lnTo>
                  <a:lnTo>
                    <a:pt x="201505" y="1668485"/>
                  </a:lnTo>
                  <a:lnTo>
                    <a:pt x="202787" y="1668485"/>
                  </a:lnTo>
                  <a:lnTo>
                    <a:pt x="204069" y="1668485"/>
                  </a:lnTo>
                  <a:lnTo>
                    <a:pt x="205351" y="1668810"/>
                  </a:lnTo>
                  <a:lnTo>
                    <a:pt x="206633" y="1668810"/>
                  </a:lnTo>
                  <a:lnTo>
                    <a:pt x="207915" y="1668810"/>
                  </a:lnTo>
                  <a:lnTo>
                    <a:pt x="209196" y="1668810"/>
                  </a:lnTo>
                  <a:lnTo>
                    <a:pt x="210478" y="1668810"/>
                  </a:lnTo>
                  <a:lnTo>
                    <a:pt x="211760" y="1668810"/>
                  </a:lnTo>
                  <a:lnTo>
                    <a:pt x="213042" y="1668810"/>
                  </a:lnTo>
                  <a:lnTo>
                    <a:pt x="214324" y="1668810"/>
                  </a:lnTo>
                  <a:lnTo>
                    <a:pt x="215606" y="1668810"/>
                  </a:lnTo>
                  <a:lnTo>
                    <a:pt x="216888" y="1668810"/>
                  </a:lnTo>
                  <a:lnTo>
                    <a:pt x="218169" y="1668810"/>
                  </a:lnTo>
                  <a:lnTo>
                    <a:pt x="219451" y="1668810"/>
                  </a:lnTo>
                  <a:lnTo>
                    <a:pt x="220733" y="1667149"/>
                  </a:lnTo>
                  <a:lnTo>
                    <a:pt x="222015" y="1659501"/>
                  </a:lnTo>
                  <a:lnTo>
                    <a:pt x="223297" y="1655383"/>
                  </a:lnTo>
                  <a:lnTo>
                    <a:pt x="224579" y="1647090"/>
                  </a:lnTo>
                  <a:lnTo>
                    <a:pt x="225860" y="1650234"/>
                  </a:lnTo>
                  <a:lnTo>
                    <a:pt x="227142" y="1652358"/>
                  </a:lnTo>
                  <a:lnTo>
                    <a:pt x="228424" y="1620030"/>
                  </a:lnTo>
                  <a:lnTo>
                    <a:pt x="229706" y="1620030"/>
                  </a:lnTo>
                  <a:lnTo>
                    <a:pt x="230988" y="1607108"/>
                  </a:lnTo>
                  <a:lnTo>
                    <a:pt x="232270" y="1590956"/>
                  </a:lnTo>
                  <a:lnTo>
                    <a:pt x="233551" y="1587726"/>
                  </a:lnTo>
                  <a:lnTo>
                    <a:pt x="234833" y="1589341"/>
                  </a:lnTo>
                  <a:lnTo>
                    <a:pt x="236115" y="1603878"/>
                  </a:lnTo>
                  <a:lnTo>
                    <a:pt x="237397" y="1603878"/>
                  </a:lnTo>
                  <a:lnTo>
                    <a:pt x="238679" y="1603878"/>
                  </a:lnTo>
                  <a:lnTo>
                    <a:pt x="239961" y="1609531"/>
                  </a:lnTo>
                  <a:lnTo>
                    <a:pt x="241243" y="1620030"/>
                  </a:lnTo>
                  <a:lnTo>
                    <a:pt x="242524" y="1625683"/>
                  </a:lnTo>
                  <a:lnTo>
                    <a:pt x="243806" y="1636182"/>
                  </a:lnTo>
                  <a:lnTo>
                    <a:pt x="245088" y="1636182"/>
                  </a:lnTo>
                  <a:lnTo>
                    <a:pt x="246370" y="1636182"/>
                  </a:lnTo>
                  <a:lnTo>
                    <a:pt x="247652" y="1636182"/>
                  </a:lnTo>
                  <a:lnTo>
                    <a:pt x="248934" y="1636182"/>
                  </a:lnTo>
                  <a:lnTo>
                    <a:pt x="250215" y="1649103"/>
                  </a:lnTo>
                  <a:lnTo>
                    <a:pt x="251497" y="1665255"/>
                  </a:lnTo>
                  <a:lnTo>
                    <a:pt x="252779" y="1668485"/>
                  </a:lnTo>
                  <a:lnTo>
                    <a:pt x="254061" y="1668485"/>
                  </a:lnTo>
                  <a:lnTo>
                    <a:pt x="255343" y="1668485"/>
                  </a:lnTo>
                  <a:lnTo>
                    <a:pt x="256625" y="1668485"/>
                  </a:lnTo>
                  <a:lnTo>
                    <a:pt x="257907" y="1657987"/>
                  </a:lnTo>
                  <a:lnTo>
                    <a:pt x="259188" y="1652334"/>
                  </a:lnTo>
                  <a:lnTo>
                    <a:pt x="260470" y="1652334"/>
                  </a:lnTo>
                  <a:lnTo>
                    <a:pt x="261752" y="1652334"/>
                  </a:lnTo>
                  <a:lnTo>
                    <a:pt x="263034" y="1652334"/>
                  </a:lnTo>
                  <a:lnTo>
                    <a:pt x="264316" y="1652334"/>
                  </a:lnTo>
                  <a:lnTo>
                    <a:pt x="265598" y="1652334"/>
                  </a:lnTo>
                  <a:lnTo>
                    <a:pt x="266879" y="1652334"/>
                  </a:lnTo>
                  <a:lnTo>
                    <a:pt x="268161" y="1648296"/>
                  </a:lnTo>
                  <a:lnTo>
                    <a:pt x="269443" y="1636182"/>
                  </a:lnTo>
                  <a:lnTo>
                    <a:pt x="270725" y="1636182"/>
                  </a:lnTo>
                  <a:lnTo>
                    <a:pt x="272007" y="1636182"/>
                  </a:lnTo>
                  <a:lnTo>
                    <a:pt x="273289" y="1636182"/>
                  </a:lnTo>
                  <a:lnTo>
                    <a:pt x="274570" y="1632144"/>
                  </a:lnTo>
                  <a:lnTo>
                    <a:pt x="275852" y="1607916"/>
                  </a:lnTo>
                  <a:lnTo>
                    <a:pt x="277134" y="1614377"/>
                  </a:lnTo>
                  <a:lnTo>
                    <a:pt x="278416" y="1620030"/>
                  </a:lnTo>
                  <a:lnTo>
                    <a:pt x="279698" y="1620030"/>
                  </a:lnTo>
                  <a:lnTo>
                    <a:pt x="280980" y="1620030"/>
                  </a:lnTo>
                  <a:lnTo>
                    <a:pt x="282262" y="1620030"/>
                  </a:lnTo>
                  <a:lnTo>
                    <a:pt x="283543" y="1620030"/>
                  </a:lnTo>
                  <a:lnTo>
                    <a:pt x="284825" y="1620030"/>
                  </a:lnTo>
                  <a:lnTo>
                    <a:pt x="286107" y="1652358"/>
                  </a:lnTo>
                  <a:lnTo>
                    <a:pt x="287389" y="1636899"/>
                  </a:lnTo>
                  <a:lnTo>
                    <a:pt x="288671" y="1644173"/>
                  </a:lnTo>
                  <a:lnTo>
                    <a:pt x="289953" y="1644173"/>
                  </a:lnTo>
                  <a:lnTo>
                    <a:pt x="291234" y="1647090"/>
                  </a:lnTo>
                  <a:lnTo>
                    <a:pt x="292516" y="1647735"/>
                  </a:lnTo>
                  <a:lnTo>
                    <a:pt x="293798" y="1650677"/>
                  </a:lnTo>
                  <a:lnTo>
                    <a:pt x="295080" y="1668326"/>
                  </a:lnTo>
                  <a:lnTo>
                    <a:pt x="296362" y="1668810"/>
                  </a:lnTo>
                  <a:lnTo>
                    <a:pt x="297644" y="1659501"/>
                  </a:lnTo>
                  <a:lnTo>
                    <a:pt x="298926" y="1659501"/>
                  </a:lnTo>
                  <a:lnTo>
                    <a:pt x="300207" y="1659501"/>
                  </a:lnTo>
                  <a:lnTo>
                    <a:pt x="301489" y="1659501"/>
                  </a:lnTo>
                  <a:lnTo>
                    <a:pt x="302771" y="1659501"/>
                  </a:lnTo>
                  <a:lnTo>
                    <a:pt x="304053" y="1659501"/>
                  </a:lnTo>
                  <a:lnTo>
                    <a:pt x="305335" y="1658920"/>
                  </a:lnTo>
                  <a:lnTo>
                    <a:pt x="306617" y="1668810"/>
                  </a:lnTo>
                  <a:lnTo>
                    <a:pt x="307898" y="1668810"/>
                  </a:lnTo>
                  <a:lnTo>
                    <a:pt x="309180" y="1668418"/>
                  </a:lnTo>
                  <a:lnTo>
                    <a:pt x="310462" y="1665274"/>
                  </a:lnTo>
                  <a:lnTo>
                    <a:pt x="311744" y="1625683"/>
                  </a:lnTo>
                  <a:lnTo>
                    <a:pt x="313026" y="1620030"/>
                  </a:lnTo>
                  <a:lnTo>
                    <a:pt x="314308" y="1620030"/>
                  </a:lnTo>
                  <a:lnTo>
                    <a:pt x="315590" y="1620030"/>
                  </a:lnTo>
                  <a:lnTo>
                    <a:pt x="316871" y="1620030"/>
                  </a:lnTo>
                  <a:lnTo>
                    <a:pt x="318153" y="1620030"/>
                  </a:lnTo>
                  <a:lnTo>
                    <a:pt x="319435" y="1620030"/>
                  </a:lnTo>
                  <a:lnTo>
                    <a:pt x="320717" y="1611954"/>
                  </a:lnTo>
                  <a:lnTo>
                    <a:pt x="321999" y="1603878"/>
                  </a:lnTo>
                  <a:lnTo>
                    <a:pt x="323281" y="1603878"/>
                  </a:lnTo>
                  <a:lnTo>
                    <a:pt x="324562" y="1603878"/>
                  </a:lnTo>
                  <a:lnTo>
                    <a:pt x="325844" y="1603878"/>
                  </a:lnTo>
                  <a:lnTo>
                    <a:pt x="327126" y="1618415"/>
                  </a:lnTo>
                  <a:lnTo>
                    <a:pt x="328408" y="1620030"/>
                  </a:lnTo>
                  <a:lnTo>
                    <a:pt x="329690" y="1620030"/>
                  </a:lnTo>
                  <a:lnTo>
                    <a:pt x="330972" y="1623260"/>
                  </a:lnTo>
                  <a:lnTo>
                    <a:pt x="332253" y="1606301"/>
                  </a:lnTo>
                  <a:lnTo>
                    <a:pt x="333535" y="1603878"/>
                  </a:lnTo>
                  <a:lnTo>
                    <a:pt x="334817" y="1607108"/>
                  </a:lnTo>
                  <a:lnTo>
                    <a:pt x="336099" y="1620030"/>
                  </a:lnTo>
                  <a:lnTo>
                    <a:pt x="337381" y="1620030"/>
                  </a:lnTo>
                  <a:lnTo>
                    <a:pt x="338663" y="1620030"/>
                  </a:lnTo>
                  <a:lnTo>
                    <a:pt x="339945" y="1628106"/>
                  </a:lnTo>
                  <a:lnTo>
                    <a:pt x="341226" y="1636182"/>
                  </a:lnTo>
                  <a:lnTo>
                    <a:pt x="342508" y="1621645"/>
                  </a:lnTo>
                  <a:lnTo>
                    <a:pt x="343790" y="1620030"/>
                  </a:lnTo>
                  <a:lnTo>
                    <a:pt x="345072" y="1605493"/>
                  </a:lnTo>
                  <a:lnTo>
                    <a:pt x="346354" y="1580458"/>
                  </a:lnTo>
                  <a:lnTo>
                    <a:pt x="347636" y="1537655"/>
                  </a:lnTo>
                  <a:lnTo>
                    <a:pt x="348917" y="1523119"/>
                  </a:lnTo>
                  <a:lnTo>
                    <a:pt x="350199" y="1519888"/>
                  </a:lnTo>
                  <a:lnTo>
                    <a:pt x="351481" y="1529579"/>
                  </a:lnTo>
                  <a:lnTo>
                    <a:pt x="352763" y="1506967"/>
                  </a:lnTo>
                  <a:lnTo>
                    <a:pt x="354045" y="1506967"/>
                  </a:lnTo>
                  <a:lnTo>
                    <a:pt x="355327" y="1503737"/>
                  </a:lnTo>
                  <a:lnTo>
                    <a:pt x="356609" y="1468202"/>
                  </a:lnTo>
                  <a:lnTo>
                    <a:pt x="357890" y="1458511"/>
                  </a:lnTo>
                  <a:lnTo>
                    <a:pt x="359172" y="1458511"/>
                  </a:lnTo>
                  <a:lnTo>
                    <a:pt x="360454" y="1526760"/>
                  </a:lnTo>
                  <a:lnTo>
                    <a:pt x="361736" y="1545982"/>
                  </a:lnTo>
                  <a:lnTo>
                    <a:pt x="363018" y="1545937"/>
                  </a:lnTo>
                  <a:lnTo>
                    <a:pt x="364300" y="1543017"/>
                  </a:lnTo>
                  <a:lnTo>
                    <a:pt x="365581" y="1558901"/>
                  </a:lnTo>
                  <a:lnTo>
                    <a:pt x="366863" y="1590081"/>
                  </a:lnTo>
                  <a:lnTo>
                    <a:pt x="368145" y="1600671"/>
                  </a:lnTo>
                  <a:lnTo>
                    <a:pt x="369427" y="1594788"/>
                  </a:lnTo>
                  <a:lnTo>
                    <a:pt x="370709" y="1625487"/>
                  </a:lnTo>
                  <a:lnTo>
                    <a:pt x="371991" y="1645009"/>
                  </a:lnTo>
                  <a:lnTo>
                    <a:pt x="373272" y="1631961"/>
                  </a:lnTo>
                  <a:lnTo>
                    <a:pt x="374554" y="1626811"/>
                  </a:lnTo>
                  <a:lnTo>
                    <a:pt x="375836" y="1643198"/>
                  </a:lnTo>
                  <a:lnTo>
                    <a:pt x="377118" y="1643666"/>
                  </a:lnTo>
                  <a:lnTo>
                    <a:pt x="378400" y="1643666"/>
                  </a:lnTo>
                  <a:lnTo>
                    <a:pt x="379682" y="1639916"/>
                  </a:lnTo>
                  <a:lnTo>
                    <a:pt x="380964" y="1635748"/>
                  </a:lnTo>
                  <a:lnTo>
                    <a:pt x="382245" y="1633661"/>
                  </a:lnTo>
                  <a:lnTo>
                    <a:pt x="383527" y="1610084"/>
                  </a:lnTo>
                  <a:lnTo>
                    <a:pt x="384809" y="1612437"/>
                  </a:lnTo>
                  <a:lnTo>
                    <a:pt x="386091" y="1605377"/>
                  </a:lnTo>
                  <a:lnTo>
                    <a:pt x="387373" y="1600671"/>
                  </a:lnTo>
                  <a:lnTo>
                    <a:pt x="388655" y="1614202"/>
                  </a:lnTo>
                  <a:lnTo>
                    <a:pt x="389936" y="1619928"/>
                  </a:lnTo>
                  <a:lnTo>
                    <a:pt x="391218" y="1616127"/>
                  </a:lnTo>
                  <a:lnTo>
                    <a:pt x="392500" y="1591764"/>
                  </a:lnTo>
                  <a:lnTo>
                    <a:pt x="393782" y="1603878"/>
                  </a:lnTo>
                  <a:lnTo>
                    <a:pt x="395064" y="1610339"/>
                  </a:lnTo>
                  <a:lnTo>
                    <a:pt x="396346" y="1603878"/>
                  </a:lnTo>
                  <a:lnTo>
                    <a:pt x="397628" y="1603878"/>
                  </a:lnTo>
                  <a:lnTo>
                    <a:pt x="398909" y="1612761"/>
                  </a:lnTo>
                  <a:lnTo>
                    <a:pt x="400191" y="1607916"/>
                  </a:lnTo>
                  <a:lnTo>
                    <a:pt x="401473" y="1607916"/>
                  </a:lnTo>
                  <a:lnTo>
                    <a:pt x="402755" y="1620030"/>
                  </a:lnTo>
                  <a:lnTo>
                    <a:pt x="404037" y="1608724"/>
                  </a:lnTo>
                  <a:lnTo>
                    <a:pt x="405319" y="1613569"/>
                  </a:lnTo>
                  <a:lnTo>
                    <a:pt x="406600" y="1620030"/>
                  </a:lnTo>
                  <a:lnTo>
                    <a:pt x="407882" y="1652358"/>
                  </a:lnTo>
                  <a:lnTo>
                    <a:pt x="409164" y="1647809"/>
                  </a:lnTo>
                  <a:lnTo>
                    <a:pt x="410446" y="1624171"/>
                  </a:lnTo>
                  <a:lnTo>
                    <a:pt x="411728" y="1611849"/>
                  </a:lnTo>
                  <a:lnTo>
                    <a:pt x="413010" y="1592435"/>
                  </a:lnTo>
                  <a:lnTo>
                    <a:pt x="414292" y="1578904"/>
                  </a:lnTo>
                  <a:lnTo>
                    <a:pt x="415573" y="1577139"/>
                  </a:lnTo>
                  <a:lnTo>
                    <a:pt x="416855" y="1573609"/>
                  </a:lnTo>
                  <a:lnTo>
                    <a:pt x="418137" y="1601929"/>
                  </a:lnTo>
                  <a:lnTo>
                    <a:pt x="419419" y="1614912"/>
                  </a:lnTo>
                  <a:lnTo>
                    <a:pt x="420701" y="1614449"/>
                  </a:lnTo>
                  <a:lnTo>
                    <a:pt x="421983" y="1589909"/>
                  </a:lnTo>
                  <a:lnTo>
                    <a:pt x="423264" y="1580185"/>
                  </a:lnTo>
                  <a:lnTo>
                    <a:pt x="424546" y="1576944"/>
                  </a:lnTo>
                  <a:lnTo>
                    <a:pt x="425828" y="1570924"/>
                  </a:lnTo>
                  <a:lnTo>
                    <a:pt x="427110" y="1563466"/>
                  </a:lnTo>
                  <a:lnTo>
                    <a:pt x="428392" y="1526544"/>
                  </a:lnTo>
                  <a:lnTo>
                    <a:pt x="429674" y="1588948"/>
                  </a:lnTo>
                  <a:lnTo>
                    <a:pt x="430955" y="1602410"/>
                  </a:lnTo>
                  <a:lnTo>
                    <a:pt x="432237" y="1622129"/>
                  </a:lnTo>
                  <a:lnTo>
                    <a:pt x="433519" y="1633366"/>
                  </a:lnTo>
                  <a:lnTo>
                    <a:pt x="434801" y="1643666"/>
                  </a:lnTo>
                  <a:lnTo>
                    <a:pt x="436083" y="1646475"/>
                  </a:lnTo>
                  <a:lnTo>
                    <a:pt x="437365" y="1654270"/>
                  </a:lnTo>
                  <a:lnTo>
                    <a:pt x="438647" y="1649176"/>
                  </a:lnTo>
                  <a:lnTo>
                    <a:pt x="439928" y="1647787"/>
                  </a:lnTo>
                  <a:lnTo>
                    <a:pt x="441210" y="1663067"/>
                  </a:lnTo>
                  <a:lnTo>
                    <a:pt x="442492" y="1663993"/>
                  </a:lnTo>
                  <a:lnTo>
                    <a:pt x="443774" y="1666771"/>
                  </a:lnTo>
                  <a:lnTo>
                    <a:pt x="445056" y="1668810"/>
                  </a:lnTo>
                  <a:lnTo>
                    <a:pt x="446338" y="1668810"/>
                  </a:lnTo>
                  <a:lnTo>
                    <a:pt x="447619" y="1668810"/>
                  </a:lnTo>
                  <a:lnTo>
                    <a:pt x="448901" y="1643617"/>
                  </a:lnTo>
                  <a:lnTo>
                    <a:pt x="450183" y="1635259"/>
                  </a:lnTo>
                  <a:lnTo>
                    <a:pt x="451465" y="1565114"/>
                  </a:lnTo>
                  <a:lnTo>
                    <a:pt x="452747" y="1532002"/>
                  </a:lnTo>
                  <a:lnTo>
                    <a:pt x="454029" y="1512620"/>
                  </a:lnTo>
                  <a:lnTo>
                    <a:pt x="455311" y="1503737"/>
                  </a:lnTo>
                  <a:lnTo>
                    <a:pt x="456592" y="1551437"/>
                  </a:lnTo>
                  <a:lnTo>
                    <a:pt x="457874" y="1560078"/>
                  </a:lnTo>
                  <a:lnTo>
                    <a:pt x="459156" y="1554783"/>
                  </a:lnTo>
                  <a:lnTo>
                    <a:pt x="460438" y="1565372"/>
                  </a:lnTo>
                  <a:lnTo>
                    <a:pt x="461720" y="1570079"/>
                  </a:lnTo>
                  <a:lnTo>
                    <a:pt x="463002" y="1548312"/>
                  </a:lnTo>
                  <a:lnTo>
                    <a:pt x="464283" y="1541840"/>
                  </a:lnTo>
                  <a:lnTo>
                    <a:pt x="465565" y="1538310"/>
                  </a:lnTo>
                  <a:lnTo>
                    <a:pt x="466847" y="1568755"/>
                  </a:lnTo>
                  <a:lnTo>
                    <a:pt x="468129" y="1563516"/>
                  </a:lnTo>
                  <a:lnTo>
                    <a:pt x="469411" y="1550027"/>
                  </a:lnTo>
                  <a:lnTo>
                    <a:pt x="470693" y="1563137"/>
                  </a:lnTo>
                  <a:lnTo>
                    <a:pt x="471974" y="1582333"/>
                  </a:lnTo>
                  <a:lnTo>
                    <a:pt x="473256" y="1593569"/>
                  </a:lnTo>
                  <a:lnTo>
                    <a:pt x="474538" y="1598720"/>
                  </a:lnTo>
                  <a:lnTo>
                    <a:pt x="475820" y="1613523"/>
                  </a:lnTo>
                  <a:lnTo>
                    <a:pt x="477102" y="1564784"/>
                  </a:lnTo>
                  <a:lnTo>
                    <a:pt x="478384" y="1564196"/>
                  </a:lnTo>
                  <a:lnTo>
                    <a:pt x="479666" y="1565372"/>
                  </a:lnTo>
                  <a:lnTo>
                    <a:pt x="480947" y="1580080"/>
                  </a:lnTo>
                  <a:lnTo>
                    <a:pt x="482229" y="1592435"/>
                  </a:lnTo>
                  <a:lnTo>
                    <a:pt x="483511" y="1553606"/>
                  </a:lnTo>
                  <a:lnTo>
                    <a:pt x="484793" y="1521838"/>
                  </a:lnTo>
                  <a:lnTo>
                    <a:pt x="486075" y="1529374"/>
                  </a:lnTo>
                  <a:lnTo>
                    <a:pt x="487357" y="1518480"/>
                  </a:lnTo>
                  <a:lnTo>
                    <a:pt x="488638" y="1474663"/>
                  </a:lnTo>
                  <a:lnTo>
                    <a:pt x="489920" y="1474663"/>
                  </a:lnTo>
                  <a:lnTo>
                    <a:pt x="491202" y="1547194"/>
                  </a:lnTo>
                  <a:lnTo>
                    <a:pt x="492484" y="1514463"/>
                  </a:lnTo>
                  <a:lnTo>
                    <a:pt x="493766" y="1444760"/>
                  </a:lnTo>
                  <a:lnTo>
                    <a:pt x="495048" y="1409605"/>
                  </a:lnTo>
                  <a:lnTo>
                    <a:pt x="496330" y="1457693"/>
                  </a:lnTo>
                  <a:lnTo>
                    <a:pt x="497611" y="1492312"/>
                  </a:lnTo>
                  <a:lnTo>
                    <a:pt x="498893" y="1520020"/>
                  </a:lnTo>
                  <a:lnTo>
                    <a:pt x="500175" y="1529745"/>
                  </a:lnTo>
                  <a:lnTo>
                    <a:pt x="501457" y="1536575"/>
                  </a:lnTo>
                  <a:lnTo>
                    <a:pt x="502739" y="1556756"/>
                  </a:lnTo>
                  <a:lnTo>
                    <a:pt x="504021" y="1566692"/>
                  </a:lnTo>
                  <a:lnTo>
                    <a:pt x="505302" y="1566070"/>
                  </a:lnTo>
                  <a:lnTo>
                    <a:pt x="506584" y="1557416"/>
                  </a:lnTo>
                  <a:lnTo>
                    <a:pt x="507866" y="1525108"/>
                  </a:lnTo>
                  <a:lnTo>
                    <a:pt x="509148" y="1498858"/>
                  </a:lnTo>
                  <a:lnTo>
                    <a:pt x="510430" y="1480685"/>
                  </a:lnTo>
                  <a:lnTo>
                    <a:pt x="511712" y="1486743"/>
                  </a:lnTo>
                  <a:lnTo>
                    <a:pt x="512993" y="1519916"/>
                  </a:lnTo>
                  <a:lnTo>
                    <a:pt x="514275" y="1535782"/>
                  </a:lnTo>
                  <a:lnTo>
                    <a:pt x="515557" y="1545012"/>
                  </a:lnTo>
                  <a:lnTo>
                    <a:pt x="516839" y="1540612"/>
                  </a:lnTo>
                  <a:lnTo>
                    <a:pt x="518121" y="1508913"/>
                  </a:lnTo>
                  <a:lnTo>
                    <a:pt x="519403" y="1449827"/>
                  </a:lnTo>
                  <a:lnTo>
                    <a:pt x="520685" y="1424626"/>
                  </a:lnTo>
                  <a:lnTo>
                    <a:pt x="521966" y="1418417"/>
                  </a:lnTo>
                  <a:lnTo>
                    <a:pt x="523248" y="1411477"/>
                  </a:lnTo>
                  <a:lnTo>
                    <a:pt x="524530" y="1373667"/>
                  </a:lnTo>
                  <a:lnTo>
                    <a:pt x="525812" y="1393535"/>
                  </a:lnTo>
                  <a:lnTo>
                    <a:pt x="527094" y="1419221"/>
                  </a:lnTo>
                  <a:lnTo>
                    <a:pt x="528376" y="1425951"/>
                  </a:lnTo>
                  <a:lnTo>
                    <a:pt x="529657" y="1425549"/>
                  </a:lnTo>
                  <a:lnTo>
                    <a:pt x="530939" y="1407048"/>
                  </a:lnTo>
                  <a:lnTo>
                    <a:pt x="532221" y="1373265"/>
                  </a:lnTo>
                  <a:lnTo>
                    <a:pt x="533503" y="1345916"/>
                  </a:lnTo>
                  <a:lnTo>
                    <a:pt x="534785" y="1348485"/>
                  </a:lnTo>
                  <a:lnTo>
                    <a:pt x="536067" y="1279880"/>
                  </a:lnTo>
                  <a:lnTo>
                    <a:pt x="537349" y="1312185"/>
                  </a:lnTo>
                  <a:lnTo>
                    <a:pt x="538630" y="1365803"/>
                  </a:lnTo>
                  <a:lnTo>
                    <a:pt x="539912" y="1391732"/>
                  </a:lnTo>
                  <a:lnTo>
                    <a:pt x="541194" y="1400530"/>
                  </a:lnTo>
                  <a:lnTo>
                    <a:pt x="542476" y="1403308"/>
                  </a:lnTo>
                  <a:lnTo>
                    <a:pt x="543758" y="1420903"/>
                  </a:lnTo>
                  <a:lnTo>
                    <a:pt x="545040" y="1428312"/>
                  </a:lnTo>
                  <a:lnTo>
                    <a:pt x="546321" y="1445444"/>
                  </a:lnTo>
                  <a:lnTo>
                    <a:pt x="547603" y="1391547"/>
                  </a:lnTo>
                  <a:lnTo>
                    <a:pt x="548885" y="1421121"/>
                  </a:lnTo>
                  <a:lnTo>
                    <a:pt x="550167" y="1359178"/>
                  </a:lnTo>
                  <a:lnTo>
                    <a:pt x="551449" y="1406825"/>
                  </a:lnTo>
                  <a:lnTo>
                    <a:pt x="552731" y="1431861"/>
                  </a:lnTo>
                  <a:lnTo>
                    <a:pt x="554013" y="1469010"/>
                  </a:lnTo>
                  <a:lnTo>
                    <a:pt x="555294" y="1458511"/>
                  </a:lnTo>
                  <a:lnTo>
                    <a:pt x="556576" y="1463357"/>
                  </a:lnTo>
                  <a:lnTo>
                    <a:pt x="557858" y="1473048"/>
                  </a:lnTo>
                  <a:lnTo>
                    <a:pt x="559140" y="1542345"/>
                  </a:lnTo>
                  <a:lnTo>
                    <a:pt x="560422" y="1541133"/>
                  </a:lnTo>
                  <a:lnTo>
                    <a:pt x="561704" y="1548303"/>
                  </a:lnTo>
                  <a:lnTo>
                    <a:pt x="562985" y="1600487"/>
                  </a:lnTo>
                  <a:lnTo>
                    <a:pt x="564267" y="1608552"/>
                  </a:lnTo>
                  <a:lnTo>
                    <a:pt x="565549" y="1617205"/>
                  </a:lnTo>
                  <a:lnTo>
                    <a:pt x="566831" y="1607326"/>
                  </a:lnTo>
                  <a:lnTo>
                    <a:pt x="568113" y="1604522"/>
                  </a:lnTo>
                  <a:lnTo>
                    <a:pt x="569395" y="1610152"/>
                  </a:lnTo>
                  <a:lnTo>
                    <a:pt x="570676" y="1620207"/>
                  </a:lnTo>
                  <a:lnTo>
                    <a:pt x="571958" y="1627044"/>
                  </a:lnTo>
                  <a:lnTo>
                    <a:pt x="573240" y="1619001"/>
                  </a:lnTo>
                  <a:lnTo>
                    <a:pt x="574522" y="1606533"/>
                  </a:lnTo>
                  <a:lnTo>
                    <a:pt x="575804" y="1609750"/>
                  </a:lnTo>
                  <a:lnTo>
                    <a:pt x="577086" y="1614979"/>
                  </a:lnTo>
                  <a:lnTo>
                    <a:pt x="578368" y="1621126"/>
                  </a:lnTo>
                  <a:lnTo>
                    <a:pt x="579649" y="1618204"/>
                  </a:lnTo>
                  <a:lnTo>
                    <a:pt x="580931" y="1631096"/>
                  </a:lnTo>
                  <a:lnTo>
                    <a:pt x="582213" y="1619300"/>
                  </a:lnTo>
                  <a:lnTo>
                    <a:pt x="583495" y="1606533"/>
                  </a:lnTo>
                  <a:lnTo>
                    <a:pt x="584777" y="1626294"/>
                  </a:lnTo>
                  <a:lnTo>
                    <a:pt x="586059" y="1606211"/>
                  </a:lnTo>
                  <a:lnTo>
                    <a:pt x="587340" y="1606211"/>
                  </a:lnTo>
                  <a:lnTo>
                    <a:pt x="588622" y="1606211"/>
                  </a:lnTo>
                  <a:lnTo>
                    <a:pt x="589904" y="1606211"/>
                  </a:lnTo>
                  <a:lnTo>
                    <a:pt x="591186" y="1611361"/>
                  </a:lnTo>
                  <a:lnTo>
                    <a:pt x="592468" y="1607147"/>
                  </a:lnTo>
                  <a:lnTo>
                    <a:pt x="593750" y="1613060"/>
                  </a:lnTo>
                  <a:lnTo>
                    <a:pt x="595032" y="1607967"/>
                  </a:lnTo>
                  <a:lnTo>
                    <a:pt x="596313" y="1595198"/>
                  </a:lnTo>
                  <a:lnTo>
                    <a:pt x="597595" y="1533253"/>
                  </a:lnTo>
                  <a:lnTo>
                    <a:pt x="598877" y="1525103"/>
                  </a:lnTo>
                  <a:lnTo>
                    <a:pt x="600159" y="1467395"/>
                  </a:lnTo>
                  <a:lnTo>
                    <a:pt x="601441" y="1441552"/>
                  </a:lnTo>
                  <a:lnTo>
                    <a:pt x="602723" y="1469968"/>
                  </a:lnTo>
                  <a:lnTo>
                    <a:pt x="604004" y="1443547"/>
                  </a:lnTo>
                  <a:lnTo>
                    <a:pt x="605286" y="1496637"/>
                  </a:lnTo>
                  <a:lnTo>
                    <a:pt x="606568" y="1528290"/>
                  </a:lnTo>
                  <a:lnTo>
                    <a:pt x="607850" y="1497138"/>
                  </a:lnTo>
                  <a:lnTo>
                    <a:pt x="609132" y="1505344"/>
                  </a:lnTo>
                  <a:lnTo>
                    <a:pt x="610414" y="1490369"/>
                  </a:lnTo>
                  <a:lnTo>
                    <a:pt x="611695" y="1458228"/>
                  </a:lnTo>
                  <a:lnTo>
                    <a:pt x="612977" y="1431931"/>
                  </a:lnTo>
                  <a:lnTo>
                    <a:pt x="614259" y="1429374"/>
                  </a:lnTo>
                  <a:lnTo>
                    <a:pt x="615541" y="1428278"/>
                  </a:lnTo>
                  <a:lnTo>
                    <a:pt x="616823" y="1442157"/>
                  </a:lnTo>
                  <a:lnTo>
                    <a:pt x="618105" y="1465829"/>
                  </a:lnTo>
                  <a:lnTo>
                    <a:pt x="619387" y="1466838"/>
                  </a:lnTo>
                  <a:lnTo>
                    <a:pt x="620668" y="1467175"/>
                  </a:lnTo>
                  <a:lnTo>
                    <a:pt x="621950" y="1476600"/>
                  </a:lnTo>
                  <a:lnTo>
                    <a:pt x="623232" y="1477946"/>
                  </a:lnTo>
                  <a:lnTo>
                    <a:pt x="624514" y="1447271"/>
                  </a:lnTo>
                  <a:lnTo>
                    <a:pt x="625796" y="1425544"/>
                  </a:lnTo>
                  <a:lnTo>
                    <a:pt x="627078" y="1391732"/>
                  </a:lnTo>
                  <a:lnTo>
                    <a:pt x="628359" y="1395191"/>
                  </a:lnTo>
                  <a:lnTo>
                    <a:pt x="629641" y="1333580"/>
                  </a:lnTo>
                  <a:lnTo>
                    <a:pt x="630923" y="1406530"/>
                  </a:lnTo>
                  <a:lnTo>
                    <a:pt x="632205" y="1454771"/>
                  </a:lnTo>
                  <a:lnTo>
                    <a:pt x="633487" y="1453006"/>
                  </a:lnTo>
                  <a:lnTo>
                    <a:pt x="634769" y="1458889"/>
                  </a:lnTo>
                  <a:lnTo>
                    <a:pt x="636051" y="1476136"/>
                  </a:lnTo>
                  <a:lnTo>
                    <a:pt x="637332" y="1484764"/>
                  </a:lnTo>
                  <a:lnTo>
                    <a:pt x="638614" y="1494462"/>
                  </a:lnTo>
                  <a:lnTo>
                    <a:pt x="639896" y="1431861"/>
                  </a:lnTo>
                  <a:lnTo>
                    <a:pt x="641178" y="1442360"/>
                  </a:lnTo>
                  <a:lnTo>
                    <a:pt x="642460" y="1473048"/>
                  </a:lnTo>
                  <a:lnTo>
                    <a:pt x="643742" y="1507775"/>
                  </a:lnTo>
                  <a:lnTo>
                    <a:pt x="645023" y="1523119"/>
                  </a:lnTo>
                  <a:lnTo>
                    <a:pt x="646305" y="1534425"/>
                  </a:lnTo>
                  <a:lnTo>
                    <a:pt x="647587" y="1540886"/>
                  </a:lnTo>
                  <a:lnTo>
                    <a:pt x="648869" y="1555422"/>
                  </a:lnTo>
                  <a:lnTo>
                    <a:pt x="650151" y="1550577"/>
                  </a:lnTo>
                  <a:lnTo>
                    <a:pt x="651433" y="1557845"/>
                  </a:lnTo>
                  <a:lnTo>
                    <a:pt x="652714" y="1564306"/>
                  </a:lnTo>
                  <a:lnTo>
                    <a:pt x="653996" y="1571574"/>
                  </a:lnTo>
                  <a:lnTo>
                    <a:pt x="655278" y="1556230"/>
                  </a:lnTo>
                  <a:lnTo>
                    <a:pt x="656560" y="1539271"/>
                  </a:lnTo>
                  <a:lnTo>
                    <a:pt x="657842" y="1530387"/>
                  </a:lnTo>
                  <a:lnTo>
                    <a:pt x="659124" y="1506967"/>
                  </a:lnTo>
                  <a:lnTo>
                    <a:pt x="660406" y="1519888"/>
                  </a:lnTo>
                  <a:lnTo>
                    <a:pt x="661687" y="1534425"/>
                  </a:lnTo>
                  <a:lnTo>
                    <a:pt x="662969" y="1546539"/>
                  </a:lnTo>
                  <a:lnTo>
                    <a:pt x="664251" y="1555422"/>
                  </a:lnTo>
                  <a:lnTo>
                    <a:pt x="665533" y="1555422"/>
                  </a:lnTo>
                  <a:lnTo>
                    <a:pt x="666815" y="1548962"/>
                  </a:lnTo>
                  <a:lnTo>
                    <a:pt x="668097" y="1539271"/>
                  </a:lnTo>
                  <a:lnTo>
                    <a:pt x="669378" y="1544116"/>
                  </a:lnTo>
                  <a:lnTo>
                    <a:pt x="670660" y="1557038"/>
                  </a:lnTo>
                  <a:lnTo>
                    <a:pt x="671942" y="1571574"/>
                  </a:lnTo>
                  <a:lnTo>
                    <a:pt x="673224" y="1571574"/>
                  </a:lnTo>
                  <a:lnTo>
                    <a:pt x="674506" y="1586919"/>
                  </a:lnTo>
                  <a:lnTo>
                    <a:pt x="675788" y="1603878"/>
                  </a:lnTo>
                  <a:lnTo>
                    <a:pt x="677070" y="1612761"/>
                  </a:lnTo>
                  <a:lnTo>
                    <a:pt x="678351" y="1636182"/>
                  </a:lnTo>
                  <a:lnTo>
                    <a:pt x="679633" y="1649911"/>
                  </a:lnTo>
                  <a:lnTo>
                    <a:pt x="680915" y="1638604"/>
                  </a:lnTo>
                  <a:lnTo>
                    <a:pt x="682197" y="1636182"/>
                  </a:lnTo>
                  <a:lnTo>
                    <a:pt x="683479" y="1636182"/>
                  </a:lnTo>
                  <a:lnTo>
                    <a:pt x="684761" y="1636182"/>
                  </a:lnTo>
                  <a:lnTo>
                    <a:pt x="686042" y="1642642"/>
                  </a:lnTo>
                  <a:lnTo>
                    <a:pt x="687324" y="1652334"/>
                  </a:lnTo>
                  <a:lnTo>
                    <a:pt x="688606" y="1652334"/>
                  </a:lnTo>
                  <a:lnTo>
                    <a:pt x="689888" y="1652334"/>
                  </a:lnTo>
                  <a:lnTo>
                    <a:pt x="691170" y="1649911"/>
                  </a:lnTo>
                  <a:lnTo>
                    <a:pt x="692452" y="1636182"/>
                  </a:lnTo>
                  <a:lnTo>
                    <a:pt x="693734" y="1636182"/>
                  </a:lnTo>
                  <a:lnTo>
                    <a:pt x="695015" y="1632951"/>
                  </a:lnTo>
                  <a:lnTo>
                    <a:pt x="696297" y="1615992"/>
                  </a:lnTo>
                  <a:lnTo>
                    <a:pt x="697579" y="1588534"/>
                  </a:lnTo>
                  <a:lnTo>
                    <a:pt x="698861" y="1556230"/>
                  </a:lnTo>
                  <a:lnTo>
                    <a:pt x="700143" y="1556230"/>
                  </a:lnTo>
                  <a:lnTo>
                    <a:pt x="701425" y="1542501"/>
                  </a:lnTo>
                  <a:lnTo>
                    <a:pt x="702706" y="1468202"/>
                  </a:lnTo>
                  <a:lnTo>
                    <a:pt x="703988" y="1456089"/>
                  </a:lnTo>
                  <a:lnTo>
                    <a:pt x="705270" y="1419747"/>
                  </a:lnTo>
                  <a:lnTo>
                    <a:pt x="706552" y="1400365"/>
                  </a:lnTo>
                  <a:lnTo>
                    <a:pt x="707834" y="1445750"/>
                  </a:lnTo>
                  <a:lnTo>
                    <a:pt x="709116" y="1435668"/>
                  </a:lnTo>
                  <a:lnTo>
                    <a:pt x="710397" y="1476467"/>
                  </a:lnTo>
                  <a:lnTo>
                    <a:pt x="711679" y="1494725"/>
                  </a:lnTo>
                  <a:lnTo>
                    <a:pt x="712961" y="1494022"/>
                  </a:lnTo>
                  <a:lnTo>
                    <a:pt x="714243" y="1508322"/>
                  </a:lnTo>
                  <a:lnTo>
                    <a:pt x="715525" y="1478516"/>
                  </a:lnTo>
                  <a:lnTo>
                    <a:pt x="716807" y="1474339"/>
                  </a:lnTo>
                  <a:lnTo>
                    <a:pt x="718089" y="1478553"/>
                  </a:lnTo>
                  <a:lnTo>
                    <a:pt x="719370" y="1468483"/>
                  </a:lnTo>
                  <a:lnTo>
                    <a:pt x="720652" y="1470116"/>
                  </a:lnTo>
                  <a:lnTo>
                    <a:pt x="721934" y="1489983"/>
                  </a:lnTo>
                  <a:lnTo>
                    <a:pt x="723216" y="1493249"/>
                  </a:lnTo>
                  <a:lnTo>
                    <a:pt x="724498" y="1500869"/>
                  </a:lnTo>
                  <a:lnTo>
                    <a:pt x="725780" y="1504951"/>
                  </a:lnTo>
                  <a:lnTo>
                    <a:pt x="727061" y="1506856"/>
                  </a:lnTo>
                  <a:lnTo>
                    <a:pt x="728343" y="1506584"/>
                  </a:lnTo>
                  <a:lnTo>
                    <a:pt x="729625" y="1499724"/>
                  </a:lnTo>
                  <a:lnTo>
                    <a:pt x="730907" y="1482242"/>
                  </a:lnTo>
                  <a:lnTo>
                    <a:pt x="732189" y="1446643"/>
                  </a:lnTo>
                  <a:lnTo>
                    <a:pt x="733471" y="1388950"/>
                  </a:lnTo>
                  <a:lnTo>
                    <a:pt x="734753" y="1416298"/>
                  </a:lnTo>
                  <a:lnTo>
                    <a:pt x="736034" y="1390343"/>
                  </a:lnTo>
                  <a:lnTo>
                    <a:pt x="737316" y="1415810"/>
                  </a:lnTo>
                  <a:lnTo>
                    <a:pt x="738598" y="1314754"/>
                  </a:lnTo>
                  <a:lnTo>
                    <a:pt x="739880" y="1295340"/>
                  </a:lnTo>
                  <a:lnTo>
                    <a:pt x="741162" y="1289457"/>
                  </a:lnTo>
                  <a:lnTo>
                    <a:pt x="742444" y="1270631"/>
                  </a:lnTo>
                  <a:lnTo>
                    <a:pt x="743725" y="1250041"/>
                  </a:lnTo>
                  <a:lnTo>
                    <a:pt x="745007" y="1229450"/>
                  </a:lnTo>
                  <a:lnTo>
                    <a:pt x="746289" y="1254159"/>
                  </a:lnTo>
                  <a:lnTo>
                    <a:pt x="747571" y="1268278"/>
                  </a:lnTo>
                  <a:lnTo>
                    <a:pt x="748853" y="1298870"/>
                  </a:lnTo>
                  <a:lnTo>
                    <a:pt x="750135" y="1312872"/>
                  </a:lnTo>
                  <a:lnTo>
                    <a:pt x="751416" y="1341845"/>
                  </a:lnTo>
                  <a:lnTo>
                    <a:pt x="752698" y="1254998"/>
                  </a:lnTo>
                  <a:lnTo>
                    <a:pt x="753980" y="1287302"/>
                  </a:lnTo>
                  <a:lnTo>
                    <a:pt x="755262" y="1315567"/>
                  </a:lnTo>
                  <a:lnTo>
                    <a:pt x="756544" y="1292147"/>
                  </a:lnTo>
                  <a:lnTo>
                    <a:pt x="757826" y="1317183"/>
                  </a:lnTo>
                  <a:lnTo>
                    <a:pt x="759108" y="1337372"/>
                  </a:lnTo>
                  <a:lnTo>
                    <a:pt x="760389" y="1352717"/>
                  </a:lnTo>
                  <a:lnTo>
                    <a:pt x="761671" y="1380982"/>
                  </a:lnTo>
                  <a:lnTo>
                    <a:pt x="762953" y="1418132"/>
                  </a:lnTo>
                  <a:lnTo>
                    <a:pt x="764235" y="1442360"/>
                  </a:lnTo>
                  <a:lnTo>
                    <a:pt x="765517" y="1435091"/>
                  </a:lnTo>
                  <a:lnTo>
                    <a:pt x="766799" y="1426208"/>
                  </a:lnTo>
                  <a:lnTo>
                    <a:pt x="768080" y="1393904"/>
                  </a:lnTo>
                  <a:lnTo>
                    <a:pt x="769362" y="1391481"/>
                  </a:lnTo>
                  <a:lnTo>
                    <a:pt x="770644" y="1402787"/>
                  </a:lnTo>
                  <a:lnTo>
                    <a:pt x="771926" y="1426208"/>
                  </a:lnTo>
                  <a:lnTo>
                    <a:pt x="773208" y="1433476"/>
                  </a:lnTo>
                  <a:lnTo>
                    <a:pt x="774490" y="1454473"/>
                  </a:lnTo>
                  <a:lnTo>
                    <a:pt x="775772" y="1480316"/>
                  </a:lnTo>
                  <a:lnTo>
                    <a:pt x="777053" y="1497276"/>
                  </a:lnTo>
                  <a:lnTo>
                    <a:pt x="778335" y="1505352"/>
                  </a:lnTo>
                  <a:lnTo>
                    <a:pt x="779617" y="1491623"/>
                  </a:lnTo>
                  <a:lnTo>
                    <a:pt x="780899" y="1474663"/>
                  </a:lnTo>
                  <a:lnTo>
                    <a:pt x="782181" y="1479509"/>
                  </a:lnTo>
                  <a:lnTo>
                    <a:pt x="783463" y="1490815"/>
                  </a:lnTo>
                  <a:lnTo>
                    <a:pt x="784744" y="1502121"/>
                  </a:lnTo>
                  <a:lnTo>
                    <a:pt x="786026" y="1502121"/>
                  </a:lnTo>
                  <a:lnTo>
                    <a:pt x="787308" y="1513428"/>
                  </a:lnTo>
                  <a:lnTo>
                    <a:pt x="788590" y="1533617"/>
                  </a:lnTo>
                  <a:lnTo>
                    <a:pt x="789872" y="1539271"/>
                  </a:lnTo>
                  <a:lnTo>
                    <a:pt x="791154" y="1517466"/>
                  </a:lnTo>
                  <a:lnTo>
                    <a:pt x="792435" y="1487585"/>
                  </a:lnTo>
                  <a:lnTo>
                    <a:pt x="793717" y="1474663"/>
                  </a:lnTo>
                  <a:lnTo>
                    <a:pt x="794999" y="1485162"/>
                  </a:lnTo>
                  <a:lnTo>
                    <a:pt x="796281" y="1444782"/>
                  </a:lnTo>
                  <a:lnTo>
                    <a:pt x="797563" y="1452051"/>
                  </a:lnTo>
                  <a:lnTo>
                    <a:pt x="798845" y="1453666"/>
                  </a:lnTo>
                  <a:lnTo>
                    <a:pt x="800127" y="1421362"/>
                  </a:lnTo>
                  <a:lnTo>
                    <a:pt x="801408" y="1407633"/>
                  </a:lnTo>
                  <a:lnTo>
                    <a:pt x="802690" y="1393904"/>
                  </a:lnTo>
                  <a:lnTo>
                    <a:pt x="803972" y="1396327"/>
                  </a:lnTo>
                  <a:lnTo>
                    <a:pt x="805254" y="1408441"/>
                  </a:lnTo>
                  <a:lnTo>
                    <a:pt x="806536" y="1406825"/>
                  </a:lnTo>
                  <a:lnTo>
                    <a:pt x="807818" y="1400365"/>
                  </a:lnTo>
                  <a:lnTo>
                    <a:pt x="809099" y="1371291"/>
                  </a:lnTo>
                  <a:lnTo>
                    <a:pt x="810381" y="1341410"/>
                  </a:lnTo>
                  <a:lnTo>
                    <a:pt x="811663" y="1331719"/>
                  </a:lnTo>
                  <a:lnTo>
                    <a:pt x="812945" y="1329297"/>
                  </a:lnTo>
                  <a:lnTo>
                    <a:pt x="814227" y="1439305"/>
                  </a:lnTo>
                  <a:lnTo>
                    <a:pt x="815509" y="1469479"/>
                  </a:lnTo>
                  <a:lnTo>
                    <a:pt x="816791" y="1459478"/>
                  </a:lnTo>
                  <a:lnTo>
                    <a:pt x="818072" y="1463007"/>
                  </a:lnTo>
                  <a:lnTo>
                    <a:pt x="819354" y="1475950"/>
                  </a:lnTo>
                  <a:lnTo>
                    <a:pt x="820636" y="1513046"/>
                  </a:lnTo>
                  <a:lnTo>
                    <a:pt x="821918" y="1512572"/>
                  </a:lnTo>
                  <a:lnTo>
                    <a:pt x="823200" y="1506953"/>
                  </a:lnTo>
                  <a:lnTo>
                    <a:pt x="824482" y="1531452"/>
                  </a:lnTo>
                  <a:lnTo>
                    <a:pt x="825763" y="1535008"/>
                  </a:lnTo>
                  <a:lnTo>
                    <a:pt x="827045" y="1528509"/>
                  </a:lnTo>
                  <a:lnTo>
                    <a:pt x="828327" y="1535346"/>
                  </a:lnTo>
                  <a:lnTo>
                    <a:pt x="829609" y="1561086"/>
                  </a:lnTo>
                  <a:lnTo>
                    <a:pt x="830891" y="1571945"/>
                  </a:lnTo>
                  <a:lnTo>
                    <a:pt x="832173" y="1560281"/>
                  </a:lnTo>
                  <a:lnTo>
                    <a:pt x="833455" y="1557928"/>
                  </a:lnTo>
                  <a:lnTo>
                    <a:pt x="834736" y="1525213"/>
                  </a:lnTo>
                  <a:lnTo>
                    <a:pt x="836018" y="1528022"/>
                  </a:lnTo>
                  <a:lnTo>
                    <a:pt x="837300" y="1530831"/>
                  </a:lnTo>
                  <a:lnTo>
                    <a:pt x="838582" y="1537123"/>
                  </a:lnTo>
                  <a:lnTo>
                    <a:pt x="839864" y="1553850"/>
                  </a:lnTo>
                  <a:lnTo>
                    <a:pt x="841146" y="1503600"/>
                  </a:lnTo>
                  <a:lnTo>
                    <a:pt x="842427" y="1494188"/>
                  </a:lnTo>
                  <a:lnTo>
                    <a:pt x="843709" y="1496886"/>
                  </a:lnTo>
                  <a:lnTo>
                    <a:pt x="844991" y="1485680"/>
                  </a:lnTo>
                  <a:lnTo>
                    <a:pt x="846273" y="1393904"/>
                  </a:lnTo>
                  <a:lnTo>
                    <a:pt x="847555" y="1370484"/>
                  </a:lnTo>
                  <a:lnTo>
                    <a:pt x="848837" y="1449443"/>
                  </a:lnTo>
                  <a:lnTo>
                    <a:pt x="850118" y="1425364"/>
                  </a:lnTo>
                  <a:lnTo>
                    <a:pt x="851400" y="1418091"/>
                  </a:lnTo>
                  <a:lnTo>
                    <a:pt x="852682" y="1404177"/>
                  </a:lnTo>
                  <a:lnTo>
                    <a:pt x="853964" y="1394176"/>
                  </a:lnTo>
                  <a:lnTo>
                    <a:pt x="855246" y="1385351"/>
                  </a:lnTo>
                  <a:lnTo>
                    <a:pt x="856528" y="1380056"/>
                  </a:lnTo>
                  <a:lnTo>
                    <a:pt x="857810" y="1442789"/>
                  </a:lnTo>
                  <a:lnTo>
                    <a:pt x="859091" y="1448222"/>
                  </a:lnTo>
                  <a:lnTo>
                    <a:pt x="860373" y="1409569"/>
                  </a:lnTo>
                  <a:lnTo>
                    <a:pt x="861655" y="1377732"/>
                  </a:lnTo>
                  <a:lnTo>
                    <a:pt x="862937" y="1357131"/>
                  </a:lnTo>
                  <a:lnTo>
                    <a:pt x="864219" y="1348704"/>
                  </a:lnTo>
                  <a:lnTo>
                    <a:pt x="865501" y="1340745"/>
                  </a:lnTo>
                  <a:lnTo>
                    <a:pt x="866782" y="1350109"/>
                  </a:lnTo>
                  <a:lnTo>
                    <a:pt x="868064" y="1353764"/>
                  </a:lnTo>
                  <a:lnTo>
                    <a:pt x="869346" y="1384324"/>
                  </a:lnTo>
                  <a:lnTo>
                    <a:pt x="870628" y="1396826"/>
                  </a:lnTo>
                  <a:lnTo>
                    <a:pt x="871910" y="1333580"/>
                  </a:lnTo>
                  <a:lnTo>
                    <a:pt x="873192" y="1325932"/>
                  </a:lnTo>
                  <a:lnTo>
                    <a:pt x="874474" y="1322402"/>
                  </a:lnTo>
                  <a:lnTo>
                    <a:pt x="875755" y="1315343"/>
                  </a:lnTo>
                  <a:lnTo>
                    <a:pt x="877037" y="1331802"/>
                  </a:lnTo>
                  <a:lnTo>
                    <a:pt x="878319" y="1331802"/>
                  </a:lnTo>
                  <a:lnTo>
                    <a:pt x="879601" y="1380056"/>
                  </a:lnTo>
                  <a:lnTo>
                    <a:pt x="880883" y="1506563"/>
                  </a:lnTo>
                  <a:lnTo>
                    <a:pt x="882165" y="1534109"/>
                  </a:lnTo>
                  <a:lnTo>
                    <a:pt x="883446" y="1548623"/>
                  </a:lnTo>
                  <a:lnTo>
                    <a:pt x="884728" y="1572501"/>
                  </a:lnTo>
                  <a:lnTo>
                    <a:pt x="886010" y="1576246"/>
                  </a:lnTo>
                  <a:lnTo>
                    <a:pt x="887292" y="1567350"/>
                  </a:lnTo>
                  <a:lnTo>
                    <a:pt x="888574" y="1556114"/>
                  </a:lnTo>
                  <a:lnTo>
                    <a:pt x="889856" y="1568287"/>
                  </a:lnTo>
                  <a:lnTo>
                    <a:pt x="891137" y="1557518"/>
                  </a:lnTo>
                  <a:lnTo>
                    <a:pt x="892419" y="1560328"/>
                  </a:lnTo>
                  <a:lnTo>
                    <a:pt x="893701" y="1538791"/>
                  </a:lnTo>
                  <a:lnTo>
                    <a:pt x="894983" y="1540663"/>
                  </a:lnTo>
                  <a:lnTo>
                    <a:pt x="896265" y="1520531"/>
                  </a:lnTo>
                  <a:lnTo>
                    <a:pt x="897547" y="1519528"/>
                  </a:lnTo>
                  <a:lnTo>
                    <a:pt x="898829" y="1455948"/>
                  </a:lnTo>
                  <a:lnTo>
                    <a:pt x="900110" y="1422939"/>
                  </a:lnTo>
                  <a:lnTo>
                    <a:pt x="901392" y="1419303"/>
                  </a:lnTo>
                  <a:lnTo>
                    <a:pt x="902674" y="1425364"/>
                  </a:lnTo>
                  <a:lnTo>
                    <a:pt x="903956" y="1419349"/>
                  </a:lnTo>
                  <a:lnTo>
                    <a:pt x="905238" y="1399470"/>
                  </a:lnTo>
                  <a:lnTo>
                    <a:pt x="906520" y="1411236"/>
                  </a:lnTo>
                  <a:lnTo>
                    <a:pt x="907801" y="1420061"/>
                  </a:lnTo>
                  <a:lnTo>
                    <a:pt x="909083" y="1478848"/>
                  </a:lnTo>
                  <a:lnTo>
                    <a:pt x="910365" y="1491747"/>
                  </a:lnTo>
                  <a:lnTo>
                    <a:pt x="911647" y="1510268"/>
                  </a:lnTo>
                  <a:lnTo>
                    <a:pt x="912929" y="1544532"/>
                  </a:lnTo>
                  <a:lnTo>
                    <a:pt x="914211" y="1540663"/>
                  </a:lnTo>
                  <a:lnTo>
                    <a:pt x="915493" y="1549559"/>
                  </a:lnTo>
                  <a:lnTo>
                    <a:pt x="916774" y="1560328"/>
                  </a:lnTo>
                  <a:lnTo>
                    <a:pt x="918056" y="1533172"/>
                  </a:lnTo>
                  <a:lnTo>
                    <a:pt x="919338" y="1541132"/>
                  </a:lnTo>
                  <a:lnTo>
                    <a:pt x="920620" y="1526011"/>
                  </a:lnTo>
                  <a:lnTo>
                    <a:pt x="921902" y="1515824"/>
                  </a:lnTo>
                  <a:lnTo>
                    <a:pt x="923184" y="1453594"/>
                  </a:lnTo>
                  <a:lnTo>
                    <a:pt x="924465" y="1453006"/>
                  </a:lnTo>
                  <a:lnTo>
                    <a:pt x="925747" y="1454771"/>
                  </a:lnTo>
                  <a:lnTo>
                    <a:pt x="927029" y="1421826"/>
                  </a:lnTo>
                  <a:lnTo>
                    <a:pt x="928311" y="1395096"/>
                  </a:lnTo>
                  <a:lnTo>
                    <a:pt x="929593" y="1364752"/>
                  </a:lnTo>
                  <a:lnTo>
                    <a:pt x="930875" y="1317475"/>
                  </a:lnTo>
                  <a:lnTo>
                    <a:pt x="932157" y="1294197"/>
                  </a:lnTo>
                  <a:lnTo>
                    <a:pt x="933438" y="1153241"/>
                  </a:lnTo>
                  <a:lnTo>
                    <a:pt x="934720" y="1129821"/>
                  </a:lnTo>
                  <a:lnTo>
                    <a:pt x="936002" y="1122553"/>
                  </a:lnTo>
                  <a:lnTo>
                    <a:pt x="937284" y="1143550"/>
                  </a:lnTo>
                  <a:lnTo>
                    <a:pt x="938566" y="1147588"/>
                  </a:lnTo>
                  <a:lnTo>
                    <a:pt x="939848" y="1137897"/>
                  </a:lnTo>
                  <a:lnTo>
                    <a:pt x="941129" y="1074905"/>
                  </a:lnTo>
                  <a:lnTo>
                    <a:pt x="942411" y="1051485"/>
                  </a:lnTo>
                  <a:lnTo>
                    <a:pt x="943693" y="1049062"/>
                  </a:lnTo>
                  <a:lnTo>
                    <a:pt x="944975" y="1037756"/>
                  </a:lnTo>
                  <a:lnTo>
                    <a:pt x="946257" y="1070867"/>
                  </a:lnTo>
                  <a:lnTo>
                    <a:pt x="947539" y="1221808"/>
                  </a:lnTo>
                  <a:lnTo>
                    <a:pt x="948820" y="1264743"/>
                  </a:lnTo>
                  <a:lnTo>
                    <a:pt x="950102" y="1280502"/>
                  </a:lnTo>
                  <a:lnTo>
                    <a:pt x="951384" y="1272016"/>
                  </a:lnTo>
                  <a:lnTo>
                    <a:pt x="952666" y="1274441"/>
                  </a:lnTo>
                  <a:lnTo>
                    <a:pt x="953948" y="1296261"/>
                  </a:lnTo>
                  <a:lnTo>
                    <a:pt x="955230" y="1322337"/>
                  </a:lnTo>
                  <a:lnTo>
                    <a:pt x="956512" y="1348876"/>
                  </a:lnTo>
                  <a:lnTo>
                    <a:pt x="957793" y="1358877"/>
                  </a:lnTo>
                  <a:lnTo>
                    <a:pt x="959075" y="1397117"/>
                  </a:lnTo>
                  <a:lnTo>
                    <a:pt x="960357" y="1423002"/>
                  </a:lnTo>
                  <a:lnTo>
                    <a:pt x="961639" y="1400647"/>
                  </a:lnTo>
                  <a:lnTo>
                    <a:pt x="962921" y="1411825"/>
                  </a:lnTo>
                  <a:lnTo>
                    <a:pt x="964203" y="1411825"/>
                  </a:lnTo>
                  <a:lnTo>
                    <a:pt x="965484" y="1400647"/>
                  </a:lnTo>
                  <a:lnTo>
                    <a:pt x="966766" y="1414454"/>
                  </a:lnTo>
                  <a:lnTo>
                    <a:pt x="968048" y="1398089"/>
                  </a:lnTo>
                  <a:lnTo>
                    <a:pt x="969330" y="1413848"/>
                  </a:lnTo>
                  <a:lnTo>
                    <a:pt x="970612" y="1404756"/>
                  </a:lnTo>
                  <a:lnTo>
                    <a:pt x="971894" y="1370207"/>
                  </a:lnTo>
                  <a:lnTo>
                    <a:pt x="973176" y="1331416"/>
                  </a:lnTo>
                  <a:lnTo>
                    <a:pt x="974457" y="1275564"/>
                  </a:lnTo>
                  <a:lnTo>
                    <a:pt x="975739" y="1120938"/>
                  </a:lnTo>
                  <a:lnTo>
                    <a:pt x="977021" y="1092672"/>
                  </a:lnTo>
                  <a:lnTo>
                    <a:pt x="978303" y="1051485"/>
                  </a:lnTo>
                  <a:lnTo>
                    <a:pt x="979585" y="1057946"/>
                  </a:lnTo>
                  <a:lnTo>
                    <a:pt x="980867" y="1091057"/>
                  </a:lnTo>
                  <a:lnTo>
                    <a:pt x="982148" y="1257277"/>
                  </a:lnTo>
                  <a:lnTo>
                    <a:pt x="983430" y="1267324"/>
                  </a:lnTo>
                  <a:lnTo>
                    <a:pt x="984712" y="1264160"/>
                  </a:lnTo>
                  <a:lnTo>
                    <a:pt x="985994" y="1214742"/>
                  </a:lnTo>
                  <a:lnTo>
                    <a:pt x="987276" y="1220037"/>
                  </a:lnTo>
                  <a:lnTo>
                    <a:pt x="988558" y="1235333"/>
                  </a:lnTo>
                  <a:lnTo>
                    <a:pt x="989839" y="1260630"/>
                  </a:lnTo>
                  <a:lnTo>
                    <a:pt x="991121" y="1306518"/>
                  </a:lnTo>
                  <a:lnTo>
                    <a:pt x="992403" y="1359466"/>
                  </a:lnTo>
                  <a:lnTo>
                    <a:pt x="993685" y="1369467"/>
                  </a:lnTo>
                  <a:lnTo>
                    <a:pt x="994967" y="1436183"/>
                  </a:lnTo>
                  <a:lnTo>
                    <a:pt x="996249" y="1412569"/>
                  </a:lnTo>
                  <a:lnTo>
                    <a:pt x="997531" y="1425997"/>
                  </a:lnTo>
                  <a:lnTo>
                    <a:pt x="998812" y="1400205"/>
                  </a:lnTo>
                  <a:lnTo>
                    <a:pt x="1000094" y="1451231"/>
                  </a:lnTo>
                  <a:lnTo>
                    <a:pt x="1001376" y="1420407"/>
                  </a:lnTo>
                  <a:lnTo>
                    <a:pt x="1002658" y="1348236"/>
                  </a:lnTo>
                  <a:lnTo>
                    <a:pt x="1003940" y="1333722"/>
                  </a:lnTo>
                  <a:lnTo>
                    <a:pt x="1005222" y="1377264"/>
                  </a:lnTo>
                  <a:lnTo>
                    <a:pt x="1006503" y="1374923"/>
                  </a:lnTo>
                  <a:lnTo>
                    <a:pt x="1007785" y="1326231"/>
                  </a:lnTo>
                  <a:lnTo>
                    <a:pt x="1009067" y="1291116"/>
                  </a:lnTo>
                  <a:lnTo>
                    <a:pt x="1010349" y="1232592"/>
                  </a:lnTo>
                  <a:lnTo>
                    <a:pt x="1011631" y="1173600"/>
                  </a:lnTo>
                  <a:lnTo>
                    <a:pt x="1012913" y="1234674"/>
                  </a:lnTo>
                  <a:lnTo>
                    <a:pt x="1014195" y="1110862"/>
                  </a:lnTo>
                  <a:lnTo>
                    <a:pt x="1015476" y="1204245"/>
                  </a:lnTo>
                  <a:lnTo>
                    <a:pt x="1016758" y="1189624"/>
                  </a:lnTo>
                  <a:lnTo>
                    <a:pt x="1018040" y="1117416"/>
                  </a:lnTo>
                  <a:lnTo>
                    <a:pt x="1019322" y="1086134"/>
                  </a:lnTo>
                  <a:lnTo>
                    <a:pt x="1020604" y="1081503"/>
                  </a:lnTo>
                  <a:lnTo>
                    <a:pt x="1021886" y="1081365"/>
                  </a:lnTo>
                  <a:lnTo>
                    <a:pt x="1023167" y="1099157"/>
                  </a:lnTo>
                  <a:lnTo>
                    <a:pt x="1024449" y="1078556"/>
                  </a:lnTo>
                  <a:lnTo>
                    <a:pt x="1025731" y="1081365"/>
                  </a:lnTo>
                  <a:lnTo>
                    <a:pt x="1027013" y="1125844"/>
                  </a:lnTo>
                  <a:lnTo>
                    <a:pt x="1028295" y="1139421"/>
                  </a:lnTo>
                  <a:lnTo>
                    <a:pt x="1029577" y="1182027"/>
                  </a:lnTo>
                  <a:lnTo>
                    <a:pt x="1030858" y="1236337"/>
                  </a:lnTo>
                  <a:lnTo>
                    <a:pt x="1032140" y="1300516"/>
                  </a:lnTo>
                  <a:lnTo>
                    <a:pt x="1033422" y="1330765"/>
                  </a:lnTo>
                  <a:lnTo>
                    <a:pt x="1034704" y="1280044"/>
                  </a:lnTo>
                  <a:lnTo>
                    <a:pt x="1035986" y="1299458"/>
                  </a:lnTo>
                  <a:lnTo>
                    <a:pt x="1037268" y="1294164"/>
                  </a:lnTo>
                  <a:lnTo>
                    <a:pt x="1038550" y="1349548"/>
                  </a:lnTo>
                  <a:lnTo>
                    <a:pt x="1039831" y="1398089"/>
                  </a:lnTo>
                  <a:lnTo>
                    <a:pt x="1041113" y="1290532"/>
                  </a:lnTo>
                  <a:lnTo>
                    <a:pt x="1042395" y="1330104"/>
                  </a:lnTo>
                  <a:lnTo>
                    <a:pt x="1043677" y="1370484"/>
                  </a:lnTo>
                  <a:lnTo>
                    <a:pt x="1044959" y="1389058"/>
                  </a:lnTo>
                  <a:lnTo>
                    <a:pt x="1046241" y="1355947"/>
                  </a:lnTo>
                  <a:lnTo>
                    <a:pt x="1047522" y="1364831"/>
                  </a:lnTo>
                  <a:lnTo>
                    <a:pt x="1048804" y="1378560"/>
                  </a:lnTo>
                  <a:lnTo>
                    <a:pt x="1050086" y="1334142"/>
                  </a:lnTo>
                  <a:lnTo>
                    <a:pt x="1051368" y="1247730"/>
                  </a:lnTo>
                  <a:lnTo>
                    <a:pt x="1052650" y="1185545"/>
                  </a:lnTo>
                  <a:lnTo>
                    <a:pt x="1053932" y="1141935"/>
                  </a:lnTo>
                  <a:lnTo>
                    <a:pt x="1055214" y="1104786"/>
                  </a:lnTo>
                  <a:lnTo>
                    <a:pt x="1056495" y="1269592"/>
                  </a:lnTo>
                  <a:lnTo>
                    <a:pt x="1057777" y="1292018"/>
                  </a:lnTo>
                  <a:lnTo>
                    <a:pt x="1059059" y="1282704"/>
                  </a:lnTo>
                  <a:lnTo>
                    <a:pt x="1060341" y="1356728"/>
                  </a:lnTo>
                  <a:lnTo>
                    <a:pt x="1061623" y="1350060"/>
                  </a:lnTo>
                  <a:lnTo>
                    <a:pt x="1062905" y="1316867"/>
                  </a:lnTo>
                  <a:lnTo>
                    <a:pt x="1064186" y="1284562"/>
                  </a:lnTo>
                  <a:lnTo>
                    <a:pt x="1065468" y="1280816"/>
                  </a:lnTo>
                  <a:lnTo>
                    <a:pt x="1066750" y="1269111"/>
                  </a:lnTo>
                  <a:lnTo>
                    <a:pt x="1068032" y="1253192"/>
                  </a:lnTo>
                  <a:lnTo>
                    <a:pt x="1069314" y="1266770"/>
                  </a:lnTo>
                  <a:lnTo>
                    <a:pt x="1070596" y="1298139"/>
                  </a:lnTo>
                  <a:lnTo>
                    <a:pt x="1071878" y="1330445"/>
                  </a:lnTo>
                  <a:lnTo>
                    <a:pt x="1073159" y="1354322"/>
                  </a:lnTo>
                  <a:lnTo>
                    <a:pt x="1074441" y="1374923"/>
                  </a:lnTo>
                  <a:lnTo>
                    <a:pt x="1075723" y="1390343"/>
                  </a:lnTo>
                  <a:lnTo>
                    <a:pt x="1077005" y="1369507"/>
                  </a:lnTo>
                  <a:lnTo>
                    <a:pt x="1078287" y="1344708"/>
                  </a:lnTo>
                  <a:lnTo>
                    <a:pt x="1079569" y="1270198"/>
                  </a:lnTo>
                  <a:lnTo>
                    <a:pt x="1080850" y="1263633"/>
                  </a:lnTo>
                  <a:lnTo>
                    <a:pt x="1082132" y="1165355"/>
                  </a:lnTo>
                  <a:lnTo>
                    <a:pt x="1083414" y="1215426"/>
                  </a:lnTo>
                  <a:lnTo>
                    <a:pt x="1084696" y="1246115"/>
                  </a:lnTo>
                  <a:lnTo>
                    <a:pt x="1085978" y="1224310"/>
                  </a:lnTo>
                  <a:lnTo>
                    <a:pt x="1087260" y="1217041"/>
                  </a:lnTo>
                  <a:lnTo>
                    <a:pt x="1088541" y="1208965"/>
                  </a:lnTo>
                  <a:lnTo>
                    <a:pt x="1089823" y="1187968"/>
                  </a:lnTo>
                  <a:lnTo>
                    <a:pt x="1091105" y="1174239"/>
                  </a:lnTo>
                  <a:lnTo>
                    <a:pt x="1092387" y="1171008"/>
                  </a:lnTo>
                  <a:lnTo>
                    <a:pt x="1093669" y="1161317"/>
                  </a:lnTo>
                  <a:lnTo>
                    <a:pt x="1094951" y="1120938"/>
                  </a:lnTo>
                  <a:lnTo>
                    <a:pt x="1096233" y="1091865"/>
                  </a:lnTo>
                  <a:lnTo>
                    <a:pt x="1097514" y="1203346"/>
                  </a:lnTo>
                  <a:lnTo>
                    <a:pt x="1098796" y="1192615"/>
                  </a:lnTo>
                  <a:lnTo>
                    <a:pt x="1100078" y="1185327"/>
                  </a:lnTo>
                  <a:lnTo>
                    <a:pt x="1101360" y="1170620"/>
                  </a:lnTo>
                  <a:lnTo>
                    <a:pt x="1102642" y="1137086"/>
                  </a:lnTo>
                  <a:lnTo>
                    <a:pt x="1103924" y="1221146"/>
                  </a:lnTo>
                  <a:lnTo>
                    <a:pt x="1105205" y="1275512"/>
                  </a:lnTo>
                  <a:lnTo>
                    <a:pt x="1106487" y="1287088"/>
                  </a:lnTo>
                  <a:lnTo>
                    <a:pt x="1107769" y="1289712"/>
                  </a:lnTo>
                  <a:lnTo>
                    <a:pt x="1109051" y="1313121"/>
                  </a:lnTo>
                  <a:lnTo>
                    <a:pt x="1110333" y="1329976"/>
                  </a:lnTo>
                  <a:lnTo>
                    <a:pt x="1111615" y="1344022"/>
                  </a:lnTo>
                  <a:lnTo>
                    <a:pt x="1112897" y="1344959"/>
                  </a:lnTo>
                  <a:lnTo>
                    <a:pt x="1114178" y="1349172"/>
                  </a:lnTo>
                  <a:lnTo>
                    <a:pt x="1115460" y="1373050"/>
                  </a:lnTo>
                  <a:lnTo>
                    <a:pt x="1116742" y="1426460"/>
                  </a:lnTo>
                  <a:lnTo>
                    <a:pt x="1118024" y="1447759"/>
                  </a:lnTo>
                  <a:lnTo>
                    <a:pt x="1119306" y="1390057"/>
                  </a:lnTo>
                  <a:lnTo>
                    <a:pt x="1120588" y="1394176"/>
                  </a:lnTo>
                  <a:lnTo>
                    <a:pt x="1121869" y="1410648"/>
                  </a:lnTo>
                  <a:lnTo>
                    <a:pt x="1123151" y="1448925"/>
                  </a:lnTo>
                  <a:lnTo>
                    <a:pt x="1124433" y="1429001"/>
                  </a:lnTo>
                  <a:lnTo>
                    <a:pt x="1125715" y="1424565"/>
                  </a:lnTo>
                  <a:lnTo>
                    <a:pt x="1126997" y="1306684"/>
                  </a:lnTo>
                  <a:lnTo>
                    <a:pt x="1128279" y="1263882"/>
                  </a:lnTo>
                  <a:lnTo>
                    <a:pt x="1129560" y="1240461"/>
                  </a:lnTo>
                  <a:lnTo>
                    <a:pt x="1130842" y="1232386"/>
                  </a:lnTo>
                  <a:lnTo>
                    <a:pt x="1132124" y="1354284"/>
                  </a:lnTo>
                  <a:lnTo>
                    <a:pt x="1133406" y="1385360"/>
                  </a:lnTo>
                  <a:lnTo>
                    <a:pt x="1134688" y="1407707"/>
                  </a:lnTo>
                  <a:lnTo>
                    <a:pt x="1135970" y="1397705"/>
                  </a:lnTo>
                  <a:lnTo>
                    <a:pt x="1137252" y="1406530"/>
                  </a:lnTo>
                  <a:lnTo>
                    <a:pt x="1138533" y="1401824"/>
                  </a:lnTo>
                  <a:lnTo>
                    <a:pt x="1139815" y="1423591"/>
                  </a:lnTo>
                  <a:lnTo>
                    <a:pt x="1141097" y="1447711"/>
                  </a:lnTo>
                  <a:lnTo>
                    <a:pt x="1142379" y="1448300"/>
                  </a:lnTo>
                  <a:lnTo>
                    <a:pt x="1143661" y="1458889"/>
                  </a:lnTo>
                  <a:lnTo>
                    <a:pt x="1144943" y="1469479"/>
                  </a:lnTo>
                  <a:lnTo>
                    <a:pt x="1146224" y="1501835"/>
                  </a:lnTo>
                  <a:lnTo>
                    <a:pt x="1147506" y="1542429"/>
                  </a:lnTo>
                  <a:lnTo>
                    <a:pt x="1148788" y="1550077"/>
                  </a:lnTo>
                  <a:lnTo>
                    <a:pt x="1150070" y="1545370"/>
                  </a:lnTo>
                  <a:lnTo>
                    <a:pt x="1151352" y="1548406"/>
                  </a:lnTo>
                  <a:lnTo>
                    <a:pt x="1152634" y="1535895"/>
                  </a:lnTo>
                  <a:lnTo>
                    <a:pt x="1153916" y="1462549"/>
                  </a:lnTo>
                  <a:lnTo>
                    <a:pt x="1155197" y="1481932"/>
                  </a:lnTo>
                  <a:lnTo>
                    <a:pt x="1156479" y="1460126"/>
                  </a:lnTo>
                  <a:lnTo>
                    <a:pt x="1157761" y="1469818"/>
                  </a:lnTo>
                  <a:lnTo>
                    <a:pt x="1159043" y="1431861"/>
                  </a:lnTo>
                  <a:lnTo>
                    <a:pt x="1160325" y="1418939"/>
                  </a:lnTo>
                  <a:lnTo>
                    <a:pt x="1161607" y="1406018"/>
                  </a:lnTo>
                  <a:lnTo>
                    <a:pt x="1162888" y="1364023"/>
                  </a:lnTo>
                  <a:lnTo>
                    <a:pt x="1164170" y="1345448"/>
                  </a:lnTo>
                  <a:lnTo>
                    <a:pt x="1165452" y="1338180"/>
                  </a:lnTo>
                  <a:lnTo>
                    <a:pt x="1166734" y="1329297"/>
                  </a:lnTo>
                  <a:lnTo>
                    <a:pt x="1168016" y="1342218"/>
                  </a:lnTo>
                  <a:lnTo>
                    <a:pt x="1169298" y="1337372"/>
                  </a:lnTo>
                  <a:lnTo>
                    <a:pt x="1170579" y="1322836"/>
                  </a:lnTo>
                  <a:lnTo>
                    <a:pt x="1171861" y="1326066"/>
                  </a:lnTo>
                  <a:lnTo>
                    <a:pt x="1173143" y="1312337"/>
                  </a:lnTo>
                  <a:lnTo>
                    <a:pt x="1174425" y="1312337"/>
                  </a:lnTo>
                  <a:lnTo>
                    <a:pt x="1175707" y="1308299"/>
                  </a:lnTo>
                  <a:lnTo>
                    <a:pt x="1176989" y="1292955"/>
                  </a:lnTo>
                  <a:lnTo>
                    <a:pt x="1178271" y="1323643"/>
                  </a:lnTo>
                  <a:lnTo>
                    <a:pt x="1179552" y="1336565"/>
                  </a:lnTo>
                  <a:lnTo>
                    <a:pt x="1180834" y="1347871"/>
                  </a:lnTo>
                  <a:lnTo>
                    <a:pt x="1182116" y="1397942"/>
                  </a:lnTo>
                  <a:lnTo>
                    <a:pt x="1183398" y="1418132"/>
                  </a:lnTo>
                  <a:lnTo>
                    <a:pt x="1184680" y="1417324"/>
                  </a:lnTo>
                  <a:lnTo>
                    <a:pt x="1185962" y="1409248"/>
                  </a:lnTo>
                  <a:lnTo>
                    <a:pt x="1187243" y="1388251"/>
                  </a:lnTo>
                  <a:lnTo>
                    <a:pt x="1188525" y="1393904"/>
                  </a:lnTo>
                  <a:lnTo>
                    <a:pt x="1189807" y="1418939"/>
                  </a:lnTo>
                  <a:lnTo>
                    <a:pt x="1191089" y="1420554"/>
                  </a:lnTo>
                  <a:lnTo>
                    <a:pt x="1192371" y="1451243"/>
                  </a:lnTo>
                  <a:lnTo>
                    <a:pt x="1193653" y="1461742"/>
                  </a:lnTo>
                  <a:lnTo>
                    <a:pt x="1194935" y="1493238"/>
                  </a:lnTo>
                  <a:lnTo>
                    <a:pt x="1196216" y="1500506"/>
                  </a:lnTo>
                  <a:lnTo>
                    <a:pt x="1197498" y="1490815"/>
                  </a:lnTo>
                  <a:lnTo>
                    <a:pt x="1198780" y="1482739"/>
                  </a:lnTo>
                  <a:lnTo>
                    <a:pt x="1200062" y="1468202"/>
                  </a:lnTo>
                  <a:lnTo>
                    <a:pt x="1201344" y="1439129"/>
                  </a:lnTo>
                  <a:lnTo>
                    <a:pt x="1202626" y="1429438"/>
                  </a:lnTo>
                  <a:lnTo>
                    <a:pt x="1203907" y="1426208"/>
                  </a:lnTo>
                  <a:lnTo>
                    <a:pt x="1205189" y="1443167"/>
                  </a:lnTo>
                  <a:lnTo>
                    <a:pt x="1206471" y="1464164"/>
                  </a:lnTo>
                  <a:lnTo>
                    <a:pt x="1207753" y="1482739"/>
                  </a:lnTo>
                  <a:lnTo>
                    <a:pt x="1209035" y="1487585"/>
                  </a:lnTo>
                  <a:lnTo>
                    <a:pt x="1210317" y="1467395"/>
                  </a:lnTo>
                  <a:lnTo>
                    <a:pt x="1211599" y="1458511"/>
                  </a:lnTo>
                  <a:lnTo>
                    <a:pt x="1212880" y="1443167"/>
                  </a:lnTo>
                  <a:lnTo>
                    <a:pt x="1214162" y="1428630"/>
                  </a:lnTo>
                  <a:lnTo>
                    <a:pt x="1215444" y="1456089"/>
                  </a:lnTo>
                  <a:lnTo>
                    <a:pt x="1216726" y="1474663"/>
                  </a:lnTo>
                  <a:lnTo>
                    <a:pt x="1218008" y="1482739"/>
                  </a:lnTo>
                  <a:lnTo>
                    <a:pt x="1219290" y="1511005"/>
                  </a:lnTo>
                  <a:lnTo>
                    <a:pt x="1220571" y="1549769"/>
                  </a:lnTo>
                  <a:lnTo>
                    <a:pt x="1221853" y="1561883"/>
                  </a:lnTo>
                  <a:lnTo>
                    <a:pt x="1223135" y="1571574"/>
                  </a:lnTo>
                  <a:lnTo>
                    <a:pt x="1224417" y="1571574"/>
                  </a:lnTo>
                  <a:lnTo>
                    <a:pt x="1225699" y="1548962"/>
                  </a:lnTo>
                  <a:lnTo>
                    <a:pt x="1226981" y="1539271"/>
                  </a:lnTo>
                  <a:lnTo>
                    <a:pt x="1228262" y="1542501"/>
                  </a:lnTo>
                  <a:lnTo>
                    <a:pt x="1229544" y="1578843"/>
                  </a:lnTo>
                  <a:lnTo>
                    <a:pt x="1230826" y="1587726"/>
                  </a:lnTo>
                  <a:lnTo>
                    <a:pt x="1232108" y="1603070"/>
                  </a:lnTo>
                  <a:lnTo>
                    <a:pt x="1233390" y="1620030"/>
                  </a:lnTo>
                  <a:lnTo>
                    <a:pt x="1234672" y="1620030"/>
                  </a:lnTo>
                  <a:lnTo>
                    <a:pt x="1235954" y="1620030"/>
                  </a:lnTo>
                  <a:lnTo>
                    <a:pt x="1237235" y="1620030"/>
                  </a:lnTo>
                  <a:lnTo>
                    <a:pt x="1238517" y="1620030"/>
                  </a:lnTo>
                  <a:lnTo>
                    <a:pt x="1239799" y="1605493"/>
                  </a:lnTo>
                  <a:lnTo>
                    <a:pt x="1241081" y="1586919"/>
                  </a:lnTo>
                  <a:lnTo>
                    <a:pt x="1242363" y="1587726"/>
                  </a:lnTo>
                  <a:lnTo>
                    <a:pt x="1243645" y="1587726"/>
                  </a:lnTo>
                  <a:lnTo>
                    <a:pt x="1244926" y="1610339"/>
                  </a:lnTo>
                  <a:lnTo>
                    <a:pt x="1246208" y="1620030"/>
                  </a:lnTo>
                  <a:lnTo>
                    <a:pt x="1247490" y="1656295"/>
                  </a:lnTo>
                  <a:lnTo>
                    <a:pt x="1248772" y="1651446"/>
                  </a:lnTo>
                  <a:lnTo>
                    <a:pt x="1250054" y="1635969"/>
                  </a:lnTo>
                  <a:lnTo>
                    <a:pt x="1251336" y="1621262"/>
                  </a:lnTo>
                  <a:lnTo>
                    <a:pt x="1252618" y="1618756"/>
                  </a:lnTo>
                  <a:lnTo>
                    <a:pt x="1253899" y="1608893"/>
                  </a:lnTo>
                  <a:lnTo>
                    <a:pt x="1255181" y="1569223"/>
                  </a:lnTo>
                  <a:lnTo>
                    <a:pt x="1256463" y="1559391"/>
                  </a:lnTo>
                  <a:lnTo>
                    <a:pt x="1257745" y="1549559"/>
                  </a:lnTo>
                  <a:lnTo>
                    <a:pt x="1259027" y="1538322"/>
                  </a:lnTo>
                  <a:lnTo>
                    <a:pt x="1260309" y="1540663"/>
                  </a:lnTo>
                  <a:lnTo>
                    <a:pt x="1261590" y="1540663"/>
                  </a:lnTo>
                  <a:lnTo>
                    <a:pt x="1262872" y="1525213"/>
                  </a:lnTo>
                  <a:lnTo>
                    <a:pt x="1264154" y="1511635"/>
                  </a:lnTo>
                  <a:lnTo>
                    <a:pt x="1265436" y="1490567"/>
                  </a:lnTo>
                  <a:lnTo>
                    <a:pt x="1266718" y="1480171"/>
                  </a:lnTo>
                  <a:lnTo>
                    <a:pt x="1268000" y="1448685"/>
                  </a:lnTo>
                  <a:lnTo>
                    <a:pt x="1269281" y="1437109"/>
                  </a:lnTo>
                  <a:lnTo>
                    <a:pt x="1270563" y="1419401"/>
                  </a:lnTo>
                  <a:lnTo>
                    <a:pt x="1271845" y="1427361"/>
                  </a:lnTo>
                  <a:lnTo>
                    <a:pt x="1273127" y="1476917"/>
                  </a:lnTo>
                  <a:lnTo>
                    <a:pt x="1274409" y="1455452"/>
                  </a:lnTo>
                  <a:lnTo>
                    <a:pt x="1275691" y="1449834"/>
                  </a:lnTo>
                  <a:lnTo>
                    <a:pt x="1276973" y="1437661"/>
                  </a:lnTo>
                  <a:lnTo>
                    <a:pt x="1278254" y="1445620"/>
                  </a:lnTo>
                  <a:lnTo>
                    <a:pt x="1279536" y="1455920"/>
                  </a:lnTo>
                  <a:lnTo>
                    <a:pt x="1280818" y="1452175"/>
                  </a:lnTo>
                  <a:lnTo>
                    <a:pt x="1282100" y="1445152"/>
                  </a:lnTo>
                  <a:lnTo>
                    <a:pt x="1283382" y="1429233"/>
                  </a:lnTo>
                  <a:lnTo>
                    <a:pt x="1284664" y="1492724"/>
                  </a:lnTo>
                  <a:lnTo>
                    <a:pt x="1285945" y="1487083"/>
                  </a:lnTo>
                  <a:lnTo>
                    <a:pt x="1287227" y="1512823"/>
                  </a:lnTo>
                  <a:lnTo>
                    <a:pt x="1288509" y="1539750"/>
                  </a:lnTo>
                  <a:lnTo>
                    <a:pt x="1289791" y="1514445"/>
                  </a:lnTo>
                  <a:lnTo>
                    <a:pt x="1291073" y="1523080"/>
                  </a:lnTo>
                  <a:lnTo>
                    <a:pt x="1292355" y="1487716"/>
                  </a:lnTo>
                  <a:lnTo>
                    <a:pt x="1293637" y="1540869"/>
                  </a:lnTo>
                  <a:lnTo>
                    <a:pt x="1294918" y="1553329"/>
                  </a:lnTo>
                  <a:lnTo>
                    <a:pt x="1296200" y="1563053"/>
                  </a:lnTo>
                  <a:lnTo>
                    <a:pt x="1297482" y="1573703"/>
                  </a:lnTo>
                  <a:lnTo>
                    <a:pt x="1298764" y="1578119"/>
                  </a:lnTo>
                  <a:lnTo>
                    <a:pt x="1300046" y="1580460"/>
                  </a:lnTo>
                  <a:lnTo>
                    <a:pt x="1301328" y="1606533"/>
                  </a:lnTo>
                  <a:lnTo>
                    <a:pt x="1302609" y="1632448"/>
                  </a:lnTo>
                  <a:lnTo>
                    <a:pt x="1303891" y="1646551"/>
                  </a:lnTo>
                  <a:lnTo>
                    <a:pt x="1305173" y="1644291"/>
                  </a:lnTo>
                  <a:lnTo>
                    <a:pt x="1306455" y="1645904"/>
                  </a:lnTo>
                  <a:lnTo>
                    <a:pt x="1307737" y="1639839"/>
                  </a:lnTo>
                  <a:lnTo>
                    <a:pt x="1309019" y="1640070"/>
                  </a:lnTo>
                  <a:lnTo>
                    <a:pt x="1310300" y="1634530"/>
                  </a:lnTo>
                  <a:lnTo>
                    <a:pt x="1311582" y="1640649"/>
                  </a:lnTo>
                  <a:lnTo>
                    <a:pt x="1312864" y="1635232"/>
                  </a:lnTo>
                  <a:lnTo>
                    <a:pt x="1314146" y="1639892"/>
                  </a:lnTo>
                  <a:lnTo>
                    <a:pt x="1315428" y="1634777"/>
                  </a:lnTo>
                  <a:lnTo>
                    <a:pt x="1316710" y="1625460"/>
                  </a:lnTo>
                  <a:lnTo>
                    <a:pt x="1317992" y="1618358"/>
                  </a:lnTo>
                  <a:lnTo>
                    <a:pt x="1319273" y="1611040"/>
                  </a:lnTo>
                  <a:lnTo>
                    <a:pt x="1320555" y="1614103"/>
                  </a:lnTo>
                  <a:lnTo>
                    <a:pt x="1321837" y="1612402"/>
                  </a:lnTo>
                  <a:lnTo>
                    <a:pt x="1323119" y="1600615"/>
                  </a:lnTo>
                  <a:lnTo>
                    <a:pt x="1324401" y="1598422"/>
                  </a:lnTo>
                  <a:lnTo>
                    <a:pt x="1325683" y="1594951"/>
                  </a:lnTo>
                  <a:lnTo>
                    <a:pt x="1326964" y="1573220"/>
                  </a:lnTo>
                  <a:lnTo>
                    <a:pt x="1328246" y="1567731"/>
                  </a:lnTo>
                  <a:lnTo>
                    <a:pt x="1329528" y="1530624"/>
                  </a:lnTo>
                  <a:lnTo>
                    <a:pt x="1330810" y="1509029"/>
                  </a:lnTo>
                  <a:lnTo>
                    <a:pt x="1332092" y="1512793"/>
                  </a:lnTo>
                  <a:lnTo>
                    <a:pt x="1333374" y="1503575"/>
                  </a:lnTo>
                  <a:lnTo>
                    <a:pt x="1334656" y="1502087"/>
                  </a:lnTo>
                  <a:lnTo>
                    <a:pt x="1335937" y="1521114"/>
                  </a:lnTo>
                  <a:lnTo>
                    <a:pt x="1337219" y="1531813"/>
                  </a:lnTo>
                  <a:lnTo>
                    <a:pt x="1338501" y="1530228"/>
                  </a:lnTo>
                  <a:lnTo>
                    <a:pt x="1339783" y="1521907"/>
                  </a:lnTo>
                  <a:lnTo>
                    <a:pt x="1341065" y="1528049"/>
                  </a:lnTo>
                  <a:lnTo>
                    <a:pt x="1342347" y="1530030"/>
                  </a:lnTo>
                  <a:lnTo>
                    <a:pt x="1343628" y="1540926"/>
                  </a:lnTo>
                  <a:lnTo>
                    <a:pt x="1344910" y="1550040"/>
                  </a:lnTo>
                  <a:lnTo>
                    <a:pt x="1346192" y="1551604"/>
                  </a:lnTo>
                  <a:lnTo>
                    <a:pt x="1347474" y="1575406"/>
                  </a:lnTo>
                  <a:lnTo>
                    <a:pt x="1348756" y="1601333"/>
                  </a:lnTo>
                  <a:lnTo>
                    <a:pt x="1350038" y="1614681"/>
                  </a:lnTo>
                  <a:lnTo>
                    <a:pt x="1351320" y="1623913"/>
                  </a:lnTo>
                  <a:lnTo>
                    <a:pt x="1352601" y="1613474"/>
                  </a:lnTo>
                  <a:lnTo>
                    <a:pt x="1353883" y="1616260"/>
                  </a:lnTo>
                  <a:lnTo>
                    <a:pt x="1355165" y="1599602"/>
                  </a:lnTo>
                  <a:lnTo>
                    <a:pt x="1356447" y="1569261"/>
                  </a:lnTo>
                  <a:lnTo>
                    <a:pt x="1357729" y="1574921"/>
                  </a:lnTo>
                  <a:lnTo>
                    <a:pt x="1359011" y="1555177"/>
                  </a:lnTo>
                  <a:lnTo>
                    <a:pt x="1360292" y="1544532"/>
                  </a:lnTo>
                  <a:lnTo>
                    <a:pt x="1361574" y="1540388"/>
                  </a:lnTo>
                  <a:lnTo>
                    <a:pt x="1362856" y="1535271"/>
                  </a:lnTo>
                  <a:lnTo>
                    <a:pt x="1364138" y="1509805"/>
                  </a:lnTo>
                  <a:lnTo>
                    <a:pt x="1365420" y="1486821"/>
                  </a:lnTo>
                  <a:lnTo>
                    <a:pt x="1366702" y="1531847"/>
                  </a:lnTo>
                  <a:lnTo>
                    <a:pt x="1367983" y="1521177"/>
                  </a:lnTo>
                  <a:lnTo>
                    <a:pt x="1369265" y="1513628"/>
                  </a:lnTo>
                  <a:lnTo>
                    <a:pt x="1370547" y="1507997"/>
                  </a:lnTo>
                  <a:lnTo>
                    <a:pt x="1371829" y="1521050"/>
                  </a:lnTo>
                  <a:lnTo>
                    <a:pt x="1373111" y="1503153"/>
                  </a:lnTo>
                  <a:lnTo>
                    <a:pt x="1374393" y="1487082"/>
                  </a:lnTo>
                  <a:lnTo>
                    <a:pt x="1375675" y="1504873"/>
                  </a:lnTo>
                  <a:lnTo>
                    <a:pt x="1376956" y="1474299"/>
                  </a:lnTo>
                  <a:lnTo>
                    <a:pt x="1378238" y="1477586"/>
                  </a:lnTo>
                  <a:lnTo>
                    <a:pt x="1379520" y="1487082"/>
                  </a:lnTo>
                  <a:lnTo>
                    <a:pt x="1380802" y="1504979"/>
                  </a:lnTo>
                  <a:lnTo>
                    <a:pt x="1382084" y="1518128"/>
                  </a:lnTo>
                  <a:lnTo>
                    <a:pt x="1383366" y="1537120"/>
                  </a:lnTo>
                  <a:lnTo>
                    <a:pt x="1384647" y="1559035"/>
                  </a:lnTo>
                  <a:lnTo>
                    <a:pt x="1385929" y="1564513"/>
                  </a:lnTo>
                  <a:lnTo>
                    <a:pt x="1387211" y="1561488"/>
                  </a:lnTo>
                  <a:lnTo>
                    <a:pt x="1388493" y="1566314"/>
                  </a:lnTo>
                  <a:lnTo>
                    <a:pt x="1389775" y="1572945"/>
                  </a:lnTo>
                  <a:lnTo>
                    <a:pt x="1391057" y="1587172"/>
                  </a:lnTo>
                  <a:lnTo>
                    <a:pt x="1392339" y="1577183"/>
                  </a:lnTo>
                  <a:lnTo>
                    <a:pt x="1393620" y="1613233"/>
                  </a:lnTo>
                  <a:lnTo>
                    <a:pt x="1394902" y="1642231"/>
                  </a:lnTo>
                  <a:lnTo>
                    <a:pt x="1396184" y="1652881"/>
                  </a:lnTo>
                  <a:lnTo>
                    <a:pt x="1397466" y="1666771"/>
                  </a:lnTo>
                  <a:lnTo>
                    <a:pt x="1398748" y="1644205"/>
                  </a:lnTo>
                  <a:lnTo>
                    <a:pt x="1400030" y="1635969"/>
                  </a:lnTo>
                  <a:lnTo>
                    <a:pt x="1401311" y="1640536"/>
                  </a:lnTo>
                  <a:lnTo>
                    <a:pt x="1402593" y="1650957"/>
                  </a:lnTo>
                  <a:lnTo>
                    <a:pt x="1403875" y="1620030"/>
                  </a:lnTo>
                  <a:lnTo>
                    <a:pt x="1405157" y="1620030"/>
                  </a:lnTo>
                  <a:lnTo>
                    <a:pt x="1406439" y="1620030"/>
                  </a:lnTo>
                  <a:lnTo>
                    <a:pt x="1407721" y="1632144"/>
                  </a:lnTo>
                  <a:lnTo>
                    <a:pt x="1409002" y="1649103"/>
                  </a:lnTo>
                  <a:lnTo>
                    <a:pt x="1410284" y="1636182"/>
                  </a:lnTo>
                  <a:lnTo>
                    <a:pt x="1411566" y="1636182"/>
                  </a:lnTo>
                  <a:lnTo>
                    <a:pt x="1412848" y="1636182"/>
                  </a:lnTo>
                  <a:lnTo>
                    <a:pt x="1414130" y="1636182"/>
                  </a:lnTo>
                  <a:lnTo>
                    <a:pt x="1415412" y="1636182"/>
                  </a:lnTo>
                  <a:lnTo>
                    <a:pt x="1416694" y="1627298"/>
                  </a:lnTo>
                  <a:lnTo>
                    <a:pt x="1417975" y="1624068"/>
                  </a:lnTo>
                  <a:lnTo>
                    <a:pt x="1419257" y="1619222"/>
                  </a:lnTo>
                  <a:lnTo>
                    <a:pt x="1420539" y="1588534"/>
                  </a:lnTo>
                  <a:lnTo>
                    <a:pt x="1421821" y="1572382"/>
                  </a:lnTo>
                  <a:lnTo>
                    <a:pt x="1423103" y="1555422"/>
                  </a:lnTo>
                  <a:lnTo>
                    <a:pt x="1424385" y="1555422"/>
                  </a:lnTo>
                  <a:lnTo>
                    <a:pt x="1425666" y="1555422"/>
                  </a:lnTo>
                  <a:lnTo>
                    <a:pt x="1426948" y="1555422"/>
                  </a:lnTo>
                  <a:lnTo>
                    <a:pt x="1428230" y="1558653"/>
                  </a:lnTo>
                  <a:lnTo>
                    <a:pt x="1429512" y="1566729"/>
                  </a:lnTo>
                  <a:lnTo>
                    <a:pt x="1430794" y="1555422"/>
                  </a:lnTo>
                  <a:lnTo>
                    <a:pt x="1432076" y="1555422"/>
                  </a:lnTo>
                  <a:lnTo>
                    <a:pt x="1433358" y="1532002"/>
                  </a:lnTo>
                  <a:lnTo>
                    <a:pt x="1434639" y="1523119"/>
                  </a:lnTo>
                  <a:lnTo>
                    <a:pt x="1435921" y="1532002"/>
                  </a:lnTo>
                  <a:lnTo>
                    <a:pt x="1437203" y="1540078"/>
                  </a:lnTo>
                  <a:lnTo>
                    <a:pt x="1438485" y="1556230"/>
                  </a:lnTo>
                  <a:lnTo>
                    <a:pt x="1439767" y="1584496"/>
                  </a:lnTo>
                  <a:lnTo>
                    <a:pt x="1441049" y="1586919"/>
                  </a:lnTo>
                  <a:lnTo>
                    <a:pt x="1442330" y="1603878"/>
                  </a:lnTo>
                  <a:lnTo>
                    <a:pt x="1443612" y="1579650"/>
                  </a:lnTo>
                  <a:lnTo>
                    <a:pt x="1444894" y="1570767"/>
                  </a:lnTo>
                  <a:lnTo>
                    <a:pt x="1446176" y="1555422"/>
                  </a:lnTo>
                  <a:lnTo>
                    <a:pt x="1447458" y="1555422"/>
                  </a:lnTo>
                  <a:lnTo>
                    <a:pt x="1448740" y="1560268"/>
                  </a:lnTo>
                  <a:lnTo>
                    <a:pt x="1450022" y="1570767"/>
                  </a:lnTo>
                  <a:lnTo>
                    <a:pt x="1451303" y="1555422"/>
                  </a:lnTo>
                  <a:lnTo>
                    <a:pt x="1452585" y="1571574"/>
                  </a:lnTo>
                  <a:lnTo>
                    <a:pt x="1453867" y="1571574"/>
                  </a:lnTo>
                  <a:lnTo>
                    <a:pt x="1455149" y="1569152"/>
                  </a:lnTo>
                  <a:lnTo>
                    <a:pt x="1456431" y="1555422"/>
                  </a:lnTo>
                  <a:lnTo>
                    <a:pt x="1457713" y="1555422"/>
                  </a:lnTo>
                  <a:lnTo>
                    <a:pt x="1458994" y="1557845"/>
                  </a:lnTo>
                  <a:lnTo>
                    <a:pt x="1460276" y="1570767"/>
                  </a:lnTo>
                  <a:lnTo>
                    <a:pt x="1461558" y="1555422"/>
                  </a:lnTo>
                  <a:lnTo>
                    <a:pt x="1462840" y="1579650"/>
                  </a:lnTo>
                  <a:lnTo>
                    <a:pt x="1464122" y="1588534"/>
                  </a:lnTo>
                  <a:lnTo>
                    <a:pt x="1465404" y="1589341"/>
                  </a:lnTo>
                  <a:lnTo>
                    <a:pt x="1466685" y="1587726"/>
                  </a:lnTo>
                  <a:lnTo>
                    <a:pt x="1467967" y="1579650"/>
                  </a:lnTo>
                  <a:lnTo>
                    <a:pt x="1469249" y="1572382"/>
                  </a:lnTo>
                  <a:lnTo>
                    <a:pt x="1470531" y="1563498"/>
                  </a:lnTo>
                  <a:lnTo>
                    <a:pt x="1471813" y="1549769"/>
                  </a:lnTo>
                  <a:lnTo>
                    <a:pt x="1473095" y="1536848"/>
                  </a:lnTo>
                  <a:lnTo>
                    <a:pt x="1474377" y="1525542"/>
                  </a:lnTo>
                  <a:lnTo>
                    <a:pt x="1475658" y="1489200"/>
                  </a:lnTo>
                  <a:lnTo>
                    <a:pt x="1476940" y="1444782"/>
                  </a:lnTo>
                  <a:lnTo>
                    <a:pt x="1478222" y="1376137"/>
                  </a:lnTo>
                  <a:lnTo>
                    <a:pt x="1479504" y="1346256"/>
                  </a:lnTo>
                  <a:lnTo>
                    <a:pt x="1480786" y="1349486"/>
                  </a:lnTo>
                  <a:lnTo>
                    <a:pt x="1482068" y="1343833"/>
                  </a:lnTo>
                  <a:lnTo>
                    <a:pt x="1483349" y="1329297"/>
                  </a:lnTo>
                  <a:lnTo>
                    <a:pt x="1484631" y="1309914"/>
                  </a:lnTo>
                  <a:lnTo>
                    <a:pt x="1485913" y="1267919"/>
                  </a:lnTo>
                  <a:lnTo>
                    <a:pt x="1487195" y="1272765"/>
                  </a:lnTo>
                  <a:lnTo>
                    <a:pt x="1488477" y="1264689"/>
                  </a:lnTo>
                  <a:lnTo>
                    <a:pt x="1489759" y="1288917"/>
                  </a:lnTo>
                  <a:lnTo>
                    <a:pt x="1491041" y="1293762"/>
                  </a:lnTo>
                  <a:lnTo>
                    <a:pt x="1492322" y="1303454"/>
                  </a:lnTo>
                  <a:lnTo>
                    <a:pt x="1493604" y="1313145"/>
                  </a:lnTo>
                  <a:lnTo>
                    <a:pt x="1494886" y="1359985"/>
                  </a:lnTo>
                  <a:lnTo>
                    <a:pt x="1496168" y="1391481"/>
                  </a:lnTo>
                  <a:lnTo>
                    <a:pt x="1497450" y="1452051"/>
                  </a:lnTo>
                  <a:lnTo>
                    <a:pt x="1498732" y="1463357"/>
                  </a:lnTo>
                  <a:lnTo>
                    <a:pt x="1500013" y="1470625"/>
                  </a:lnTo>
                  <a:lnTo>
                    <a:pt x="1501295" y="1476278"/>
                  </a:lnTo>
                  <a:lnTo>
                    <a:pt x="1502577" y="1490815"/>
                  </a:lnTo>
                  <a:lnTo>
                    <a:pt x="1503859" y="1524734"/>
                  </a:lnTo>
                  <a:lnTo>
                    <a:pt x="1505141" y="1568344"/>
                  </a:lnTo>
                  <a:lnTo>
                    <a:pt x="1506423" y="1564306"/>
                  </a:lnTo>
                  <a:lnTo>
                    <a:pt x="1507704" y="1543309"/>
                  </a:lnTo>
                  <a:lnTo>
                    <a:pt x="1508986" y="1495661"/>
                  </a:lnTo>
                  <a:lnTo>
                    <a:pt x="1510268" y="1551880"/>
                  </a:lnTo>
                  <a:lnTo>
                    <a:pt x="1511550" y="1544769"/>
                  </a:lnTo>
                  <a:lnTo>
                    <a:pt x="1512832" y="1541840"/>
                  </a:lnTo>
                  <a:lnTo>
                    <a:pt x="1514114" y="1591298"/>
                  </a:lnTo>
                  <a:lnTo>
                    <a:pt x="1515396" y="1598706"/>
                  </a:lnTo>
                  <a:lnTo>
                    <a:pt x="1516677" y="1592633"/>
                  </a:lnTo>
                  <a:lnTo>
                    <a:pt x="1517959" y="1603401"/>
                  </a:lnTo>
                  <a:lnTo>
                    <a:pt x="1519241" y="1599656"/>
                  </a:lnTo>
                  <a:lnTo>
                    <a:pt x="1520523" y="1587483"/>
                  </a:lnTo>
                  <a:lnTo>
                    <a:pt x="1521805" y="1587483"/>
                  </a:lnTo>
                  <a:lnTo>
                    <a:pt x="1523087" y="1587483"/>
                  </a:lnTo>
                  <a:lnTo>
                    <a:pt x="1524368" y="1587483"/>
                  </a:lnTo>
                  <a:lnTo>
                    <a:pt x="1525650" y="1583269"/>
                  </a:lnTo>
                  <a:lnTo>
                    <a:pt x="1526932" y="1603870"/>
                  </a:lnTo>
                  <a:lnTo>
                    <a:pt x="1528214" y="1631493"/>
                  </a:lnTo>
                  <a:lnTo>
                    <a:pt x="1529496" y="1635748"/>
                  </a:lnTo>
                  <a:lnTo>
                    <a:pt x="1530778" y="1645935"/>
                  </a:lnTo>
                  <a:lnTo>
                    <a:pt x="1532060" y="1623428"/>
                  </a:lnTo>
                  <a:lnTo>
                    <a:pt x="1533341" y="1619928"/>
                  </a:lnTo>
                  <a:lnTo>
                    <a:pt x="1534623" y="1614679"/>
                  </a:lnTo>
                  <a:lnTo>
                    <a:pt x="1535905" y="1586919"/>
                  </a:lnTo>
                  <a:lnTo>
                    <a:pt x="1537187" y="1587726"/>
                  </a:lnTo>
                  <a:lnTo>
                    <a:pt x="1538469" y="1599032"/>
                  </a:lnTo>
                  <a:lnTo>
                    <a:pt x="1539751" y="1620030"/>
                  </a:lnTo>
                  <a:lnTo>
                    <a:pt x="1541032" y="1606301"/>
                  </a:lnTo>
                  <a:lnTo>
                    <a:pt x="1542314" y="1603878"/>
                  </a:lnTo>
                  <a:lnTo>
                    <a:pt x="1543596" y="1598225"/>
                  </a:lnTo>
                  <a:lnTo>
                    <a:pt x="1544878" y="1602263"/>
                  </a:lnTo>
                  <a:lnTo>
                    <a:pt x="1546160" y="1594187"/>
                  </a:lnTo>
                  <a:lnTo>
                    <a:pt x="1547442" y="1578843"/>
                  </a:lnTo>
                  <a:lnTo>
                    <a:pt x="1548723" y="1571574"/>
                  </a:lnTo>
                  <a:lnTo>
                    <a:pt x="1550005" y="1585303"/>
                  </a:lnTo>
                  <a:lnTo>
                    <a:pt x="1551287" y="1587726"/>
                  </a:lnTo>
                  <a:lnTo>
                    <a:pt x="1552569" y="1587726"/>
                  </a:lnTo>
                  <a:lnTo>
                    <a:pt x="1553851" y="1587726"/>
                  </a:lnTo>
                  <a:lnTo>
                    <a:pt x="1555133" y="1587726"/>
                  </a:lnTo>
                  <a:lnTo>
                    <a:pt x="1556415" y="1587726"/>
                  </a:lnTo>
                  <a:lnTo>
                    <a:pt x="1557696" y="1587726"/>
                  </a:lnTo>
                  <a:lnTo>
                    <a:pt x="1558978" y="1587726"/>
                  </a:lnTo>
                  <a:lnTo>
                    <a:pt x="1560260" y="1592572"/>
                  </a:lnTo>
                  <a:lnTo>
                    <a:pt x="1561542" y="1587726"/>
                  </a:lnTo>
                  <a:lnTo>
                    <a:pt x="1562824" y="1593379"/>
                  </a:lnTo>
                  <a:lnTo>
                    <a:pt x="1564106" y="1603878"/>
                  </a:lnTo>
                  <a:lnTo>
                    <a:pt x="1565387" y="1613569"/>
                  </a:lnTo>
                  <a:lnTo>
                    <a:pt x="1566669" y="1660286"/>
                  </a:lnTo>
                  <a:lnTo>
                    <a:pt x="1567951" y="1668810"/>
                  </a:lnTo>
                  <a:lnTo>
                    <a:pt x="1569233" y="1668810"/>
                  </a:lnTo>
                  <a:lnTo>
                    <a:pt x="1570515" y="1665387"/>
                  </a:lnTo>
                  <a:lnTo>
                    <a:pt x="1571797" y="1650840"/>
                  </a:lnTo>
                  <a:lnTo>
                    <a:pt x="1573079" y="1644173"/>
                  </a:lnTo>
                  <a:lnTo>
                    <a:pt x="1574360" y="1644173"/>
                  </a:lnTo>
                  <a:lnTo>
                    <a:pt x="1575642" y="1647090"/>
                  </a:lnTo>
                  <a:lnTo>
                    <a:pt x="1576924" y="1647735"/>
                  </a:lnTo>
                  <a:lnTo>
                    <a:pt x="1578206" y="1640087"/>
                  </a:lnTo>
                  <a:lnTo>
                    <a:pt x="1579488" y="1642441"/>
                  </a:lnTo>
                  <a:lnTo>
                    <a:pt x="1580770" y="1638322"/>
                  </a:lnTo>
                  <a:lnTo>
                    <a:pt x="1582051" y="1597729"/>
                  </a:lnTo>
                  <a:lnTo>
                    <a:pt x="1583333" y="1582433"/>
                  </a:lnTo>
                  <a:lnTo>
                    <a:pt x="1584615" y="1577139"/>
                  </a:lnTo>
                  <a:lnTo>
                    <a:pt x="1585897" y="1565983"/>
                  </a:lnTo>
                  <a:lnTo>
                    <a:pt x="1587179" y="1547800"/>
                  </a:lnTo>
                  <a:lnTo>
                    <a:pt x="1588461" y="1547800"/>
                  </a:lnTo>
                  <a:lnTo>
                    <a:pt x="1589743" y="1547800"/>
                  </a:lnTo>
                  <a:lnTo>
                    <a:pt x="1591024" y="1541133"/>
                  </a:lnTo>
                  <a:lnTo>
                    <a:pt x="1592306" y="1547194"/>
                  </a:lnTo>
                  <a:lnTo>
                    <a:pt x="1593588" y="1534465"/>
                  </a:lnTo>
                  <a:lnTo>
                    <a:pt x="1594870" y="1520501"/>
                  </a:lnTo>
                  <a:lnTo>
                    <a:pt x="1596152" y="1493855"/>
                  </a:lnTo>
                  <a:lnTo>
                    <a:pt x="1597434" y="1491246"/>
                  </a:lnTo>
                  <a:lnTo>
                    <a:pt x="1598715" y="1473597"/>
                  </a:lnTo>
                  <a:lnTo>
                    <a:pt x="1599997" y="1468890"/>
                  </a:lnTo>
                  <a:lnTo>
                    <a:pt x="1601279" y="1509484"/>
                  </a:lnTo>
                  <a:lnTo>
                    <a:pt x="1602561" y="1524779"/>
                  </a:lnTo>
                  <a:lnTo>
                    <a:pt x="1603843" y="1525368"/>
                  </a:lnTo>
                  <a:lnTo>
                    <a:pt x="1605125" y="1515955"/>
                  </a:lnTo>
                  <a:lnTo>
                    <a:pt x="1606406" y="1570461"/>
                  </a:lnTo>
                  <a:lnTo>
                    <a:pt x="1607688" y="1573703"/>
                  </a:lnTo>
                  <a:lnTo>
                    <a:pt x="1608970" y="1597051"/>
                  </a:lnTo>
                  <a:lnTo>
                    <a:pt x="1610252" y="1581597"/>
                  </a:lnTo>
                  <a:lnTo>
                    <a:pt x="1611534" y="1583141"/>
                  </a:lnTo>
                  <a:lnTo>
                    <a:pt x="1612816" y="1549020"/>
                  </a:lnTo>
                  <a:lnTo>
                    <a:pt x="1614098" y="1536552"/>
                  </a:lnTo>
                  <a:lnTo>
                    <a:pt x="1615379" y="1550269"/>
                  </a:lnTo>
                  <a:lnTo>
                    <a:pt x="1616661" y="1539770"/>
                  </a:lnTo>
                  <a:lnTo>
                    <a:pt x="1617943" y="1554651"/>
                  </a:lnTo>
                  <a:lnTo>
                    <a:pt x="1619225" y="1563097"/>
                  </a:lnTo>
                  <a:lnTo>
                    <a:pt x="1620507" y="1556259"/>
                  </a:lnTo>
                  <a:lnTo>
                    <a:pt x="1621789" y="1552640"/>
                  </a:lnTo>
                  <a:lnTo>
                    <a:pt x="1623070" y="1550227"/>
                  </a:lnTo>
                  <a:lnTo>
                    <a:pt x="1624352" y="1553444"/>
                  </a:lnTo>
                  <a:lnTo>
                    <a:pt x="1625634" y="1567808"/>
                  </a:lnTo>
                  <a:lnTo>
                    <a:pt x="1626916" y="1530363"/>
                  </a:lnTo>
                  <a:lnTo>
                    <a:pt x="1628198" y="1538512"/>
                  </a:lnTo>
                  <a:lnTo>
                    <a:pt x="1629480" y="1515955"/>
                  </a:lnTo>
                  <a:lnTo>
                    <a:pt x="1630762" y="1534465"/>
                  </a:lnTo>
                  <a:lnTo>
                    <a:pt x="1632043" y="1557498"/>
                  </a:lnTo>
                  <a:lnTo>
                    <a:pt x="1633325" y="1563901"/>
                  </a:lnTo>
                  <a:lnTo>
                    <a:pt x="1634607" y="1499699"/>
                  </a:lnTo>
                  <a:lnTo>
                    <a:pt x="1635889" y="1443975"/>
                  </a:lnTo>
                  <a:lnTo>
                    <a:pt x="1637171" y="1408441"/>
                  </a:lnTo>
                  <a:lnTo>
                    <a:pt x="1638453" y="1359985"/>
                  </a:lnTo>
                  <a:lnTo>
                    <a:pt x="1639734" y="1334950"/>
                  </a:lnTo>
                  <a:lnTo>
                    <a:pt x="1641016" y="1336565"/>
                  </a:lnTo>
                  <a:lnTo>
                    <a:pt x="1642298" y="1309914"/>
                  </a:lnTo>
                  <a:lnTo>
                    <a:pt x="1643580" y="1289725"/>
                  </a:lnTo>
                  <a:lnTo>
                    <a:pt x="1644862" y="1277611"/>
                  </a:lnTo>
                  <a:lnTo>
                    <a:pt x="1646144" y="1357203"/>
                  </a:lnTo>
                  <a:lnTo>
                    <a:pt x="1647425" y="1363153"/>
                  </a:lnTo>
                  <a:lnTo>
                    <a:pt x="1648707" y="1445907"/>
                  </a:lnTo>
                  <a:lnTo>
                    <a:pt x="1649989" y="1428765"/>
                  </a:lnTo>
                  <a:lnTo>
                    <a:pt x="1651271" y="1432511"/>
                  </a:lnTo>
                  <a:lnTo>
                    <a:pt x="1652553" y="1437661"/>
                  </a:lnTo>
                  <a:lnTo>
                    <a:pt x="1653835" y="1506555"/>
                  </a:lnTo>
                  <a:lnTo>
                    <a:pt x="1655117" y="1524338"/>
                  </a:lnTo>
                  <a:lnTo>
                    <a:pt x="1656398" y="1528106"/>
                  </a:lnTo>
                  <a:lnTo>
                    <a:pt x="1657680" y="1548216"/>
                  </a:lnTo>
                  <a:lnTo>
                    <a:pt x="1658962" y="1561488"/>
                  </a:lnTo>
                  <a:lnTo>
                    <a:pt x="1660244" y="1564303"/>
                  </a:lnTo>
                  <a:lnTo>
                    <a:pt x="1661526" y="1583206"/>
                  </a:lnTo>
                  <a:lnTo>
                    <a:pt x="1662808" y="1599696"/>
                  </a:lnTo>
                  <a:lnTo>
                    <a:pt x="1664089" y="1598087"/>
                  </a:lnTo>
                  <a:lnTo>
                    <a:pt x="1665371" y="1617600"/>
                  </a:lnTo>
                  <a:lnTo>
                    <a:pt x="1666653" y="1600592"/>
                  </a:lnTo>
                  <a:lnTo>
                    <a:pt x="1667935" y="1598243"/>
                  </a:lnTo>
                  <a:lnTo>
                    <a:pt x="1669217" y="1553018"/>
                  </a:lnTo>
                  <a:lnTo>
                    <a:pt x="1670499" y="1558901"/>
                  </a:lnTo>
                  <a:lnTo>
                    <a:pt x="1671781" y="1568314"/>
                  </a:lnTo>
                  <a:lnTo>
                    <a:pt x="1673062" y="1568314"/>
                  </a:lnTo>
                  <a:lnTo>
                    <a:pt x="1674344" y="1609622"/>
                  </a:lnTo>
                  <a:lnTo>
                    <a:pt x="1675626" y="1563019"/>
                  </a:lnTo>
                  <a:lnTo>
                    <a:pt x="1676908" y="1558313"/>
                  </a:lnTo>
                  <a:lnTo>
                    <a:pt x="1678190" y="1607967"/>
                  </a:lnTo>
                  <a:lnTo>
                    <a:pt x="1679472" y="1599632"/>
                  </a:lnTo>
                  <a:lnTo>
                    <a:pt x="1680753" y="1589446"/>
                  </a:lnTo>
                  <a:lnTo>
                    <a:pt x="1682035" y="1587951"/>
                  </a:lnTo>
                  <a:lnTo>
                    <a:pt x="1683317" y="1596847"/>
                  </a:lnTo>
                  <a:lnTo>
                    <a:pt x="1684599" y="1598719"/>
                  </a:lnTo>
                  <a:lnTo>
                    <a:pt x="1685881" y="1595910"/>
                  </a:lnTo>
                  <a:lnTo>
                    <a:pt x="1687163" y="1596847"/>
                  </a:lnTo>
                  <a:lnTo>
                    <a:pt x="1688444" y="1595442"/>
                  </a:lnTo>
                  <a:lnTo>
                    <a:pt x="1689726" y="1581865"/>
                  </a:lnTo>
                  <a:lnTo>
                    <a:pt x="1691008" y="1584352"/>
                  </a:lnTo>
                  <a:lnTo>
                    <a:pt x="1692290" y="1574629"/>
                  </a:lnTo>
                  <a:lnTo>
                    <a:pt x="1693572" y="1496541"/>
                  </a:lnTo>
                  <a:lnTo>
                    <a:pt x="1694854" y="1543473"/>
                  </a:lnTo>
                  <a:lnTo>
                    <a:pt x="1696136" y="1554249"/>
                  </a:lnTo>
                  <a:lnTo>
                    <a:pt x="1697417" y="1544790"/>
                  </a:lnTo>
                  <a:lnTo>
                    <a:pt x="1698699" y="1562094"/>
                  </a:lnTo>
                  <a:lnTo>
                    <a:pt x="1699981" y="1531276"/>
                  </a:lnTo>
                  <a:lnTo>
                    <a:pt x="1701263" y="1519954"/>
                  </a:lnTo>
                  <a:lnTo>
                    <a:pt x="1702545" y="1515571"/>
                  </a:lnTo>
                  <a:lnTo>
                    <a:pt x="1703827" y="1514110"/>
                  </a:lnTo>
                  <a:lnTo>
                    <a:pt x="1705108" y="1522145"/>
                  </a:lnTo>
                  <a:lnTo>
                    <a:pt x="1706390" y="1528354"/>
                  </a:lnTo>
                  <a:lnTo>
                    <a:pt x="1707672" y="1540042"/>
                  </a:lnTo>
                  <a:lnTo>
                    <a:pt x="1708954" y="1546617"/>
                  </a:lnTo>
                  <a:lnTo>
                    <a:pt x="1710236" y="1544425"/>
                  </a:lnTo>
                  <a:lnTo>
                    <a:pt x="1711518" y="1556478"/>
                  </a:lnTo>
                  <a:lnTo>
                    <a:pt x="1712800" y="1578758"/>
                  </a:lnTo>
                  <a:lnTo>
                    <a:pt x="1714081" y="1582804"/>
                  </a:lnTo>
                  <a:lnTo>
                    <a:pt x="1715363" y="1567350"/>
                  </a:lnTo>
                  <a:lnTo>
                    <a:pt x="1716645" y="1554810"/>
                  </a:lnTo>
                  <a:lnTo>
                    <a:pt x="1717927" y="1477086"/>
                  </a:lnTo>
                  <a:lnTo>
                    <a:pt x="1719209" y="1510197"/>
                  </a:lnTo>
                  <a:lnTo>
                    <a:pt x="1720491" y="1517466"/>
                  </a:lnTo>
                  <a:lnTo>
                    <a:pt x="1721772" y="1480316"/>
                  </a:lnTo>
                  <a:lnTo>
                    <a:pt x="1723054" y="1474663"/>
                  </a:lnTo>
                  <a:lnTo>
                    <a:pt x="1724336" y="1474663"/>
                  </a:lnTo>
                  <a:lnTo>
                    <a:pt x="1725618" y="1444782"/>
                  </a:lnTo>
                  <a:lnTo>
                    <a:pt x="1726900" y="1389058"/>
                  </a:lnTo>
                  <a:lnTo>
                    <a:pt x="1728182" y="1389866"/>
                  </a:lnTo>
                  <a:lnTo>
                    <a:pt x="1729464" y="1406825"/>
                  </a:lnTo>
                  <a:lnTo>
                    <a:pt x="1730745" y="1410056"/>
                  </a:lnTo>
                  <a:lnTo>
                    <a:pt x="1732027" y="1410056"/>
                  </a:lnTo>
                  <a:lnTo>
                    <a:pt x="1733309" y="1413286"/>
                  </a:lnTo>
                  <a:lnTo>
                    <a:pt x="1734591" y="1439129"/>
                  </a:lnTo>
                  <a:lnTo>
                    <a:pt x="1735873" y="1426208"/>
                  </a:lnTo>
                  <a:lnTo>
                    <a:pt x="1737155" y="1432668"/>
                  </a:lnTo>
                  <a:lnTo>
                    <a:pt x="1738436" y="1430246"/>
                  </a:lnTo>
                  <a:lnTo>
                    <a:pt x="1739718" y="1411671"/>
                  </a:lnTo>
                  <a:lnTo>
                    <a:pt x="1741000" y="1419747"/>
                  </a:lnTo>
                  <a:lnTo>
                    <a:pt x="1742282" y="1396327"/>
                  </a:lnTo>
                  <a:lnTo>
                    <a:pt x="1743564" y="1465030"/>
                  </a:lnTo>
                  <a:lnTo>
                    <a:pt x="1744846" y="1496886"/>
                  </a:lnTo>
                  <a:lnTo>
                    <a:pt x="1746127" y="1545370"/>
                  </a:lnTo>
                  <a:lnTo>
                    <a:pt x="1747409" y="1553606"/>
                  </a:lnTo>
                  <a:lnTo>
                    <a:pt x="1748691" y="1552430"/>
                  </a:lnTo>
                  <a:lnTo>
                    <a:pt x="1749973" y="1512425"/>
                  </a:lnTo>
                  <a:lnTo>
                    <a:pt x="1751255" y="1487128"/>
                  </a:lnTo>
                  <a:lnTo>
                    <a:pt x="1752537" y="1471244"/>
                  </a:lnTo>
                  <a:lnTo>
                    <a:pt x="1753819" y="1476538"/>
                  </a:lnTo>
                  <a:lnTo>
                    <a:pt x="1755100" y="1494776"/>
                  </a:lnTo>
                  <a:lnTo>
                    <a:pt x="1756382" y="1501247"/>
                  </a:lnTo>
                  <a:lnTo>
                    <a:pt x="1757664" y="1505954"/>
                  </a:lnTo>
                  <a:lnTo>
                    <a:pt x="1758946" y="1562024"/>
                  </a:lnTo>
                  <a:lnTo>
                    <a:pt x="1760228" y="1583889"/>
                  </a:lnTo>
                  <a:lnTo>
                    <a:pt x="1761510" y="1589909"/>
                  </a:lnTo>
                  <a:lnTo>
                    <a:pt x="1762791" y="1588983"/>
                  </a:lnTo>
                  <a:lnTo>
                    <a:pt x="1764073" y="1573082"/>
                  </a:lnTo>
                  <a:lnTo>
                    <a:pt x="1765355" y="1546847"/>
                  </a:lnTo>
                  <a:lnTo>
                    <a:pt x="1766637" y="1508416"/>
                  </a:lnTo>
                  <a:lnTo>
                    <a:pt x="1767919" y="1482949"/>
                  </a:lnTo>
                  <a:lnTo>
                    <a:pt x="1769201" y="1494312"/>
                  </a:lnTo>
                  <a:lnTo>
                    <a:pt x="1770483" y="1509295"/>
                  </a:lnTo>
                  <a:lnTo>
                    <a:pt x="1771764" y="1521936"/>
                  </a:lnTo>
                  <a:lnTo>
                    <a:pt x="1773046" y="1521936"/>
                  </a:lnTo>
                  <a:lnTo>
                    <a:pt x="1774328" y="1521936"/>
                  </a:lnTo>
                  <a:lnTo>
                    <a:pt x="1775610" y="1506017"/>
                  </a:lnTo>
                  <a:lnTo>
                    <a:pt x="1776892" y="1471371"/>
                  </a:lnTo>
                  <a:lnTo>
                    <a:pt x="1778174" y="1490703"/>
                  </a:lnTo>
                  <a:lnTo>
                    <a:pt x="1779455" y="1514840"/>
                  </a:lnTo>
                  <a:lnTo>
                    <a:pt x="1780737" y="1522876"/>
                  </a:lnTo>
                  <a:lnTo>
                    <a:pt x="1782019" y="1530546"/>
                  </a:lnTo>
                  <a:lnTo>
                    <a:pt x="1783301" y="1531642"/>
                  </a:lnTo>
                  <a:lnTo>
                    <a:pt x="1784583" y="1557939"/>
                  </a:lnTo>
                  <a:lnTo>
                    <a:pt x="1785865" y="1588254"/>
                  </a:lnTo>
                  <a:lnTo>
                    <a:pt x="1787146" y="1593261"/>
                  </a:lnTo>
                  <a:lnTo>
                    <a:pt x="1788428" y="1602913"/>
                  </a:lnTo>
                  <a:lnTo>
                    <a:pt x="1789710" y="1601707"/>
                  </a:lnTo>
                  <a:lnTo>
                    <a:pt x="1790992" y="1596478"/>
                  </a:lnTo>
                  <a:lnTo>
                    <a:pt x="1792274" y="1596478"/>
                  </a:lnTo>
                  <a:lnTo>
                    <a:pt x="1793556" y="1596478"/>
                  </a:lnTo>
                  <a:lnTo>
                    <a:pt x="1794838" y="1610152"/>
                  </a:lnTo>
                  <a:lnTo>
                    <a:pt x="1796119" y="1647239"/>
                  </a:lnTo>
                  <a:lnTo>
                    <a:pt x="1797401" y="1664919"/>
                  </a:lnTo>
                  <a:lnTo>
                    <a:pt x="1798683" y="1648864"/>
                  </a:lnTo>
                  <a:lnTo>
                    <a:pt x="1799965" y="1652358"/>
                  </a:lnTo>
                  <a:lnTo>
                    <a:pt x="1801247" y="1623260"/>
                  </a:lnTo>
                  <a:lnTo>
                    <a:pt x="1802529" y="1636182"/>
                  </a:lnTo>
                  <a:lnTo>
                    <a:pt x="1803810" y="1628913"/>
                  </a:lnTo>
                  <a:lnTo>
                    <a:pt x="1805092" y="1620030"/>
                  </a:lnTo>
                  <a:lnTo>
                    <a:pt x="1806374" y="1588534"/>
                  </a:lnTo>
                  <a:lnTo>
                    <a:pt x="1807656" y="1598225"/>
                  </a:lnTo>
                  <a:lnTo>
                    <a:pt x="1808938" y="1597417"/>
                  </a:lnTo>
                  <a:lnTo>
                    <a:pt x="1810220" y="1603878"/>
                  </a:lnTo>
                  <a:lnTo>
                    <a:pt x="1811502" y="1594994"/>
                  </a:lnTo>
                  <a:lnTo>
                    <a:pt x="1812783" y="1587726"/>
                  </a:lnTo>
                  <a:lnTo>
                    <a:pt x="1814065" y="1576420"/>
                  </a:lnTo>
                  <a:lnTo>
                    <a:pt x="1815347" y="1515043"/>
                  </a:lnTo>
                  <a:lnTo>
                    <a:pt x="1816629" y="1506967"/>
                  </a:lnTo>
                  <a:lnTo>
                    <a:pt x="1817911" y="1560146"/>
                  </a:lnTo>
                  <a:lnTo>
                    <a:pt x="1819193" y="1549012"/>
                  </a:lnTo>
                  <a:lnTo>
                    <a:pt x="1820474" y="1547194"/>
                  </a:lnTo>
                  <a:lnTo>
                    <a:pt x="1821756" y="1538102"/>
                  </a:lnTo>
                  <a:lnTo>
                    <a:pt x="1823038" y="1524161"/>
                  </a:lnTo>
                  <a:lnTo>
                    <a:pt x="1824320" y="1530074"/>
                  </a:lnTo>
                  <a:lnTo>
                    <a:pt x="1825602" y="1546547"/>
                  </a:lnTo>
                  <a:lnTo>
                    <a:pt x="1826884" y="1524191"/>
                  </a:lnTo>
                  <a:lnTo>
                    <a:pt x="1828165" y="1511248"/>
                  </a:lnTo>
                  <a:lnTo>
                    <a:pt x="1829447" y="1506542"/>
                  </a:lnTo>
                  <a:lnTo>
                    <a:pt x="1830729" y="1513013"/>
                  </a:lnTo>
                  <a:lnTo>
                    <a:pt x="1832011" y="1509483"/>
                  </a:lnTo>
                  <a:lnTo>
                    <a:pt x="1833293" y="1503012"/>
                  </a:lnTo>
                  <a:lnTo>
                    <a:pt x="1834575" y="1526544"/>
                  </a:lnTo>
                  <a:lnTo>
                    <a:pt x="1835857" y="1524779"/>
                  </a:lnTo>
                  <a:lnTo>
                    <a:pt x="1837138" y="1521684"/>
                  </a:lnTo>
                  <a:lnTo>
                    <a:pt x="1838420" y="1514463"/>
                  </a:lnTo>
                  <a:lnTo>
                    <a:pt x="1839702" y="1546158"/>
                  </a:lnTo>
                  <a:lnTo>
                    <a:pt x="1840984" y="1534345"/>
                  </a:lnTo>
                  <a:lnTo>
                    <a:pt x="1842266" y="1547712"/>
                  </a:lnTo>
                  <a:lnTo>
                    <a:pt x="1843548" y="1555685"/>
                  </a:lnTo>
                  <a:lnTo>
                    <a:pt x="1844829" y="1568520"/>
                  </a:lnTo>
                  <a:lnTo>
                    <a:pt x="1846111" y="1561380"/>
                  </a:lnTo>
                  <a:lnTo>
                    <a:pt x="1847393" y="1572298"/>
                  </a:lnTo>
                  <a:lnTo>
                    <a:pt x="1848675" y="1568664"/>
                  </a:lnTo>
                  <a:lnTo>
                    <a:pt x="1849957" y="1553518"/>
                  </a:lnTo>
                  <a:lnTo>
                    <a:pt x="1851239" y="1552504"/>
                  </a:lnTo>
                  <a:lnTo>
                    <a:pt x="1852521" y="1546028"/>
                  </a:lnTo>
                  <a:lnTo>
                    <a:pt x="1853802" y="1559180"/>
                  </a:lnTo>
                  <a:lnTo>
                    <a:pt x="1855084" y="1558414"/>
                  </a:lnTo>
                  <a:lnTo>
                    <a:pt x="1856366" y="1556116"/>
                  </a:lnTo>
                  <a:lnTo>
                    <a:pt x="1857648" y="1554737"/>
                  </a:lnTo>
                  <a:lnTo>
                    <a:pt x="1858930" y="1555656"/>
                  </a:lnTo>
                  <a:lnTo>
                    <a:pt x="1860212" y="1554277"/>
                  </a:lnTo>
                  <a:lnTo>
                    <a:pt x="1861493" y="1561894"/>
                  </a:lnTo>
                  <a:lnTo>
                    <a:pt x="1862775" y="1575982"/>
                  </a:lnTo>
                  <a:lnTo>
                    <a:pt x="1864057" y="1587096"/>
                  </a:lnTo>
                  <a:lnTo>
                    <a:pt x="1865339" y="1600957"/>
                  </a:lnTo>
                  <a:lnTo>
                    <a:pt x="1866621" y="1617484"/>
                  </a:lnTo>
                  <a:lnTo>
                    <a:pt x="1867903" y="1619711"/>
                  </a:lnTo>
                  <a:lnTo>
                    <a:pt x="1869185" y="1627690"/>
                  </a:lnTo>
                  <a:lnTo>
                    <a:pt x="1870466" y="1605420"/>
                  </a:lnTo>
                  <a:lnTo>
                    <a:pt x="1871748" y="1573905"/>
                  </a:lnTo>
                  <a:lnTo>
                    <a:pt x="1873030" y="1516543"/>
                  </a:lnTo>
                  <a:lnTo>
                    <a:pt x="1874312" y="1518308"/>
                  </a:lnTo>
                  <a:lnTo>
                    <a:pt x="1875594" y="1526586"/>
                  </a:lnTo>
                  <a:lnTo>
                    <a:pt x="1876876" y="1550224"/>
                  </a:lnTo>
                  <a:lnTo>
                    <a:pt x="1878157" y="1555020"/>
                  </a:lnTo>
                  <a:lnTo>
                    <a:pt x="1879439" y="1548962"/>
                  </a:lnTo>
                  <a:lnTo>
                    <a:pt x="1880721" y="1555422"/>
                  </a:lnTo>
                  <a:lnTo>
                    <a:pt x="1882003" y="1551384"/>
                  </a:lnTo>
                  <a:lnTo>
                    <a:pt x="1883285" y="1528772"/>
                  </a:lnTo>
                  <a:lnTo>
                    <a:pt x="1884567" y="1523119"/>
                  </a:lnTo>
                  <a:lnTo>
                    <a:pt x="1885848" y="1521504"/>
                  </a:lnTo>
                  <a:lnTo>
                    <a:pt x="1887130" y="1506967"/>
                  </a:lnTo>
                  <a:lnTo>
                    <a:pt x="1888412" y="1507775"/>
                  </a:lnTo>
                  <a:lnTo>
                    <a:pt x="1889694" y="1511005"/>
                  </a:lnTo>
                  <a:lnTo>
                    <a:pt x="1890976" y="1514235"/>
                  </a:lnTo>
                  <a:lnTo>
                    <a:pt x="1892258" y="1527157"/>
                  </a:lnTo>
                  <a:lnTo>
                    <a:pt x="1893540" y="1522311"/>
                  </a:lnTo>
                  <a:lnTo>
                    <a:pt x="1894821" y="1506967"/>
                  </a:lnTo>
                  <a:lnTo>
                    <a:pt x="1896103" y="1505352"/>
                  </a:lnTo>
                  <a:lnTo>
                    <a:pt x="1897385" y="1571439"/>
                  </a:lnTo>
                  <a:lnTo>
                    <a:pt x="1898667" y="1564771"/>
                  </a:lnTo>
                  <a:lnTo>
                    <a:pt x="1899949" y="1531149"/>
                  </a:lnTo>
                  <a:lnTo>
                    <a:pt x="1901231" y="1498894"/>
                  </a:lnTo>
                  <a:lnTo>
                    <a:pt x="1902512" y="1495952"/>
                  </a:lnTo>
                  <a:lnTo>
                    <a:pt x="1903794" y="1493599"/>
                  </a:lnTo>
                  <a:lnTo>
                    <a:pt x="1905076" y="1470655"/>
                  </a:lnTo>
                  <a:lnTo>
                    <a:pt x="1906358" y="1471244"/>
                  </a:lnTo>
                  <a:lnTo>
                    <a:pt x="1907640" y="1477127"/>
                  </a:lnTo>
                  <a:lnTo>
                    <a:pt x="1908922" y="1481245"/>
                  </a:lnTo>
                  <a:lnTo>
                    <a:pt x="1910204" y="1534109"/>
                  </a:lnTo>
                  <a:lnTo>
                    <a:pt x="1911485" y="1575711"/>
                  </a:lnTo>
                  <a:lnTo>
                    <a:pt x="1912767" y="1577173"/>
                  </a:lnTo>
                  <a:lnTo>
                    <a:pt x="1914049" y="1590811"/>
                  </a:lnTo>
                  <a:lnTo>
                    <a:pt x="1915331" y="1576566"/>
                  </a:lnTo>
                  <a:lnTo>
                    <a:pt x="1916613" y="1582775"/>
                  </a:lnTo>
                  <a:lnTo>
                    <a:pt x="1917895" y="1580949"/>
                  </a:lnTo>
                  <a:lnTo>
                    <a:pt x="1919176" y="1591907"/>
                  </a:lnTo>
                  <a:lnTo>
                    <a:pt x="1920458" y="1608207"/>
                  </a:lnTo>
                  <a:lnTo>
                    <a:pt x="1921740" y="1594744"/>
                  </a:lnTo>
                  <a:lnTo>
                    <a:pt x="1923022" y="1597429"/>
                  </a:lnTo>
                  <a:lnTo>
                    <a:pt x="1924304" y="1589977"/>
                  </a:lnTo>
                  <a:lnTo>
                    <a:pt x="1925586" y="1585320"/>
                  </a:lnTo>
                  <a:lnTo>
                    <a:pt x="1926867" y="1569175"/>
                  </a:lnTo>
                  <a:lnTo>
                    <a:pt x="1928149" y="1544337"/>
                  </a:lnTo>
                  <a:lnTo>
                    <a:pt x="1929431" y="1526079"/>
                  </a:lnTo>
                  <a:lnTo>
                    <a:pt x="1930713" y="1525406"/>
                  </a:lnTo>
                  <a:lnTo>
                    <a:pt x="1931995" y="1505709"/>
                  </a:lnTo>
                  <a:lnTo>
                    <a:pt x="1933277" y="1482659"/>
                  </a:lnTo>
                  <a:lnTo>
                    <a:pt x="1934559" y="1489899"/>
                  </a:lnTo>
                  <a:lnTo>
                    <a:pt x="1935840" y="1476627"/>
                  </a:lnTo>
                  <a:lnTo>
                    <a:pt x="1937122" y="1472175"/>
                  </a:lnTo>
                  <a:lnTo>
                    <a:pt x="1938404" y="1433447"/>
                  </a:lnTo>
                  <a:lnTo>
                    <a:pt x="1939686" y="1462113"/>
                  </a:lnTo>
                  <a:lnTo>
                    <a:pt x="1940968" y="1412413"/>
                  </a:lnTo>
                  <a:lnTo>
                    <a:pt x="1942250" y="1418968"/>
                  </a:lnTo>
                  <a:lnTo>
                    <a:pt x="1943531" y="1368061"/>
                  </a:lnTo>
                  <a:lnTo>
                    <a:pt x="1944813" y="1384213"/>
                  </a:lnTo>
                  <a:lnTo>
                    <a:pt x="1946095" y="1397942"/>
                  </a:lnTo>
                  <a:lnTo>
                    <a:pt x="1947377" y="1447205"/>
                  </a:lnTo>
                  <a:lnTo>
                    <a:pt x="1948659" y="1474663"/>
                  </a:lnTo>
                  <a:lnTo>
                    <a:pt x="1949941" y="1485162"/>
                  </a:lnTo>
                  <a:lnTo>
                    <a:pt x="1951223" y="1548334"/>
                  </a:lnTo>
                  <a:lnTo>
                    <a:pt x="1952504" y="1550669"/>
                  </a:lnTo>
                  <a:lnTo>
                    <a:pt x="1953786" y="1556548"/>
                  </a:lnTo>
                  <a:lnTo>
                    <a:pt x="1955068" y="1561843"/>
                  </a:lnTo>
                  <a:lnTo>
                    <a:pt x="1956350" y="1567726"/>
                  </a:lnTo>
                  <a:lnTo>
                    <a:pt x="1957632" y="1562431"/>
                  </a:lnTo>
                  <a:lnTo>
                    <a:pt x="1958914" y="1552430"/>
                  </a:lnTo>
                  <a:lnTo>
                    <a:pt x="1960195" y="1533604"/>
                  </a:lnTo>
                  <a:lnTo>
                    <a:pt x="1961477" y="1518308"/>
                  </a:lnTo>
                  <a:lnTo>
                    <a:pt x="1962759" y="1493011"/>
                  </a:lnTo>
                  <a:lnTo>
                    <a:pt x="1964041" y="1468890"/>
                  </a:lnTo>
                  <a:lnTo>
                    <a:pt x="1965323" y="1456536"/>
                  </a:lnTo>
                  <a:lnTo>
                    <a:pt x="1966605" y="1463007"/>
                  </a:lnTo>
                  <a:lnTo>
                    <a:pt x="1967887" y="1518139"/>
                  </a:lnTo>
                  <a:lnTo>
                    <a:pt x="1969168" y="1529871"/>
                  </a:lnTo>
                  <a:lnTo>
                    <a:pt x="1970450" y="1501562"/>
                  </a:lnTo>
                  <a:lnTo>
                    <a:pt x="1971732" y="1510092"/>
                  </a:lnTo>
                  <a:lnTo>
                    <a:pt x="1973014" y="1511942"/>
                  </a:lnTo>
                  <a:lnTo>
                    <a:pt x="1974296" y="1526640"/>
                  </a:lnTo>
                  <a:lnTo>
                    <a:pt x="1975578" y="1524156"/>
                  </a:lnTo>
                  <a:lnTo>
                    <a:pt x="1976859" y="1540685"/>
                  </a:lnTo>
                  <a:lnTo>
                    <a:pt x="1978141" y="1533185"/>
                  </a:lnTo>
                  <a:lnTo>
                    <a:pt x="1979423" y="1536647"/>
                  </a:lnTo>
                  <a:lnTo>
                    <a:pt x="1980705" y="1540397"/>
                  </a:lnTo>
                  <a:lnTo>
                    <a:pt x="1981987" y="1552224"/>
                  </a:lnTo>
                  <a:lnTo>
                    <a:pt x="1983269" y="1553955"/>
                  </a:lnTo>
                  <a:lnTo>
                    <a:pt x="1984550" y="1566935"/>
                  </a:lnTo>
                  <a:lnTo>
                    <a:pt x="1985832" y="1570974"/>
                  </a:lnTo>
                  <a:lnTo>
                    <a:pt x="1987114" y="1564916"/>
                  </a:lnTo>
                  <a:lnTo>
                    <a:pt x="1988396" y="1560793"/>
                  </a:lnTo>
                  <a:lnTo>
                    <a:pt x="1989678" y="1557718"/>
                  </a:lnTo>
                  <a:lnTo>
                    <a:pt x="1990960" y="1530117"/>
                  </a:lnTo>
                  <a:lnTo>
                    <a:pt x="1992242" y="1508358"/>
                  </a:lnTo>
                  <a:lnTo>
                    <a:pt x="1993523" y="1507953"/>
                  </a:lnTo>
                  <a:lnTo>
                    <a:pt x="1994805" y="1454183"/>
                  </a:lnTo>
                  <a:lnTo>
                    <a:pt x="1996087" y="1448396"/>
                  </a:lnTo>
                  <a:lnTo>
                    <a:pt x="1997369" y="1453852"/>
                  </a:lnTo>
                  <a:lnTo>
                    <a:pt x="1998651" y="1459307"/>
                  </a:lnTo>
                  <a:lnTo>
                    <a:pt x="1999933" y="1449003"/>
                  </a:lnTo>
                  <a:lnTo>
                    <a:pt x="2001214" y="1416221"/>
                  </a:lnTo>
                  <a:lnTo>
                    <a:pt x="2002496" y="1335757"/>
                  </a:lnTo>
                  <a:lnTo>
                    <a:pt x="2003778" y="1319605"/>
                  </a:lnTo>
                  <a:lnTo>
                    <a:pt x="2005060" y="1306684"/>
                  </a:lnTo>
                  <a:lnTo>
                    <a:pt x="2006342" y="1307492"/>
                  </a:lnTo>
                  <a:lnTo>
                    <a:pt x="2007624" y="1325259"/>
                  </a:lnTo>
                  <a:lnTo>
                    <a:pt x="2008906" y="1332527"/>
                  </a:lnTo>
                  <a:lnTo>
                    <a:pt x="2010187" y="1332527"/>
                  </a:lnTo>
                  <a:lnTo>
                    <a:pt x="2011469" y="1415666"/>
                  </a:lnTo>
                  <a:lnTo>
                    <a:pt x="2012751" y="1508879"/>
                  </a:lnTo>
                  <a:lnTo>
                    <a:pt x="2014033" y="1468562"/>
                  </a:lnTo>
                  <a:lnTo>
                    <a:pt x="2015315" y="1494305"/>
                  </a:lnTo>
                  <a:lnTo>
                    <a:pt x="2016597" y="1475822"/>
                  </a:lnTo>
                  <a:lnTo>
                    <a:pt x="2017878" y="1465365"/>
                  </a:lnTo>
                  <a:lnTo>
                    <a:pt x="2019160" y="1441636"/>
                  </a:lnTo>
                  <a:lnTo>
                    <a:pt x="2020442" y="1432788"/>
                  </a:lnTo>
                  <a:lnTo>
                    <a:pt x="2021724" y="1419918"/>
                  </a:lnTo>
                  <a:lnTo>
                    <a:pt x="2023006" y="1405842"/>
                  </a:lnTo>
                  <a:lnTo>
                    <a:pt x="2024288" y="1392167"/>
                  </a:lnTo>
                  <a:lnTo>
                    <a:pt x="2025569" y="1407048"/>
                  </a:lnTo>
                  <a:lnTo>
                    <a:pt x="2026851" y="1376080"/>
                  </a:lnTo>
                  <a:lnTo>
                    <a:pt x="2028133" y="1359590"/>
                  </a:lnTo>
                  <a:lnTo>
                    <a:pt x="2029415" y="1372862"/>
                  </a:lnTo>
                  <a:lnTo>
                    <a:pt x="2030697" y="1403809"/>
                  </a:lnTo>
                  <a:lnTo>
                    <a:pt x="2031979" y="1335595"/>
                  </a:lnTo>
                  <a:lnTo>
                    <a:pt x="2033261" y="1361636"/>
                  </a:lnTo>
                  <a:lnTo>
                    <a:pt x="2034542" y="1360093"/>
                  </a:lnTo>
                  <a:lnTo>
                    <a:pt x="2035824" y="1283574"/>
                  </a:lnTo>
                  <a:lnTo>
                    <a:pt x="2037106" y="1294164"/>
                  </a:lnTo>
                  <a:lnTo>
                    <a:pt x="2038388" y="1337698"/>
                  </a:lnTo>
                  <a:lnTo>
                    <a:pt x="2039670" y="1369467"/>
                  </a:lnTo>
                  <a:lnTo>
                    <a:pt x="2040952" y="1388293"/>
                  </a:lnTo>
                  <a:lnTo>
                    <a:pt x="2042233" y="1414766"/>
                  </a:lnTo>
                  <a:lnTo>
                    <a:pt x="2043515" y="1433592"/>
                  </a:lnTo>
                  <a:lnTo>
                    <a:pt x="2044797" y="1425356"/>
                  </a:lnTo>
                  <a:lnTo>
                    <a:pt x="2046079" y="1461831"/>
                  </a:lnTo>
                  <a:lnTo>
                    <a:pt x="2047361" y="1487128"/>
                  </a:lnTo>
                  <a:lnTo>
                    <a:pt x="2048643" y="1494776"/>
                  </a:lnTo>
                  <a:lnTo>
                    <a:pt x="2049925" y="1501572"/>
                  </a:lnTo>
                  <a:lnTo>
                    <a:pt x="2051206" y="1511433"/>
                  </a:lnTo>
                  <a:lnTo>
                    <a:pt x="2052488" y="1525504"/>
                  </a:lnTo>
                  <a:lnTo>
                    <a:pt x="2053770" y="1471433"/>
                  </a:lnTo>
                  <a:lnTo>
                    <a:pt x="2055052" y="1498891"/>
                  </a:lnTo>
                  <a:lnTo>
                    <a:pt x="2056334" y="1520696"/>
                  </a:lnTo>
                  <a:lnTo>
                    <a:pt x="2057616" y="1530387"/>
                  </a:lnTo>
                  <a:lnTo>
                    <a:pt x="2058897" y="1511812"/>
                  </a:lnTo>
                  <a:lnTo>
                    <a:pt x="2060179" y="1523926"/>
                  </a:lnTo>
                  <a:lnTo>
                    <a:pt x="2061461" y="1522311"/>
                  </a:lnTo>
                  <a:lnTo>
                    <a:pt x="2062743" y="1494045"/>
                  </a:lnTo>
                  <a:lnTo>
                    <a:pt x="2064025" y="1511005"/>
                  </a:lnTo>
                  <a:lnTo>
                    <a:pt x="2065307" y="1513428"/>
                  </a:lnTo>
                  <a:lnTo>
                    <a:pt x="2066588" y="1511812"/>
                  </a:lnTo>
                  <a:lnTo>
                    <a:pt x="2067870" y="1506967"/>
                  </a:lnTo>
                  <a:lnTo>
                    <a:pt x="2069152" y="1565152"/>
                  </a:lnTo>
                  <a:lnTo>
                    <a:pt x="2070434" y="1561135"/>
                  </a:lnTo>
                  <a:lnTo>
                    <a:pt x="2071716" y="1550078"/>
                  </a:lnTo>
                  <a:lnTo>
                    <a:pt x="2072998" y="1566351"/>
                  </a:lnTo>
                  <a:lnTo>
                    <a:pt x="2074280" y="1562669"/>
                  </a:lnTo>
                  <a:lnTo>
                    <a:pt x="2075561" y="1579268"/>
                  </a:lnTo>
                  <a:lnTo>
                    <a:pt x="2076843" y="1592772"/>
                  </a:lnTo>
                  <a:lnTo>
                    <a:pt x="2078125" y="1611977"/>
                  </a:lnTo>
                  <a:lnTo>
                    <a:pt x="2079407" y="1618972"/>
                  </a:lnTo>
                  <a:lnTo>
                    <a:pt x="2080689" y="1617401"/>
                  </a:lnTo>
                  <a:lnTo>
                    <a:pt x="2081971" y="1611259"/>
                  </a:lnTo>
                  <a:lnTo>
                    <a:pt x="2083252" y="1609018"/>
                  </a:lnTo>
                  <a:lnTo>
                    <a:pt x="2084534" y="1614444"/>
                  </a:lnTo>
                  <a:lnTo>
                    <a:pt x="2085816" y="1611551"/>
                  </a:lnTo>
                  <a:lnTo>
                    <a:pt x="2087098" y="1611380"/>
                  </a:lnTo>
                  <a:lnTo>
                    <a:pt x="2088380" y="1608828"/>
                  </a:lnTo>
                  <a:lnTo>
                    <a:pt x="2089662" y="1606445"/>
                  </a:lnTo>
                  <a:lnTo>
                    <a:pt x="2090944" y="1600148"/>
                  </a:lnTo>
                  <a:lnTo>
                    <a:pt x="2092225" y="1600829"/>
                  </a:lnTo>
                  <a:lnTo>
                    <a:pt x="2093507" y="1594362"/>
                  </a:lnTo>
                  <a:lnTo>
                    <a:pt x="2094789" y="1582449"/>
                  </a:lnTo>
                  <a:lnTo>
                    <a:pt x="2096071" y="1578535"/>
                  </a:lnTo>
                  <a:lnTo>
                    <a:pt x="2097353" y="1566270"/>
                  </a:lnTo>
                  <a:lnTo>
                    <a:pt x="2098635" y="1539738"/>
                  </a:lnTo>
                  <a:lnTo>
                    <a:pt x="2099916" y="1541323"/>
                  </a:lnTo>
                  <a:lnTo>
                    <a:pt x="2101198" y="1540530"/>
                  </a:lnTo>
                  <a:lnTo>
                    <a:pt x="2102480" y="1526739"/>
                  </a:lnTo>
                  <a:lnTo>
                    <a:pt x="2103762" y="1524402"/>
                  </a:lnTo>
                  <a:lnTo>
                    <a:pt x="2105044" y="1499741"/>
                  </a:lnTo>
                  <a:lnTo>
                    <a:pt x="2106326" y="1493047"/>
                  </a:lnTo>
                  <a:lnTo>
                    <a:pt x="2107608" y="1484507"/>
                  </a:lnTo>
                  <a:lnTo>
                    <a:pt x="2108889" y="1486354"/>
                  </a:lnTo>
                  <a:lnTo>
                    <a:pt x="2110171" y="1502972"/>
                  </a:lnTo>
                  <a:lnTo>
                    <a:pt x="2111453" y="1512896"/>
                  </a:lnTo>
                  <a:lnTo>
                    <a:pt x="2112735" y="1498721"/>
                  </a:lnTo>
                  <a:lnTo>
                    <a:pt x="2114017" y="1498692"/>
                  </a:lnTo>
                  <a:lnTo>
                    <a:pt x="2115299" y="1505493"/>
                  </a:lnTo>
                  <a:lnTo>
                    <a:pt x="2116580" y="1518762"/>
                  </a:lnTo>
                  <a:lnTo>
                    <a:pt x="2117862" y="1527261"/>
                  </a:lnTo>
                  <a:lnTo>
                    <a:pt x="2119144" y="1502787"/>
                  </a:lnTo>
                  <a:lnTo>
                    <a:pt x="2120426" y="1511215"/>
                  </a:lnTo>
                  <a:lnTo>
                    <a:pt x="2121708" y="1487579"/>
                  </a:lnTo>
                  <a:lnTo>
                    <a:pt x="2122990" y="1445947"/>
                  </a:lnTo>
                  <a:lnTo>
                    <a:pt x="2124271" y="1474953"/>
                  </a:lnTo>
                  <a:lnTo>
                    <a:pt x="2125553" y="1489613"/>
                  </a:lnTo>
                  <a:lnTo>
                    <a:pt x="2126835" y="1504781"/>
                  </a:lnTo>
                  <a:lnTo>
                    <a:pt x="2128117" y="1509773"/>
                  </a:lnTo>
                  <a:lnTo>
                    <a:pt x="2129399" y="1508402"/>
                  </a:lnTo>
                  <a:lnTo>
                    <a:pt x="2130681" y="1507719"/>
                  </a:lnTo>
                  <a:lnTo>
                    <a:pt x="2131963" y="1528309"/>
                  </a:lnTo>
                  <a:lnTo>
                    <a:pt x="2133244" y="1545370"/>
                  </a:lnTo>
                  <a:lnTo>
                    <a:pt x="2134526" y="1554195"/>
                  </a:lnTo>
                  <a:lnTo>
                    <a:pt x="2135808" y="1568314"/>
                  </a:lnTo>
                  <a:lnTo>
                    <a:pt x="2137090" y="1585963"/>
                  </a:lnTo>
                  <a:lnTo>
                    <a:pt x="2138372" y="1600671"/>
                  </a:lnTo>
                  <a:lnTo>
                    <a:pt x="2139654" y="1601259"/>
                  </a:lnTo>
                  <a:lnTo>
                    <a:pt x="2140935" y="1623615"/>
                  </a:lnTo>
                  <a:lnTo>
                    <a:pt x="2142217" y="1624203"/>
                  </a:lnTo>
                  <a:lnTo>
                    <a:pt x="2143499" y="1624203"/>
                  </a:lnTo>
                  <a:lnTo>
                    <a:pt x="2144781" y="1624203"/>
                  </a:lnTo>
                  <a:lnTo>
                    <a:pt x="2146063" y="1631263"/>
                  </a:lnTo>
                  <a:lnTo>
                    <a:pt x="2147345" y="1629626"/>
                  </a:lnTo>
                  <a:lnTo>
                    <a:pt x="2148627" y="1631054"/>
                  </a:lnTo>
                  <a:lnTo>
                    <a:pt x="2149908" y="1586919"/>
                  </a:lnTo>
                  <a:lnTo>
                    <a:pt x="2151190" y="1576420"/>
                  </a:lnTo>
                  <a:lnTo>
                    <a:pt x="2152472" y="1565114"/>
                  </a:lnTo>
                  <a:lnTo>
                    <a:pt x="2153754" y="1567536"/>
                  </a:lnTo>
                  <a:lnTo>
                    <a:pt x="2155036" y="1562691"/>
                  </a:lnTo>
                  <a:lnTo>
                    <a:pt x="2156318" y="1602444"/>
                  </a:lnTo>
                  <a:lnTo>
                    <a:pt x="2157599" y="1593865"/>
                  </a:lnTo>
                  <a:lnTo>
                    <a:pt x="2158881" y="1621160"/>
                  </a:lnTo>
                  <a:lnTo>
                    <a:pt x="2160163" y="1611208"/>
                  </a:lnTo>
                  <a:lnTo>
                    <a:pt x="2161445" y="1595910"/>
                  </a:lnTo>
                  <a:lnTo>
                    <a:pt x="2162727" y="1587483"/>
                  </a:lnTo>
                  <a:lnTo>
                    <a:pt x="2164009" y="1607721"/>
                  </a:lnTo>
                  <a:lnTo>
                    <a:pt x="2165290" y="1602913"/>
                  </a:lnTo>
                  <a:lnTo>
                    <a:pt x="2166572" y="1602511"/>
                  </a:lnTo>
                  <a:lnTo>
                    <a:pt x="2167854" y="1596478"/>
                  </a:lnTo>
                  <a:lnTo>
                    <a:pt x="2169136" y="1596880"/>
                  </a:lnTo>
                  <a:lnTo>
                    <a:pt x="2170418" y="1581597"/>
                  </a:lnTo>
                  <a:lnTo>
                    <a:pt x="2171700" y="1580793"/>
                  </a:lnTo>
                  <a:lnTo>
                    <a:pt x="2172982" y="1591541"/>
                  </a:lnTo>
                  <a:lnTo>
                    <a:pt x="2174263" y="1592272"/>
                  </a:lnTo>
                  <a:lnTo>
                    <a:pt x="2175545" y="1598116"/>
                  </a:lnTo>
                  <a:lnTo>
                    <a:pt x="2176827" y="1586021"/>
                  </a:lnTo>
                  <a:lnTo>
                    <a:pt x="2178109" y="1587567"/>
                  </a:lnTo>
                  <a:lnTo>
                    <a:pt x="2179391" y="1596656"/>
                  </a:lnTo>
                  <a:lnTo>
                    <a:pt x="2180673" y="1570160"/>
                  </a:lnTo>
                  <a:lnTo>
                    <a:pt x="2181954" y="1580185"/>
                  </a:lnTo>
                  <a:lnTo>
                    <a:pt x="2183236" y="1582217"/>
                  </a:lnTo>
                  <a:lnTo>
                    <a:pt x="2184518" y="1544193"/>
                  </a:lnTo>
                  <a:lnTo>
                    <a:pt x="2185800" y="1549488"/>
                  </a:lnTo>
                  <a:lnTo>
                    <a:pt x="2187082" y="1553606"/>
                  </a:lnTo>
                  <a:lnTo>
                    <a:pt x="2188364" y="1571256"/>
                  </a:lnTo>
                  <a:lnTo>
                    <a:pt x="2189646" y="1593611"/>
                  </a:lnTo>
                  <a:lnTo>
                    <a:pt x="2190927" y="1584773"/>
                  </a:lnTo>
                  <a:lnTo>
                    <a:pt x="2192209" y="1583561"/>
                  </a:lnTo>
                  <a:lnTo>
                    <a:pt x="2193491" y="1572651"/>
                  </a:lnTo>
                  <a:lnTo>
                    <a:pt x="2194773" y="1559316"/>
                  </a:lnTo>
                  <a:lnTo>
                    <a:pt x="2196055" y="1564771"/>
                  </a:lnTo>
                  <a:lnTo>
                    <a:pt x="2197337" y="1577500"/>
                  </a:lnTo>
                  <a:lnTo>
                    <a:pt x="2198618" y="1570832"/>
                  </a:lnTo>
                  <a:lnTo>
                    <a:pt x="2199900" y="1565983"/>
                  </a:lnTo>
                  <a:lnTo>
                    <a:pt x="2201182" y="1597602"/>
                  </a:lnTo>
                  <a:lnTo>
                    <a:pt x="2202464" y="1584674"/>
                  </a:lnTo>
                  <a:lnTo>
                    <a:pt x="2203746" y="1592309"/>
                  </a:lnTo>
                  <a:lnTo>
                    <a:pt x="2205028" y="1559075"/>
                  </a:lnTo>
                  <a:lnTo>
                    <a:pt x="2206309" y="1569992"/>
                  </a:lnTo>
                  <a:lnTo>
                    <a:pt x="2207591" y="1562687"/>
                  </a:lnTo>
                  <a:lnTo>
                    <a:pt x="2208873" y="1583300"/>
                  </a:lnTo>
                  <a:lnTo>
                    <a:pt x="2210155" y="1595876"/>
                  </a:lnTo>
                  <a:lnTo>
                    <a:pt x="2211437" y="1603949"/>
                  </a:lnTo>
                  <a:lnTo>
                    <a:pt x="2212719" y="1610158"/>
                  </a:lnTo>
                  <a:lnTo>
                    <a:pt x="2214001" y="1613573"/>
                  </a:lnTo>
                  <a:lnTo>
                    <a:pt x="2215282" y="1610158"/>
                  </a:lnTo>
                  <a:lnTo>
                    <a:pt x="2216564" y="1610158"/>
                  </a:lnTo>
                  <a:lnTo>
                    <a:pt x="2217846" y="1612021"/>
                  </a:lnTo>
                  <a:lnTo>
                    <a:pt x="2219128" y="1618852"/>
                  </a:lnTo>
                  <a:lnTo>
                    <a:pt x="2220410" y="1611573"/>
                  </a:lnTo>
                  <a:lnTo>
                    <a:pt x="2221692" y="1607198"/>
                  </a:lnTo>
                  <a:lnTo>
                    <a:pt x="2222973" y="1610227"/>
                  </a:lnTo>
                  <a:lnTo>
                    <a:pt x="2224255" y="1626239"/>
                  </a:lnTo>
                  <a:lnTo>
                    <a:pt x="2225537" y="1626604"/>
                  </a:lnTo>
                  <a:lnTo>
                    <a:pt x="2226819" y="1614979"/>
                  </a:lnTo>
                  <a:lnTo>
                    <a:pt x="2228101" y="1589356"/>
                  </a:lnTo>
                  <a:lnTo>
                    <a:pt x="2229383" y="1597602"/>
                  </a:lnTo>
                  <a:lnTo>
                    <a:pt x="2230665" y="1565372"/>
                  </a:lnTo>
                  <a:lnTo>
                    <a:pt x="2231946" y="1560666"/>
                  </a:lnTo>
                  <a:lnTo>
                    <a:pt x="2233228" y="1520661"/>
                  </a:lnTo>
                  <a:lnTo>
                    <a:pt x="2234510" y="1499482"/>
                  </a:lnTo>
                  <a:lnTo>
                    <a:pt x="2235792" y="1536660"/>
                  </a:lnTo>
                  <a:lnTo>
                    <a:pt x="2237074" y="1524277"/>
                  </a:lnTo>
                  <a:lnTo>
                    <a:pt x="2238356" y="1521936"/>
                  </a:lnTo>
                  <a:lnTo>
                    <a:pt x="2239637" y="1517722"/>
                  </a:lnTo>
                  <a:lnTo>
                    <a:pt x="2240919" y="1521380"/>
                  </a:lnTo>
                  <a:lnTo>
                    <a:pt x="2242201" y="1458301"/>
                  </a:lnTo>
                  <a:lnTo>
                    <a:pt x="2243483" y="1448300"/>
                  </a:lnTo>
                  <a:lnTo>
                    <a:pt x="2244765" y="1438299"/>
                  </a:lnTo>
                  <a:lnTo>
                    <a:pt x="2246047" y="1425944"/>
                  </a:lnTo>
                  <a:lnTo>
                    <a:pt x="2247329" y="1424179"/>
                  </a:lnTo>
                  <a:lnTo>
                    <a:pt x="2248610" y="1424179"/>
                  </a:lnTo>
                  <a:lnTo>
                    <a:pt x="2249892" y="1424179"/>
                  </a:lnTo>
                  <a:lnTo>
                    <a:pt x="2251174" y="1422414"/>
                  </a:lnTo>
                  <a:lnTo>
                    <a:pt x="2252456" y="1460654"/>
                  </a:lnTo>
                  <a:lnTo>
                    <a:pt x="2253738" y="1450108"/>
                  </a:lnTo>
                  <a:lnTo>
                    <a:pt x="2255020" y="1424758"/>
                  </a:lnTo>
                  <a:lnTo>
                    <a:pt x="2256301" y="1401162"/>
                  </a:lnTo>
                  <a:lnTo>
                    <a:pt x="2257583" y="1228347"/>
                  </a:lnTo>
                  <a:lnTo>
                    <a:pt x="2258865" y="1193621"/>
                  </a:lnTo>
                  <a:lnTo>
                    <a:pt x="2260147" y="1195236"/>
                  </a:lnTo>
                  <a:lnTo>
                    <a:pt x="2261429" y="1210580"/>
                  </a:lnTo>
                  <a:lnTo>
                    <a:pt x="2262711" y="1199274"/>
                  </a:lnTo>
                  <a:lnTo>
                    <a:pt x="2263992" y="1208965"/>
                  </a:lnTo>
                  <a:lnTo>
                    <a:pt x="2265274" y="1238846"/>
                  </a:lnTo>
                  <a:lnTo>
                    <a:pt x="2266556" y="1204927"/>
                  </a:lnTo>
                  <a:lnTo>
                    <a:pt x="2267838" y="1174239"/>
                  </a:lnTo>
                  <a:lnTo>
                    <a:pt x="2269120" y="1151626"/>
                  </a:lnTo>
                  <a:lnTo>
                    <a:pt x="2270402" y="1142743"/>
                  </a:lnTo>
                  <a:lnTo>
                    <a:pt x="2271684" y="1137090"/>
                  </a:lnTo>
                  <a:lnTo>
                    <a:pt x="2272965" y="1139512"/>
                  </a:lnTo>
                  <a:lnTo>
                    <a:pt x="2274247" y="1177469"/>
                  </a:lnTo>
                  <a:lnTo>
                    <a:pt x="2275529" y="1197659"/>
                  </a:lnTo>
                  <a:lnTo>
                    <a:pt x="2276811" y="1268727"/>
                  </a:lnTo>
                  <a:lnTo>
                    <a:pt x="2278093" y="1309107"/>
                  </a:lnTo>
                  <a:lnTo>
                    <a:pt x="2279375" y="1319605"/>
                  </a:lnTo>
                  <a:lnTo>
                    <a:pt x="2280656" y="1271150"/>
                  </a:lnTo>
                  <a:lnTo>
                    <a:pt x="2281938" y="1254190"/>
                  </a:lnTo>
                  <a:lnTo>
                    <a:pt x="2283220" y="1255806"/>
                  </a:lnTo>
                  <a:lnTo>
                    <a:pt x="2284502" y="1249345"/>
                  </a:lnTo>
                  <a:lnTo>
                    <a:pt x="2285784" y="1292147"/>
                  </a:lnTo>
                  <a:lnTo>
                    <a:pt x="2287066" y="1322836"/>
                  </a:lnTo>
                  <a:lnTo>
                    <a:pt x="2288348" y="1441123"/>
                  </a:lnTo>
                  <a:lnTo>
                    <a:pt x="2289629" y="1458889"/>
                  </a:lnTo>
                  <a:lnTo>
                    <a:pt x="2290911" y="1460066"/>
                  </a:lnTo>
                  <a:lnTo>
                    <a:pt x="2292193" y="1473597"/>
                  </a:lnTo>
                  <a:lnTo>
                    <a:pt x="2293475" y="1485363"/>
                  </a:lnTo>
                  <a:lnTo>
                    <a:pt x="2294757" y="1502424"/>
                  </a:lnTo>
                  <a:lnTo>
                    <a:pt x="2296039" y="1506542"/>
                  </a:lnTo>
                  <a:lnTo>
                    <a:pt x="2297320" y="1493599"/>
                  </a:lnTo>
                  <a:lnTo>
                    <a:pt x="2298602" y="1507130"/>
                  </a:lnTo>
                  <a:lnTo>
                    <a:pt x="2299884" y="1545958"/>
                  </a:lnTo>
                  <a:lnTo>
                    <a:pt x="2301166" y="1573609"/>
                  </a:lnTo>
                  <a:lnTo>
                    <a:pt x="2302448" y="1594788"/>
                  </a:lnTo>
                  <a:lnTo>
                    <a:pt x="2303730" y="1581845"/>
                  </a:lnTo>
                  <a:lnTo>
                    <a:pt x="2305011" y="1560078"/>
                  </a:lnTo>
                  <a:lnTo>
                    <a:pt x="2306293" y="1523603"/>
                  </a:lnTo>
                  <a:lnTo>
                    <a:pt x="2307575" y="1483651"/>
                  </a:lnTo>
                  <a:lnTo>
                    <a:pt x="2308857" y="1385828"/>
                  </a:lnTo>
                  <a:lnTo>
                    <a:pt x="2310139" y="1345448"/>
                  </a:lnTo>
                  <a:lnTo>
                    <a:pt x="2311421" y="1373714"/>
                  </a:lnTo>
                  <a:lnTo>
                    <a:pt x="2312703" y="1340603"/>
                  </a:lnTo>
                  <a:lnTo>
                    <a:pt x="2313984" y="1321221"/>
                  </a:lnTo>
                  <a:lnTo>
                    <a:pt x="2315266" y="1292955"/>
                  </a:lnTo>
                  <a:lnTo>
                    <a:pt x="2316548" y="1263882"/>
                  </a:lnTo>
                  <a:lnTo>
                    <a:pt x="2317830" y="1246922"/>
                  </a:lnTo>
                  <a:lnTo>
                    <a:pt x="2319112" y="1233193"/>
                  </a:lnTo>
                  <a:lnTo>
                    <a:pt x="2320394" y="1173431"/>
                  </a:lnTo>
                  <a:lnTo>
                    <a:pt x="2321675" y="1080558"/>
                  </a:lnTo>
                  <a:lnTo>
                    <a:pt x="2322957" y="1055523"/>
                  </a:lnTo>
                  <a:lnTo>
                    <a:pt x="2324239" y="1067637"/>
                  </a:lnTo>
                  <a:lnTo>
                    <a:pt x="2325521" y="1101556"/>
                  </a:lnTo>
                  <a:lnTo>
                    <a:pt x="2326803" y="1096710"/>
                  </a:lnTo>
                  <a:lnTo>
                    <a:pt x="2328085" y="1107209"/>
                  </a:lnTo>
                  <a:lnTo>
                    <a:pt x="2329367" y="1124168"/>
                  </a:lnTo>
                  <a:lnTo>
                    <a:pt x="2330648" y="1070867"/>
                  </a:lnTo>
                  <a:lnTo>
                    <a:pt x="2331930" y="1091864"/>
                  </a:lnTo>
                  <a:lnTo>
                    <a:pt x="2333212" y="1091057"/>
                  </a:lnTo>
                  <a:lnTo>
                    <a:pt x="2334494" y="1107209"/>
                  </a:lnTo>
                  <a:lnTo>
                    <a:pt x="2335776" y="1160510"/>
                  </a:lnTo>
                  <a:lnTo>
                    <a:pt x="2337058" y="1185545"/>
                  </a:lnTo>
                  <a:lnTo>
                    <a:pt x="2338339" y="1204927"/>
                  </a:lnTo>
                  <a:lnTo>
                    <a:pt x="2339621" y="1259036"/>
                  </a:lnTo>
                  <a:lnTo>
                    <a:pt x="2340903" y="1352717"/>
                  </a:lnTo>
                  <a:lnTo>
                    <a:pt x="2342185" y="1366446"/>
                  </a:lnTo>
                  <a:lnTo>
                    <a:pt x="2343467" y="1353524"/>
                  </a:lnTo>
                  <a:lnTo>
                    <a:pt x="2344749" y="1342218"/>
                  </a:lnTo>
                  <a:lnTo>
                    <a:pt x="2346031" y="1377752"/>
                  </a:lnTo>
                  <a:lnTo>
                    <a:pt x="2347312" y="1351909"/>
                  </a:lnTo>
                  <a:lnTo>
                    <a:pt x="2348594" y="1336565"/>
                  </a:lnTo>
                  <a:lnTo>
                    <a:pt x="2349876" y="1329297"/>
                  </a:lnTo>
                  <a:lnTo>
                    <a:pt x="2351158" y="1313952"/>
                  </a:lnTo>
                  <a:lnTo>
                    <a:pt x="2352440" y="1292147"/>
                  </a:lnTo>
                  <a:lnTo>
                    <a:pt x="2353722" y="1295378"/>
                  </a:lnTo>
                  <a:lnTo>
                    <a:pt x="2355003" y="1270342"/>
                  </a:lnTo>
                  <a:lnTo>
                    <a:pt x="2356285" y="1227540"/>
                  </a:lnTo>
                  <a:lnTo>
                    <a:pt x="2357567" y="1204927"/>
                  </a:lnTo>
                  <a:lnTo>
                    <a:pt x="2358849" y="1195236"/>
                  </a:lnTo>
                  <a:lnTo>
                    <a:pt x="2360131" y="1183930"/>
                  </a:lnTo>
                  <a:lnTo>
                    <a:pt x="2361413" y="1187160"/>
                  </a:lnTo>
                  <a:lnTo>
                    <a:pt x="2362694" y="1319455"/>
                  </a:lnTo>
                  <a:lnTo>
                    <a:pt x="2363976" y="1351418"/>
                  </a:lnTo>
                  <a:lnTo>
                    <a:pt x="2365258" y="1358085"/>
                  </a:lnTo>
                  <a:lnTo>
                    <a:pt x="2366540" y="1393913"/>
                  </a:lnTo>
                  <a:lnTo>
                    <a:pt x="2367822" y="1431239"/>
                  </a:lnTo>
                  <a:lnTo>
                    <a:pt x="2369104" y="1471832"/>
                  </a:lnTo>
                  <a:lnTo>
                    <a:pt x="2370386" y="1493011"/>
                  </a:lnTo>
                  <a:lnTo>
                    <a:pt x="2371667" y="1501247"/>
                  </a:lnTo>
                  <a:lnTo>
                    <a:pt x="2372949" y="1507130"/>
                  </a:lnTo>
                  <a:lnTo>
                    <a:pt x="2374231" y="1502424"/>
                  </a:lnTo>
                  <a:lnTo>
                    <a:pt x="2375513" y="1512425"/>
                  </a:lnTo>
                  <a:lnTo>
                    <a:pt x="2376795" y="1515367"/>
                  </a:lnTo>
                  <a:lnTo>
                    <a:pt x="2378077" y="1508895"/>
                  </a:lnTo>
                  <a:lnTo>
                    <a:pt x="2379358" y="1493599"/>
                  </a:lnTo>
                  <a:lnTo>
                    <a:pt x="2380640" y="1498306"/>
                  </a:lnTo>
                  <a:lnTo>
                    <a:pt x="2381922" y="1498704"/>
                  </a:lnTo>
                  <a:lnTo>
                    <a:pt x="2383204" y="1491431"/>
                  </a:lnTo>
                  <a:lnTo>
                    <a:pt x="2384486" y="1458701"/>
                  </a:lnTo>
                  <a:lnTo>
                    <a:pt x="2385768" y="1429987"/>
                  </a:lnTo>
                  <a:lnTo>
                    <a:pt x="2387050" y="1339795"/>
                  </a:lnTo>
                  <a:lnTo>
                    <a:pt x="2388331" y="1345448"/>
                  </a:lnTo>
                  <a:lnTo>
                    <a:pt x="2389613" y="1347064"/>
                  </a:lnTo>
                  <a:lnTo>
                    <a:pt x="2390895" y="1331719"/>
                  </a:lnTo>
                  <a:lnTo>
                    <a:pt x="2392177" y="1286494"/>
                  </a:lnTo>
                  <a:lnTo>
                    <a:pt x="2393459" y="1288109"/>
                  </a:lnTo>
                  <a:lnTo>
                    <a:pt x="2394741" y="1278418"/>
                  </a:lnTo>
                  <a:lnTo>
                    <a:pt x="2396022" y="1260651"/>
                  </a:lnTo>
                  <a:lnTo>
                    <a:pt x="2397304" y="1282456"/>
                  </a:lnTo>
                  <a:lnTo>
                    <a:pt x="2398586" y="1314760"/>
                  </a:lnTo>
                  <a:lnTo>
                    <a:pt x="2399868" y="1341410"/>
                  </a:lnTo>
                  <a:lnTo>
                    <a:pt x="2401150" y="1351102"/>
                  </a:lnTo>
                  <a:lnTo>
                    <a:pt x="2402432" y="1344641"/>
                  </a:lnTo>
                  <a:lnTo>
                    <a:pt x="2403713" y="1389058"/>
                  </a:lnTo>
                  <a:lnTo>
                    <a:pt x="2404995" y="1422977"/>
                  </a:lnTo>
                  <a:lnTo>
                    <a:pt x="2406277" y="1416516"/>
                  </a:lnTo>
                  <a:lnTo>
                    <a:pt x="2407559" y="1405210"/>
                  </a:lnTo>
                  <a:lnTo>
                    <a:pt x="2408841" y="1355139"/>
                  </a:lnTo>
                  <a:lnTo>
                    <a:pt x="2410123" y="1360793"/>
                  </a:lnTo>
                  <a:lnTo>
                    <a:pt x="2411405" y="1320413"/>
                  </a:lnTo>
                  <a:lnTo>
                    <a:pt x="2412686" y="1270342"/>
                  </a:lnTo>
                  <a:lnTo>
                    <a:pt x="2413968" y="1278418"/>
                  </a:lnTo>
                  <a:lnTo>
                    <a:pt x="2415250" y="1299416"/>
                  </a:lnTo>
                  <a:lnTo>
                    <a:pt x="2416532" y="1290532"/>
                  </a:lnTo>
                  <a:lnTo>
                    <a:pt x="2417814" y="1271150"/>
                  </a:lnTo>
                  <a:lnTo>
                    <a:pt x="2419096" y="1241269"/>
                  </a:lnTo>
                  <a:lnTo>
                    <a:pt x="2420377" y="1196044"/>
                  </a:lnTo>
                  <a:lnTo>
                    <a:pt x="2421659" y="1154049"/>
                  </a:lnTo>
                  <a:lnTo>
                    <a:pt x="2422941" y="1067637"/>
                  </a:lnTo>
                  <a:lnTo>
                    <a:pt x="2424223" y="1029680"/>
                  </a:lnTo>
                  <a:lnTo>
                    <a:pt x="2425505" y="1012720"/>
                  </a:lnTo>
                  <a:lnTo>
                    <a:pt x="2426787" y="955381"/>
                  </a:lnTo>
                  <a:lnTo>
                    <a:pt x="2428069" y="980417"/>
                  </a:lnTo>
                  <a:lnTo>
                    <a:pt x="2429350" y="994953"/>
                  </a:lnTo>
                  <a:lnTo>
                    <a:pt x="2430632" y="1007875"/>
                  </a:lnTo>
                  <a:lnTo>
                    <a:pt x="2431914" y="1074097"/>
                  </a:lnTo>
                  <a:lnTo>
                    <a:pt x="2433196" y="1078943"/>
                  </a:lnTo>
                  <a:lnTo>
                    <a:pt x="2434478" y="1076520"/>
                  </a:lnTo>
                  <a:lnTo>
                    <a:pt x="2435760" y="1093480"/>
                  </a:lnTo>
                  <a:lnTo>
                    <a:pt x="2437041" y="1103171"/>
                  </a:lnTo>
                  <a:lnTo>
                    <a:pt x="2438323" y="1119323"/>
                  </a:lnTo>
                  <a:lnTo>
                    <a:pt x="2439605" y="1165355"/>
                  </a:lnTo>
                  <a:lnTo>
                    <a:pt x="2440887" y="1347175"/>
                  </a:lnTo>
                  <a:lnTo>
                    <a:pt x="2442169" y="1400513"/>
                  </a:lnTo>
                  <a:lnTo>
                    <a:pt x="2443451" y="1489894"/>
                  </a:lnTo>
                  <a:lnTo>
                    <a:pt x="2444732" y="1498692"/>
                  </a:lnTo>
                  <a:lnTo>
                    <a:pt x="2446014" y="1527554"/>
                  </a:lnTo>
                  <a:lnTo>
                    <a:pt x="2447296" y="1536450"/>
                  </a:lnTo>
                  <a:lnTo>
                    <a:pt x="2448578" y="1525681"/>
                  </a:lnTo>
                  <a:lnTo>
                    <a:pt x="2449860" y="1560796"/>
                  </a:lnTo>
                  <a:lnTo>
                    <a:pt x="2451142" y="1549559"/>
                  </a:lnTo>
                  <a:lnTo>
                    <a:pt x="2452424" y="1552836"/>
                  </a:lnTo>
                  <a:lnTo>
                    <a:pt x="2453705" y="1559391"/>
                  </a:lnTo>
                  <a:lnTo>
                    <a:pt x="2454987" y="1553773"/>
                  </a:lnTo>
                  <a:lnTo>
                    <a:pt x="2456269" y="1539259"/>
                  </a:lnTo>
                  <a:lnTo>
                    <a:pt x="2457551" y="1536450"/>
                  </a:lnTo>
                  <a:lnTo>
                    <a:pt x="2458833" y="1527554"/>
                  </a:lnTo>
                  <a:lnTo>
                    <a:pt x="2460115" y="1518602"/>
                  </a:lnTo>
                  <a:lnTo>
                    <a:pt x="2461396" y="1508656"/>
                  </a:lnTo>
                  <a:lnTo>
                    <a:pt x="2462678" y="1465974"/>
                  </a:lnTo>
                  <a:lnTo>
                    <a:pt x="2463960" y="1456425"/>
                  </a:lnTo>
                  <a:lnTo>
                    <a:pt x="2465242" y="1344641"/>
                  </a:lnTo>
                  <a:lnTo>
                    <a:pt x="2466524" y="1347871"/>
                  </a:lnTo>
                  <a:lnTo>
                    <a:pt x="2467806" y="1364831"/>
                  </a:lnTo>
                  <a:lnTo>
                    <a:pt x="2469088" y="1359985"/>
                  </a:lnTo>
                  <a:lnTo>
                    <a:pt x="2470369" y="1364023"/>
                  </a:lnTo>
                  <a:lnTo>
                    <a:pt x="2471651" y="1368061"/>
                  </a:lnTo>
                  <a:lnTo>
                    <a:pt x="2472933" y="1377752"/>
                  </a:lnTo>
                  <a:lnTo>
                    <a:pt x="2474215" y="1372907"/>
                  </a:lnTo>
                  <a:lnTo>
                    <a:pt x="2475497" y="1406018"/>
                  </a:lnTo>
                  <a:lnTo>
                    <a:pt x="2476779" y="1424593"/>
                  </a:lnTo>
                  <a:lnTo>
                    <a:pt x="2478060" y="1449628"/>
                  </a:lnTo>
                  <a:lnTo>
                    <a:pt x="2479342" y="1484354"/>
                  </a:lnTo>
                  <a:lnTo>
                    <a:pt x="2480624" y="1490815"/>
                  </a:lnTo>
                  <a:lnTo>
                    <a:pt x="2481906" y="1490815"/>
                  </a:lnTo>
                  <a:lnTo>
                    <a:pt x="2483188" y="1500506"/>
                  </a:lnTo>
                  <a:lnTo>
                    <a:pt x="2484470" y="1526349"/>
                  </a:lnTo>
                  <a:lnTo>
                    <a:pt x="2485752" y="1511812"/>
                  </a:lnTo>
                  <a:lnTo>
                    <a:pt x="2487033" y="1539271"/>
                  </a:lnTo>
                  <a:lnTo>
                    <a:pt x="2488315" y="1542501"/>
                  </a:lnTo>
                  <a:lnTo>
                    <a:pt x="2489597" y="1569959"/>
                  </a:lnTo>
                  <a:lnTo>
                    <a:pt x="2490879" y="1586111"/>
                  </a:lnTo>
                  <a:lnTo>
                    <a:pt x="2492161" y="1587726"/>
                  </a:lnTo>
                  <a:lnTo>
                    <a:pt x="2493443" y="1602263"/>
                  </a:lnTo>
                  <a:lnTo>
                    <a:pt x="2494724" y="1601455"/>
                  </a:lnTo>
                  <a:lnTo>
                    <a:pt x="2496006" y="1576420"/>
                  </a:lnTo>
                  <a:lnTo>
                    <a:pt x="2497288" y="1543309"/>
                  </a:lnTo>
                  <a:lnTo>
                    <a:pt x="2498570" y="1523926"/>
                  </a:lnTo>
                  <a:lnTo>
                    <a:pt x="2499852" y="1511005"/>
                  </a:lnTo>
                  <a:lnTo>
                    <a:pt x="2501134" y="1490815"/>
                  </a:lnTo>
                  <a:lnTo>
                    <a:pt x="2502415" y="1490815"/>
                  </a:lnTo>
                  <a:lnTo>
                    <a:pt x="2503697" y="1502121"/>
                  </a:lnTo>
                  <a:lnTo>
                    <a:pt x="2504979" y="1523119"/>
                  </a:lnTo>
                  <a:lnTo>
                    <a:pt x="2506261" y="1575078"/>
                  </a:lnTo>
                  <a:lnTo>
                    <a:pt x="2507543" y="1582349"/>
                  </a:lnTo>
                  <a:lnTo>
                    <a:pt x="2508825" y="1588905"/>
                  </a:lnTo>
                  <a:lnTo>
                    <a:pt x="2510107" y="1588905"/>
                  </a:lnTo>
                  <a:lnTo>
                    <a:pt x="2511388" y="1588905"/>
                  </a:lnTo>
                  <a:lnTo>
                    <a:pt x="2512670" y="1575962"/>
                  </a:lnTo>
                  <a:lnTo>
                    <a:pt x="2513952" y="1567137"/>
                  </a:lnTo>
                  <a:lnTo>
                    <a:pt x="2515234" y="1585375"/>
                  </a:lnTo>
                  <a:lnTo>
                    <a:pt x="2516516" y="1637988"/>
                  </a:lnTo>
                  <a:lnTo>
                    <a:pt x="2517798" y="1645472"/>
                  </a:lnTo>
                  <a:lnTo>
                    <a:pt x="2519079" y="1660053"/>
                  </a:lnTo>
                  <a:lnTo>
                    <a:pt x="2520361" y="1665671"/>
                  </a:lnTo>
                  <a:lnTo>
                    <a:pt x="2521643" y="1662394"/>
                  </a:lnTo>
                  <a:lnTo>
                    <a:pt x="2522925" y="1661457"/>
                  </a:lnTo>
                  <a:lnTo>
                    <a:pt x="2524207" y="1653030"/>
                  </a:lnTo>
                  <a:lnTo>
                    <a:pt x="2525489" y="1657048"/>
                  </a:lnTo>
                  <a:lnTo>
                    <a:pt x="2526771" y="1659623"/>
                  </a:lnTo>
                  <a:lnTo>
                    <a:pt x="2528052" y="1635969"/>
                  </a:lnTo>
                  <a:lnTo>
                    <a:pt x="2529334" y="1626556"/>
                  </a:lnTo>
                  <a:lnTo>
                    <a:pt x="2530616" y="1623026"/>
                  </a:lnTo>
                  <a:lnTo>
                    <a:pt x="2531898" y="1619497"/>
                  </a:lnTo>
                  <a:lnTo>
                    <a:pt x="2533180" y="1624203"/>
                  </a:lnTo>
                  <a:lnTo>
                    <a:pt x="2534462" y="1624203"/>
                  </a:lnTo>
                  <a:lnTo>
                    <a:pt x="2535743" y="1619928"/>
                  </a:lnTo>
                  <a:lnTo>
                    <a:pt x="2537025" y="1627103"/>
                  </a:lnTo>
                  <a:lnTo>
                    <a:pt x="2538307" y="1587726"/>
                  </a:lnTo>
                  <a:lnTo>
                    <a:pt x="2539589" y="1598225"/>
                  </a:lnTo>
                  <a:lnTo>
                    <a:pt x="2540871" y="1640244"/>
                  </a:lnTo>
                  <a:lnTo>
                    <a:pt x="2542153" y="1645385"/>
                  </a:lnTo>
                  <a:lnTo>
                    <a:pt x="2543434" y="1658920"/>
                  </a:lnTo>
                  <a:lnTo>
                    <a:pt x="2544716" y="1638322"/>
                  </a:lnTo>
                  <a:lnTo>
                    <a:pt x="2545998" y="1624203"/>
                  </a:lnTo>
                  <a:lnTo>
                    <a:pt x="2547280" y="1623615"/>
                  </a:lnTo>
                  <a:lnTo>
                    <a:pt x="2548562" y="1645009"/>
                  </a:lnTo>
                  <a:lnTo>
                    <a:pt x="2549844" y="1642694"/>
                  </a:lnTo>
                  <a:lnTo>
                    <a:pt x="2551126" y="1660279"/>
                  </a:lnTo>
                  <a:lnTo>
                    <a:pt x="2552407" y="1655142"/>
                  </a:lnTo>
                  <a:lnTo>
                    <a:pt x="2553689" y="1634284"/>
                  </a:lnTo>
                  <a:lnTo>
                    <a:pt x="2554971" y="1633909"/>
                  </a:lnTo>
                  <a:lnTo>
                    <a:pt x="2556253" y="1646794"/>
                  </a:lnTo>
                  <a:lnTo>
                    <a:pt x="2557535" y="1626303"/>
                  </a:lnTo>
                  <a:lnTo>
                    <a:pt x="2558817" y="1614194"/>
                  </a:lnTo>
                  <a:lnTo>
                    <a:pt x="2560098" y="1595566"/>
                  </a:lnTo>
                  <a:lnTo>
                    <a:pt x="2561380" y="1571659"/>
                  </a:lnTo>
                  <a:lnTo>
                    <a:pt x="2562662" y="1552099"/>
                  </a:lnTo>
                  <a:lnTo>
                    <a:pt x="2563944" y="1568089"/>
                  </a:lnTo>
                  <a:lnTo>
                    <a:pt x="2565226" y="1568089"/>
                  </a:lnTo>
                  <a:lnTo>
                    <a:pt x="2566508" y="1563185"/>
                  </a:lnTo>
                  <a:lnTo>
                    <a:pt x="2567790" y="1568089"/>
                  </a:lnTo>
                  <a:lnTo>
                    <a:pt x="2569071" y="1571262"/>
                  </a:lnTo>
                  <a:lnTo>
                    <a:pt x="2570353" y="1558930"/>
                  </a:lnTo>
                  <a:lnTo>
                    <a:pt x="2571635" y="1542474"/>
                  </a:lnTo>
                  <a:lnTo>
                    <a:pt x="2572917" y="1519010"/>
                  </a:lnTo>
                  <a:lnTo>
                    <a:pt x="2574199" y="1497674"/>
                  </a:lnTo>
                  <a:lnTo>
                    <a:pt x="2575481" y="1474546"/>
                  </a:lnTo>
                  <a:lnTo>
                    <a:pt x="2576762" y="1499838"/>
                  </a:lnTo>
                  <a:lnTo>
                    <a:pt x="2578044" y="1464348"/>
                  </a:lnTo>
                  <a:lnTo>
                    <a:pt x="2579326" y="1489894"/>
                  </a:lnTo>
                  <a:lnTo>
                    <a:pt x="2580608" y="1510268"/>
                  </a:lnTo>
                  <a:lnTo>
                    <a:pt x="2581890" y="1518753"/>
                  </a:lnTo>
                  <a:lnTo>
                    <a:pt x="2583172" y="1470217"/>
                  </a:lnTo>
                  <a:lnTo>
                    <a:pt x="2584453" y="1453914"/>
                  </a:lnTo>
                  <a:lnTo>
                    <a:pt x="2585735" y="1373714"/>
                  </a:lnTo>
                  <a:lnTo>
                    <a:pt x="2587017" y="1357562"/>
                  </a:lnTo>
                  <a:lnTo>
                    <a:pt x="2588299" y="1345448"/>
                  </a:lnTo>
                  <a:lnTo>
                    <a:pt x="2589581" y="1357562"/>
                  </a:lnTo>
                  <a:lnTo>
                    <a:pt x="2590863" y="1395519"/>
                  </a:lnTo>
                  <a:lnTo>
                    <a:pt x="2592145" y="1440744"/>
                  </a:lnTo>
                  <a:lnTo>
                    <a:pt x="2593426" y="1457704"/>
                  </a:lnTo>
                  <a:lnTo>
                    <a:pt x="2594708" y="1435899"/>
                  </a:lnTo>
                  <a:lnTo>
                    <a:pt x="2595990" y="1484764"/>
                  </a:lnTo>
                  <a:lnTo>
                    <a:pt x="2597272" y="1443548"/>
                  </a:lnTo>
                  <a:lnTo>
                    <a:pt x="2598554" y="1421121"/>
                  </a:lnTo>
                  <a:lnTo>
                    <a:pt x="2599836" y="1413848"/>
                  </a:lnTo>
                  <a:lnTo>
                    <a:pt x="2601117" y="1418884"/>
                  </a:lnTo>
                  <a:lnTo>
                    <a:pt x="2602399" y="1404765"/>
                  </a:lnTo>
                  <a:lnTo>
                    <a:pt x="2603681" y="1417120"/>
                  </a:lnTo>
                  <a:lnTo>
                    <a:pt x="2604963" y="1384763"/>
                  </a:lnTo>
                  <a:lnTo>
                    <a:pt x="2606245" y="1402412"/>
                  </a:lnTo>
                  <a:lnTo>
                    <a:pt x="2607527" y="1397705"/>
                  </a:lnTo>
                  <a:lnTo>
                    <a:pt x="2608809" y="1375938"/>
                  </a:lnTo>
                  <a:lnTo>
                    <a:pt x="2610090" y="1365349"/>
                  </a:lnTo>
                  <a:lnTo>
                    <a:pt x="2611372" y="1352406"/>
                  </a:lnTo>
                  <a:lnTo>
                    <a:pt x="2612654" y="1350053"/>
                  </a:lnTo>
                  <a:lnTo>
                    <a:pt x="2613936" y="1380645"/>
                  </a:lnTo>
                  <a:lnTo>
                    <a:pt x="2615218" y="1403544"/>
                  </a:lnTo>
                  <a:lnTo>
                    <a:pt x="2616500" y="1450821"/>
                  </a:lnTo>
                  <a:lnTo>
                    <a:pt x="2617781" y="1480521"/>
                  </a:lnTo>
                  <a:lnTo>
                    <a:pt x="2619063" y="1500444"/>
                  </a:lnTo>
                  <a:lnTo>
                    <a:pt x="2620345" y="1414094"/>
                  </a:lnTo>
                  <a:lnTo>
                    <a:pt x="2621627" y="1426208"/>
                  </a:lnTo>
                  <a:lnTo>
                    <a:pt x="2622909" y="1435899"/>
                  </a:lnTo>
                  <a:lnTo>
                    <a:pt x="2624191" y="1485970"/>
                  </a:lnTo>
                  <a:lnTo>
                    <a:pt x="2625473" y="1492430"/>
                  </a:lnTo>
                  <a:lnTo>
                    <a:pt x="2626754" y="1511005"/>
                  </a:lnTo>
                  <a:lnTo>
                    <a:pt x="2628036" y="1545731"/>
                  </a:lnTo>
                  <a:lnTo>
                    <a:pt x="2629318" y="1583688"/>
                  </a:lnTo>
                  <a:lnTo>
                    <a:pt x="2630600" y="1605493"/>
                  </a:lnTo>
                  <a:lnTo>
                    <a:pt x="2631882" y="1620030"/>
                  </a:lnTo>
                  <a:lnTo>
                    <a:pt x="2633164" y="1607916"/>
                  </a:lnTo>
                  <a:lnTo>
                    <a:pt x="2634445" y="1603878"/>
                  </a:lnTo>
                  <a:lnTo>
                    <a:pt x="2635727" y="1603878"/>
                  </a:lnTo>
                  <a:lnTo>
                    <a:pt x="2637009" y="1582073"/>
                  </a:lnTo>
                  <a:lnTo>
                    <a:pt x="2638291" y="1572382"/>
                  </a:lnTo>
                  <a:lnTo>
                    <a:pt x="2639573" y="1607108"/>
                  </a:lnTo>
                  <a:lnTo>
                    <a:pt x="2640855" y="1620030"/>
                  </a:lnTo>
                  <a:lnTo>
                    <a:pt x="2642136" y="1620030"/>
                  </a:lnTo>
                  <a:lnTo>
                    <a:pt x="2643418" y="1599840"/>
                  </a:lnTo>
                  <a:lnTo>
                    <a:pt x="2644700" y="1580458"/>
                  </a:lnTo>
                  <a:lnTo>
                    <a:pt x="2645982" y="1571574"/>
                  </a:lnTo>
                  <a:lnTo>
                    <a:pt x="2647264" y="1548154"/>
                  </a:lnTo>
                  <a:lnTo>
                    <a:pt x="2648546" y="1502121"/>
                  </a:lnTo>
                  <a:lnTo>
                    <a:pt x="2649828" y="1490815"/>
                  </a:lnTo>
                  <a:lnTo>
                    <a:pt x="2651109" y="1490815"/>
                  </a:lnTo>
                  <a:lnTo>
                    <a:pt x="2652391" y="1502929"/>
                  </a:lnTo>
                  <a:lnTo>
                    <a:pt x="2653673" y="1481124"/>
                  </a:lnTo>
                  <a:lnTo>
                    <a:pt x="2654955" y="1447205"/>
                  </a:lnTo>
                  <a:lnTo>
                    <a:pt x="2656237" y="1424593"/>
                  </a:lnTo>
                  <a:lnTo>
                    <a:pt x="2657519" y="1426208"/>
                  </a:lnTo>
                  <a:lnTo>
                    <a:pt x="2658800" y="1483029"/>
                  </a:lnTo>
                  <a:lnTo>
                    <a:pt x="2660082" y="1462337"/>
                  </a:lnTo>
                  <a:lnTo>
                    <a:pt x="2661364" y="1445358"/>
                  </a:lnTo>
                  <a:lnTo>
                    <a:pt x="2662646" y="1427709"/>
                  </a:lnTo>
                  <a:lnTo>
                    <a:pt x="2663928" y="1418884"/>
                  </a:lnTo>
                  <a:lnTo>
                    <a:pt x="2665210" y="1401824"/>
                  </a:lnTo>
                  <a:lnTo>
                    <a:pt x="2666492" y="1401235"/>
                  </a:lnTo>
                  <a:lnTo>
                    <a:pt x="2667773" y="1415355"/>
                  </a:lnTo>
                  <a:lnTo>
                    <a:pt x="2669055" y="1412413"/>
                  </a:lnTo>
                  <a:lnTo>
                    <a:pt x="2670337" y="1469232"/>
                  </a:lnTo>
                  <a:lnTo>
                    <a:pt x="2671619" y="1463965"/>
                  </a:lnTo>
                  <a:lnTo>
                    <a:pt x="2672901" y="1458730"/>
                  </a:lnTo>
                  <a:lnTo>
                    <a:pt x="2674183" y="1465284"/>
                  </a:lnTo>
                  <a:lnTo>
                    <a:pt x="2675464" y="1468093"/>
                  </a:lnTo>
                  <a:lnTo>
                    <a:pt x="2676746" y="1458261"/>
                  </a:lnTo>
                  <a:lnTo>
                    <a:pt x="2678028" y="1458730"/>
                  </a:lnTo>
                  <a:lnTo>
                    <a:pt x="2679310" y="1509717"/>
                  </a:lnTo>
                  <a:lnTo>
                    <a:pt x="2680592" y="1512878"/>
                  </a:lnTo>
                  <a:lnTo>
                    <a:pt x="2681874" y="1523548"/>
                  </a:lnTo>
                  <a:lnTo>
                    <a:pt x="2683155" y="1530266"/>
                  </a:lnTo>
                  <a:lnTo>
                    <a:pt x="2684437" y="1526498"/>
                  </a:lnTo>
                  <a:lnTo>
                    <a:pt x="2685719" y="1510008"/>
                  </a:lnTo>
                  <a:lnTo>
                    <a:pt x="2687001" y="1509606"/>
                  </a:lnTo>
                  <a:lnTo>
                    <a:pt x="2688283" y="1504780"/>
                  </a:lnTo>
                  <a:lnTo>
                    <a:pt x="2689565" y="1510902"/>
                  </a:lnTo>
                  <a:lnTo>
                    <a:pt x="2690847" y="1479330"/>
                  </a:lnTo>
                  <a:lnTo>
                    <a:pt x="2692128" y="1487758"/>
                  </a:lnTo>
                  <a:lnTo>
                    <a:pt x="2693410" y="1491971"/>
                  </a:lnTo>
                  <a:lnTo>
                    <a:pt x="2694692" y="1500867"/>
                  </a:lnTo>
                  <a:lnTo>
                    <a:pt x="2695974" y="1482607"/>
                  </a:lnTo>
                  <a:lnTo>
                    <a:pt x="2697256" y="1463880"/>
                  </a:lnTo>
                  <a:lnTo>
                    <a:pt x="2698538" y="1459666"/>
                  </a:lnTo>
                  <a:lnTo>
                    <a:pt x="2699819" y="1479708"/>
                  </a:lnTo>
                  <a:lnTo>
                    <a:pt x="2701101" y="1492673"/>
                  </a:lnTo>
                  <a:lnTo>
                    <a:pt x="2702383" y="1492790"/>
                  </a:lnTo>
                  <a:lnTo>
                    <a:pt x="2703665" y="1454771"/>
                  </a:lnTo>
                  <a:lnTo>
                    <a:pt x="2704947" y="1487128"/>
                  </a:lnTo>
                  <a:lnTo>
                    <a:pt x="2706229" y="1463596"/>
                  </a:lnTo>
                  <a:lnTo>
                    <a:pt x="2707511" y="1428297"/>
                  </a:lnTo>
                  <a:lnTo>
                    <a:pt x="2708792" y="1409471"/>
                  </a:lnTo>
                  <a:lnTo>
                    <a:pt x="2710074" y="1397117"/>
                  </a:lnTo>
                  <a:lnTo>
                    <a:pt x="2711356" y="1400647"/>
                  </a:lnTo>
                  <a:lnTo>
                    <a:pt x="2712638" y="1411825"/>
                  </a:lnTo>
                  <a:lnTo>
                    <a:pt x="2713920" y="1426532"/>
                  </a:lnTo>
                  <a:lnTo>
                    <a:pt x="2715202" y="1441827"/>
                  </a:lnTo>
                  <a:lnTo>
                    <a:pt x="2716483" y="1439305"/>
                  </a:lnTo>
                  <a:lnTo>
                    <a:pt x="2717765" y="1385463"/>
                  </a:lnTo>
                  <a:lnTo>
                    <a:pt x="2719047" y="1264689"/>
                  </a:lnTo>
                  <a:lnTo>
                    <a:pt x="2720329" y="1253383"/>
                  </a:lnTo>
                  <a:lnTo>
                    <a:pt x="2721611" y="1248537"/>
                  </a:lnTo>
                  <a:lnTo>
                    <a:pt x="2722893" y="1244499"/>
                  </a:lnTo>
                  <a:lnTo>
                    <a:pt x="2724174" y="1213003"/>
                  </a:lnTo>
                  <a:lnTo>
                    <a:pt x="2725456" y="1331416"/>
                  </a:lnTo>
                  <a:lnTo>
                    <a:pt x="2726738" y="1304753"/>
                  </a:lnTo>
                  <a:lnTo>
                    <a:pt x="2728020" y="1251217"/>
                  </a:lnTo>
                  <a:lnTo>
                    <a:pt x="2729302" y="1202976"/>
                  </a:lnTo>
                  <a:lnTo>
                    <a:pt x="2730584" y="1259128"/>
                  </a:lnTo>
                  <a:lnTo>
                    <a:pt x="2731866" y="1314104"/>
                  </a:lnTo>
                  <a:lnTo>
                    <a:pt x="2733147" y="1330393"/>
                  </a:lnTo>
                  <a:lnTo>
                    <a:pt x="2734429" y="1343982"/>
                  </a:lnTo>
                  <a:lnTo>
                    <a:pt x="2735711" y="1364261"/>
                  </a:lnTo>
                  <a:lnTo>
                    <a:pt x="2736993" y="1351221"/>
                  </a:lnTo>
                  <a:lnTo>
                    <a:pt x="2738275" y="1337320"/>
                  </a:lnTo>
                  <a:lnTo>
                    <a:pt x="2739557" y="1328599"/>
                  </a:lnTo>
                  <a:lnTo>
                    <a:pt x="2740838" y="1301385"/>
                  </a:lnTo>
                  <a:lnTo>
                    <a:pt x="2742120" y="1254847"/>
                  </a:lnTo>
                  <a:lnTo>
                    <a:pt x="2743402" y="1240424"/>
                  </a:lnTo>
                  <a:lnTo>
                    <a:pt x="2744684" y="1254847"/>
                  </a:lnTo>
                  <a:lnTo>
                    <a:pt x="2745966" y="1283967"/>
                  </a:lnTo>
                  <a:lnTo>
                    <a:pt x="2747248" y="1311454"/>
                  </a:lnTo>
                  <a:lnTo>
                    <a:pt x="2748530" y="1325878"/>
                  </a:lnTo>
                  <a:lnTo>
                    <a:pt x="2749811" y="1355270"/>
                  </a:lnTo>
                  <a:lnTo>
                    <a:pt x="2751093" y="1331551"/>
                  </a:lnTo>
                  <a:lnTo>
                    <a:pt x="2752375" y="1278570"/>
                  </a:lnTo>
                  <a:lnTo>
                    <a:pt x="2753657" y="1236945"/>
                  </a:lnTo>
                  <a:lnTo>
                    <a:pt x="2754939" y="1233243"/>
                  </a:lnTo>
                  <a:lnTo>
                    <a:pt x="2756221" y="1270605"/>
                  </a:lnTo>
                  <a:lnTo>
                    <a:pt x="2757502" y="1221238"/>
                  </a:lnTo>
                  <a:lnTo>
                    <a:pt x="2758784" y="1160958"/>
                  </a:lnTo>
                  <a:lnTo>
                    <a:pt x="2760066" y="996481"/>
                  </a:lnTo>
                  <a:lnTo>
                    <a:pt x="2761348" y="1018248"/>
                  </a:lnTo>
                  <a:lnTo>
                    <a:pt x="2762630" y="1179798"/>
                  </a:lnTo>
                  <a:lnTo>
                    <a:pt x="2763912" y="1204669"/>
                  </a:lnTo>
                  <a:lnTo>
                    <a:pt x="2765194" y="1202159"/>
                  </a:lnTo>
                  <a:lnTo>
                    <a:pt x="2766475" y="1197478"/>
                  </a:lnTo>
                  <a:lnTo>
                    <a:pt x="2767757" y="1218078"/>
                  </a:lnTo>
                  <a:lnTo>
                    <a:pt x="2769039" y="1211523"/>
                  </a:lnTo>
                  <a:lnTo>
                    <a:pt x="2770321" y="1236155"/>
                  </a:lnTo>
                  <a:lnTo>
                    <a:pt x="2771603" y="1154735"/>
                  </a:lnTo>
                  <a:lnTo>
                    <a:pt x="2772885" y="1205918"/>
                  </a:lnTo>
                  <a:lnTo>
                    <a:pt x="2774166" y="1259454"/>
                  </a:lnTo>
                  <a:lnTo>
                    <a:pt x="2775448" y="1276515"/>
                  </a:lnTo>
                  <a:lnTo>
                    <a:pt x="2776730" y="1295340"/>
                  </a:lnTo>
                  <a:lnTo>
                    <a:pt x="2778012" y="1324167"/>
                  </a:lnTo>
                  <a:lnTo>
                    <a:pt x="2779294" y="1386528"/>
                  </a:lnTo>
                  <a:lnTo>
                    <a:pt x="2780576" y="1457124"/>
                  </a:lnTo>
                  <a:lnTo>
                    <a:pt x="2781857" y="1458889"/>
                  </a:lnTo>
                  <a:lnTo>
                    <a:pt x="2783139" y="1416983"/>
                  </a:lnTo>
                  <a:lnTo>
                    <a:pt x="2784421" y="1394176"/>
                  </a:lnTo>
                  <a:lnTo>
                    <a:pt x="2785703" y="1375350"/>
                  </a:lnTo>
                  <a:lnTo>
                    <a:pt x="2786985" y="1432692"/>
                  </a:lnTo>
                  <a:lnTo>
                    <a:pt x="2788267" y="1451926"/>
                  </a:lnTo>
                  <a:lnTo>
                    <a:pt x="2789549" y="1516040"/>
                  </a:lnTo>
                  <a:lnTo>
                    <a:pt x="2790830" y="1508531"/>
                  </a:lnTo>
                  <a:lnTo>
                    <a:pt x="2792112" y="1507346"/>
                  </a:lnTo>
                  <a:lnTo>
                    <a:pt x="2793394" y="1501562"/>
                  </a:lnTo>
                  <a:lnTo>
                    <a:pt x="2794676" y="1500355"/>
                  </a:lnTo>
                  <a:lnTo>
                    <a:pt x="2795958" y="1506388"/>
                  </a:lnTo>
                  <a:lnTo>
                    <a:pt x="2797240" y="1516041"/>
                  </a:lnTo>
                  <a:lnTo>
                    <a:pt x="2798521" y="1520867"/>
                  </a:lnTo>
                  <a:lnTo>
                    <a:pt x="2799803" y="1522074"/>
                  </a:lnTo>
                  <a:lnTo>
                    <a:pt x="2801085" y="1524734"/>
                  </a:lnTo>
                  <a:lnTo>
                    <a:pt x="2802367" y="1522363"/>
                  </a:lnTo>
                  <a:lnTo>
                    <a:pt x="2803649" y="1484480"/>
                  </a:lnTo>
                  <a:lnTo>
                    <a:pt x="2804931" y="1504612"/>
                  </a:lnTo>
                  <a:lnTo>
                    <a:pt x="2806213" y="1507490"/>
                  </a:lnTo>
                  <a:lnTo>
                    <a:pt x="2807494" y="1493136"/>
                  </a:lnTo>
                  <a:lnTo>
                    <a:pt x="2808776" y="1376875"/>
                  </a:lnTo>
                  <a:lnTo>
                    <a:pt x="2810058" y="1353236"/>
                  </a:lnTo>
                  <a:lnTo>
                    <a:pt x="2811340" y="1313244"/>
                  </a:lnTo>
                  <a:lnTo>
                    <a:pt x="2812622" y="1183930"/>
                  </a:lnTo>
                  <a:lnTo>
                    <a:pt x="2813904" y="1152434"/>
                  </a:lnTo>
                  <a:lnTo>
                    <a:pt x="2815185" y="1233489"/>
                  </a:lnTo>
                  <a:lnTo>
                    <a:pt x="2816467" y="1230800"/>
                  </a:lnTo>
                  <a:lnTo>
                    <a:pt x="2817749" y="1149609"/>
                  </a:lnTo>
                  <a:lnTo>
                    <a:pt x="2819031" y="1114730"/>
                  </a:lnTo>
                  <a:lnTo>
                    <a:pt x="2820313" y="1134733"/>
                  </a:lnTo>
                  <a:lnTo>
                    <a:pt x="2821595" y="1195916"/>
                  </a:lnTo>
                  <a:lnTo>
                    <a:pt x="2822876" y="1227685"/>
                  </a:lnTo>
                  <a:lnTo>
                    <a:pt x="2824158" y="1231215"/>
                  </a:lnTo>
                  <a:lnTo>
                    <a:pt x="2825440" y="1238275"/>
                  </a:lnTo>
                  <a:lnTo>
                    <a:pt x="2826722" y="1247687"/>
                  </a:lnTo>
                  <a:lnTo>
                    <a:pt x="2828004" y="1256512"/>
                  </a:lnTo>
                  <a:lnTo>
                    <a:pt x="2829286" y="1282986"/>
                  </a:lnTo>
                  <a:lnTo>
                    <a:pt x="2830568" y="1281809"/>
                  </a:lnTo>
                  <a:lnTo>
                    <a:pt x="2831849" y="1254159"/>
                  </a:lnTo>
                  <a:lnTo>
                    <a:pt x="2833131" y="1281809"/>
                  </a:lnTo>
                  <a:lnTo>
                    <a:pt x="2834413" y="1322928"/>
                  </a:lnTo>
                  <a:lnTo>
                    <a:pt x="2835695" y="1330203"/>
                  </a:lnTo>
                  <a:lnTo>
                    <a:pt x="2836977" y="1416862"/>
                  </a:lnTo>
                  <a:lnTo>
                    <a:pt x="2838259" y="1382598"/>
                  </a:lnTo>
                  <a:lnTo>
                    <a:pt x="2839540" y="1401172"/>
                  </a:lnTo>
                  <a:lnTo>
                    <a:pt x="2840822" y="1399557"/>
                  </a:lnTo>
                  <a:lnTo>
                    <a:pt x="2842104" y="1389866"/>
                  </a:lnTo>
                  <a:lnTo>
                    <a:pt x="2843386" y="1475565"/>
                  </a:lnTo>
                  <a:lnTo>
                    <a:pt x="2844668" y="1494462"/>
                  </a:lnTo>
                  <a:lnTo>
                    <a:pt x="2845950" y="1511248"/>
                  </a:lnTo>
                  <a:lnTo>
                    <a:pt x="2847232" y="1533604"/>
                  </a:lnTo>
                  <a:lnTo>
                    <a:pt x="2848513" y="1548900"/>
                  </a:lnTo>
                  <a:lnTo>
                    <a:pt x="2849795" y="1585963"/>
                  </a:lnTo>
                  <a:lnTo>
                    <a:pt x="2851077" y="1621850"/>
                  </a:lnTo>
                  <a:lnTo>
                    <a:pt x="2852359" y="1601259"/>
                  </a:lnTo>
                  <a:lnTo>
                    <a:pt x="2853641" y="1591258"/>
                  </a:lnTo>
                  <a:lnTo>
                    <a:pt x="2854923" y="1578904"/>
                  </a:lnTo>
                  <a:lnTo>
                    <a:pt x="2856204" y="1556548"/>
                  </a:lnTo>
                  <a:lnTo>
                    <a:pt x="2857486" y="1553606"/>
                  </a:lnTo>
                  <a:lnTo>
                    <a:pt x="2858768" y="1580294"/>
                  </a:lnTo>
                  <a:lnTo>
                    <a:pt x="2860050" y="1588520"/>
                  </a:lnTo>
                  <a:lnTo>
                    <a:pt x="2861332" y="1566757"/>
                  </a:lnTo>
                  <a:lnTo>
                    <a:pt x="2862614" y="1533419"/>
                  </a:lnTo>
                  <a:lnTo>
                    <a:pt x="2863896" y="1513972"/>
                  </a:lnTo>
                  <a:lnTo>
                    <a:pt x="2865177" y="1435945"/>
                  </a:lnTo>
                  <a:lnTo>
                    <a:pt x="2866459" y="1423003"/>
                  </a:lnTo>
                  <a:lnTo>
                    <a:pt x="2867741" y="1401824"/>
                  </a:lnTo>
                  <a:lnTo>
                    <a:pt x="2869023" y="1394764"/>
                  </a:lnTo>
                  <a:lnTo>
                    <a:pt x="2870305" y="1384763"/>
                  </a:lnTo>
                  <a:lnTo>
                    <a:pt x="2871587" y="1391234"/>
                  </a:lnTo>
                  <a:lnTo>
                    <a:pt x="2872868" y="1365349"/>
                  </a:lnTo>
                  <a:lnTo>
                    <a:pt x="2874150" y="1363584"/>
                  </a:lnTo>
                  <a:lnTo>
                    <a:pt x="2875432" y="1363584"/>
                  </a:lnTo>
                  <a:lnTo>
                    <a:pt x="2876714" y="1333580"/>
                  </a:lnTo>
                  <a:lnTo>
                    <a:pt x="2877996" y="1290200"/>
                  </a:lnTo>
                  <a:lnTo>
                    <a:pt x="2879278" y="1252620"/>
                  </a:lnTo>
                  <a:lnTo>
                    <a:pt x="2880559" y="1245421"/>
                  </a:lnTo>
                  <a:lnTo>
                    <a:pt x="2881841" y="1154049"/>
                  </a:lnTo>
                  <a:lnTo>
                    <a:pt x="2883123" y="1184738"/>
                  </a:lnTo>
                  <a:lnTo>
                    <a:pt x="2884405" y="1183930"/>
                  </a:lnTo>
                  <a:lnTo>
                    <a:pt x="2885687" y="1188775"/>
                  </a:lnTo>
                  <a:lnTo>
                    <a:pt x="2886969" y="1198467"/>
                  </a:lnTo>
                  <a:lnTo>
                    <a:pt x="2888251" y="1201697"/>
                  </a:lnTo>
                  <a:lnTo>
                    <a:pt x="2889532" y="1183122"/>
                  </a:lnTo>
                  <a:lnTo>
                    <a:pt x="2890814" y="1196044"/>
                  </a:lnTo>
                  <a:lnTo>
                    <a:pt x="2892096" y="1257421"/>
                  </a:lnTo>
                  <a:lnTo>
                    <a:pt x="2893378" y="1266304"/>
                  </a:lnTo>
                  <a:lnTo>
                    <a:pt x="2894660" y="1259036"/>
                  </a:lnTo>
                  <a:lnTo>
                    <a:pt x="2895942" y="1255806"/>
                  </a:lnTo>
                  <a:lnTo>
                    <a:pt x="2897223" y="1273573"/>
                  </a:lnTo>
                  <a:lnTo>
                    <a:pt x="2898505" y="1264689"/>
                  </a:lnTo>
                  <a:lnTo>
                    <a:pt x="2899787" y="1270342"/>
                  </a:lnTo>
                  <a:lnTo>
                    <a:pt x="2901069" y="1270342"/>
                  </a:lnTo>
                  <a:lnTo>
                    <a:pt x="2902351" y="1245307"/>
                  </a:lnTo>
                  <a:lnTo>
                    <a:pt x="2903633" y="1235616"/>
                  </a:lnTo>
                  <a:lnTo>
                    <a:pt x="2904915" y="1229155"/>
                  </a:lnTo>
                  <a:lnTo>
                    <a:pt x="2906196" y="1230770"/>
                  </a:lnTo>
                  <a:lnTo>
                    <a:pt x="2907478" y="1195236"/>
                  </a:lnTo>
                  <a:lnTo>
                    <a:pt x="2908760" y="1233193"/>
                  </a:lnTo>
                  <a:lnTo>
                    <a:pt x="2910042" y="1242077"/>
                  </a:lnTo>
                  <a:lnTo>
                    <a:pt x="2911324" y="1232386"/>
                  </a:lnTo>
                  <a:lnTo>
                    <a:pt x="2912606" y="1246922"/>
                  </a:lnTo>
                  <a:lnTo>
                    <a:pt x="2913887" y="1284879"/>
                  </a:lnTo>
                  <a:lnTo>
                    <a:pt x="2915169" y="1322836"/>
                  </a:lnTo>
                  <a:lnTo>
                    <a:pt x="2916451" y="1343833"/>
                  </a:lnTo>
                  <a:lnTo>
                    <a:pt x="2917733" y="1483429"/>
                  </a:lnTo>
                  <a:lnTo>
                    <a:pt x="2919015" y="1478702"/>
                  </a:lnTo>
                  <a:lnTo>
                    <a:pt x="2920297" y="1474953"/>
                  </a:lnTo>
                  <a:lnTo>
                    <a:pt x="2921578" y="1484186"/>
                  </a:lnTo>
                  <a:lnTo>
                    <a:pt x="2922860" y="1462419"/>
                  </a:lnTo>
                  <a:lnTo>
                    <a:pt x="2924142" y="1459478"/>
                  </a:lnTo>
                  <a:lnTo>
                    <a:pt x="2925424" y="1472420"/>
                  </a:lnTo>
                  <a:lnTo>
                    <a:pt x="2926706" y="1486540"/>
                  </a:lnTo>
                  <a:lnTo>
                    <a:pt x="2927988" y="1450065"/>
                  </a:lnTo>
                  <a:lnTo>
                    <a:pt x="2929270" y="1429474"/>
                  </a:lnTo>
                  <a:lnTo>
                    <a:pt x="2930551" y="1400647"/>
                  </a:lnTo>
                  <a:lnTo>
                    <a:pt x="2931833" y="1362407"/>
                  </a:lnTo>
                  <a:lnTo>
                    <a:pt x="2933115" y="1332992"/>
                  </a:lnTo>
                  <a:lnTo>
                    <a:pt x="2934397" y="1288869"/>
                  </a:lnTo>
                  <a:lnTo>
                    <a:pt x="2935679" y="1273573"/>
                  </a:lnTo>
                  <a:lnTo>
                    <a:pt x="2936961" y="1256085"/>
                  </a:lnTo>
                  <a:lnTo>
                    <a:pt x="2938242" y="1285957"/>
                  </a:lnTo>
                  <a:lnTo>
                    <a:pt x="2939524" y="1274308"/>
                  </a:lnTo>
                  <a:lnTo>
                    <a:pt x="2940806" y="1113670"/>
                  </a:lnTo>
                  <a:lnTo>
                    <a:pt x="2942088" y="1150011"/>
                  </a:lnTo>
                  <a:lnTo>
                    <a:pt x="2943370" y="1145166"/>
                  </a:lnTo>
                  <a:lnTo>
                    <a:pt x="2944652" y="1073290"/>
                  </a:lnTo>
                  <a:lnTo>
                    <a:pt x="2945934" y="1048254"/>
                  </a:lnTo>
                  <a:lnTo>
                    <a:pt x="2947215" y="1099940"/>
                  </a:lnTo>
                  <a:lnTo>
                    <a:pt x="2948497" y="1127398"/>
                  </a:lnTo>
                  <a:lnTo>
                    <a:pt x="2949779" y="1158087"/>
                  </a:lnTo>
                  <a:lnTo>
                    <a:pt x="2951061" y="1301080"/>
                  </a:lnTo>
                  <a:lnTo>
                    <a:pt x="2952343" y="1308383"/>
                  </a:lnTo>
                  <a:lnTo>
                    <a:pt x="2953625" y="1329462"/>
                  </a:lnTo>
                  <a:lnTo>
                    <a:pt x="2954906" y="1417788"/>
                  </a:lnTo>
                  <a:lnTo>
                    <a:pt x="2956188" y="1428765"/>
                  </a:lnTo>
                  <a:lnTo>
                    <a:pt x="2957470" y="1428297"/>
                  </a:lnTo>
                  <a:lnTo>
                    <a:pt x="2958752" y="1434852"/>
                  </a:lnTo>
                  <a:lnTo>
                    <a:pt x="2960034" y="1443279"/>
                  </a:lnTo>
                  <a:lnTo>
                    <a:pt x="2961316" y="1438597"/>
                  </a:lnTo>
                  <a:lnTo>
                    <a:pt x="2962597" y="1427829"/>
                  </a:lnTo>
                  <a:lnTo>
                    <a:pt x="2963879" y="1456389"/>
                  </a:lnTo>
                  <a:lnTo>
                    <a:pt x="2965161" y="1473244"/>
                  </a:lnTo>
                  <a:lnTo>
                    <a:pt x="2966443" y="1475116"/>
                  </a:lnTo>
                  <a:lnTo>
                    <a:pt x="2967725" y="1479330"/>
                  </a:lnTo>
                  <a:lnTo>
                    <a:pt x="2969007" y="1489630"/>
                  </a:lnTo>
                  <a:lnTo>
                    <a:pt x="2970289" y="1508879"/>
                  </a:lnTo>
                  <a:lnTo>
                    <a:pt x="2971570" y="1510579"/>
                  </a:lnTo>
                  <a:lnTo>
                    <a:pt x="2972852" y="1461242"/>
                  </a:lnTo>
                  <a:lnTo>
                    <a:pt x="2974134" y="1430588"/>
                  </a:lnTo>
                  <a:lnTo>
                    <a:pt x="2975416" y="1286494"/>
                  </a:lnTo>
                  <a:lnTo>
                    <a:pt x="2976698" y="1279226"/>
                  </a:lnTo>
                  <a:lnTo>
                    <a:pt x="2977980" y="1284071"/>
                  </a:lnTo>
                  <a:lnTo>
                    <a:pt x="2979261" y="1308299"/>
                  </a:lnTo>
                  <a:lnTo>
                    <a:pt x="2980543" y="1322028"/>
                  </a:lnTo>
                  <a:lnTo>
                    <a:pt x="2981825" y="1368869"/>
                  </a:lnTo>
                  <a:lnTo>
                    <a:pt x="2983107" y="1376944"/>
                  </a:lnTo>
                  <a:lnTo>
                    <a:pt x="2984389" y="1367253"/>
                  </a:lnTo>
                  <a:lnTo>
                    <a:pt x="2985671" y="1313145"/>
                  </a:lnTo>
                  <a:lnTo>
                    <a:pt x="2986953" y="1296993"/>
                  </a:lnTo>
                  <a:lnTo>
                    <a:pt x="2988234" y="1263074"/>
                  </a:lnTo>
                  <a:lnTo>
                    <a:pt x="2989516" y="1225925"/>
                  </a:lnTo>
                  <a:lnTo>
                    <a:pt x="2990798" y="1211388"/>
                  </a:lnTo>
                  <a:lnTo>
                    <a:pt x="2992080" y="1217041"/>
                  </a:lnTo>
                  <a:lnTo>
                    <a:pt x="2993362" y="1262266"/>
                  </a:lnTo>
                  <a:lnTo>
                    <a:pt x="2994644" y="1287302"/>
                  </a:lnTo>
                  <a:lnTo>
                    <a:pt x="2995925" y="1409605"/>
                  </a:lnTo>
                  <a:lnTo>
                    <a:pt x="2997207" y="1416391"/>
                  </a:lnTo>
                  <a:lnTo>
                    <a:pt x="2998489" y="1391822"/>
                  </a:lnTo>
                  <a:lnTo>
                    <a:pt x="2999771" y="1363584"/>
                  </a:lnTo>
                  <a:lnTo>
                    <a:pt x="3001053" y="1314166"/>
                  </a:lnTo>
                  <a:lnTo>
                    <a:pt x="3002335" y="1260042"/>
                  </a:lnTo>
                  <a:lnTo>
                    <a:pt x="3003617" y="1244158"/>
                  </a:lnTo>
                  <a:lnTo>
                    <a:pt x="3004898" y="1261219"/>
                  </a:lnTo>
                  <a:lnTo>
                    <a:pt x="3006180" y="1251217"/>
                  </a:lnTo>
                  <a:lnTo>
                    <a:pt x="3007462" y="1251806"/>
                  </a:lnTo>
                  <a:lnTo>
                    <a:pt x="3008744" y="1288281"/>
                  </a:lnTo>
                  <a:lnTo>
                    <a:pt x="3010026" y="1321226"/>
                  </a:lnTo>
                  <a:lnTo>
                    <a:pt x="3011308" y="1413460"/>
                  </a:lnTo>
                  <a:lnTo>
                    <a:pt x="3012589" y="1418588"/>
                  </a:lnTo>
                  <a:lnTo>
                    <a:pt x="3013871" y="1419230"/>
                  </a:lnTo>
                  <a:lnTo>
                    <a:pt x="3015153" y="1347111"/>
                  </a:lnTo>
                  <a:lnTo>
                    <a:pt x="3016435" y="1347175"/>
                  </a:lnTo>
                  <a:lnTo>
                    <a:pt x="3017717" y="1377481"/>
                  </a:lnTo>
                  <a:lnTo>
                    <a:pt x="3018999" y="1415666"/>
                  </a:lnTo>
                  <a:lnTo>
                    <a:pt x="3020280" y="1466580"/>
                  </a:lnTo>
                  <a:lnTo>
                    <a:pt x="3021562" y="1576447"/>
                  </a:lnTo>
                  <a:lnTo>
                    <a:pt x="3022844" y="1598706"/>
                  </a:lnTo>
                  <a:lnTo>
                    <a:pt x="3024126" y="1614170"/>
                  </a:lnTo>
                  <a:lnTo>
                    <a:pt x="3025408" y="1623534"/>
                  </a:lnTo>
                  <a:lnTo>
                    <a:pt x="3026690" y="1630557"/>
                  </a:lnTo>
                  <a:lnTo>
                    <a:pt x="3027972" y="1622129"/>
                  </a:lnTo>
                  <a:lnTo>
                    <a:pt x="3029253" y="1610424"/>
                  </a:lnTo>
                  <a:lnTo>
                    <a:pt x="3030535" y="1613523"/>
                  </a:lnTo>
                  <a:lnTo>
                    <a:pt x="3031817" y="1629266"/>
                  </a:lnTo>
                  <a:lnTo>
                    <a:pt x="3033099" y="1620932"/>
                  </a:lnTo>
                  <a:lnTo>
                    <a:pt x="3034381" y="1617227"/>
                  </a:lnTo>
                  <a:lnTo>
                    <a:pt x="3035663" y="1617227"/>
                  </a:lnTo>
                  <a:lnTo>
                    <a:pt x="3036944" y="1601021"/>
                  </a:lnTo>
                  <a:lnTo>
                    <a:pt x="3038226" y="1579992"/>
                  </a:lnTo>
                  <a:lnTo>
                    <a:pt x="3039508" y="1590333"/>
                  </a:lnTo>
                  <a:lnTo>
                    <a:pt x="3040790" y="1555181"/>
                  </a:lnTo>
                  <a:lnTo>
                    <a:pt x="3042072" y="1553369"/>
                  </a:lnTo>
                  <a:lnTo>
                    <a:pt x="3043354" y="1505954"/>
                  </a:lnTo>
                  <a:lnTo>
                    <a:pt x="3044636" y="1498306"/>
                  </a:lnTo>
                  <a:lnTo>
                    <a:pt x="3045917" y="1487716"/>
                  </a:lnTo>
                  <a:lnTo>
                    <a:pt x="3047199" y="1498306"/>
                  </a:lnTo>
                  <a:lnTo>
                    <a:pt x="3048481" y="1497717"/>
                  </a:lnTo>
                  <a:lnTo>
                    <a:pt x="3049763" y="1488893"/>
                  </a:lnTo>
                  <a:lnTo>
                    <a:pt x="3051045" y="1489481"/>
                  </a:lnTo>
                  <a:lnTo>
                    <a:pt x="3052327" y="1501835"/>
                  </a:lnTo>
                  <a:lnTo>
                    <a:pt x="3053608" y="1506542"/>
                  </a:lnTo>
                  <a:lnTo>
                    <a:pt x="3054890" y="1494776"/>
                  </a:lnTo>
                  <a:lnTo>
                    <a:pt x="3056172" y="1507796"/>
                  </a:lnTo>
                  <a:lnTo>
                    <a:pt x="3057454" y="1520968"/>
                  </a:lnTo>
                  <a:lnTo>
                    <a:pt x="3058736" y="1468202"/>
                  </a:lnTo>
                  <a:lnTo>
                    <a:pt x="3060018" y="1449628"/>
                  </a:lnTo>
                  <a:lnTo>
                    <a:pt x="3061299" y="1441552"/>
                  </a:lnTo>
                  <a:lnTo>
                    <a:pt x="3062581" y="1413286"/>
                  </a:lnTo>
                  <a:lnTo>
                    <a:pt x="3063863" y="1396327"/>
                  </a:lnTo>
                  <a:lnTo>
                    <a:pt x="3065145" y="1411671"/>
                  </a:lnTo>
                  <a:lnTo>
                    <a:pt x="3066427" y="1399557"/>
                  </a:lnTo>
                  <a:lnTo>
                    <a:pt x="3067709" y="1395519"/>
                  </a:lnTo>
                  <a:lnTo>
                    <a:pt x="3068991" y="1398749"/>
                  </a:lnTo>
                  <a:lnTo>
                    <a:pt x="3070272" y="1376944"/>
                  </a:lnTo>
                  <a:lnTo>
                    <a:pt x="3071554" y="1344641"/>
                  </a:lnTo>
                  <a:lnTo>
                    <a:pt x="3072836" y="1317990"/>
                  </a:lnTo>
                  <a:lnTo>
                    <a:pt x="3074118" y="1326066"/>
                  </a:lnTo>
                  <a:lnTo>
                    <a:pt x="3075400" y="1287302"/>
                  </a:lnTo>
                  <a:lnTo>
                    <a:pt x="3076682" y="1275995"/>
                  </a:lnTo>
                  <a:lnTo>
                    <a:pt x="3077963" y="1254998"/>
                  </a:lnTo>
                  <a:lnTo>
                    <a:pt x="3079245" y="1253383"/>
                  </a:lnTo>
                  <a:lnTo>
                    <a:pt x="3080527" y="1265497"/>
                  </a:lnTo>
                  <a:lnTo>
                    <a:pt x="3081809" y="1288109"/>
                  </a:lnTo>
                  <a:lnTo>
                    <a:pt x="3083091" y="1319605"/>
                  </a:lnTo>
                  <a:lnTo>
                    <a:pt x="3084373" y="1331719"/>
                  </a:lnTo>
                  <a:lnTo>
                    <a:pt x="3085655" y="1332527"/>
                  </a:lnTo>
                  <a:lnTo>
                    <a:pt x="3086936" y="1321221"/>
                  </a:lnTo>
                  <a:lnTo>
                    <a:pt x="3088218" y="1330104"/>
                  </a:lnTo>
                  <a:lnTo>
                    <a:pt x="3089500" y="1330104"/>
                  </a:lnTo>
                  <a:lnTo>
                    <a:pt x="3090782" y="1362408"/>
                  </a:lnTo>
                  <a:lnTo>
                    <a:pt x="3092064" y="1382598"/>
                  </a:lnTo>
                  <a:lnTo>
                    <a:pt x="3093346" y="1367253"/>
                  </a:lnTo>
                  <a:lnTo>
                    <a:pt x="3094627" y="1403595"/>
                  </a:lnTo>
                  <a:lnTo>
                    <a:pt x="3095909" y="1422170"/>
                  </a:lnTo>
                  <a:lnTo>
                    <a:pt x="3097191" y="1450435"/>
                  </a:lnTo>
                  <a:lnTo>
                    <a:pt x="3098473" y="1465780"/>
                  </a:lnTo>
                  <a:lnTo>
                    <a:pt x="3099755" y="1474663"/>
                  </a:lnTo>
                  <a:lnTo>
                    <a:pt x="3101037" y="1481124"/>
                  </a:lnTo>
                  <a:lnTo>
                    <a:pt x="3102318" y="1475471"/>
                  </a:lnTo>
                  <a:lnTo>
                    <a:pt x="3103600" y="1441552"/>
                  </a:lnTo>
                  <a:lnTo>
                    <a:pt x="3104882" y="1410863"/>
                  </a:lnTo>
                  <a:lnTo>
                    <a:pt x="3106164" y="1499129"/>
                  </a:lnTo>
                  <a:lnTo>
                    <a:pt x="3107446" y="1513857"/>
                  </a:lnTo>
                  <a:lnTo>
                    <a:pt x="3108728" y="1497492"/>
                  </a:lnTo>
                  <a:lnTo>
                    <a:pt x="3110010" y="1493290"/>
                  </a:lnTo>
                  <a:lnTo>
                    <a:pt x="3111291" y="1489481"/>
                  </a:lnTo>
                  <a:lnTo>
                    <a:pt x="3112573" y="1485951"/>
                  </a:lnTo>
                  <a:lnTo>
                    <a:pt x="3113855" y="1478303"/>
                  </a:lnTo>
                  <a:lnTo>
                    <a:pt x="3115137" y="1471244"/>
                  </a:lnTo>
                  <a:lnTo>
                    <a:pt x="3116419" y="1478892"/>
                  </a:lnTo>
                  <a:lnTo>
                    <a:pt x="3117701" y="1494776"/>
                  </a:lnTo>
                  <a:lnTo>
                    <a:pt x="3118982" y="1490069"/>
                  </a:lnTo>
                  <a:lnTo>
                    <a:pt x="3120264" y="1473009"/>
                  </a:lnTo>
                  <a:lnTo>
                    <a:pt x="3121546" y="1446535"/>
                  </a:lnTo>
                  <a:lnTo>
                    <a:pt x="3122828" y="1444770"/>
                  </a:lnTo>
                  <a:lnTo>
                    <a:pt x="3124110" y="1475950"/>
                  </a:lnTo>
                  <a:lnTo>
                    <a:pt x="3125392" y="1492107"/>
                  </a:lnTo>
                  <a:lnTo>
                    <a:pt x="3126674" y="1497492"/>
                  </a:lnTo>
                  <a:lnTo>
                    <a:pt x="3127955" y="1536284"/>
                  </a:lnTo>
                  <a:lnTo>
                    <a:pt x="3129237" y="1540122"/>
                  </a:lnTo>
                  <a:lnTo>
                    <a:pt x="3130519" y="1488392"/>
                  </a:lnTo>
                  <a:lnTo>
                    <a:pt x="3131801" y="1495661"/>
                  </a:lnTo>
                  <a:lnTo>
                    <a:pt x="3133083" y="1497276"/>
                  </a:lnTo>
                  <a:lnTo>
                    <a:pt x="3134365" y="1506967"/>
                  </a:lnTo>
                  <a:lnTo>
                    <a:pt x="3135646" y="1506967"/>
                  </a:lnTo>
                  <a:lnTo>
                    <a:pt x="3136928" y="1506967"/>
                  </a:lnTo>
                  <a:lnTo>
                    <a:pt x="3138210" y="1513428"/>
                  </a:lnTo>
                  <a:lnTo>
                    <a:pt x="3139492" y="1536848"/>
                  </a:lnTo>
                  <a:lnTo>
                    <a:pt x="3140774" y="1588534"/>
                  </a:lnTo>
                  <a:lnTo>
                    <a:pt x="3142056" y="1633759"/>
                  </a:lnTo>
                  <a:lnTo>
                    <a:pt x="3143338" y="1636182"/>
                  </a:lnTo>
                  <a:lnTo>
                    <a:pt x="3144619" y="1636182"/>
                  </a:lnTo>
                  <a:lnTo>
                    <a:pt x="3145901" y="1636182"/>
                  </a:lnTo>
                  <a:lnTo>
                    <a:pt x="3147183" y="1636182"/>
                  </a:lnTo>
                  <a:lnTo>
                    <a:pt x="3148465" y="1625683"/>
                  </a:lnTo>
                  <a:lnTo>
                    <a:pt x="3149747" y="1599840"/>
                  </a:lnTo>
                  <a:lnTo>
                    <a:pt x="3151029" y="1608724"/>
                  </a:lnTo>
                  <a:lnTo>
                    <a:pt x="3152310" y="1620030"/>
                  </a:lnTo>
                  <a:lnTo>
                    <a:pt x="3153592" y="1620030"/>
                  </a:lnTo>
                  <a:lnTo>
                    <a:pt x="3154874" y="1615992"/>
                  </a:lnTo>
                  <a:lnTo>
                    <a:pt x="3156156" y="1587726"/>
                  </a:lnTo>
                  <a:lnTo>
                    <a:pt x="3157438" y="1587726"/>
                  </a:lnTo>
                  <a:lnTo>
                    <a:pt x="3158720" y="1582881"/>
                  </a:lnTo>
                  <a:lnTo>
                    <a:pt x="3160001" y="1548962"/>
                  </a:lnTo>
                  <a:lnTo>
                    <a:pt x="3161283" y="1570784"/>
                  </a:lnTo>
                  <a:lnTo>
                    <a:pt x="3162565" y="1517494"/>
                  </a:lnTo>
                  <a:lnTo>
                    <a:pt x="3163847" y="1496280"/>
                  </a:lnTo>
                  <a:lnTo>
                    <a:pt x="3165129" y="1470221"/>
                  </a:lnTo>
                  <a:lnTo>
                    <a:pt x="3166411" y="1443593"/>
                  </a:lnTo>
                  <a:lnTo>
                    <a:pt x="3167693" y="1424768"/>
                  </a:lnTo>
                  <a:lnTo>
                    <a:pt x="3168974" y="1404765"/>
                  </a:lnTo>
                  <a:lnTo>
                    <a:pt x="3170256" y="1399470"/>
                  </a:lnTo>
                  <a:lnTo>
                    <a:pt x="3171538" y="1381821"/>
                  </a:lnTo>
                  <a:lnTo>
                    <a:pt x="3172820" y="1321814"/>
                  </a:lnTo>
                  <a:lnTo>
                    <a:pt x="3174102" y="1302400"/>
                  </a:lnTo>
                  <a:lnTo>
                    <a:pt x="3175384" y="1304165"/>
                  </a:lnTo>
                  <a:lnTo>
                    <a:pt x="3176665" y="1284162"/>
                  </a:lnTo>
                  <a:lnTo>
                    <a:pt x="3177947" y="1286516"/>
                  </a:lnTo>
                  <a:lnTo>
                    <a:pt x="3179229" y="1280633"/>
                  </a:lnTo>
                  <a:lnTo>
                    <a:pt x="3180511" y="1243663"/>
                  </a:lnTo>
                  <a:lnTo>
                    <a:pt x="3181793" y="1200494"/>
                  </a:lnTo>
                  <a:lnTo>
                    <a:pt x="3183075" y="1153823"/>
                  </a:lnTo>
                  <a:lnTo>
                    <a:pt x="3184357" y="1113543"/>
                  </a:lnTo>
                  <a:lnTo>
                    <a:pt x="3185638" y="921462"/>
                  </a:lnTo>
                  <a:lnTo>
                    <a:pt x="3186920" y="914194"/>
                  </a:lnTo>
                  <a:lnTo>
                    <a:pt x="3188202" y="1097081"/>
                  </a:lnTo>
                  <a:lnTo>
                    <a:pt x="3189484" y="1210568"/>
                  </a:lnTo>
                  <a:lnTo>
                    <a:pt x="3190766" y="1274191"/>
                  </a:lnTo>
                  <a:lnTo>
                    <a:pt x="3192048" y="1347348"/>
                  </a:lnTo>
                  <a:lnTo>
                    <a:pt x="3193329" y="1301571"/>
                  </a:lnTo>
                  <a:lnTo>
                    <a:pt x="3194611" y="1261180"/>
                  </a:lnTo>
                  <a:lnTo>
                    <a:pt x="3195893" y="1256468"/>
                  </a:lnTo>
                  <a:lnTo>
                    <a:pt x="3197175" y="1251755"/>
                  </a:lnTo>
                  <a:lnTo>
                    <a:pt x="3198457" y="1259160"/>
                  </a:lnTo>
                  <a:lnTo>
                    <a:pt x="3199739" y="1291810"/>
                  </a:lnTo>
                  <a:lnTo>
                    <a:pt x="3201020" y="1341626"/>
                  </a:lnTo>
                  <a:lnTo>
                    <a:pt x="3202302" y="1374275"/>
                  </a:lnTo>
                  <a:lnTo>
                    <a:pt x="3203584" y="1388076"/>
                  </a:lnTo>
                  <a:lnTo>
                    <a:pt x="3204866" y="1367543"/>
                  </a:lnTo>
                  <a:lnTo>
                    <a:pt x="3206148" y="1360475"/>
                  </a:lnTo>
                  <a:lnTo>
                    <a:pt x="3207430" y="1355426"/>
                  </a:lnTo>
                  <a:lnTo>
                    <a:pt x="3208712" y="1321627"/>
                  </a:lnTo>
                  <a:lnTo>
                    <a:pt x="3209993" y="1214332"/>
                  </a:lnTo>
                  <a:lnTo>
                    <a:pt x="3211275" y="1109384"/>
                  </a:lnTo>
                  <a:lnTo>
                    <a:pt x="3212557" y="1171495"/>
                  </a:lnTo>
                  <a:lnTo>
                    <a:pt x="3213839" y="1218272"/>
                  </a:lnTo>
                  <a:lnTo>
                    <a:pt x="3215121" y="1183562"/>
                  </a:lnTo>
                  <a:lnTo>
                    <a:pt x="3216403" y="1161206"/>
                  </a:lnTo>
                  <a:lnTo>
                    <a:pt x="3217684" y="1085903"/>
                  </a:lnTo>
                  <a:lnTo>
                    <a:pt x="3218966" y="1014718"/>
                  </a:lnTo>
                  <a:lnTo>
                    <a:pt x="3220248" y="970007"/>
                  </a:lnTo>
                  <a:lnTo>
                    <a:pt x="3221530" y="939415"/>
                  </a:lnTo>
                  <a:lnTo>
                    <a:pt x="3222812" y="922943"/>
                  </a:lnTo>
                  <a:lnTo>
                    <a:pt x="3224094" y="940004"/>
                  </a:lnTo>
                  <a:lnTo>
                    <a:pt x="3225376" y="981773"/>
                  </a:lnTo>
                  <a:lnTo>
                    <a:pt x="3226657" y="1024131"/>
                  </a:lnTo>
                  <a:lnTo>
                    <a:pt x="3227939" y="1074726"/>
                  </a:lnTo>
                  <a:lnTo>
                    <a:pt x="3229221" y="1250972"/>
                  </a:lnTo>
                  <a:lnTo>
                    <a:pt x="3230503" y="1219223"/>
                  </a:lnTo>
                  <a:lnTo>
                    <a:pt x="3231785" y="1084139"/>
                  </a:lnTo>
                  <a:lnTo>
                    <a:pt x="3233067" y="1101788"/>
                  </a:lnTo>
                  <a:lnTo>
                    <a:pt x="3234348" y="1160030"/>
                  </a:lnTo>
                  <a:lnTo>
                    <a:pt x="3235630" y="1173561"/>
                  </a:lnTo>
                  <a:lnTo>
                    <a:pt x="3236912" y="1254159"/>
                  </a:lnTo>
                  <a:lnTo>
                    <a:pt x="3238194" y="1327697"/>
                  </a:lnTo>
                  <a:lnTo>
                    <a:pt x="3239476" y="1358289"/>
                  </a:lnTo>
                  <a:lnTo>
                    <a:pt x="3240758" y="1346523"/>
                  </a:lnTo>
                  <a:lnTo>
                    <a:pt x="3242039" y="1354759"/>
                  </a:lnTo>
                  <a:lnTo>
                    <a:pt x="3243321" y="1352406"/>
                  </a:lnTo>
                  <a:lnTo>
                    <a:pt x="3244603" y="1330639"/>
                  </a:lnTo>
                  <a:lnTo>
                    <a:pt x="3245885" y="1340051"/>
                  </a:lnTo>
                  <a:lnTo>
                    <a:pt x="3247167" y="1332992"/>
                  </a:lnTo>
                  <a:lnTo>
                    <a:pt x="3248449" y="1327173"/>
                  </a:lnTo>
                  <a:lnTo>
                    <a:pt x="3249731" y="1353842"/>
                  </a:lnTo>
                  <a:lnTo>
                    <a:pt x="3251012" y="1395510"/>
                  </a:lnTo>
                  <a:lnTo>
                    <a:pt x="3252294" y="1394254"/>
                  </a:lnTo>
                  <a:lnTo>
                    <a:pt x="3253576" y="1382936"/>
                  </a:lnTo>
                  <a:lnTo>
                    <a:pt x="3254858" y="1370251"/>
                  </a:lnTo>
                  <a:lnTo>
                    <a:pt x="3256140" y="1365349"/>
                  </a:lnTo>
                  <a:lnTo>
                    <a:pt x="3257422" y="1350641"/>
                  </a:lnTo>
                  <a:lnTo>
                    <a:pt x="3258703" y="1424607"/>
                  </a:lnTo>
                  <a:lnTo>
                    <a:pt x="3259985" y="1457946"/>
                  </a:lnTo>
                  <a:lnTo>
                    <a:pt x="3261267" y="1470434"/>
                  </a:lnTo>
                  <a:lnTo>
                    <a:pt x="3262549" y="1498058"/>
                  </a:lnTo>
                  <a:lnTo>
                    <a:pt x="3263831" y="1505081"/>
                  </a:lnTo>
                  <a:lnTo>
                    <a:pt x="3265113" y="1484480"/>
                  </a:lnTo>
                  <a:lnTo>
                    <a:pt x="3266395" y="1480266"/>
                  </a:lnTo>
                  <a:lnTo>
                    <a:pt x="3267676" y="1465753"/>
                  </a:lnTo>
                  <a:lnTo>
                    <a:pt x="3268958" y="1447025"/>
                  </a:lnTo>
                  <a:lnTo>
                    <a:pt x="3270240" y="1447025"/>
                  </a:lnTo>
                  <a:lnTo>
                    <a:pt x="3271522" y="1457482"/>
                  </a:lnTo>
                  <a:lnTo>
                    <a:pt x="3272804" y="1477856"/>
                  </a:lnTo>
                  <a:lnTo>
                    <a:pt x="3274086" y="1499521"/>
                  </a:lnTo>
                  <a:lnTo>
                    <a:pt x="3275367" y="1459477"/>
                  </a:lnTo>
                  <a:lnTo>
                    <a:pt x="3276649" y="1474185"/>
                  </a:lnTo>
                  <a:lnTo>
                    <a:pt x="3277931" y="1498704"/>
                  </a:lnTo>
                  <a:lnTo>
                    <a:pt x="3279213" y="1494846"/>
                  </a:lnTo>
                  <a:lnTo>
                    <a:pt x="3280495" y="1401980"/>
                  </a:lnTo>
                  <a:lnTo>
                    <a:pt x="3281777" y="1410056"/>
                  </a:lnTo>
                  <a:lnTo>
                    <a:pt x="3283059" y="1409248"/>
                  </a:lnTo>
                  <a:lnTo>
                    <a:pt x="3284340" y="1443167"/>
                  </a:lnTo>
                  <a:lnTo>
                    <a:pt x="3285622" y="1443167"/>
                  </a:lnTo>
                  <a:lnTo>
                    <a:pt x="3286904" y="1460126"/>
                  </a:lnTo>
                  <a:lnTo>
                    <a:pt x="3288186" y="1473048"/>
                  </a:lnTo>
                  <a:lnTo>
                    <a:pt x="3289468" y="1414094"/>
                  </a:lnTo>
                  <a:lnTo>
                    <a:pt x="3290750" y="1467186"/>
                  </a:lnTo>
                  <a:lnTo>
                    <a:pt x="3292031" y="1431827"/>
                  </a:lnTo>
                  <a:lnTo>
                    <a:pt x="3293313" y="1378880"/>
                  </a:lnTo>
                  <a:lnTo>
                    <a:pt x="3294595" y="1326520"/>
                  </a:lnTo>
                  <a:lnTo>
                    <a:pt x="3295877" y="1270631"/>
                  </a:lnTo>
                  <a:lnTo>
                    <a:pt x="3297159" y="1248864"/>
                  </a:lnTo>
                  <a:lnTo>
                    <a:pt x="3298441" y="1233568"/>
                  </a:lnTo>
                  <a:lnTo>
                    <a:pt x="3299722" y="1225332"/>
                  </a:lnTo>
                  <a:lnTo>
                    <a:pt x="3301004" y="1202388"/>
                  </a:lnTo>
                  <a:lnTo>
                    <a:pt x="3302286" y="1158265"/>
                  </a:lnTo>
                  <a:lnTo>
                    <a:pt x="3303568" y="1104141"/>
                  </a:lnTo>
                  <a:lnTo>
                    <a:pt x="3304850" y="1060606"/>
                  </a:lnTo>
                  <a:lnTo>
                    <a:pt x="3306132" y="1029426"/>
                  </a:lnTo>
                  <a:lnTo>
                    <a:pt x="3307414" y="1048840"/>
                  </a:lnTo>
                  <a:lnTo>
                    <a:pt x="3308695" y="1092375"/>
                  </a:lnTo>
                  <a:lnTo>
                    <a:pt x="3309977" y="1127760"/>
                  </a:lnTo>
                  <a:lnTo>
                    <a:pt x="3311259" y="979609"/>
                  </a:lnTo>
                  <a:lnTo>
                    <a:pt x="3312541" y="1052292"/>
                  </a:lnTo>
                  <a:lnTo>
                    <a:pt x="3313823" y="1120130"/>
                  </a:lnTo>
                  <a:lnTo>
                    <a:pt x="3315105" y="1157279"/>
                  </a:lnTo>
                  <a:lnTo>
                    <a:pt x="3316386" y="1126591"/>
                  </a:lnTo>
                  <a:lnTo>
                    <a:pt x="3317668" y="1098325"/>
                  </a:lnTo>
                  <a:lnTo>
                    <a:pt x="3318950" y="1097518"/>
                  </a:lnTo>
                  <a:lnTo>
                    <a:pt x="3320232" y="1141128"/>
                  </a:lnTo>
                  <a:lnTo>
                    <a:pt x="3321514" y="1357479"/>
                  </a:lnTo>
                  <a:lnTo>
                    <a:pt x="3322796" y="1396270"/>
                  </a:lnTo>
                  <a:lnTo>
                    <a:pt x="3324078" y="1457207"/>
                  </a:lnTo>
                  <a:lnTo>
                    <a:pt x="3325359" y="1464772"/>
                  </a:lnTo>
                  <a:lnTo>
                    <a:pt x="3326641" y="1431827"/>
                  </a:lnTo>
                  <a:lnTo>
                    <a:pt x="3327923" y="1462501"/>
                  </a:lnTo>
                  <a:lnTo>
                    <a:pt x="3329205" y="1444981"/>
                  </a:lnTo>
                  <a:lnTo>
                    <a:pt x="3330487" y="1430164"/>
                  </a:lnTo>
                  <a:lnTo>
                    <a:pt x="3331769" y="1394047"/>
                  </a:lnTo>
                  <a:lnTo>
                    <a:pt x="3333050" y="1430682"/>
                  </a:lnTo>
                  <a:lnTo>
                    <a:pt x="3334332" y="1411472"/>
                  </a:lnTo>
                  <a:lnTo>
                    <a:pt x="3335614" y="1424342"/>
                  </a:lnTo>
                  <a:lnTo>
                    <a:pt x="3336896" y="1440028"/>
                  </a:lnTo>
                  <a:lnTo>
                    <a:pt x="3338178" y="1456919"/>
                  </a:lnTo>
                  <a:lnTo>
                    <a:pt x="3339460" y="1452093"/>
                  </a:lnTo>
                  <a:lnTo>
                    <a:pt x="3340741" y="1453997"/>
                  </a:lnTo>
                  <a:lnTo>
                    <a:pt x="3342023" y="1450440"/>
                  </a:lnTo>
                  <a:lnTo>
                    <a:pt x="3343305" y="1403483"/>
                  </a:lnTo>
                  <a:lnTo>
                    <a:pt x="3344587" y="1431106"/>
                  </a:lnTo>
                  <a:lnTo>
                    <a:pt x="3345869" y="1459666"/>
                  </a:lnTo>
                  <a:lnTo>
                    <a:pt x="3347151" y="1492210"/>
                  </a:lnTo>
                  <a:lnTo>
                    <a:pt x="3348433" y="1520917"/>
                  </a:lnTo>
                  <a:lnTo>
                    <a:pt x="3349714" y="1535734"/>
                  </a:lnTo>
                  <a:lnTo>
                    <a:pt x="3350996" y="1519485"/>
                  </a:lnTo>
                  <a:lnTo>
                    <a:pt x="3352278" y="1509773"/>
                  </a:lnTo>
                  <a:lnTo>
                    <a:pt x="3353560" y="1448013"/>
                  </a:lnTo>
                  <a:lnTo>
                    <a:pt x="3354842" y="1457704"/>
                  </a:lnTo>
                  <a:lnTo>
                    <a:pt x="3356124" y="1449628"/>
                  </a:lnTo>
                  <a:lnTo>
                    <a:pt x="3357405" y="1458511"/>
                  </a:lnTo>
                  <a:lnTo>
                    <a:pt x="3358687" y="1473856"/>
                  </a:lnTo>
                  <a:lnTo>
                    <a:pt x="3359969" y="1482739"/>
                  </a:lnTo>
                  <a:lnTo>
                    <a:pt x="3361251" y="1519888"/>
                  </a:lnTo>
                  <a:lnTo>
                    <a:pt x="3362533" y="1523119"/>
                  </a:lnTo>
                  <a:lnTo>
                    <a:pt x="3363815" y="1513428"/>
                  </a:lnTo>
                  <a:lnTo>
                    <a:pt x="3365097" y="1506967"/>
                  </a:lnTo>
                  <a:lnTo>
                    <a:pt x="3366378" y="1506967"/>
                  </a:lnTo>
                  <a:lnTo>
                    <a:pt x="3367660" y="1506967"/>
                  </a:lnTo>
                  <a:lnTo>
                    <a:pt x="3368942" y="1506967"/>
                  </a:lnTo>
                  <a:lnTo>
                    <a:pt x="3370224" y="1506967"/>
                  </a:lnTo>
                  <a:lnTo>
                    <a:pt x="3371506" y="1541693"/>
                  </a:lnTo>
                  <a:lnTo>
                    <a:pt x="3372788" y="1593379"/>
                  </a:lnTo>
                  <a:lnTo>
                    <a:pt x="3374069" y="1618415"/>
                  </a:lnTo>
                  <a:lnTo>
                    <a:pt x="3375351" y="1652334"/>
                  </a:lnTo>
                  <a:lnTo>
                    <a:pt x="3376633" y="1633759"/>
                  </a:lnTo>
                  <a:lnTo>
                    <a:pt x="3377915" y="1614377"/>
                  </a:lnTo>
                  <a:lnTo>
                    <a:pt x="3379197" y="1603878"/>
                  </a:lnTo>
                  <a:lnTo>
                    <a:pt x="3380479" y="1603878"/>
                  </a:lnTo>
                  <a:lnTo>
                    <a:pt x="3381761" y="1603878"/>
                  </a:lnTo>
                  <a:lnTo>
                    <a:pt x="3383042" y="1613569"/>
                  </a:lnTo>
                  <a:lnTo>
                    <a:pt x="3384324" y="1611146"/>
                  </a:lnTo>
                  <a:lnTo>
                    <a:pt x="3385606" y="1580458"/>
                  </a:lnTo>
                  <a:lnTo>
                    <a:pt x="3386888" y="1540886"/>
                  </a:lnTo>
                  <a:lnTo>
                    <a:pt x="3388170" y="1523119"/>
                  </a:lnTo>
                  <a:lnTo>
                    <a:pt x="3389452" y="1559416"/>
                  </a:lnTo>
                  <a:lnTo>
                    <a:pt x="3390733" y="1546588"/>
                  </a:lnTo>
                  <a:lnTo>
                    <a:pt x="3392015" y="1514778"/>
                  </a:lnTo>
                  <a:lnTo>
                    <a:pt x="3393297" y="1542217"/>
                  </a:lnTo>
                  <a:lnTo>
                    <a:pt x="3394579" y="1564647"/>
                  </a:lnTo>
                  <a:lnTo>
                    <a:pt x="3395861" y="1567018"/>
                  </a:lnTo>
                  <a:lnTo>
                    <a:pt x="3397143" y="1563097"/>
                  </a:lnTo>
                  <a:lnTo>
                    <a:pt x="3398424" y="1556662"/>
                  </a:lnTo>
                  <a:lnTo>
                    <a:pt x="3399706" y="1563052"/>
                  </a:lnTo>
                  <a:lnTo>
                    <a:pt x="3400988" y="1541868"/>
                  </a:lnTo>
                  <a:lnTo>
                    <a:pt x="3402270" y="1546274"/>
                  </a:lnTo>
                  <a:lnTo>
                    <a:pt x="3403552" y="1540552"/>
                  </a:lnTo>
                  <a:lnTo>
                    <a:pt x="3404834" y="1552720"/>
                  </a:lnTo>
                  <a:lnTo>
                    <a:pt x="3406116" y="1557067"/>
                  </a:lnTo>
                  <a:lnTo>
                    <a:pt x="3407397" y="1553962"/>
                  </a:lnTo>
                  <a:lnTo>
                    <a:pt x="3408679" y="1556756"/>
                  </a:lnTo>
                  <a:lnTo>
                    <a:pt x="3409961" y="1562966"/>
                  </a:lnTo>
                  <a:lnTo>
                    <a:pt x="3411243" y="1565460"/>
                  </a:lnTo>
                  <a:lnTo>
                    <a:pt x="3412525" y="1568896"/>
                  </a:lnTo>
                  <a:lnTo>
                    <a:pt x="3413807" y="1572183"/>
                  </a:lnTo>
                  <a:lnTo>
                    <a:pt x="3415088" y="1538563"/>
                  </a:lnTo>
                  <a:lnTo>
                    <a:pt x="3416370" y="1548049"/>
                  </a:lnTo>
                  <a:lnTo>
                    <a:pt x="3417652" y="1553582"/>
                  </a:lnTo>
                  <a:lnTo>
                    <a:pt x="3418934" y="1512572"/>
                  </a:lnTo>
                  <a:lnTo>
                    <a:pt x="3420216" y="1519126"/>
                  </a:lnTo>
                  <a:lnTo>
                    <a:pt x="3421498" y="1530292"/>
                  </a:lnTo>
                  <a:lnTo>
                    <a:pt x="3422780" y="1494188"/>
                  </a:lnTo>
                  <a:lnTo>
                    <a:pt x="3424061" y="1510433"/>
                  </a:lnTo>
                  <a:lnTo>
                    <a:pt x="3425343" y="1465780"/>
                  </a:lnTo>
                  <a:lnTo>
                    <a:pt x="3426625" y="1457704"/>
                  </a:lnTo>
                  <a:lnTo>
                    <a:pt x="3427907" y="1429438"/>
                  </a:lnTo>
                  <a:lnTo>
                    <a:pt x="3429189" y="1422170"/>
                  </a:lnTo>
                  <a:lnTo>
                    <a:pt x="3430471" y="1384213"/>
                  </a:lnTo>
                  <a:lnTo>
                    <a:pt x="3431752" y="1377752"/>
                  </a:lnTo>
                  <a:lnTo>
                    <a:pt x="3433034" y="1364023"/>
                  </a:lnTo>
                  <a:lnTo>
                    <a:pt x="3434316" y="1376137"/>
                  </a:lnTo>
                  <a:lnTo>
                    <a:pt x="3435598" y="1361600"/>
                  </a:lnTo>
                  <a:lnTo>
                    <a:pt x="3436880" y="1359178"/>
                  </a:lnTo>
                  <a:lnTo>
                    <a:pt x="3438162" y="1356755"/>
                  </a:lnTo>
                  <a:lnTo>
                    <a:pt x="3439443" y="1378560"/>
                  </a:lnTo>
                  <a:lnTo>
                    <a:pt x="3440725" y="1363215"/>
                  </a:lnTo>
                  <a:lnTo>
                    <a:pt x="3442007" y="1343026"/>
                  </a:lnTo>
                  <a:lnTo>
                    <a:pt x="3443289" y="1306684"/>
                  </a:lnTo>
                  <a:lnTo>
                    <a:pt x="3444571" y="1288109"/>
                  </a:lnTo>
                  <a:lnTo>
                    <a:pt x="3445853" y="1304261"/>
                  </a:lnTo>
                  <a:lnTo>
                    <a:pt x="3447135" y="1309914"/>
                  </a:lnTo>
                  <a:lnTo>
                    <a:pt x="3448416" y="1266304"/>
                  </a:lnTo>
                  <a:lnTo>
                    <a:pt x="3449698" y="1275188"/>
                  </a:lnTo>
                  <a:lnTo>
                    <a:pt x="3450980" y="1264689"/>
                  </a:lnTo>
                  <a:lnTo>
                    <a:pt x="3452262" y="1263882"/>
                  </a:lnTo>
                  <a:lnTo>
                    <a:pt x="3453544" y="1367411"/>
                  </a:lnTo>
                  <a:lnTo>
                    <a:pt x="3454826" y="1358085"/>
                  </a:lnTo>
                  <a:lnTo>
                    <a:pt x="3456107" y="1375938"/>
                  </a:lnTo>
                  <a:lnTo>
                    <a:pt x="3457389" y="1399470"/>
                  </a:lnTo>
                  <a:lnTo>
                    <a:pt x="3458671" y="1396529"/>
                  </a:lnTo>
                  <a:lnTo>
                    <a:pt x="3459953" y="1370055"/>
                  </a:lnTo>
                  <a:lnTo>
                    <a:pt x="3461235" y="1378880"/>
                  </a:lnTo>
                  <a:lnTo>
                    <a:pt x="3462517" y="1405353"/>
                  </a:lnTo>
                  <a:lnTo>
                    <a:pt x="3463799" y="1410648"/>
                  </a:lnTo>
                  <a:lnTo>
                    <a:pt x="3465080" y="1415943"/>
                  </a:lnTo>
                  <a:lnTo>
                    <a:pt x="3466362" y="1418884"/>
                  </a:lnTo>
                  <a:lnTo>
                    <a:pt x="3467644" y="1453006"/>
                  </a:lnTo>
                  <a:lnTo>
                    <a:pt x="3468926" y="1470655"/>
                  </a:lnTo>
                  <a:lnTo>
                    <a:pt x="3470208" y="1483010"/>
                  </a:lnTo>
                  <a:lnTo>
                    <a:pt x="3471490" y="1491834"/>
                  </a:lnTo>
                  <a:lnTo>
                    <a:pt x="3472771" y="1502947"/>
                  </a:lnTo>
                  <a:lnTo>
                    <a:pt x="3474053" y="1533407"/>
                  </a:lnTo>
                  <a:lnTo>
                    <a:pt x="3475335" y="1458511"/>
                  </a:lnTo>
                  <a:lnTo>
                    <a:pt x="3476617" y="1460126"/>
                  </a:lnTo>
                  <a:lnTo>
                    <a:pt x="3477899" y="1451243"/>
                  </a:lnTo>
                  <a:lnTo>
                    <a:pt x="3479181" y="1497276"/>
                  </a:lnTo>
                  <a:lnTo>
                    <a:pt x="3480462" y="1490815"/>
                  </a:lnTo>
                  <a:lnTo>
                    <a:pt x="3481744" y="1469010"/>
                  </a:lnTo>
                  <a:lnTo>
                    <a:pt x="3483026" y="1469818"/>
                  </a:lnTo>
                  <a:lnTo>
                    <a:pt x="3484308" y="1480316"/>
                  </a:lnTo>
                  <a:lnTo>
                    <a:pt x="3485590" y="1514235"/>
                  </a:lnTo>
                  <a:lnTo>
                    <a:pt x="3486872" y="1524734"/>
                  </a:lnTo>
                  <a:lnTo>
                    <a:pt x="3488154" y="1523119"/>
                  </a:lnTo>
                  <a:lnTo>
                    <a:pt x="3489435" y="1523119"/>
                  </a:lnTo>
                  <a:lnTo>
                    <a:pt x="3490717" y="1526349"/>
                  </a:lnTo>
                  <a:lnTo>
                    <a:pt x="3491999" y="1539271"/>
                  </a:lnTo>
                  <a:lnTo>
                    <a:pt x="3493281" y="1530387"/>
                  </a:lnTo>
                  <a:lnTo>
                    <a:pt x="3494563" y="1539271"/>
                  </a:lnTo>
                  <a:lnTo>
                    <a:pt x="3495845" y="1539271"/>
                  </a:lnTo>
                  <a:lnTo>
                    <a:pt x="3497126" y="1565921"/>
                  </a:lnTo>
                  <a:lnTo>
                    <a:pt x="3498408" y="1573189"/>
                  </a:lnTo>
                  <a:lnTo>
                    <a:pt x="3499690" y="1577227"/>
                  </a:lnTo>
                  <a:lnTo>
                    <a:pt x="3500972" y="1614679"/>
                  </a:lnTo>
                  <a:lnTo>
                    <a:pt x="3502254" y="1613261"/>
                  </a:lnTo>
                  <a:lnTo>
                    <a:pt x="3503536" y="1589493"/>
                  </a:lnTo>
                  <a:lnTo>
                    <a:pt x="3504818" y="1577139"/>
                  </a:lnTo>
                  <a:lnTo>
                    <a:pt x="3506099" y="1573021"/>
                  </a:lnTo>
                  <a:lnTo>
                    <a:pt x="3507381" y="1577139"/>
                  </a:lnTo>
                  <a:lnTo>
                    <a:pt x="3508663" y="1570667"/>
                  </a:lnTo>
                  <a:lnTo>
                    <a:pt x="3509945" y="1563019"/>
                  </a:lnTo>
                  <a:lnTo>
                    <a:pt x="3511227" y="1561254"/>
                  </a:lnTo>
                  <a:lnTo>
                    <a:pt x="3512509" y="1554783"/>
                  </a:lnTo>
                  <a:lnTo>
                    <a:pt x="3513790" y="1553606"/>
                  </a:lnTo>
                  <a:lnTo>
                    <a:pt x="3515072" y="1553606"/>
                  </a:lnTo>
                  <a:lnTo>
                    <a:pt x="3516354" y="1545370"/>
                  </a:lnTo>
                  <a:lnTo>
                    <a:pt x="3517636" y="1541840"/>
                  </a:lnTo>
                  <a:lnTo>
                    <a:pt x="3518918" y="1549488"/>
                  </a:lnTo>
                  <a:lnTo>
                    <a:pt x="3520200" y="1568415"/>
                  </a:lnTo>
                  <a:lnTo>
                    <a:pt x="3521482" y="1573863"/>
                  </a:lnTo>
                  <a:lnTo>
                    <a:pt x="3522763" y="1590627"/>
                  </a:lnTo>
                  <a:lnTo>
                    <a:pt x="3524045" y="1599926"/>
                  </a:lnTo>
                  <a:lnTo>
                    <a:pt x="3525327" y="1607731"/>
                  </a:lnTo>
                  <a:lnTo>
                    <a:pt x="3526609" y="1608319"/>
                  </a:lnTo>
                  <a:lnTo>
                    <a:pt x="3527891" y="1597729"/>
                  </a:lnTo>
                  <a:lnTo>
                    <a:pt x="3529173" y="1595376"/>
                  </a:lnTo>
                  <a:lnTo>
                    <a:pt x="3530454" y="1581257"/>
                  </a:lnTo>
                  <a:lnTo>
                    <a:pt x="3531736" y="1585375"/>
                  </a:lnTo>
                  <a:lnTo>
                    <a:pt x="3533018" y="1583610"/>
                  </a:lnTo>
                  <a:lnTo>
                    <a:pt x="3534300" y="1577139"/>
                  </a:lnTo>
                  <a:lnTo>
                    <a:pt x="3535582" y="1585375"/>
                  </a:lnTo>
                  <a:lnTo>
                    <a:pt x="3536864" y="1588905"/>
                  </a:lnTo>
                  <a:lnTo>
                    <a:pt x="3538145" y="1580080"/>
                  </a:lnTo>
                  <a:lnTo>
                    <a:pt x="3539427" y="1523603"/>
                  </a:lnTo>
                  <a:lnTo>
                    <a:pt x="3540709" y="1482421"/>
                  </a:lnTo>
                  <a:lnTo>
                    <a:pt x="3541991" y="1461348"/>
                  </a:lnTo>
                  <a:lnTo>
                    <a:pt x="3543273" y="1435357"/>
                  </a:lnTo>
                  <a:lnTo>
                    <a:pt x="3544555" y="1415208"/>
                  </a:lnTo>
                  <a:lnTo>
                    <a:pt x="3545837" y="1416531"/>
                  </a:lnTo>
                  <a:lnTo>
                    <a:pt x="3547118" y="1494233"/>
                  </a:lnTo>
                  <a:lnTo>
                    <a:pt x="3548400" y="1519528"/>
                  </a:lnTo>
                  <a:lnTo>
                    <a:pt x="3549682" y="1507026"/>
                  </a:lnTo>
                  <a:lnTo>
                    <a:pt x="3550964" y="1491747"/>
                  </a:lnTo>
                  <a:lnTo>
                    <a:pt x="3552246" y="1460134"/>
                  </a:lnTo>
                  <a:lnTo>
                    <a:pt x="3553528" y="1428297"/>
                  </a:lnTo>
                  <a:lnTo>
                    <a:pt x="3554809" y="1394587"/>
                  </a:lnTo>
                  <a:lnTo>
                    <a:pt x="3556091" y="1390841"/>
                  </a:lnTo>
                  <a:lnTo>
                    <a:pt x="3557373" y="1455182"/>
                  </a:lnTo>
                  <a:lnTo>
                    <a:pt x="3558655" y="1482845"/>
                  </a:lnTo>
                  <a:lnTo>
                    <a:pt x="3559937" y="1481659"/>
                  </a:lnTo>
                  <a:lnTo>
                    <a:pt x="3561219" y="1452021"/>
                  </a:lnTo>
                  <a:lnTo>
                    <a:pt x="3562501" y="1432262"/>
                  </a:lnTo>
                  <a:lnTo>
                    <a:pt x="3563782" y="1344490"/>
                  </a:lnTo>
                  <a:lnTo>
                    <a:pt x="3565064" y="1318740"/>
                  </a:lnTo>
                  <a:lnTo>
                    <a:pt x="3566346" y="1289712"/>
                  </a:lnTo>
                  <a:lnTo>
                    <a:pt x="3567628" y="1252724"/>
                  </a:lnTo>
                  <a:lnTo>
                    <a:pt x="3568910" y="1335839"/>
                  </a:lnTo>
                  <a:lnTo>
                    <a:pt x="3570192" y="1335839"/>
                  </a:lnTo>
                  <a:lnTo>
                    <a:pt x="3571473" y="1267238"/>
                  </a:lnTo>
                  <a:lnTo>
                    <a:pt x="3572755" y="1280348"/>
                  </a:lnTo>
                  <a:lnTo>
                    <a:pt x="3574037" y="1292053"/>
                  </a:lnTo>
                  <a:lnTo>
                    <a:pt x="3575319" y="1279880"/>
                  </a:lnTo>
                  <a:lnTo>
                    <a:pt x="3576601" y="1257406"/>
                  </a:lnTo>
                  <a:lnTo>
                    <a:pt x="3577883" y="1339000"/>
                  </a:lnTo>
                  <a:lnTo>
                    <a:pt x="3579164" y="1363897"/>
                  </a:lnTo>
                  <a:lnTo>
                    <a:pt x="3580446" y="1337936"/>
                  </a:lnTo>
                  <a:lnTo>
                    <a:pt x="3581728" y="1389437"/>
                  </a:lnTo>
                  <a:lnTo>
                    <a:pt x="3583010" y="1415188"/>
                  </a:lnTo>
                  <a:lnTo>
                    <a:pt x="3584292" y="1436724"/>
                  </a:lnTo>
                  <a:lnTo>
                    <a:pt x="3585574" y="1461650"/>
                  </a:lnTo>
                  <a:lnTo>
                    <a:pt x="3586856" y="1471373"/>
                  </a:lnTo>
                  <a:lnTo>
                    <a:pt x="3588137" y="1394176"/>
                  </a:lnTo>
                  <a:lnTo>
                    <a:pt x="3589419" y="1381233"/>
                  </a:lnTo>
                  <a:lnTo>
                    <a:pt x="3590701" y="1387116"/>
                  </a:lnTo>
                  <a:lnTo>
                    <a:pt x="3591983" y="1410060"/>
                  </a:lnTo>
                  <a:lnTo>
                    <a:pt x="3593265" y="1437710"/>
                  </a:lnTo>
                  <a:lnTo>
                    <a:pt x="3594547" y="1448396"/>
                  </a:lnTo>
                  <a:lnTo>
                    <a:pt x="3595828" y="1460519"/>
                  </a:lnTo>
                  <a:lnTo>
                    <a:pt x="3597110" y="1433190"/>
                  </a:lnTo>
                  <a:lnTo>
                    <a:pt x="3598392" y="1330104"/>
                  </a:lnTo>
                  <a:lnTo>
                    <a:pt x="3599674" y="1313952"/>
                  </a:lnTo>
                  <a:lnTo>
                    <a:pt x="3600956" y="1259844"/>
                  </a:lnTo>
                  <a:lnTo>
                    <a:pt x="3602238" y="1232386"/>
                  </a:lnTo>
                  <a:lnTo>
                    <a:pt x="3603520" y="1161317"/>
                  </a:lnTo>
                  <a:lnTo>
                    <a:pt x="3604801" y="1289593"/>
                  </a:lnTo>
                  <a:lnTo>
                    <a:pt x="3606083" y="1335933"/>
                  </a:lnTo>
                  <a:lnTo>
                    <a:pt x="3607365" y="1362995"/>
                  </a:lnTo>
                  <a:lnTo>
                    <a:pt x="3608647" y="1407118"/>
                  </a:lnTo>
                  <a:lnTo>
                    <a:pt x="3609929" y="1424768"/>
                  </a:lnTo>
                  <a:lnTo>
                    <a:pt x="3611211" y="1413001"/>
                  </a:lnTo>
                  <a:lnTo>
                    <a:pt x="3612492" y="1375350"/>
                  </a:lnTo>
                  <a:lnTo>
                    <a:pt x="3613774" y="1326520"/>
                  </a:lnTo>
                  <a:lnTo>
                    <a:pt x="3615056" y="1295928"/>
                  </a:lnTo>
                  <a:lnTo>
                    <a:pt x="3616338" y="1292987"/>
                  </a:lnTo>
                  <a:lnTo>
                    <a:pt x="3617620" y="1284751"/>
                  </a:lnTo>
                  <a:lnTo>
                    <a:pt x="3618902" y="1282398"/>
                  </a:lnTo>
                  <a:lnTo>
                    <a:pt x="3620183" y="1294164"/>
                  </a:lnTo>
                  <a:lnTo>
                    <a:pt x="3621465" y="1291222"/>
                  </a:lnTo>
                  <a:lnTo>
                    <a:pt x="3622747" y="1413032"/>
                  </a:lnTo>
                  <a:lnTo>
                    <a:pt x="3624029" y="1373074"/>
                  </a:lnTo>
                  <a:lnTo>
                    <a:pt x="3625311" y="1340799"/>
                  </a:lnTo>
                  <a:lnTo>
                    <a:pt x="3626593" y="1301885"/>
                  </a:lnTo>
                  <a:lnTo>
                    <a:pt x="3627875" y="1262088"/>
                  </a:lnTo>
                  <a:lnTo>
                    <a:pt x="3629156" y="1241956"/>
                  </a:lnTo>
                  <a:lnTo>
                    <a:pt x="3630438" y="1236337"/>
                  </a:lnTo>
                  <a:lnTo>
                    <a:pt x="3631720" y="1242424"/>
                  </a:lnTo>
                  <a:lnTo>
                    <a:pt x="3633002" y="1263493"/>
                  </a:lnTo>
                  <a:lnTo>
                    <a:pt x="3634284" y="1274261"/>
                  </a:lnTo>
                  <a:lnTo>
                    <a:pt x="3635566" y="1263961"/>
                  </a:lnTo>
                  <a:lnTo>
                    <a:pt x="3636847" y="1247106"/>
                  </a:lnTo>
                  <a:lnTo>
                    <a:pt x="3638129" y="1223228"/>
                  </a:lnTo>
                  <a:lnTo>
                    <a:pt x="3639411" y="1225569"/>
                  </a:lnTo>
                  <a:lnTo>
                    <a:pt x="3640693" y="1262088"/>
                  </a:lnTo>
                  <a:lnTo>
                    <a:pt x="3641975" y="1295422"/>
                  </a:lnTo>
                  <a:lnTo>
                    <a:pt x="3643257" y="1321630"/>
                  </a:lnTo>
                  <a:lnTo>
                    <a:pt x="3644539" y="1219410"/>
                  </a:lnTo>
                  <a:lnTo>
                    <a:pt x="3645820" y="1205949"/>
                  </a:lnTo>
                  <a:lnTo>
                    <a:pt x="3647102" y="1248395"/>
                  </a:lnTo>
                  <a:lnTo>
                    <a:pt x="3648384" y="1263572"/>
                  </a:lnTo>
                  <a:lnTo>
                    <a:pt x="3649666" y="1288281"/>
                  </a:lnTo>
                  <a:lnTo>
                    <a:pt x="3650948" y="1318284"/>
                  </a:lnTo>
                  <a:lnTo>
                    <a:pt x="3652230" y="1328285"/>
                  </a:lnTo>
                  <a:lnTo>
                    <a:pt x="3653511" y="1341816"/>
                  </a:lnTo>
                  <a:lnTo>
                    <a:pt x="3654793" y="1351229"/>
                  </a:lnTo>
                  <a:lnTo>
                    <a:pt x="3656075" y="1374173"/>
                  </a:lnTo>
                  <a:lnTo>
                    <a:pt x="3657357" y="1414178"/>
                  </a:lnTo>
                  <a:lnTo>
                    <a:pt x="3658639" y="1409471"/>
                  </a:lnTo>
                  <a:lnTo>
                    <a:pt x="3659921" y="1362995"/>
                  </a:lnTo>
                  <a:lnTo>
                    <a:pt x="3661203" y="1323579"/>
                  </a:lnTo>
                  <a:lnTo>
                    <a:pt x="3662484" y="1315931"/>
                  </a:lnTo>
                  <a:lnTo>
                    <a:pt x="3663766" y="1312020"/>
                  </a:lnTo>
                  <a:lnTo>
                    <a:pt x="3665048" y="1303534"/>
                  </a:lnTo>
                  <a:lnTo>
                    <a:pt x="3666330" y="1272424"/>
                  </a:lnTo>
                  <a:lnTo>
                    <a:pt x="3667612" y="1124976"/>
                  </a:lnTo>
                  <a:lnTo>
                    <a:pt x="3668894" y="1072482"/>
                  </a:lnTo>
                  <a:lnTo>
                    <a:pt x="3670175" y="1024834"/>
                  </a:lnTo>
                  <a:lnTo>
                    <a:pt x="3671457" y="968303"/>
                  </a:lnTo>
                  <a:lnTo>
                    <a:pt x="3672739" y="878660"/>
                  </a:lnTo>
                  <a:lnTo>
                    <a:pt x="3674021" y="919040"/>
                  </a:lnTo>
                  <a:lnTo>
                    <a:pt x="3675303" y="906118"/>
                  </a:lnTo>
                  <a:lnTo>
                    <a:pt x="3676585" y="809207"/>
                  </a:lnTo>
                  <a:lnTo>
                    <a:pt x="3677866" y="797093"/>
                  </a:lnTo>
                  <a:lnTo>
                    <a:pt x="3679148" y="794671"/>
                  </a:lnTo>
                  <a:lnTo>
                    <a:pt x="3680430" y="772866"/>
                  </a:lnTo>
                  <a:lnTo>
                    <a:pt x="3681712" y="706643"/>
                  </a:lnTo>
                  <a:lnTo>
                    <a:pt x="3682994" y="699375"/>
                  </a:lnTo>
                  <a:lnTo>
                    <a:pt x="3684276" y="703412"/>
                  </a:lnTo>
                  <a:lnTo>
                    <a:pt x="3685558" y="667879"/>
                  </a:lnTo>
                  <a:lnTo>
                    <a:pt x="3686839" y="635574"/>
                  </a:lnTo>
                  <a:lnTo>
                    <a:pt x="3688121" y="625884"/>
                  </a:lnTo>
                  <a:lnTo>
                    <a:pt x="3689403" y="875561"/>
                  </a:lnTo>
                  <a:lnTo>
                    <a:pt x="3690685" y="945924"/>
                  </a:lnTo>
                  <a:lnTo>
                    <a:pt x="3691967" y="1037662"/>
                  </a:lnTo>
                  <a:lnTo>
                    <a:pt x="3693249" y="1005894"/>
                  </a:lnTo>
                  <a:lnTo>
                    <a:pt x="3694530" y="1032368"/>
                  </a:lnTo>
                  <a:lnTo>
                    <a:pt x="3695812" y="1117672"/>
                  </a:lnTo>
                  <a:lnTo>
                    <a:pt x="3697094" y="1145911"/>
                  </a:lnTo>
                  <a:lnTo>
                    <a:pt x="3698376" y="1177091"/>
                  </a:lnTo>
                  <a:lnTo>
                    <a:pt x="3699658" y="1323204"/>
                  </a:lnTo>
                  <a:lnTo>
                    <a:pt x="3700940" y="1367655"/>
                  </a:lnTo>
                  <a:lnTo>
                    <a:pt x="3702222" y="1373986"/>
                  </a:lnTo>
                  <a:lnTo>
                    <a:pt x="3703503" y="1398332"/>
                  </a:lnTo>
                  <a:lnTo>
                    <a:pt x="3704785" y="1407696"/>
                  </a:lnTo>
                  <a:lnTo>
                    <a:pt x="3706067" y="1415188"/>
                  </a:lnTo>
                  <a:lnTo>
                    <a:pt x="3707349" y="1430638"/>
                  </a:lnTo>
                  <a:lnTo>
                    <a:pt x="3708631" y="1438961"/>
                  </a:lnTo>
                  <a:lnTo>
                    <a:pt x="3709913" y="1402402"/>
                  </a:lnTo>
                  <a:lnTo>
                    <a:pt x="3711194" y="1235333"/>
                  </a:lnTo>
                  <a:lnTo>
                    <a:pt x="3712476" y="1299033"/>
                  </a:lnTo>
                  <a:lnTo>
                    <a:pt x="3713758" y="1269956"/>
                  </a:lnTo>
                  <a:lnTo>
                    <a:pt x="3715040" y="1242892"/>
                  </a:lnTo>
                  <a:lnTo>
                    <a:pt x="3716322" y="1240083"/>
                  </a:lnTo>
                  <a:lnTo>
                    <a:pt x="3717604" y="1253193"/>
                  </a:lnTo>
                  <a:lnTo>
                    <a:pt x="3718885" y="1281532"/>
                  </a:lnTo>
                  <a:lnTo>
                    <a:pt x="3720167" y="1232685"/>
                  </a:lnTo>
                  <a:lnTo>
                    <a:pt x="3721449" y="1097081"/>
                  </a:lnTo>
                  <a:lnTo>
                    <a:pt x="3722731" y="1097081"/>
                  </a:lnTo>
                  <a:lnTo>
                    <a:pt x="3724013" y="1117084"/>
                  </a:lnTo>
                  <a:lnTo>
                    <a:pt x="3725295" y="1134733"/>
                  </a:lnTo>
                  <a:lnTo>
                    <a:pt x="3726577" y="1155912"/>
                  </a:lnTo>
                  <a:lnTo>
                    <a:pt x="3727858" y="1191210"/>
                  </a:lnTo>
                  <a:lnTo>
                    <a:pt x="3729140" y="1232980"/>
                  </a:lnTo>
                  <a:lnTo>
                    <a:pt x="3730422" y="1334168"/>
                  </a:lnTo>
                  <a:lnTo>
                    <a:pt x="3731704" y="1386572"/>
                  </a:lnTo>
                  <a:lnTo>
                    <a:pt x="3732986" y="1414614"/>
                  </a:lnTo>
                  <a:lnTo>
                    <a:pt x="3734268" y="1289725"/>
                  </a:lnTo>
                  <a:lnTo>
                    <a:pt x="3735549" y="1289725"/>
                  </a:lnTo>
                  <a:lnTo>
                    <a:pt x="3736831" y="1219464"/>
                  </a:lnTo>
                  <a:lnTo>
                    <a:pt x="3738113" y="1180700"/>
                  </a:lnTo>
                  <a:lnTo>
                    <a:pt x="3739395" y="1178277"/>
                  </a:lnTo>
                  <a:lnTo>
                    <a:pt x="3740677" y="1218656"/>
                  </a:lnTo>
                  <a:lnTo>
                    <a:pt x="3741959" y="1240461"/>
                  </a:lnTo>
                  <a:lnTo>
                    <a:pt x="3743241" y="1261459"/>
                  </a:lnTo>
                  <a:lnTo>
                    <a:pt x="3744522" y="1258228"/>
                  </a:lnTo>
                  <a:lnTo>
                    <a:pt x="3745804" y="1213003"/>
                  </a:lnTo>
                  <a:lnTo>
                    <a:pt x="3747086" y="1133859"/>
                  </a:lnTo>
                  <a:lnTo>
                    <a:pt x="3748368" y="1060368"/>
                  </a:lnTo>
                  <a:lnTo>
                    <a:pt x="3749650" y="1011913"/>
                  </a:lnTo>
                  <a:lnTo>
                    <a:pt x="3750932" y="987685"/>
                  </a:lnTo>
                  <a:lnTo>
                    <a:pt x="3752213" y="1001414"/>
                  </a:lnTo>
                  <a:lnTo>
                    <a:pt x="3753495" y="1044216"/>
                  </a:lnTo>
                  <a:lnTo>
                    <a:pt x="3754777" y="1027257"/>
                  </a:lnTo>
                  <a:lnTo>
                    <a:pt x="3756059" y="1044216"/>
                  </a:lnTo>
                  <a:lnTo>
                    <a:pt x="3757341" y="1040986"/>
                  </a:lnTo>
                  <a:lnTo>
                    <a:pt x="3758623" y="1056330"/>
                  </a:lnTo>
                  <a:lnTo>
                    <a:pt x="3759904" y="1068444"/>
                  </a:lnTo>
                  <a:lnTo>
                    <a:pt x="3761186" y="1050677"/>
                  </a:lnTo>
                  <a:lnTo>
                    <a:pt x="3762468" y="1013528"/>
                  </a:lnTo>
                  <a:lnTo>
                    <a:pt x="3763750" y="1020796"/>
                  </a:lnTo>
                  <a:lnTo>
                    <a:pt x="3765032" y="1074097"/>
                  </a:lnTo>
                  <a:lnTo>
                    <a:pt x="3766314" y="1153241"/>
                  </a:lnTo>
                  <a:lnTo>
                    <a:pt x="3767596" y="1213811"/>
                  </a:lnTo>
                  <a:lnTo>
                    <a:pt x="3768877" y="1259036"/>
                  </a:lnTo>
                  <a:lnTo>
                    <a:pt x="3770159" y="1288109"/>
                  </a:lnTo>
                  <a:lnTo>
                    <a:pt x="3771441" y="1313145"/>
                  </a:lnTo>
                  <a:lnTo>
                    <a:pt x="3772723" y="1320413"/>
                  </a:lnTo>
                  <a:lnTo>
                    <a:pt x="3774005" y="1346256"/>
                  </a:lnTo>
                  <a:lnTo>
                    <a:pt x="3775287" y="1372099"/>
                  </a:lnTo>
                  <a:lnTo>
                    <a:pt x="3776568" y="1400365"/>
                  </a:lnTo>
                  <a:lnTo>
                    <a:pt x="3777850" y="1419747"/>
                  </a:lnTo>
                  <a:lnTo>
                    <a:pt x="3779132" y="1403595"/>
                  </a:lnTo>
                  <a:lnTo>
                    <a:pt x="3780414" y="1414094"/>
                  </a:lnTo>
                  <a:lnTo>
                    <a:pt x="3781696" y="1463357"/>
                  </a:lnTo>
                  <a:lnTo>
                    <a:pt x="3782978" y="1432668"/>
                  </a:lnTo>
                  <a:lnTo>
                    <a:pt x="3784260" y="1407633"/>
                  </a:lnTo>
                  <a:lnTo>
                    <a:pt x="3785541" y="1364831"/>
                  </a:lnTo>
                  <a:lnTo>
                    <a:pt x="3786823" y="1315567"/>
                  </a:lnTo>
                  <a:lnTo>
                    <a:pt x="3788105" y="1305876"/>
                  </a:lnTo>
                  <a:lnTo>
                    <a:pt x="3789387" y="1278418"/>
                  </a:lnTo>
                  <a:lnTo>
                    <a:pt x="3790669" y="1242884"/>
                  </a:lnTo>
                  <a:lnTo>
                    <a:pt x="3791951" y="1218656"/>
                  </a:lnTo>
                  <a:lnTo>
                    <a:pt x="3793232" y="1204120"/>
                  </a:lnTo>
                  <a:lnTo>
                    <a:pt x="3794514" y="1202504"/>
                  </a:lnTo>
                  <a:lnTo>
                    <a:pt x="3795796" y="1166970"/>
                  </a:lnTo>
                  <a:lnTo>
                    <a:pt x="3797078" y="1166163"/>
                  </a:lnTo>
                  <a:lnTo>
                    <a:pt x="3798360" y="1093479"/>
                  </a:lnTo>
                  <a:lnTo>
                    <a:pt x="3799642" y="1024027"/>
                  </a:lnTo>
                  <a:lnTo>
                    <a:pt x="3800924" y="986877"/>
                  </a:lnTo>
                  <a:lnTo>
                    <a:pt x="3802205" y="1027257"/>
                  </a:lnTo>
                  <a:lnTo>
                    <a:pt x="3803487" y="1040986"/>
                  </a:lnTo>
                  <a:lnTo>
                    <a:pt x="3804769" y="1080558"/>
                  </a:lnTo>
                  <a:lnTo>
                    <a:pt x="3806051" y="1116092"/>
                  </a:lnTo>
                  <a:lnTo>
                    <a:pt x="3807333" y="1058753"/>
                  </a:lnTo>
                  <a:lnTo>
                    <a:pt x="3808615" y="1073290"/>
                  </a:lnTo>
                  <a:lnTo>
                    <a:pt x="3809896" y="1046639"/>
                  </a:lnTo>
                  <a:lnTo>
                    <a:pt x="3811178" y="995761"/>
                  </a:lnTo>
                  <a:lnTo>
                    <a:pt x="3812460" y="957804"/>
                  </a:lnTo>
                  <a:lnTo>
                    <a:pt x="3813742" y="938422"/>
                  </a:lnTo>
                  <a:lnTo>
                    <a:pt x="3815024" y="889159"/>
                  </a:lnTo>
                  <a:lnTo>
                    <a:pt x="3816306" y="889159"/>
                  </a:lnTo>
                  <a:lnTo>
                    <a:pt x="3817587" y="1157155"/>
                  </a:lnTo>
                  <a:lnTo>
                    <a:pt x="3818869" y="1215041"/>
                  </a:lnTo>
                  <a:lnTo>
                    <a:pt x="3820151" y="1187159"/>
                  </a:lnTo>
                  <a:lnTo>
                    <a:pt x="3821433" y="1132609"/>
                  </a:lnTo>
                  <a:lnTo>
                    <a:pt x="3822715" y="1138263"/>
                  </a:lnTo>
                  <a:lnTo>
                    <a:pt x="3823997" y="1109436"/>
                  </a:lnTo>
                  <a:lnTo>
                    <a:pt x="3825279" y="1108259"/>
                  </a:lnTo>
                  <a:lnTo>
                    <a:pt x="3826560" y="1158265"/>
                  </a:lnTo>
                  <a:lnTo>
                    <a:pt x="3827842" y="1177091"/>
                  </a:lnTo>
                  <a:lnTo>
                    <a:pt x="3829124" y="1222390"/>
                  </a:lnTo>
                  <a:lnTo>
                    <a:pt x="3830406" y="1281809"/>
                  </a:lnTo>
                  <a:lnTo>
                    <a:pt x="3831688" y="1315931"/>
                  </a:lnTo>
                  <a:lnTo>
                    <a:pt x="3832970" y="1337698"/>
                  </a:lnTo>
                  <a:lnTo>
                    <a:pt x="3834251" y="1381233"/>
                  </a:lnTo>
                  <a:lnTo>
                    <a:pt x="3835533" y="1376526"/>
                  </a:lnTo>
                  <a:lnTo>
                    <a:pt x="3836815" y="1344815"/>
                  </a:lnTo>
                  <a:lnTo>
                    <a:pt x="3838097" y="1305959"/>
                  </a:lnTo>
                  <a:lnTo>
                    <a:pt x="3839379" y="1341114"/>
                  </a:lnTo>
                  <a:lnTo>
                    <a:pt x="3840661" y="1383542"/>
                  </a:lnTo>
                  <a:lnTo>
                    <a:pt x="3841943" y="1276803"/>
                  </a:lnTo>
                  <a:lnTo>
                    <a:pt x="3843224" y="1300223"/>
                  </a:lnTo>
                  <a:lnTo>
                    <a:pt x="3844506" y="1379811"/>
                  </a:lnTo>
                  <a:lnTo>
                    <a:pt x="3845788" y="1344144"/>
                  </a:lnTo>
                  <a:lnTo>
                    <a:pt x="3847070" y="1311689"/>
                  </a:lnTo>
                  <a:lnTo>
                    <a:pt x="3848352" y="1244746"/>
                  </a:lnTo>
                  <a:lnTo>
                    <a:pt x="3849634" y="1201800"/>
                  </a:lnTo>
                  <a:lnTo>
                    <a:pt x="3850915" y="1182386"/>
                  </a:lnTo>
                  <a:lnTo>
                    <a:pt x="3852197" y="1145322"/>
                  </a:lnTo>
                  <a:lnTo>
                    <a:pt x="3853479" y="1140028"/>
                  </a:lnTo>
                  <a:lnTo>
                    <a:pt x="3854761" y="1164737"/>
                  </a:lnTo>
                  <a:lnTo>
                    <a:pt x="3856043" y="1214154"/>
                  </a:lnTo>
                  <a:lnTo>
                    <a:pt x="3857325" y="1251217"/>
                  </a:lnTo>
                  <a:lnTo>
                    <a:pt x="3858606" y="1270043"/>
                  </a:lnTo>
                  <a:lnTo>
                    <a:pt x="3859888" y="1254159"/>
                  </a:lnTo>
                  <a:lnTo>
                    <a:pt x="3861170" y="1211212"/>
                  </a:lnTo>
                  <a:lnTo>
                    <a:pt x="3862452" y="1296348"/>
                  </a:lnTo>
                  <a:lnTo>
                    <a:pt x="3863734" y="1300053"/>
                  </a:lnTo>
                  <a:lnTo>
                    <a:pt x="3865016" y="1318574"/>
                  </a:lnTo>
                  <a:lnTo>
                    <a:pt x="3866298" y="1332207"/>
                  </a:lnTo>
                  <a:lnTo>
                    <a:pt x="3867579" y="1297693"/>
                  </a:lnTo>
                  <a:lnTo>
                    <a:pt x="3868861" y="1341228"/>
                  </a:lnTo>
                  <a:lnTo>
                    <a:pt x="3870143" y="1357701"/>
                  </a:lnTo>
                  <a:lnTo>
                    <a:pt x="3871425" y="1371820"/>
                  </a:lnTo>
                  <a:lnTo>
                    <a:pt x="3872707" y="1386528"/>
                  </a:lnTo>
                  <a:lnTo>
                    <a:pt x="3873989" y="1374762"/>
                  </a:lnTo>
                  <a:lnTo>
                    <a:pt x="3875270" y="1361819"/>
                  </a:lnTo>
                  <a:lnTo>
                    <a:pt x="3876552" y="1352406"/>
                  </a:lnTo>
                  <a:lnTo>
                    <a:pt x="3877834" y="1356524"/>
                  </a:lnTo>
                  <a:lnTo>
                    <a:pt x="3879116" y="1374762"/>
                  </a:lnTo>
                  <a:lnTo>
                    <a:pt x="3880398" y="1378880"/>
                  </a:lnTo>
                  <a:lnTo>
                    <a:pt x="3881680" y="1382330"/>
                  </a:lnTo>
                  <a:lnTo>
                    <a:pt x="3882962" y="1270342"/>
                  </a:lnTo>
                  <a:lnTo>
                    <a:pt x="3884243" y="1264689"/>
                  </a:lnTo>
                  <a:lnTo>
                    <a:pt x="3885525" y="1224310"/>
                  </a:lnTo>
                  <a:lnTo>
                    <a:pt x="3886807" y="1150819"/>
                  </a:lnTo>
                  <a:lnTo>
                    <a:pt x="3888089" y="1095095"/>
                  </a:lnTo>
                  <a:lnTo>
                    <a:pt x="3889371" y="1070867"/>
                  </a:lnTo>
                  <a:lnTo>
                    <a:pt x="3890653" y="1064406"/>
                  </a:lnTo>
                  <a:lnTo>
                    <a:pt x="3891934" y="1023219"/>
                  </a:lnTo>
                  <a:lnTo>
                    <a:pt x="3893216" y="944883"/>
                  </a:lnTo>
                  <a:lnTo>
                    <a:pt x="3894498" y="864931"/>
                  </a:lnTo>
                  <a:lnTo>
                    <a:pt x="3895780" y="864123"/>
                  </a:lnTo>
                  <a:lnTo>
                    <a:pt x="3897062" y="829397"/>
                  </a:lnTo>
                  <a:lnTo>
                    <a:pt x="3898344" y="763175"/>
                  </a:lnTo>
                  <a:lnTo>
                    <a:pt x="3899626" y="787402"/>
                  </a:lnTo>
                  <a:lnTo>
                    <a:pt x="3900907" y="807592"/>
                  </a:lnTo>
                  <a:lnTo>
                    <a:pt x="3902189" y="751868"/>
                  </a:lnTo>
                  <a:lnTo>
                    <a:pt x="3903471" y="719564"/>
                  </a:lnTo>
                  <a:lnTo>
                    <a:pt x="3904753" y="704220"/>
                  </a:lnTo>
                  <a:lnTo>
                    <a:pt x="3906035" y="702605"/>
                  </a:lnTo>
                  <a:lnTo>
                    <a:pt x="3907317" y="722795"/>
                  </a:lnTo>
                  <a:lnTo>
                    <a:pt x="3908598" y="698567"/>
                  </a:lnTo>
                  <a:lnTo>
                    <a:pt x="3909880" y="689684"/>
                  </a:lnTo>
                  <a:lnTo>
                    <a:pt x="3911162" y="736524"/>
                  </a:lnTo>
                  <a:lnTo>
                    <a:pt x="3912444" y="759944"/>
                  </a:lnTo>
                  <a:lnTo>
                    <a:pt x="3913726" y="845549"/>
                  </a:lnTo>
                  <a:lnTo>
                    <a:pt x="3915008" y="860893"/>
                  </a:lnTo>
                  <a:lnTo>
                    <a:pt x="3916289" y="874622"/>
                  </a:lnTo>
                  <a:lnTo>
                    <a:pt x="3917571" y="1117106"/>
                  </a:lnTo>
                  <a:lnTo>
                    <a:pt x="3918853" y="1131396"/>
                  </a:lnTo>
                  <a:lnTo>
                    <a:pt x="3920135" y="1099434"/>
                  </a:lnTo>
                  <a:lnTo>
                    <a:pt x="3921417" y="1130615"/>
                  </a:lnTo>
                  <a:lnTo>
                    <a:pt x="3922699" y="1176502"/>
                  </a:lnTo>
                  <a:lnTo>
                    <a:pt x="3923981" y="1182974"/>
                  </a:lnTo>
                  <a:lnTo>
                    <a:pt x="3925262" y="1208271"/>
                  </a:lnTo>
                  <a:lnTo>
                    <a:pt x="3926544" y="1263936"/>
                  </a:lnTo>
                  <a:lnTo>
                    <a:pt x="3927826" y="1237274"/>
                  </a:lnTo>
                  <a:lnTo>
                    <a:pt x="3929108" y="1298297"/>
                  </a:lnTo>
                  <a:lnTo>
                    <a:pt x="3930390" y="1265881"/>
                  </a:lnTo>
                  <a:lnTo>
                    <a:pt x="3931672" y="1275533"/>
                  </a:lnTo>
                  <a:lnTo>
                    <a:pt x="3932953" y="1255424"/>
                  </a:lnTo>
                  <a:lnTo>
                    <a:pt x="3934235" y="1226064"/>
                  </a:lnTo>
                  <a:lnTo>
                    <a:pt x="3935517" y="1217216"/>
                  </a:lnTo>
                  <a:lnTo>
                    <a:pt x="3936799" y="1231117"/>
                  </a:lnTo>
                  <a:lnTo>
                    <a:pt x="3938081" y="1178606"/>
                  </a:lnTo>
                  <a:lnTo>
                    <a:pt x="3939363" y="1173378"/>
                  </a:lnTo>
                  <a:lnTo>
                    <a:pt x="3940645" y="1123507"/>
                  </a:lnTo>
                  <a:lnTo>
                    <a:pt x="3941926" y="1092538"/>
                  </a:lnTo>
                  <a:lnTo>
                    <a:pt x="3943208" y="1096560"/>
                  </a:lnTo>
                  <a:lnTo>
                    <a:pt x="3944490" y="1110637"/>
                  </a:lnTo>
                  <a:lnTo>
                    <a:pt x="3945772" y="1166703"/>
                  </a:lnTo>
                  <a:lnTo>
                    <a:pt x="3947054" y="1122566"/>
                  </a:lnTo>
                  <a:lnTo>
                    <a:pt x="3948336" y="1145182"/>
                  </a:lnTo>
                  <a:lnTo>
                    <a:pt x="3949617" y="1020013"/>
                  </a:lnTo>
                  <a:lnTo>
                    <a:pt x="3950899" y="997069"/>
                  </a:lnTo>
                  <a:lnTo>
                    <a:pt x="3952181" y="982950"/>
                  </a:lnTo>
                  <a:lnTo>
                    <a:pt x="3953463" y="1034133"/>
                  </a:lnTo>
                  <a:lnTo>
                    <a:pt x="3954745" y="1054135"/>
                  </a:lnTo>
                  <a:lnTo>
                    <a:pt x="3956027" y="1062960"/>
                  </a:lnTo>
                  <a:lnTo>
                    <a:pt x="3957308" y="1134427"/>
                  </a:lnTo>
                  <a:lnTo>
                    <a:pt x="3958590" y="962650"/>
                  </a:lnTo>
                  <a:lnTo>
                    <a:pt x="3959872" y="1062791"/>
                  </a:lnTo>
                  <a:lnTo>
                    <a:pt x="3961154" y="1061983"/>
                  </a:lnTo>
                  <a:lnTo>
                    <a:pt x="3962436" y="982032"/>
                  </a:lnTo>
                  <a:lnTo>
                    <a:pt x="3963718" y="927923"/>
                  </a:lnTo>
                  <a:lnTo>
                    <a:pt x="3965000" y="899657"/>
                  </a:lnTo>
                  <a:lnTo>
                    <a:pt x="3966281" y="827782"/>
                  </a:lnTo>
                  <a:lnTo>
                    <a:pt x="3967563" y="799516"/>
                  </a:lnTo>
                  <a:lnTo>
                    <a:pt x="3968845" y="1027622"/>
                  </a:lnTo>
                  <a:lnTo>
                    <a:pt x="3970127" y="1101103"/>
                  </a:lnTo>
                  <a:lnTo>
                    <a:pt x="3971409" y="1213934"/>
                  </a:lnTo>
                  <a:lnTo>
                    <a:pt x="3972691" y="1175035"/>
                  </a:lnTo>
                  <a:lnTo>
                    <a:pt x="3973972" y="1144103"/>
                  </a:lnTo>
                  <a:lnTo>
                    <a:pt x="3975254" y="1123503"/>
                  </a:lnTo>
                  <a:lnTo>
                    <a:pt x="3976536" y="1064979"/>
                  </a:lnTo>
                  <a:lnTo>
                    <a:pt x="3977818" y="1087452"/>
                  </a:lnTo>
                  <a:lnTo>
                    <a:pt x="3979100" y="1079493"/>
                  </a:lnTo>
                  <a:lnTo>
                    <a:pt x="3980382" y="1117416"/>
                  </a:lnTo>
                  <a:lnTo>
                    <a:pt x="3981664" y="1173131"/>
                  </a:lnTo>
                  <a:lnTo>
                    <a:pt x="3982945" y="1213864"/>
                  </a:lnTo>
                  <a:lnTo>
                    <a:pt x="3984227" y="1206373"/>
                  </a:lnTo>
                  <a:lnTo>
                    <a:pt x="3985509" y="1248042"/>
                  </a:lnTo>
                  <a:lnTo>
                    <a:pt x="3986791" y="1265834"/>
                  </a:lnTo>
                  <a:lnTo>
                    <a:pt x="3988073" y="1270419"/>
                  </a:lnTo>
                  <a:lnTo>
                    <a:pt x="3989355" y="1242300"/>
                  </a:lnTo>
                  <a:lnTo>
                    <a:pt x="3990636" y="1174431"/>
                  </a:lnTo>
                  <a:lnTo>
                    <a:pt x="3991918" y="1230349"/>
                  </a:lnTo>
                  <a:lnTo>
                    <a:pt x="3993200" y="1115285"/>
                  </a:lnTo>
                  <a:lnTo>
                    <a:pt x="3994482" y="1145973"/>
                  </a:lnTo>
                  <a:lnTo>
                    <a:pt x="3995764" y="1213811"/>
                  </a:lnTo>
                  <a:lnTo>
                    <a:pt x="3997046" y="1214618"/>
                  </a:lnTo>
                  <a:lnTo>
                    <a:pt x="3998327" y="1230770"/>
                  </a:lnTo>
                  <a:lnTo>
                    <a:pt x="3999609" y="1192006"/>
                  </a:lnTo>
                  <a:lnTo>
                    <a:pt x="4000891" y="1216234"/>
                  </a:lnTo>
                  <a:lnTo>
                    <a:pt x="4002173" y="1213003"/>
                  </a:lnTo>
                  <a:lnTo>
                    <a:pt x="4003455" y="1230770"/>
                  </a:lnTo>
                  <a:lnTo>
                    <a:pt x="4004737" y="1214619"/>
                  </a:lnTo>
                  <a:lnTo>
                    <a:pt x="4006019" y="1196044"/>
                  </a:lnTo>
                  <a:lnTo>
                    <a:pt x="4007300" y="1159702"/>
                  </a:lnTo>
                  <a:lnTo>
                    <a:pt x="4008582" y="1155664"/>
                  </a:lnTo>
                  <a:lnTo>
                    <a:pt x="4009864" y="1261749"/>
                  </a:lnTo>
                  <a:lnTo>
                    <a:pt x="4011146" y="1247804"/>
                  </a:lnTo>
                  <a:lnTo>
                    <a:pt x="4012428" y="1292783"/>
                  </a:lnTo>
                  <a:lnTo>
                    <a:pt x="4013710" y="1271345"/>
                  </a:lnTo>
                  <a:lnTo>
                    <a:pt x="4014991" y="1241956"/>
                  </a:lnTo>
                  <a:lnTo>
                    <a:pt x="4016273" y="1205905"/>
                  </a:lnTo>
                  <a:lnTo>
                    <a:pt x="4017555" y="1182963"/>
                  </a:lnTo>
                  <a:lnTo>
                    <a:pt x="4018837" y="1142699"/>
                  </a:lnTo>
                  <a:lnTo>
                    <a:pt x="4020119" y="1107584"/>
                  </a:lnTo>
                  <a:lnTo>
                    <a:pt x="4021401" y="1080429"/>
                  </a:lnTo>
                  <a:lnTo>
                    <a:pt x="4022683" y="1046251"/>
                  </a:lnTo>
                  <a:lnTo>
                    <a:pt x="4023964" y="1016286"/>
                  </a:lnTo>
                  <a:lnTo>
                    <a:pt x="4025246" y="1011605"/>
                  </a:lnTo>
                  <a:lnTo>
                    <a:pt x="4026528" y="997559"/>
                  </a:lnTo>
                  <a:lnTo>
                    <a:pt x="4027810" y="1004114"/>
                  </a:lnTo>
                  <a:lnTo>
                    <a:pt x="4029092" y="983513"/>
                  </a:lnTo>
                  <a:lnTo>
                    <a:pt x="4030374" y="988435"/>
                  </a:lnTo>
                  <a:lnTo>
                    <a:pt x="4031655" y="1019457"/>
                  </a:lnTo>
                  <a:lnTo>
                    <a:pt x="4032937" y="1023162"/>
                  </a:lnTo>
                  <a:lnTo>
                    <a:pt x="4034219" y="1024551"/>
                  </a:lnTo>
                  <a:lnTo>
                    <a:pt x="4035501" y="1129952"/>
                  </a:lnTo>
                  <a:lnTo>
                    <a:pt x="4036783" y="1128766"/>
                  </a:lnTo>
                  <a:lnTo>
                    <a:pt x="4038065" y="1122703"/>
                  </a:lnTo>
                  <a:lnTo>
                    <a:pt x="4039347" y="1098571"/>
                  </a:lnTo>
                  <a:lnTo>
                    <a:pt x="4040628" y="1119485"/>
                  </a:lnTo>
                  <a:lnTo>
                    <a:pt x="4041910" y="1171367"/>
                  </a:lnTo>
                  <a:lnTo>
                    <a:pt x="4043192" y="1203944"/>
                  </a:lnTo>
                  <a:lnTo>
                    <a:pt x="4044474" y="1231293"/>
                  </a:lnTo>
                  <a:lnTo>
                    <a:pt x="4045756" y="1247380"/>
                  </a:lnTo>
                  <a:lnTo>
                    <a:pt x="4047038" y="1236521"/>
                  </a:lnTo>
                  <a:lnTo>
                    <a:pt x="4048319" y="1226375"/>
                  </a:lnTo>
                  <a:lnTo>
                    <a:pt x="4049601" y="1212544"/>
                  </a:lnTo>
                  <a:lnTo>
                    <a:pt x="4050883" y="1098220"/>
                  </a:lnTo>
                  <a:lnTo>
                    <a:pt x="4052165" y="1125028"/>
                  </a:lnTo>
                  <a:lnTo>
                    <a:pt x="4053447" y="1127873"/>
                  </a:lnTo>
                  <a:lnTo>
                    <a:pt x="4054729" y="995020"/>
                  </a:lnTo>
                  <a:lnTo>
                    <a:pt x="4056010" y="1055026"/>
                  </a:lnTo>
                  <a:lnTo>
                    <a:pt x="4057292" y="1113543"/>
                  </a:lnTo>
                  <a:lnTo>
                    <a:pt x="4058574" y="1009490"/>
                  </a:lnTo>
                  <a:lnTo>
                    <a:pt x="4059856" y="919040"/>
                  </a:lnTo>
                  <a:lnTo>
                    <a:pt x="4061138" y="811630"/>
                  </a:lnTo>
                  <a:lnTo>
                    <a:pt x="4062420" y="752675"/>
                  </a:lnTo>
                  <a:lnTo>
                    <a:pt x="4063702" y="714719"/>
                  </a:lnTo>
                  <a:lnTo>
                    <a:pt x="4064983" y="760751"/>
                  </a:lnTo>
                  <a:lnTo>
                    <a:pt x="4066265" y="780134"/>
                  </a:lnTo>
                  <a:lnTo>
                    <a:pt x="4067547" y="864123"/>
                  </a:lnTo>
                  <a:lnTo>
                    <a:pt x="4068829" y="956997"/>
                  </a:lnTo>
                  <a:lnTo>
                    <a:pt x="4070111" y="1001414"/>
                  </a:lnTo>
                  <a:lnTo>
                    <a:pt x="4071393" y="970726"/>
                  </a:lnTo>
                  <a:lnTo>
                    <a:pt x="4072674" y="902888"/>
                  </a:lnTo>
                  <a:lnTo>
                    <a:pt x="4073956" y="885121"/>
                  </a:lnTo>
                  <a:lnTo>
                    <a:pt x="4075238" y="846356"/>
                  </a:lnTo>
                  <a:lnTo>
                    <a:pt x="4076520" y="827782"/>
                  </a:lnTo>
                  <a:lnTo>
                    <a:pt x="4077802" y="788210"/>
                  </a:lnTo>
                  <a:lnTo>
                    <a:pt x="4079084" y="843933"/>
                  </a:lnTo>
                  <a:lnTo>
                    <a:pt x="4080366" y="858470"/>
                  </a:lnTo>
                  <a:lnTo>
                    <a:pt x="4081647" y="814860"/>
                  </a:lnTo>
                  <a:lnTo>
                    <a:pt x="4082929" y="735716"/>
                  </a:lnTo>
                  <a:lnTo>
                    <a:pt x="4084211" y="1111600"/>
                  </a:lnTo>
                  <a:lnTo>
                    <a:pt x="4085493" y="1370747"/>
                  </a:lnTo>
                  <a:lnTo>
                    <a:pt x="4086775" y="1439669"/>
                  </a:lnTo>
                  <a:lnTo>
                    <a:pt x="4088057" y="1429949"/>
                  </a:lnTo>
                  <a:lnTo>
                    <a:pt x="4089338" y="1405513"/>
                  </a:lnTo>
                  <a:lnTo>
                    <a:pt x="4090620" y="1408227"/>
                  </a:lnTo>
                  <a:lnTo>
                    <a:pt x="4091902" y="1398795"/>
                  </a:lnTo>
                  <a:lnTo>
                    <a:pt x="4093184" y="1377434"/>
                  </a:lnTo>
                  <a:lnTo>
                    <a:pt x="4094466" y="1374861"/>
                  </a:lnTo>
                  <a:lnTo>
                    <a:pt x="4095748" y="1356623"/>
                  </a:lnTo>
                  <a:lnTo>
                    <a:pt x="4097029" y="1349222"/>
                  </a:lnTo>
                  <a:lnTo>
                    <a:pt x="4098311" y="1342482"/>
                  </a:lnTo>
                  <a:lnTo>
                    <a:pt x="4099593" y="1346579"/>
                  </a:lnTo>
                  <a:lnTo>
                    <a:pt x="4100875" y="1376692"/>
                  </a:lnTo>
                  <a:lnTo>
                    <a:pt x="4102157" y="1385849"/>
                  </a:lnTo>
                  <a:lnTo>
                    <a:pt x="4103439" y="1389562"/>
                  </a:lnTo>
                  <a:lnTo>
                    <a:pt x="4104721" y="1390588"/>
                  </a:lnTo>
                  <a:lnTo>
                    <a:pt x="4106002" y="1381318"/>
                  </a:lnTo>
                  <a:lnTo>
                    <a:pt x="4107284" y="1385108"/>
                  </a:lnTo>
                  <a:lnTo>
                    <a:pt x="4108566" y="1387434"/>
                  </a:lnTo>
                  <a:lnTo>
                    <a:pt x="4109848" y="1376527"/>
                  </a:lnTo>
                  <a:lnTo>
                    <a:pt x="4111130" y="1364586"/>
                  </a:lnTo>
                  <a:lnTo>
                    <a:pt x="4112412" y="1358656"/>
                  </a:lnTo>
                  <a:lnTo>
                    <a:pt x="4113693" y="1352262"/>
                  </a:lnTo>
                  <a:lnTo>
                    <a:pt x="4114975" y="1337023"/>
                  </a:lnTo>
                  <a:lnTo>
                    <a:pt x="4116257" y="1290499"/>
                  </a:lnTo>
                  <a:lnTo>
                    <a:pt x="4117539" y="1283090"/>
                  </a:lnTo>
                  <a:lnTo>
                    <a:pt x="4118821" y="1235103"/>
                  </a:lnTo>
                  <a:lnTo>
                    <a:pt x="4120103" y="1206652"/>
                  </a:lnTo>
                  <a:lnTo>
                    <a:pt x="4121385" y="1121496"/>
                  </a:lnTo>
                  <a:lnTo>
                    <a:pt x="4122666" y="1154848"/>
                  </a:lnTo>
                  <a:lnTo>
                    <a:pt x="4123948" y="1024504"/>
                  </a:lnTo>
                  <a:lnTo>
                    <a:pt x="4125230" y="907133"/>
                  </a:lnTo>
                  <a:lnTo>
                    <a:pt x="4126512" y="704220"/>
                  </a:lnTo>
                  <a:lnTo>
                    <a:pt x="4127794" y="809207"/>
                  </a:lnTo>
                  <a:lnTo>
                    <a:pt x="4129076" y="885928"/>
                  </a:lnTo>
                  <a:lnTo>
                    <a:pt x="4130357" y="916617"/>
                  </a:lnTo>
                  <a:lnTo>
                    <a:pt x="4131639" y="987685"/>
                  </a:lnTo>
                  <a:lnTo>
                    <a:pt x="4132921" y="1040178"/>
                  </a:lnTo>
                  <a:lnTo>
                    <a:pt x="4134203" y="1074905"/>
                  </a:lnTo>
                  <a:lnTo>
                    <a:pt x="4135485" y="1078943"/>
                  </a:lnTo>
                  <a:lnTo>
                    <a:pt x="4136767" y="1087826"/>
                  </a:lnTo>
                  <a:lnTo>
                    <a:pt x="4138048" y="1184738"/>
                  </a:lnTo>
                  <a:lnTo>
                    <a:pt x="4139330" y="1250153"/>
                  </a:lnTo>
                  <a:lnTo>
                    <a:pt x="4140612" y="1224310"/>
                  </a:lnTo>
                  <a:lnTo>
                    <a:pt x="4141894" y="1253383"/>
                  </a:lnTo>
                  <a:lnTo>
                    <a:pt x="4143176" y="1246922"/>
                  </a:lnTo>
                  <a:lnTo>
                    <a:pt x="4144458" y="1280841"/>
                  </a:lnTo>
                  <a:lnTo>
                    <a:pt x="4145740" y="1315567"/>
                  </a:lnTo>
                  <a:lnTo>
                    <a:pt x="4147021" y="1324451"/>
                  </a:lnTo>
                  <a:lnTo>
                    <a:pt x="4148303" y="1346256"/>
                  </a:lnTo>
                  <a:lnTo>
                    <a:pt x="4149585" y="1398750"/>
                  </a:lnTo>
                  <a:lnTo>
                    <a:pt x="4150867" y="1418939"/>
                  </a:lnTo>
                  <a:lnTo>
                    <a:pt x="4152149" y="1454473"/>
                  </a:lnTo>
                  <a:lnTo>
                    <a:pt x="4153431" y="1427015"/>
                  </a:lnTo>
                  <a:lnTo>
                    <a:pt x="4154712" y="1395519"/>
                  </a:lnTo>
                  <a:lnTo>
                    <a:pt x="4155994" y="1375329"/>
                  </a:lnTo>
                  <a:lnTo>
                    <a:pt x="4157276" y="1308299"/>
                  </a:lnTo>
                  <a:lnTo>
                    <a:pt x="4158558" y="1296993"/>
                  </a:lnTo>
                  <a:lnTo>
                    <a:pt x="4159840" y="1344641"/>
                  </a:lnTo>
                  <a:lnTo>
                    <a:pt x="4161122" y="1375329"/>
                  </a:lnTo>
                  <a:lnTo>
                    <a:pt x="4162404" y="1357562"/>
                  </a:lnTo>
                  <a:lnTo>
                    <a:pt x="4163685" y="1327681"/>
                  </a:lnTo>
                  <a:lnTo>
                    <a:pt x="4164967" y="1310722"/>
                  </a:lnTo>
                  <a:lnTo>
                    <a:pt x="4166249" y="1288109"/>
                  </a:lnTo>
                  <a:lnTo>
                    <a:pt x="4167531" y="1238846"/>
                  </a:lnTo>
                  <a:lnTo>
                    <a:pt x="4168813" y="1209773"/>
                  </a:lnTo>
                  <a:lnTo>
                    <a:pt x="4170095" y="1163740"/>
                  </a:lnTo>
                  <a:lnTo>
                    <a:pt x="4171376" y="1112054"/>
                  </a:lnTo>
                  <a:lnTo>
                    <a:pt x="4172658" y="1098325"/>
                  </a:lnTo>
                  <a:lnTo>
                    <a:pt x="4173940" y="1109631"/>
                  </a:lnTo>
                  <a:lnTo>
                    <a:pt x="4175222" y="1095902"/>
                  </a:lnTo>
                  <a:lnTo>
                    <a:pt x="4176504" y="1087019"/>
                  </a:lnTo>
                  <a:lnTo>
                    <a:pt x="4177786" y="996568"/>
                  </a:lnTo>
                  <a:lnTo>
                    <a:pt x="4179068" y="915809"/>
                  </a:lnTo>
                  <a:lnTo>
                    <a:pt x="4180349" y="826974"/>
                  </a:lnTo>
                  <a:lnTo>
                    <a:pt x="4181631" y="808399"/>
                  </a:lnTo>
                  <a:lnTo>
                    <a:pt x="4182913" y="745407"/>
                  </a:lnTo>
                  <a:lnTo>
                    <a:pt x="4184195" y="666263"/>
                  </a:lnTo>
                  <a:lnTo>
                    <a:pt x="4185477" y="609732"/>
                  </a:lnTo>
                  <a:lnTo>
                    <a:pt x="4186759" y="657380"/>
                  </a:lnTo>
                  <a:lnTo>
                    <a:pt x="4188040" y="652534"/>
                  </a:lnTo>
                  <a:lnTo>
                    <a:pt x="4189322" y="684838"/>
                  </a:lnTo>
                  <a:lnTo>
                    <a:pt x="4190604" y="714719"/>
                  </a:lnTo>
                  <a:lnTo>
                    <a:pt x="4191886" y="768020"/>
                  </a:lnTo>
                  <a:lnTo>
                    <a:pt x="4193168" y="975514"/>
                  </a:lnTo>
                  <a:lnTo>
                    <a:pt x="4194450" y="1007748"/>
                  </a:lnTo>
                  <a:lnTo>
                    <a:pt x="4195731" y="1189852"/>
                  </a:lnTo>
                  <a:lnTo>
                    <a:pt x="4197013" y="1239336"/>
                  </a:lnTo>
                  <a:lnTo>
                    <a:pt x="4198295" y="1289790"/>
                  </a:lnTo>
                  <a:lnTo>
                    <a:pt x="4199577" y="1326072"/>
                  </a:lnTo>
                  <a:lnTo>
                    <a:pt x="4200859" y="1359532"/>
                  </a:lnTo>
                  <a:lnTo>
                    <a:pt x="4202141" y="1384934"/>
                  </a:lnTo>
                  <a:lnTo>
                    <a:pt x="4203423" y="1374048"/>
                  </a:lnTo>
                  <a:lnTo>
                    <a:pt x="4204704" y="1395694"/>
                  </a:lnTo>
                  <a:lnTo>
                    <a:pt x="4205986" y="1380975"/>
                  </a:lnTo>
                  <a:lnTo>
                    <a:pt x="4207268" y="1365259"/>
                  </a:lnTo>
                  <a:lnTo>
                    <a:pt x="4208550" y="1341810"/>
                  </a:lnTo>
                  <a:lnTo>
                    <a:pt x="4209832" y="1330085"/>
                  </a:lnTo>
                  <a:lnTo>
                    <a:pt x="4211114" y="1304390"/>
                  </a:lnTo>
                  <a:lnTo>
                    <a:pt x="4212395" y="1307883"/>
                  </a:lnTo>
                  <a:lnTo>
                    <a:pt x="4213677" y="1306885"/>
                  </a:lnTo>
                  <a:lnTo>
                    <a:pt x="4214959" y="1270632"/>
                  </a:lnTo>
                  <a:lnTo>
                    <a:pt x="4216241" y="1276167"/>
                  </a:lnTo>
                  <a:lnTo>
                    <a:pt x="4217523" y="1272360"/>
                  </a:lnTo>
                  <a:lnTo>
                    <a:pt x="4218805" y="1248389"/>
                  </a:lnTo>
                  <a:lnTo>
                    <a:pt x="4220087" y="1192697"/>
                  </a:lnTo>
                  <a:lnTo>
                    <a:pt x="4221368" y="1150106"/>
                  </a:lnTo>
                  <a:lnTo>
                    <a:pt x="4222650" y="1164128"/>
                  </a:lnTo>
                  <a:lnTo>
                    <a:pt x="4223932" y="1085579"/>
                  </a:lnTo>
                  <a:lnTo>
                    <a:pt x="4225214" y="1076684"/>
                  </a:lnTo>
                  <a:lnTo>
                    <a:pt x="4226496" y="1094943"/>
                  </a:lnTo>
                  <a:lnTo>
                    <a:pt x="4227778" y="1078088"/>
                  </a:lnTo>
                  <a:lnTo>
                    <a:pt x="4229059" y="1050465"/>
                  </a:lnTo>
                  <a:lnTo>
                    <a:pt x="4230341" y="1134299"/>
                  </a:lnTo>
                  <a:lnTo>
                    <a:pt x="4231623" y="1118096"/>
                  </a:lnTo>
                  <a:lnTo>
                    <a:pt x="4232905" y="1087310"/>
                  </a:lnTo>
                  <a:lnTo>
                    <a:pt x="4234187" y="1065994"/>
                  </a:lnTo>
                  <a:lnTo>
                    <a:pt x="4235469" y="1031004"/>
                  </a:lnTo>
                  <a:lnTo>
                    <a:pt x="4236750" y="1022960"/>
                  </a:lnTo>
                  <a:lnTo>
                    <a:pt x="4238032" y="1002705"/>
                  </a:lnTo>
                  <a:lnTo>
                    <a:pt x="4239314" y="992825"/>
                  </a:lnTo>
                  <a:lnTo>
                    <a:pt x="4240596" y="872551"/>
                  </a:lnTo>
                  <a:lnTo>
                    <a:pt x="4241878" y="918517"/>
                  </a:lnTo>
                  <a:lnTo>
                    <a:pt x="4243160" y="915846"/>
                  </a:lnTo>
                  <a:lnTo>
                    <a:pt x="4244442" y="750569"/>
                  </a:lnTo>
                  <a:lnTo>
                    <a:pt x="4245723" y="767630"/>
                  </a:lnTo>
                  <a:lnTo>
                    <a:pt x="4247005" y="787044"/>
                  </a:lnTo>
                  <a:lnTo>
                    <a:pt x="4248287" y="792339"/>
                  </a:lnTo>
                  <a:lnTo>
                    <a:pt x="4249569" y="788333"/>
                  </a:lnTo>
                  <a:lnTo>
                    <a:pt x="4250851" y="793903"/>
                  </a:lnTo>
                  <a:lnTo>
                    <a:pt x="4252133" y="549163"/>
                  </a:lnTo>
                  <a:lnTo>
                    <a:pt x="4253414" y="597618"/>
                  </a:lnTo>
                  <a:lnTo>
                    <a:pt x="4254696" y="669494"/>
                  </a:lnTo>
                  <a:lnTo>
                    <a:pt x="4255978" y="696952"/>
                  </a:lnTo>
                  <a:lnTo>
                    <a:pt x="4257260" y="730063"/>
                  </a:lnTo>
                  <a:lnTo>
                    <a:pt x="4258542" y="767212"/>
                  </a:lnTo>
                  <a:lnTo>
                    <a:pt x="4259824" y="687260"/>
                  </a:lnTo>
                  <a:lnTo>
                    <a:pt x="4261106" y="609732"/>
                  </a:lnTo>
                  <a:lnTo>
                    <a:pt x="4262387" y="549163"/>
                  </a:lnTo>
                  <a:lnTo>
                    <a:pt x="4263669" y="819016"/>
                  </a:lnTo>
                  <a:lnTo>
                    <a:pt x="4264951" y="852582"/>
                  </a:lnTo>
                  <a:lnTo>
                    <a:pt x="4266233" y="910588"/>
                  </a:lnTo>
                  <a:lnTo>
                    <a:pt x="4267515" y="938827"/>
                  </a:lnTo>
                  <a:lnTo>
                    <a:pt x="4268797" y="984715"/>
                  </a:lnTo>
                  <a:lnTo>
                    <a:pt x="4270078" y="910000"/>
                  </a:lnTo>
                  <a:lnTo>
                    <a:pt x="4271360" y="835285"/>
                  </a:lnTo>
                  <a:lnTo>
                    <a:pt x="4272642" y="819989"/>
                  </a:lnTo>
                  <a:lnTo>
                    <a:pt x="4273924" y="778808"/>
                  </a:lnTo>
                  <a:lnTo>
                    <a:pt x="4275206" y="760570"/>
                  </a:lnTo>
                  <a:lnTo>
                    <a:pt x="4276488" y="797634"/>
                  </a:lnTo>
                  <a:lnTo>
                    <a:pt x="4277770" y="794104"/>
                  </a:lnTo>
                  <a:lnTo>
                    <a:pt x="4279051" y="827049"/>
                  </a:lnTo>
                  <a:lnTo>
                    <a:pt x="4280333" y="814695"/>
                  </a:lnTo>
                  <a:lnTo>
                    <a:pt x="4281615" y="843522"/>
                  </a:lnTo>
                  <a:lnTo>
                    <a:pt x="4282897" y="833729"/>
                  </a:lnTo>
                  <a:lnTo>
                    <a:pt x="4284179" y="782086"/>
                  </a:lnTo>
                  <a:lnTo>
                    <a:pt x="4285461" y="520897"/>
                  </a:lnTo>
                  <a:lnTo>
                    <a:pt x="4286742" y="819644"/>
                  </a:lnTo>
                  <a:lnTo>
                    <a:pt x="4288024" y="895840"/>
                  </a:lnTo>
                  <a:lnTo>
                    <a:pt x="4289306" y="972360"/>
                  </a:lnTo>
                  <a:lnTo>
                    <a:pt x="4290588" y="1182027"/>
                  </a:lnTo>
                  <a:lnTo>
                    <a:pt x="4291870" y="1273796"/>
                  </a:lnTo>
                  <a:lnTo>
                    <a:pt x="4293152" y="1253815"/>
                  </a:lnTo>
                  <a:lnTo>
                    <a:pt x="4294433" y="1251402"/>
                  </a:lnTo>
                  <a:lnTo>
                    <a:pt x="4295715" y="1197509"/>
                  </a:lnTo>
                  <a:lnTo>
                    <a:pt x="4296997" y="1207966"/>
                  </a:lnTo>
                  <a:lnTo>
                    <a:pt x="4298279" y="1218423"/>
                  </a:lnTo>
                  <a:lnTo>
                    <a:pt x="4299561" y="1256228"/>
                  </a:lnTo>
                  <a:lnTo>
                    <a:pt x="4300843" y="1238532"/>
                  </a:lnTo>
                  <a:lnTo>
                    <a:pt x="4302125" y="1214401"/>
                  </a:lnTo>
                  <a:lnTo>
                    <a:pt x="4303406" y="1198716"/>
                  </a:lnTo>
                  <a:lnTo>
                    <a:pt x="4304688" y="1212055"/>
                  </a:lnTo>
                  <a:lnTo>
                    <a:pt x="4305970" y="1183931"/>
                  </a:lnTo>
                  <a:lnTo>
                    <a:pt x="4307252" y="1096158"/>
                  </a:lnTo>
                  <a:lnTo>
                    <a:pt x="4308534" y="1092941"/>
                  </a:lnTo>
                  <a:lnTo>
                    <a:pt x="4309816" y="979637"/>
                  </a:lnTo>
                  <a:lnTo>
                    <a:pt x="4311097" y="937001"/>
                  </a:lnTo>
                  <a:lnTo>
                    <a:pt x="4312379" y="826460"/>
                  </a:lnTo>
                  <a:lnTo>
                    <a:pt x="4313661" y="872348"/>
                  </a:lnTo>
                  <a:lnTo>
                    <a:pt x="4314943" y="899999"/>
                  </a:lnTo>
                  <a:lnTo>
                    <a:pt x="4316225" y="889998"/>
                  </a:lnTo>
                  <a:lnTo>
                    <a:pt x="4317507" y="864700"/>
                  </a:lnTo>
                  <a:lnTo>
                    <a:pt x="4318789" y="803517"/>
                  </a:lnTo>
                  <a:lnTo>
                    <a:pt x="4320070" y="779396"/>
                  </a:lnTo>
                  <a:lnTo>
                    <a:pt x="4321352" y="789364"/>
                  </a:lnTo>
                  <a:lnTo>
                    <a:pt x="4322634" y="750754"/>
                  </a:lnTo>
                  <a:lnTo>
                    <a:pt x="4323916" y="732330"/>
                  </a:lnTo>
                  <a:lnTo>
                    <a:pt x="4325198" y="469210"/>
                  </a:lnTo>
                  <a:lnTo>
                    <a:pt x="4326480" y="524127"/>
                  </a:lnTo>
                  <a:lnTo>
                    <a:pt x="4327761" y="583889"/>
                  </a:lnTo>
                  <a:lnTo>
                    <a:pt x="4329043" y="600041"/>
                  </a:lnTo>
                  <a:lnTo>
                    <a:pt x="4330325" y="611347"/>
                  </a:lnTo>
                  <a:lnTo>
                    <a:pt x="4331607" y="637998"/>
                  </a:lnTo>
                  <a:lnTo>
                    <a:pt x="4332889" y="628307"/>
                  </a:lnTo>
                  <a:lnTo>
                    <a:pt x="4334171" y="606501"/>
                  </a:lnTo>
                  <a:lnTo>
                    <a:pt x="4335452" y="633959"/>
                  </a:lnTo>
                  <a:lnTo>
                    <a:pt x="4336734" y="705835"/>
                  </a:lnTo>
                  <a:lnTo>
                    <a:pt x="4338016" y="823744"/>
                  </a:lnTo>
                  <a:lnTo>
                    <a:pt x="4339298" y="959419"/>
                  </a:lnTo>
                  <a:lnTo>
                    <a:pt x="4340580" y="1040178"/>
                  </a:lnTo>
                  <a:lnTo>
                    <a:pt x="4341862" y="1125783"/>
                  </a:lnTo>
                  <a:lnTo>
                    <a:pt x="4343144" y="1202504"/>
                  </a:lnTo>
                  <a:lnTo>
                    <a:pt x="4344425" y="1234808"/>
                  </a:lnTo>
                  <a:lnTo>
                    <a:pt x="4345707" y="1174239"/>
                  </a:lnTo>
                  <a:lnTo>
                    <a:pt x="4346989" y="1100748"/>
                  </a:lnTo>
                  <a:lnTo>
                    <a:pt x="4348271" y="1077328"/>
                  </a:lnTo>
                  <a:lnTo>
                    <a:pt x="4349553" y="1210613"/>
                  </a:lnTo>
                  <a:lnTo>
                    <a:pt x="4350835" y="1181552"/>
                  </a:lnTo>
                  <a:lnTo>
                    <a:pt x="4352116" y="1165913"/>
                  </a:lnTo>
                  <a:lnTo>
                    <a:pt x="4353398" y="1307461"/>
                  </a:lnTo>
                  <a:lnTo>
                    <a:pt x="4354680" y="1225101"/>
                  </a:lnTo>
                  <a:lnTo>
                    <a:pt x="4355962" y="1175940"/>
                  </a:lnTo>
                  <a:lnTo>
                    <a:pt x="4357244" y="1095879"/>
                  </a:lnTo>
                  <a:lnTo>
                    <a:pt x="4358526" y="1072470"/>
                  </a:lnTo>
                  <a:lnTo>
                    <a:pt x="4359808" y="1038760"/>
                  </a:lnTo>
                  <a:lnTo>
                    <a:pt x="4361089" y="1013477"/>
                  </a:lnTo>
                  <a:lnTo>
                    <a:pt x="4362371" y="1015818"/>
                  </a:lnTo>
                  <a:lnTo>
                    <a:pt x="4363653" y="1009264"/>
                  </a:lnTo>
                  <a:lnTo>
                    <a:pt x="4364935" y="1032205"/>
                  </a:lnTo>
                  <a:lnTo>
                    <a:pt x="4366217" y="1035951"/>
                  </a:lnTo>
                  <a:lnTo>
                    <a:pt x="4367499" y="1034546"/>
                  </a:lnTo>
                  <a:lnTo>
                    <a:pt x="4368780" y="1075021"/>
                  </a:lnTo>
                  <a:lnTo>
                    <a:pt x="4370062" y="1074025"/>
                  </a:lnTo>
                  <a:lnTo>
                    <a:pt x="4371344" y="956769"/>
                  </a:lnTo>
                  <a:lnTo>
                    <a:pt x="4372626" y="988824"/>
                  </a:lnTo>
                  <a:lnTo>
                    <a:pt x="4373908" y="934384"/>
                  </a:lnTo>
                  <a:lnTo>
                    <a:pt x="4375190" y="1021604"/>
                  </a:lnTo>
                  <a:lnTo>
                    <a:pt x="4376471" y="1159702"/>
                  </a:lnTo>
                  <a:lnTo>
                    <a:pt x="4377753" y="1200082"/>
                  </a:lnTo>
                  <a:lnTo>
                    <a:pt x="4379035" y="1257421"/>
                  </a:lnTo>
                  <a:lnTo>
                    <a:pt x="4380317" y="1285687"/>
                  </a:lnTo>
                  <a:lnTo>
                    <a:pt x="4381599" y="1260651"/>
                  </a:lnTo>
                  <a:lnTo>
                    <a:pt x="4382881" y="1277611"/>
                  </a:lnTo>
                  <a:lnTo>
                    <a:pt x="4384163" y="1324451"/>
                  </a:lnTo>
                  <a:lnTo>
                    <a:pt x="4385444" y="1328489"/>
                  </a:lnTo>
                  <a:lnTo>
                    <a:pt x="4386726" y="1327681"/>
                  </a:lnTo>
                  <a:lnTo>
                    <a:pt x="4388008" y="1315567"/>
                  </a:lnTo>
                  <a:lnTo>
                    <a:pt x="4389290" y="1282456"/>
                  </a:lnTo>
                  <a:lnTo>
                    <a:pt x="4390572" y="1234808"/>
                  </a:lnTo>
                  <a:lnTo>
                    <a:pt x="4391854" y="1208965"/>
                  </a:lnTo>
                  <a:lnTo>
                    <a:pt x="4393135" y="1146781"/>
                  </a:lnTo>
                  <a:lnTo>
                    <a:pt x="4394417" y="1045832"/>
                  </a:lnTo>
                  <a:lnTo>
                    <a:pt x="4395699" y="861701"/>
                  </a:lnTo>
                  <a:lnTo>
                    <a:pt x="4396981" y="738139"/>
                  </a:lnTo>
                  <a:lnTo>
                    <a:pt x="4398263" y="671109"/>
                  </a:lnTo>
                  <a:lnTo>
                    <a:pt x="4399545" y="878039"/>
                  </a:lnTo>
                  <a:lnTo>
                    <a:pt x="4400827" y="865081"/>
                  </a:lnTo>
                  <a:lnTo>
                    <a:pt x="4402108" y="871172"/>
                  </a:lnTo>
                  <a:lnTo>
                    <a:pt x="4403390" y="872937"/>
                  </a:lnTo>
                  <a:lnTo>
                    <a:pt x="4404672" y="877643"/>
                  </a:lnTo>
                  <a:lnTo>
                    <a:pt x="4405954" y="859994"/>
                  </a:lnTo>
                  <a:lnTo>
                    <a:pt x="4407236" y="862936"/>
                  </a:lnTo>
                  <a:lnTo>
                    <a:pt x="4408518" y="872348"/>
                  </a:lnTo>
                  <a:lnTo>
                    <a:pt x="4409799" y="880585"/>
                  </a:lnTo>
                  <a:lnTo>
                    <a:pt x="4411081" y="864700"/>
                  </a:lnTo>
                  <a:lnTo>
                    <a:pt x="4412363" y="868819"/>
                  </a:lnTo>
                  <a:lnTo>
                    <a:pt x="4413645" y="919413"/>
                  </a:lnTo>
                  <a:lnTo>
                    <a:pt x="4414927" y="1021778"/>
                  </a:lnTo>
                  <a:lnTo>
                    <a:pt x="4416209" y="1099434"/>
                  </a:lnTo>
                  <a:lnTo>
                    <a:pt x="4417491" y="1132968"/>
                  </a:lnTo>
                  <a:lnTo>
                    <a:pt x="4418772" y="1174431"/>
                  </a:lnTo>
                  <a:lnTo>
                    <a:pt x="4420054" y="1202527"/>
                  </a:lnTo>
                  <a:lnTo>
                    <a:pt x="4421336" y="1219284"/>
                  </a:lnTo>
                  <a:lnTo>
                    <a:pt x="4422618" y="1200623"/>
                  </a:lnTo>
                  <a:lnTo>
                    <a:pt x="4423900" y="1342188"/>
                  </a:lnTo>
                  <a:lnTo>
                    <a:pt x="4425182" y="1391269"/>
                  </a:lnTo>
                  <a:lnTo>
                    <a:pt x="4426463" y="1413783"/>
                  </a:lnTo>
                  <a:lnTo>
                    <a:pt x="4427745" y="1447493"/>
                  </a:lnTo>
                  <a:lnTo>
                    <a:pt x="4429027" y="1465284"/>
                  </a:lnTo>
                  <a:lnTo>
                    <a:pt x="4430309" y="1481203"/>
                  </a:lnTo>
                  <a:lnTo>
                    <a:pt x="4431591" y="1508826"/>
                  </a:lnTo>
                  <a:lnTo>
                    <a:pt x="4432873" y="1535513"/>
                  </a:lnTo>
                  <a:lnTo>
                    <a:pt x="4434154" y="1556114"/>
                  </a:lnTo>
                  <a:lnTo>
                    <a:pt x="4435436" y="1561264"/>
                  </a:lnTo>
                  <a:lnTo>
                    <a:pt x="4436718" y="1572969"/>
                  </a:lnTo>
                  <a:lnTo>
                    <a:pt x="4438000" y="1569691"/>
                  </a:lnTo>
                  <a:lnTo>
                    <a:pt x="4439282" y="1542680"/>
                  </a:lnTo>
                  <a:lnTo>
                    <a:pt x="4440564" y="1494713"/>
                  </a:lnTo>
                  <a:lnTo>
                    <a:pt x="4441846" y="1436503"/>
                  </a:lnTo>
                  <a:lnTo>
                    <a:pt x="4443127" y="1422940"/>
                  </a:lnTo>
                  <a:lnTo>
                    <a:pt x="4444409" y="1393693"/>
                  </a:lnTo>
                  <a:lnTo>
                    <a:pt x="4445691" y="1296993"/>
                  </a:lnTo>
                  <a:lnTo>
                    <a:pt x="4446973" y="1281649"/>
                  </a:lnTo>
                  <a:lnTo>
                    <a:pt x="4448255" y="1296993"/>
                  </a:lnTo>
                  <a:lnTo>
                    <a:pt x="4449537" y="1294570"/>
                  </a:lnTo>
                  <a:lnTo>
                    <a:pt x="4450818" y="1256613"/>
                  </a:lnTo>
                  <a:lnTo>
                    <a:pt x="4452100" y="1231578"/>
                  </a:lnTo>
                  <a:lnTo>
                    <a:pt x="4453382" y="1173431"/>
                  </a:lnTo>
                  <a:lnTo>
                    <a:pt x="4454664" y="1151626"/>
                  </a:lnTo>
                  <a:lnTo>
                    <a:pt x="4455946" y="1125783"/>
                  </a:lnTo>
                  <a:lnTo>
                    <a:pt x="4457228" y="1127399"/>
                  </a:lnTo>
                  <a:lnTo>
                    <a:pt x="4458510" y="1179084"/>
                  </a:lnTo>
                  <a:lnTo>
                    <a:pt x="4459791" y="1179892"/>
                  </a:lnTo>
                  <a:lnTo>
                    <a:pt x="4461073" y="1171008"/>
                  </a:lnTo>
                  <a:lnTo>
                    <a:pt x="4462355" y="1127398"/>
                  </a:lnTo>
                  <a:lnTo>
                    <a:pt x="4463637" y="1137897"/>
                  </a:lnTo>
                  <a:lnTo>
                    <a:pt x="4464919" y="1081366"/>
                  </a:lnTo>
                  <a:lnTo>
                    <a:pt x="4466201" y="1041794"/>
                  </a:lnTo>
                  <a:lnTo>
                    <a:pt x="4467482" y="990915"/>
                  </a:lnTo>
                  <a:lnTo>
                    <a:pt x="4468764" y="973148"/>
                  </a:lnTo>
                  <a:lnTo>
                    <a:pt x="4470046" y="917425"/>
                  </a:lnTo>
                  <a:lnTo>
                    <a:pt x="4471328" y="852817"/>
                  </a:lnTo>
                  <a:lnTo>
                    <a:pt x="4472610" y="884313"/>
                  </a:lnTo>
                  <a:lnTo>
                    <a:pt x="4473892" y="867354"/>
                  </a:lnTo>
                  <a:lnTo>
                    <a:pt x="4475173" y="810822"/>
                  </a:lnTo>
                  <a:lnTo>
                    <a:pt x="4476455" y="738139"/>
                  </a:lnTo>
                  <a:lnTo>
                    <a:pt x="4477737" y="732486"/>
                  </a:lnTo>
                  <a:lnTo>
                    <a:pt x="4479019" y="787402"/>
                  </a:lnTo>
                  <a:lnTo>
                    <a:pt x="4480301" y="800323"/>
                  </a:lnTo>
                  <a:lnTo>
                    <a:pt x="4481583" y="1056146"/>
                  </a:lnTo>
                  <a:lnTo>
                    <a:pt x="4482865" y="1188926"/>
                  </a:lnTo>
                  <a:lnTo>
                    <a:pt x="4484146" y="1240996"/>
                  </a:lnTo>
                  <a:lnTo>
                    <a:pt x="4485428" y="1206616"/>
                  </a:lnTo>
                  <a:lnTo>
                    <a:pt x="4486710" y="1186248"/>
                  </a:lnTo>
                  <a:lnTo>
                    <a:pt x="4487992" y="1160910"/>
                  </a:lnTo>
                  <a:lnTo>
                    <a:pt x="4489274" y="1202335"/>
                  </a:lnTo>
                  <a:lnTo>
                    <a:pt x="4490556" y="1241347"/>
                  </a:lnTo>
                  <a:lnTo>
                    <a:pt x="4491837" y="1224053"/>
                  </a:lnTo>
                  <a:lnTo>
                    <a:pt x="4493119" y="1230891"/>
                  </a:lnTo>
                  <a:lnTo>
                    <a:pt x="4494401" y="1261457"/>
                  </a:lnTo>
                  <a:lnTo>
                    <a:pt x="4495683" y="1263065"/>
                  </a:lnTo>
                  <a:lnTo>
                    <a:pt x="4496965" y="1241750"/>
                  </a:lnTo>
                  <a:lnTo>
                    <a:pt x="4498247" y="1289486"/>
                  </a:lnTo>
                  <a:lnTo>
                    <a:pt x="4499529" y="1290582"/>
                  </a:lnTo>
                  <a:lnTo>
                    <a:pt x="4500810" y="1238934"/>
                  </a:lnTo>
                  <a:lnTo>
                    <a:pt x="4502092" y="1258780"/>
                  </a:lnTo>
                  <a:lnTo>
                    <a:pt x="4503374" y="1228746"/>
                  </a:lnTo>
                  <a:lnTo>
                    <a:pt x="4504656" y="1279321"/>
                  </a:lnTo>
                  <a:lnTo>
                    <a:pt x="4505938" y="1224744"/>
                  </a:lnTo>
                  <a:lnTo>
                    <a:pt x="4507220" y="1269455"/>
                  </a:lnTo>
                  <a:lnTo>
                    <a:pt x="4508501" y="1230038"/>
                  </a:lnTo>
                  <a:lnTo>
                    <a:pt x="4509783" y="1200035"/>
                  </a:lnTo>
                  <a:lnTo>
                    <a:pt x="4511065" y="1222390"/>
                  </a:lnTo>
                  <a:lnTo>
                    <a:pt x="4512347" y="1205329"/>
                  </a:lnTo>
                  <a:lnTo>
                    <a:pt x="4513629" y="1207683"/>
                  </a:lnTo>
                  <a:lnTo>
                    <a:pt x="4514911" y="1267101"/>
                  </a:lnTo>
                  <a:lnTo>
                    <a:pt x="4516192" y="1258865"/>
                  </a:lnTo>
                  <a:lnTo>
                    <a:pt x="4517474" y="1326919"/>
                  </a:lnTo>
                  <a:lnTo>
                    <a:pt x="4518756" y="1195916"/>
                  </a:lnTo>
                  <a:lnTo>
                    <a:pt x="4520038" y="1201800"/>
                  </a:lnTo>
                  <a:lnTo>
                    <a:pt x="4521320" y="1207683"/>
                  </a:lnTo>
                  <a:lnTo>
                    <a:pt x="4522602" y="1178267"/>
                  </a:lnTo>
                  <a:lnTo>
                    <a:pt x="4523884" y="1153559"/>
                  </a:lnTo>
                  <a:lnTo>
                    <a:pt x="4525165" y="1153559"/>
                  </a:lnTo>
                  <a:lnTo>
                    <a:pt x="4526447" y="1152970"/>
                  </a:lnTo>
                  <a:lnTo>
                    <a:pt x="4527729" y="1132968"/>
                  </a:lnTo>
                  <a:lnTo>
                    <a:pt x="4529011" y="1126496"/>
                  </a:lnTo>
                  <a:lnTo>
                    <a:pt x="4530293" y="1118260"/>
                  </a:lnTo>
                  <a:lnTo>
                    <a:pt x="4531575" y="1117084"/>
                  </a:lnTo>
                  <a:lnTo>
                    <a:pt x="4532856" y="1116495"/>
                  </a:lnTo>
                  <a:lnTo>
                    <a:pt x="4534138" y="1125908"/>
                  </a:lnTo>
                  <a:lnTo>
                    <a:pt x="4535420" y="1159884"/>
                  </a:lnTo>
                  <a:lnTo>
                    <a:pt x="4536702" y="1197463"/>
                  </a:lnTo>
                  <a:lnTo>
                    <a:pt x="4537984" y="1226557"/>
                  </a:lnTo>
                  <a:lnTo>
                    <a:pt x="4539266" y="1268985"/>
                  </a:lnTo>
                  <a:lnTo>
                    <a:pt x="4540548" y="1265955"/>
                  </a:lnTo>
                  <a:lnTo>
                    <a:pt x="4541829" y="1294752"/>
                  </a:lnTo>
                  <a:lnTo>
                    <a:pt x="4543111" y="1281809"/>
                  </a:lnTo>
                  <a:lnTo>
                    <a:pt x="4544393" y="1260630"/>
                  </a:lnTo>
                  <a:lnTo>
                    <a:pt x="4545675" y="1276515"/>
                  </a:lnTo>
                  <a:lnTo>
                    <a:pt x="4546957" y="1334168"/>
                  </a:lnTo>
                  <a:lnTo>
                    <a:pt x="4548239" y="1377703"/>
                  </a:lnTo>
                  <a:lnTo>
                    <a:pt x="4549520" y="1414178"/>
                  </a:lnTo>
                  <a:lnTo>
                    <a:pt x="4550802" y="1456536"/>
                  </a:lnTo>
                  <a:lnTo>
                    <a:pt x="4552084" y="1471244"/>
                  </a:lnTo>
                  <a:lnTo>
                    <a:pt x="4553366" y="1443593"/>
                  </a:lnTo>
                  <a:lnTo>
                    <a:pt x="4554648" y="1422306"/>
                  </a:lnTo>
                  <a:lnTo>
                    <a:pt x="4555930" y="1374450"/>
                  </a:lnTo>
                  <a:lnTo>
                    <a:pt x="4557212" y="1364146"/>
                  </a:lnTo>
                  <a:lnTo>
                    <a:pt x="4558493" y="1359297"/>
                  </a:lnTo>
                  <a:lnTo>
                    <a:pt x="4559775" y="1386626"/>
                  </a:lnTo>
                  <a:lnTo>
                    <a:pt x="4561057" y="1322028"/>
                  </a:lnTo>
                  <a:lnTo>
                    <a:pt x="4562339" y="1364831"/>
                  </a:lnTo>
                  <a:lnTo>
                    <a:pt x="4563621" y="1376137"/>
                  </a:lnTo>
                  <a:lnTo>
                    <a:pt x="4564903" y="1384213"/>
                  </a:lnTo>
                  <a:lnTo>
                    <a:pt x="4566184" y="1355947"/>
                  </a:lnTo>
                  <a:lnTo>
                    <a:pt x="4567466" y="1269535"/>
                  </a:lnTo>
                  <a:lnTo>
                    <a:pt x="4568748" y="1233193"/>
                  </a:lnTo>
                  <a:lnTo>
                    <a:pt x="4570030" y="1205735"/>
                  </a:lnTo>
                  <a:lnTo>
                    <a:pt x="4571312" y="1141935"/>
                  </a:lnTo>
                  <a:lnTo>
                    <a:pt x="4572594" y="1138705"/>
                  </a:lnTo>
                  <a:lnTo>
                    <a:pt x="4573875" y="1157279"/>
                  </a:lnTo>
                  <a:lnTo>
                    <a:pt x="4575157" y="1196851"/>
                  </a:lnTo>
                  <a:lnTo>
                    <a:pt x="4576439" y="1232386"/>
                  </a:lnTo>
                  <a:lnTo>
                    <a:pt x="4577721" y="1233193"/>
                  </a:lnTo>
                  <a:lnTo>
                    <a:pt x="4579003" y="1216234"/>
                  </a:lnTo>
                  <a:lnTo>
                    <a:pt x="4580285" y="1204120"/>
                  </a:lnTo>
                  <a:lnTo>
                    <a:pt x="4581567" y="1179084"/>
                  </a:lnTo>
                  <a:lnTo>
                    <a:pt x="4582848" y="1150819"/>
                  </a:lnTo>
                  <a:lnTo>
                    <a:pt x="4584130" y="1073290"/>
                  </a:lnTo>
                  <a:lnTo>
                    <a:pt x="4585412" y="1041794"/>
                  </a:lnTo>
                  <a:lnTo>
                    <a:pt x="4586694" y="1071675"/>
                  </a:lnTo>
                  <a:lnTo>
                    <a:pt x="4587976" y="1063599"/>
                  </a:lnTo>
                  <a:lnTo>
                    <a:pt x="4589258" y="1050677"/>
                  </a:lnTo>
                  <a:lnTo>
                    <a:pt x="4590539" y="1042601"/>
                  </a:lnTo>
                  <a:lnTo>
                    <a:pt x="4591821" y="1037756"/>
                  </a:lnTo>
                  <a:lnTo>
                    <a:pt x="4593103" y="1016758"/>
                  </a:lnTo>
                  <a:lnTo>
                    <a:pt x="4594385" y="974764"/>
                  </a:lnTo>
                  <a:lnTo>
                    <a:pt x="4595667" y="952959"/>
                  </a:lnTo>
                  <a:lnTo>
                    <a:pt x="4596949" y="948113"/>
                  </a:lnTo>
                  <a:lnTo>
                    <a:pt x="4598231" y="1105379"/>
                  </a:lnTo>
                  <a:lnTo>
                    <a:pt x="4599512" y="1114425"/>
                  </a:lnTo>
                  <a:lnTo>
                    <a:pt x="4600794" y="1122398"/>
                  </a:lnTo>
                  <a:lnTo>
                    <a:pt x="4602076" y="1107671"/>
                  </a:lnTo>
                  <a:lnTo>
                    <a:pt x="4603358" y="1152382"/>
                  </a:lnTo>
                  <a:lnTo>
                    <a:pt x="4604640" y="1199446"/>
                  </a:lnTo>
                  <a:lnTo>
                    <a:pt x="4605922" y="1177091"/>
                  </a:lnTo>
                  <a:lnTo>
                    <a:pt x="4607203" y="1168266"/>
                  </a:lnTo>
                  <a:lnTo>
                    <a:pt x="4608485" y="1155912"/>
                  </a:lnTo>
                  <a:lnTo>
                    <a:pt x="4609767" y="1172973"/>
                  </a:lnTo>
                  <a:lnTo>
                    <a:pt x="4611049" y="1167678"/>
                  </a:lnTo>
                  <a:lnTo>
                    <a:pt x="4612331" y="1160030"/>
                  </a:lnTo>
                  <a:lnTo>
                    <a:pt x="4613613" y="1171208"/>
                  </a:lnTo>
                  <a:lnTo>
                    <a:pt x="4614894" y="1163560"/>
                  </a:lnTo>
                  <a:lnTo>
                    <a:pt x="4616176" y="1181209"/>
                  </a:lnTo>
                  <a:lnTo>
                    <a:pt x="4617458" y="1173862"/>
                  </a:lnTo>
                  <a:lnTo>
                    <a:pt x="4618740" y="1131396"/>
                  </a:lnTo>
                  <a:lnTo>
                    <a:pt x="4620022" y="1159442"/>
                  </a:lnTo>
                  <a:lnTo>
                    <a:pt x="4621304" y="1301442"/>
                  </a:lnTo>
                  <a:lnTo>
                    <a:pt x="4622586" y="1273325"/>
                  </a:lnTo>
                  <a:lnTo>
                    <a:pt x="4623867" y="1243360"/>
                  </a:lnTo>
                  <a:lnTo>
                    <a:pt x="4625149" y="1265366"/>
                  </a:lnTo>
                  <a:lnTo>
                    <a:pt x="4626431" y="1263961"/>
                  </a:lnTo>
                  <a:lnTo>
                    <a:pt x="4627713" y="1270516"/>
                  </a:lnTo>
                  <a:lnTo>
                    <a:pt x="4628995" y="1269111"/>
                  </a:lnTo>
                  <a:lnTo>
                    <a:pt x="4630277" y="1259747"/>
                  </a:lnTo>
                  <a:lnTo>
                    <a:pt x="4631558" y="1250383"/>
                  </a:lnTo>
                  <a:lnTo>
                    <a:pt x="4632840" y="1320032"/>
                  </a:lnTo>
                  <a:lnTo>
                    <a:pt x="4634122" y="1298297"/>
                  </a:lnTo>
                  <a:lnTo>
                    <a:pt x="4635404" y="1259446"/>
                  </a:lnTo>
                  <a:lnTo>
                    <a:pt x="4636686" y="1254620"/>
                  </a:lnTo>
                  <a:lnTo>
                    <a:pt x="4637968" y="1275533"/>
                  </a:lnTo>
                  <a:lnTo>
                    <a:pt x="4639250" y="1180623"/>
                  </a:lnTo>
                  <a:lnTo>
                    <a:pt x="4640531" y="1190778"/>
                  </a:lnTo>
                  <a:lnTo>
                    <a:pt x="4641813" y="1182202"/>
                  </a:lnTo>
                  <a:lnTo>
                    <a:pt x="4643095" y="1208836"/>
                  </a:lnTo>
                  <a:lnTo>
                    <a:pt x="4644377" y="1186709"/>
                  </a:lnTo>
                  <a:lnTo>
                    <a:pt x="4645659" y="1171259"/>
                  </a:lnTo>
                  <a:lnTo>
                    <a:pt x="4646941" y="1264312"/>
                  </a:lnTo>
                  <a:lnTo>
                    <a:pt x="4648222" y="1266288"/>
                  </a:lnTo>
                  <a:lnTo>
                    <a:pt x="4649504" y="1284381"/>
                  </a:lnTo>
                  <a:lnTo>
                    <a:pt x="4650786" y="1314143"/>
                  </a:lnTo>
                  <a:lnTo>
                    <a:pt x="4652068" y="1343347"/>
                  </a:lnTo>
                  <a:lnTo>
                    <a:pt x="4653350" y="1359550"/>
                  </a:lnTo>
                  <a:lnTo>
                    <a:pt x="4654632" y="1266770"/>
                  </a:lnTo>
                  <a:lnTo>
                    <a:pt x="4655913" y="1278943"/>
                  </a:lnTo>
                  <a:lnTo>
                    <a:pt x="4657195" y="1281752"/>
                  </a:lnTo>
                  <a:lnTo>
                    <a:pt x="4658477" y="1278943"/>
                  </a:lnTo>
                  <a:lnTo>
                    <a:pt x="4659759" y="1288775"/>
                  </a:lnTo>
                  <a:lnTo>
                    <a:pt x="4661041" y="1306998"/>
                  </a:lnTo>
                  <a:lnTo>
                    <a:pt x="4662323" y="1286052"/>
                  </a:lnTo>
                  <a:lnTo>
                    <a:pt x="4663605" y="1169443"/>
                  </a:lnTo>
                  <a:lnTo>
                    <a:pt x="4664886" y="1159442"/>
                  </a:lnTo>
                  <a:lnTo>
                    <a:pt x="4666168" y="1148974"/>
                  </a:lnTo>
                  <a:lnTo>
                    <a:pt x="4667450" y="1129136"/>
                  </a:lnTo>
                  <a:lnTo>
                    <a:pt x="4668732" y="996109"/>
                  </a:lnTo>
                  <a:lnTo>
                    <a:pt x="4670014" y="966532"/>
                  </a:lnTo>
                  <a:lnTo>
                    <a:pt x="4671296" y="988833"/>
                  </a:lnTo>
                  <a:lnTo>
                    <a:pt x="4672577" y="990009"/>
                  </a:lnTo>
                  <a:lnTo>
                    <a:pt x="4673859" y="1051193"/>
                  </a:lnTo>
                  <a:lnTo>
                    <a:pt x="4675141" y="1072372"/>
                  </a:lnTo>
                  <a:lnTo>
                    <a:pt x="4676423" y="1035898"/>
                  </a:lnTo>
                  <a:lnTo>
                    <a:pt x="4677705" y="1060018"/>
                  </a:lnTo>
                  <a:lnTo>
                    <a:pt x="4678987" y="1041192"/>
                  </a:lnTo>
                  <a:lnTo>
                    <a:pt x="4680269" y="1026485"/>
                  </a:lnTo>
                  <a:lnTo>
                    <a:pt x="4681550" y="1045899"/>
                  </a:lnTo>
                  <a:lnTo>
                    <a:pt x="4682832" y="1112377"/>
                  </a:lnTo>
                  <a:lnTo>
                    <a:pt x="4684114" y="1177091"/>
                  </a:lnTo>
                  <a:lnTo>
                    <a:pt x="4685396" y="1164148"/>
                  </a:lnTo>
                  <a:lnTo>
                    <a:pt x="4686678" y="1164736"/>
                  </a:lnTo>
                  <a:lnTo>
                    <a:pt x="4687960" y="1282112"/>
                  </a:lnTo>
                  <a:lnTo>
                    <a:pt x="4689241" y="1334446"/>
                  </a:lnTo>
                  <a:lnTo>
                    <a:pt x="4690523" y="1220272"/>
                  </a:lnTo>
                  <a:lnTo>
                    <a:pt x="4691805" y="1280033"/>
                  </a:lnTo>
                  <a:lnTo>
                    <a:pt x="4693087" y="1275995"/>
                  </a:lnTo>
                  <a:lnTo>
                    <a:pt x="4694369" y="1365995"/>
                  </a:lnTo>
                  <a:lnTo>
                    <a:pt x="4695651" y="1401725"/>
                  </a:lnTo>
                  <a:lnTo>
                    <a:pt x="4696933" y="1423489"/>
                  </a:lnTo>
                  <a:lnTo>
                    <a:pt x="4698214" y="1448888"/>
                  </a:lnTo>
                  <a:lnTo>
                    <a:pt x="4699496" y="1455359"/>
                  </a:lnTo>
                  <a:lnTo>
                    <a:pt x="4700778" y="1477127"/>
                  </a:lnTo>
                  <a:lnTo>
                    <a:pt x="4702060" y="1459478"/>
                  </a:lnTo>
                  <a:lnTo>
                    <a:pt x="4703342" y="1458301"/>
                  </a:lnTo>
                  <a:lnTo>
                    <a:pt x="4704624" y="1492423"/>
                  </a:lnTo>
                  <a:lnTo>
                    <a:pt x="4705905" y="1497717"/>
                  </a:lnTo>
                  <a:lnTo>
                    <a:pt x="4707187" y="1461831"/>
                  </a:lnTo>
                  <a:lnTo>
                    <a:pt x="4708469" y="1459478"/>
                  </a:lnTo>
                  <a:lnTo>
                    <a:pt x="4709751" y="1447711"/>
                  </a:lnTo>
                  <a:lnTo>
                    <a:pt x="4711033" y="1440063"/>
                  </a:lnTo>
                  <a:lnTo>
                    <a:pt x="4712315" y="1444181"/>
                  </a:lnTo>
                  <a:lnTo>
                    <a:pt x="4713596" y="1453066"/>
                  </a:lnTo>
                  <a:lnTo>
                    <a:pt x="4714878" y="1435668"/>
                  </a:lnTo>
                  <a:lnTo>
                    <a:pt x="4716160" y="1378049"/>
                  </a:lnTo>
                  <a:lnTo>
                    <a:pt x="4717442" y="1192813"/>
                  </a:lnTo>
                  <a:lnTo>
                    <a:pt x="4718724" y="1148396"/>
                  </a:lnTo>
                  <a:lnTo>
                    <a:pt x="4720006" y="1060368"/>
                  </a:lnTo>
                  <a:lnTo>
                    <a:pt x="4721288" y="1054715"/>
                  </a:lnTo>
                  <a:lnTo>
                    <a:pt x="4722569" y="1033718"/>
                  </a:lnTo>
                  <a:lnTo>
                    <a:pt x="4723851" y="1007875"/>
                  </a:lnTo>
                  <a:lnTo>
                    <a:pt x="4725133" y="1048255"/>
                  </a:lnTo>
                  <a:lnTo>
                    <a:pt x="4726415" y="1212222"/>
                  </a:lnTo>
                  <a:lnTo>
                    <a:pt x="4727697" y="1146550"/>
                  </a:lnTo>
                  <a:lnTo>
                    <a:pt x="4728979" y="1078844"/>
                  </a:lnTo>
                  <a:lnTo>
                    <a:pt x="4730260" y="1044134"/>
                  </a:lnTo>
                  <a:lnTo>
                    <a:pt x="4731542" y="1019425"/>
                  </a:lnTo>
                  <a:lnTo>
                    <a:pt x="4732824" y="992951"/>
                  </a:lnTo>
                  <a:lnTo>
                    <a:pt x="4734106" y="977655"/>
                  </a:lnTo>
                  <a:lnTo>
                    <a:pt x="4735388" y="974125"/>
                  </a:lnTo>
                  <a:lnTo>
                    <a:pt x="4736670" y="993540"/>
                  </a:lnTo>
                  <a:lnTo>
                    <a:pt x="4737952" y="994128"/>
                  </a:lnTo>
                  <a:lnTo>
                    <a:pt x="4739233" y="1011777"/>
                  </a:lnTo>
                  <a:lnTo>
                    <a:pt x="4740515" y="992363"/>
                  </a:lnTo>
                  <a:lnTo>
                    <a:pt x="4741797" y="1104315"/>
                  </a:lnTo>
                  <a:lnTo>
                    <a:pt x="4743079" y="1099561"/>
                  </a:lnTo>
                  <a:lnTo>
                    <a:pt x="4744361" y="1070129"/>
                  </a:lnTo>
                  <a:lnTo>
                    <a:pt x="4745643" y="1096320"/>
                  </a:lnTo>
                  <a:lnTo>
                    <a:pt x="4746924" y="1077871"/>
                  </a:lnTo>
                  <a:lnTo>
                    <a:pt x="4748206" y="978832"/>
                  </a:lnTo>
                  <a:lnTo>
                    <a:pt x="4749488" y="987068"/>
                  </a:lnTo>
                  <a:lnTo>
                    <a:pt x="4750770" y="953535"/>
                  </a:lnTo>
                  <a:lnTo>
                    <a:pt x="4752052" y="936474"/>
                  </a:lnTo>
                  <a:lnTo>
                    <a:pt x="4753334" y="924708"/>
                  </a:lnTo>
                  <a:lnTo>
                    <a:pt x="4754615" y="933532"/>
                  </a:lnTo>
                  <a:lnTo>
                    <a:pt x="4755897" y="962359"/>
                  </a:lnTo>
                  <a:lnTo>
                    <a:pt x="4757179" y="975890"/>
                  </a:lnTo>
                  <a:lnTo>
                    <a:pt x="4758461" y="994128"/>
                  </a:lnTo>
                  <a:lnTo>
                    <a:pt x="4759743" y="987656"/>
                  </a:lnTo>
                  <a:lnTo>
                    <a:pt x="4761025" y="949670"/>
                  </a:lnTo>
                  <a:lnTo>
                    <a:pt x="4762307" y="928867"/>
                  </a:lnTo>
                  <a:lnTo>
                    <a:pt x="4763588" y="647689"/>
                  </a:lnTo>
                  <a:lnTo>
                    <a:pt x="4764870" y="642036"/>
                  </a:lnTo>
                  <a:lnTo>
                    <a:pt x="4766152" y="726025"/>
                  </a:lnTo>
                  <a:lnTo>
                    <a:pt x="4767434" y="757521"/>
                  </a:lnTo>
                  <a:lnTo>
                    <a:pt x="4768716" y="788210"/>
                  </a:lnTo>
                  <a:lnTo>
                    <a:pt x="4769998" y="877045"/>
                  </a:lnTo>
                  <a:lnTo>
                    <a:pt x="4771279" y="918232"/>
                  </a:lnTo>
                  <a:lnTo>
                    <a:pt x="4772561" y="977994"/>
                  </a:lnTo>
                  <a:lnTo>
                    <a:pt x="4773843" y="993338"/>
                  </a:lnTo>
                  <a:lnTo>
                    <a:pt x="4775125" y="987685"/>
                  </a:lnTo>
                  <a:lnTo>
                    <a:pt x="4776407" y="1033718"/>
                  </a:lnTo>
                  <a:lnTo>
                    <a:pt x="4777689" y="1072482"/>
                  </a:lnTo>
                  <a:lnTo>
                    <a:pt x="4778971" y="1098325"/>
                  </a:lnTo>
                  <a:lnTo>
                    <a:pt x="4780252" y="1203312"/>
                  </a:lnTo>
                  <a:lnTo>
                    <a:pt x="4781534" y="1235616"/>
                  </a:lnTo>
                  <a:lnTo>
                    <a:pt x="4782816" y="1246922"/>
                  </a:lnTo>
                  <a:lnTo>
                    <a:pt x="4784098" y="1261459"/>
                  </a:lnTo>
                  <a:lnTo>
                    <a:pt x="4785380" y="1277611"/>
                  </a:lnTo>
                  <a:lnTo>
                    <a:pt x="4786662" y="1290532"/>
                  </a:lnTo>
                  <a:lnTo>
                    <a:pt x="4787943" y="1296993"/>
                  </a:lnTo>
                  <a:lnTo>
                    <a:pt x="4789225" y="1296993"/>
                  </a:lnTo>
                  <a:lnTo>
                    <a:pt x="4790507" y="1326066"/>
                  </a:lnTo>
                  <a:lnTo>
                    <a:pt x="4791789" y="1339795"/>
                  </a:lnTo>
                  <a:lnTo>
                    <a:pt x="4793071" y="1359178"/>
                  </a:lnTo>
                  <a:lnTo>
                    <a:pt x="4794353" y="1304261"/>
                  </a:lnTo>
                  <a:lnTo>
                    <a:pt x="4795635" y="1182315"/>
                  </a:lnTo>
                  <a:lnTo>
                    <a:pt x="4796916" y="1116900"/>
                  </a:lnTo>
                  <a:lnTo>
                    <a:pt x="4798198" y="1051485"/>
                  </a:lnTo>
                  <a:lnTo>
                    <a:pt x="4799480" y="1024834"/>
                  </a:lnTo>
                  <a:lnTo>
                    <a:pt x="4800762" y="973956"/>
                  </a:lnTo>
                  <a:lnTo>
                    <a:pt x="4802044" y="1159884"/>
                  </a:lnTo>
                  <a:lnTo>
                    <a:pt x="4803326" y="1123581"/>
                  </a:lnTo>
                  <a:lnTo>
                    <a:pt x="4804607" y="1201891"/>
                  </a:lnTo>
                  <a:lnTo>
                    <a:pt x="4805889" y="1185222"/>
                  </a:lnTo>
                  <a:lnTo>
                    <a:pt x="4807171" y="1220447"/>
                  </a:lnTo>
                  <a:lnTo>
                    <a:pt x="4808453" y="1170260"/>
                  </a:lnTo>
                  <a:lnTo>
                    <a:pt x="4809735" y="1122443"/>
                  </a:lnTo>
                  <a:lnTo>
                    <a:pt x="4811017" y="1155807"/>
                  </a:lnTo>
                  <a:lnTo>
                    <a:pt x="4812298" y="1194535"/>
                  </a:lnTo>
                  <a:lnTo>
                    <a:pt x="4813580" y="1193188"/>
                  </a:lnTo>
                  <a:lnTo>
                    <a:pt x="4814862" y="1208671"/>
                  </a:lnTo>
                  <a:lnTo>
                    <a:pt x="4816144" y="1203959"/>
                  </a:lnTo>
                  <a:lnTo>
                    <a:pt x="4817426" y="1227184"/>
                  </a:lnTo>
                  <a:lnTo>
                    <a:pt x="4818708" y="1236272"/>
                  </a:lnTo>
                  <a:lnTo>
                    <a:pt x="4819990" y="1261853"/>
                  </a:lnTo>
                  <a:lnTo>
                    <a:pt x="4821271" y="1285415"/>
                  </a:lnTo>
                  <a:lnTo>
                    <a:pt x="4822553" y="1284373"/>
                  </a:lnTo>
                  <a:lnTo>
                    <a:pt x="4823835" y="1326741"/>
                  </a:lnTo>
                  <a:lnTo>
                    <a:pt x="4825117" y="1304089"/>
                  </a:lnTo>
                  <a:lnTo>
                    <a:pt x="4826399" y="1368243"/>
                  </a:lnTo>
                  <a:lnTo>
                    <a:pt x="4827681" y="1420012"/>
                  </a:lnTo>
                  <a:lnTo>
                    <a:pt x="4828962" y="1420806"/>
                  </a:lnTo>
                  <a:lnTo>
                    <a:pt x="4830244" y="1442789"/>
                  </a:lnTo>
                  <a:lnTo>
                    <a:pt x="4831526" y="1389313"/>
                  </a:lnTo>
                  <a:lnTo>
                    <a:pt x="4832808" y="1368869"/>
                  </a:lnTo>
                  <a:lnTo>
                    <a:pt x="4834090" y="1455281"/>
                  </a:lnTo>
                  <a:lnTo>
                    <a:pt x="4835372" y="1515850"/>
                  </a:lnTo>
                  <a:lnTo>
                    <a:pt x="4836654" y="1557038"/>
                  </a:lnTo>
                  <a:lnTo>
                    <a:pt x="4837935" y="1561076"/>
                  </a:lnTo>
                  <a:lnTo>
                    <a:pt x="4839217" y="1558653"/>
                  </a:lnTo>
                  <a:lnTo>
                    <a:pt x="4840499" y="1571574"/>
                  </a:lnTo>
                  <a:lnTo>
                    <a:pt x="4841781" y="1573189"/>
                  </a:lnTo>
                  <a:lnTo>
                    <a:pt x="4843063" y="1577227"/>
                  </a:lnTo>
                  <a:lnTo>
                    <a:pt x="4844345" y="1535233"/>
                  </a:lnTo>
                  <a:lnTo>
                    <a:pt x="4845626" y="1503737"/>
                  </a:lnTo>
                  <a:lnTo>
                    <a:pt x="4846908" y="1480316"/>
                  </a:lnTo>
                  <a:lnTo>
                    <a:pt x="4848190" y="1435091"/>
                  </a:lnTo>
                  <a:lnTo>
                    <a:pt x="4849472" y="1419747"/>
                  </a:lnTo>
                  <a:lnTo>
                    <a:pt x="4850754" y="1368061"/>
                  </a:lnTo>
                  <a:lnTo>
                    <a:pt x="4852036" y="1320413"/>
                  </a:lnTo>
                  <a:lnTo>
                    <a:pt x="4853317" y="1368663"/>
                  </a:lnTo>
                  <a:lnTo>
                    <a:pt x="4854599" y="1335658"/>
                  </a:lnTo>
                  <a:lnTo>
                    <a:pt x="4855881" y="1295340"/>
                  </a:lnTo>
                  <a:lnTo>
                    <a:pt x="4857163" y="1258865"/>
                  </a:lnTo>
                  <a:lnTo>
                    <a:pt x="4858445" y="1198270"/>
                  </a:lnTo>
                  <a:lnTo>
                    <a:pt x="4859727" y="1110024"/>
                  </a:lnTo>
                  <a:lnTo>
                    <a:pt x="4861009" y="1041192"/>
                  </a:lnTo>
                  <a:lnTo>
                    <a:pt x="4862290" y="1043545"/>
                  </a:lnTo>
                  <a:lnTo>
                    <a:pt x="4863572" y="1068254"/>
                  </a:lnTo>
                  <a:lnTo>
                    <a:pt x="4864854" y="1082962"/>
                  </a:lnTo>
                  <a:lnTo>
                    <a:pt x="4866136" y="1081197"/>
                  </a:lnTo>
                  <a:lnTo>
                    <a:pt x="4867418" y="1057665"/>
                  </a:lnTo>
                  <a:lnTo>
                    <a:pt x="4868700" y="974125"/>
                  </a:lnTo>
                  <a:lnTo>
                    <a:pt x="4869981" y="923531"/>
                  </a:lnTo>
                  <a:lnTo>
                    <a:pt x="4871263" y="801163"/>
                  </a:lnTo>
                  <a:lnTo>
                    <a:pt x="4872545" y="770435"/>
                  </a:lnTo>
                  <a:lnTo>
                    <a:pt x="4873827" y="771512"/>
                  </a:lnTo>
                  <a:lnTo>
                    <a:pt x="4875109" y="555623"/>
                  </a:lnTo>
                  <a:lnTo>
                    <a:pt x="4876391" y="625884"/>
                  </a:lnTo>
                  <a:lnTo>
                    <a:pt x="4877673" y="691299"/>
                  </a:lnTo>
                  <a:lnTo>
                    <a:pt x="4878954" y="803554"/>
                  </a:lnTo>
                  <a:lnTo>
                    <a:pt x="4880236" y="867354"/>
                  </a:lnTo>
                  <a:lnTo>
                    <a:pt x="4881518" y="990457"/>
                  </a:lnTo>
                  <a:lnTo>
                    <a:pt x="4882800" y="971987"/>
                  </a:lnTo>
                  <a:lnTo>
                    <a:pt x="4884082" y="870765"/>
                  </a:lnTo>
                  <a:lnTo>
                    <a:pt x="4885364" y="875290"/>
                  </a:lnTo>
                  <a:lnTo>
                    <a:pt x="4886645" y="890586"/>
                  </a:lnTo>
                  <a:lnTo>
                    <a:pt x="4887927" y="961183"/>
                  </a:lnTo>
                  <a:lnTo>
                    <a:pt x="4889209" y="1035309"/>
                  </a:lnTo>
                  <a:lnTo>
                    <a:pt x="4890491" y="1155912"/>
                  </a:lnTo>
                  <a:lnTo>
                    <a:pt x="4891773" y="1167678"/>
                  </a:lnTo>
                  <a:lnTo>
                    <a:pt x="4893055" y="1140028"/>
                  </a:lnTo>
                  <a:lnTo>
                    <a:pt x="4894336" y="1092375"/>
                  </a:lnTo>
                  <a:lnTo>
                    <a:pt x="4895618" y="1052370"/>
                  </a:lnTo>
                  <a:lnTo>
                    <a:pt x="4896900" y="1040604"/>
                  </a:lnTo>
                  <a:lnTo>
                    <a:pt x="4898182" y="1016483"/>
                  </a:lnTo>
                  <a:lnTo>
                    <a:pt x="4899464" y="970596"/>
                  </a:lnTo>
                  <a:lnTo>
                    <a:pt x="4900746" y="1010006"/>
                  </a:lnTo>
                  <a:lnTo>
                    <a:pt x="4902028" y="1003505"/>
                  </a:lnTo>
                  <a:lnTo>
                    <a:pt x="4903309" y="1061965"/>
                  </a:lnTo>
                  <a:lnTo>
                    <a:pt x="4904591" y="898042"/>
                  </a:lnTo>
                  <a:lnTo>
                    <a:pt x="4905873" y="934384"/>
                  </a:lnTo>
                  <a:lnTo>
                    <a:pt x="4907155" y="957804"/>
                  </a:lnTo>
                  <a:lnTo>
                    <a:pt x="4908437" y="977186"/>
                  </a:lnTo>
                  <a:lnTo>
                    <a:pt x="4909719" y="1027257"/>
                  </a:lnTo>
                  <a:lnTo>
                    <a:pt x="4911000" y="1112862"/>
                  </a:lnTo>
                  <a:lnTo>
                    <a:pt x="4912282" y="1170201"/>
                  </a:lnTo>
                  <a:lnTo>
                    <a:pt x="4913564" y="1235616"/>
                  </a:lnTo>
                  <a:lnTo>
                    <a:pt x="4914846" y="1278418"/>
                  </a:lnTo>
                  <a:lnTo>
                    <a:pt x="4916128" y="1326874"/>
                  </a:lnTo>
                  <a:lnTo>
                    <a:pt x="4917410" y="1376137"/>
                  </a:lnTo>
                  <a:lnTo>
                    <a:pt x="4918692" y="1469818"/>
                  </a:lnTo>
                  <a:lnTo>
                    <a:pt x="4919973" y="1515850"/>
                  </a:lnTo>
                  <a:lnTo>
                    <a:pt x="4921255" y="1568344"/>
                  </a:lnTo>
                  <a:lnTo>
                    <a:pt x="4922537" y="1612761"/>
                  </a:lnTo>
                  <a:lnTo>
                    <a:pt x="4923819" y="1622453"/>
                  </a:lnTo>
                  <a:lnTo>
                    <a:pt x="4925101" y="1642642"/>
                  </a:lnTo>
                  <a:lnTo>
                    <a:pt x="4926383" y="1652334"/>
                  </a:lnTo>
                  <a:lnTo>
                    <a:pt x="4927664" y="1652334"/>
                  </a:lnTo>
                  <a:lnTo>
                    <a:pt x="4928946" y="1652334"/>
                  </a:lnTo>
                  <a:lnTo>
                    <a:pt x="4930228" y="1652334"/>
                  </a:lnTo>
                  <a:lnTo>
                    <a:pt x="4931510" y="1652334"/>
                  </a:lnTo>
                  <a:lnTo>
                    <a:pt x="4932792" y="1652334"/>
                  </a:lnTo>
                  <a:lnTo>
                    <a:pt x="4934074" y="1668485"/>
                  </a:lnTo>
                  <a:lnTo>
                    <a:pt x="4935356" y="1668485"/>
                  </a:lnTo>
                  <a:lnTo>
                    <a:pt x="4936637" y="1668485"/>
                  </a:lnTo>
                  <a:lnTo>
                    <a:pt x="4937919" y="1668485"/>
                  </a:lnTo>
                  <a:lnTo>
                    <a:pt x="4939201" y="1668485"/>
                  </a:lnTo>
                  <a:lnTo>
                    <a:pt x="4940483" y="1668485"/>
                  </a:lnTo>
                  <a:lnTo>
                    <a:pt x="4941765" y="1668485"/>
                  </a:lnTo>
                  <a:lnTo>
                    <a:pt x="4943047" y="1668485"/>
                  </a:lnTo>
                  <a:lnTo>
                    <a:pt x="4944328" y="1668485"/>
                  </a:lnTo>
                  <a:lnTo>
                    <a:pt x="4945610" y="1662832"/>
                  </a:lnTo>
                  <a:lnTo>
                    <a:pt x="4946892" y="1652334"/>
                  </a:lnTo>
                  <a:lnTo>
                    <a:pt x="4948174" y="1652334"/>
                  </a:lnTo>
                  <a:lnTo>
                    <a:pt x="4949456" y="1652334"/>
                  </a:lnTo>
                  <a:lnTo>
                    <a:pt x="4950738" y="1610339"/>
                  </a:lnTo>
                  <a:lnTo>
                    <a:pt x="4952019" y="1603878"/>
                  </a:lnTo>
                  <a:lnTo>
                    <a:pt x="4953301" y="1587726"/>
                  </a:lnTo>
                  <a:lnTo>
                    <a:pt x="4954583" y="1582881"/>
                  </a:lnTo>
                  <a:lnTo>
                    <a:pt x="4955865" y="1553000"/>
                  </a:lnTo>
                  <a:lnTo>
                    <a:pt x="4957147" y="1522311"/>
                  </a:lnTo>
                  <a:lnTo>
                    <a:pt x="4958429" y="1490815"/>
                  </a:lnTo>
                  <a:lnTo>
                    <a:pt x="4959711" y="1451243"/>
                  </a:lnTo>
                  <a:lnTo>
                    <a:pt x="4960992" y="1442360"/>
                  </a:lnTo>
                  <a:lnTo>
                    <a:pt x="4962274" y="1430246"/>
                  </a:lnTo>
                  <a:lnTo>
                    <a:pt x="4963556" y="1426208"/>
                  </a:lnTo>
                  <a:lnTo>
                    <a:pt x="4964838" y="1491431"/>
                  </a:lnTo>
                  <a:lnTo>
                    <a:pt x="4966120" y="1486582"/>
                  </a:lnTo>
                  <a:lnTo>
                    <a:pt x="4967402" y="1512503"/>
                  </a:lnTo>
                  <a:lnTo>
                    <a:pt x="4968683" y="1485417"/>
                  </a:lnTo>
                  <a:lnTo>
                    <a:pt x="4969965" y="1488694"/>
                  </a:lnTo>
                  <a:lnTo>
                    <a:pt x="4971247" y="1469966"/>
                  </a:lnTo>
                  <a:lnTo>
                    <a:pt x="4972529" y="1474648"/>
                  </a:lnTo>
                  <a:lnTo>
                    <a:pt x="4973811" y="1451707"/>
                  </a:lnTo>
                  <a:lnTo>
                    <a:pt x="4975093" y="1429233"/>
                  </a:lnTo>
                  <a:lnTo>
                    <a:pt x="4976375" y="1412847"/>
                  </a:lnTo>
                  <a:lnTo>
                    <a:pt x="4977656" y="1407696"/>
                  </a:lnTo>
                  <a:lnTo>
                    <a:pt x="4978938" y="1413783"/>
                  </a:lnTo>
                  <a:lnTo>
                    <a:pt x="4980220" y="1410506"/>
                  </a:lnTo>
                  <a:lnTo>
                    <a:pt x="4981502" y="1416592"/>
                  </a:lnTo>
                  <a:lnTo>
                    <a:pt x="4982784" y="1418933"/>
                  </a:lnTo>
                  <a:lnTo>
                    <a:pt x="4984066" y="1425533"/>
                  </a:lnTo>
                  <a:lnTo>
                    <a:pt x="4985347" y="1390383"/>
                  </a:lnTo>
                  <a:lnTo>
                    <a:pt x="4986629" y="1307777"/>
                  </a:lnTo>
                  <a:lnTo>
                    <a:pt x="4987911" y="1198467"/>
                  </a:lnTo>
                  <a:lnTo>
                    <a:pt x="4989193" y="1220272"/>
                  </a:lnTo>
                  <a:lnTo>
                    <a:pt x="4990475" y="1241269"/>
                  </a:lnTo>
                  <a:lnTo>
                    <a:pt x="4991757" y="1229155"/>
                  </a:lnTo>
                  <a:lnTo>
                    <a:pt x="4993038" y="1251768"/>
                  </a:lnTo>
                  <a:lnTo>
                    <a:pt x="4994320" y="1297801"/>
                  </a:lnTo>
                  <a:lnTo>
                    <a:pt x="4995602" y="1335757"/>
                  </a:lnTo>
                  <a:lnTo>
                    <a:pt x="4996884" y="1346256"/>
                  </a:lnTo>
                  <a:lnTo>
                    <a:pt x="4998166" y="1356755"/>
                  </a:lnTo>
                  <a:lnTo>
                    <a:pt x="4999448" y="1341410"/>
                  </a:lnTo>
                  <a:lnTo>
                    <a:pt x="5000730" y="1286494"/>
                  </a:lnTo>
                  <a:lnTo>
                    <a:pt x="5002011" y="1256613"/>
                  </a:lnTo>
                  <a:lnTo>
                    <a:pt x="5003293" y="1243692"/>
                  </a:lnTo>
                  <a:lnTo>
                    <a:pt x="5004575" y="1261459"/>
                  </a:lnTo>
                  <a:lnTo>
                    <a:pt x="5005857" y="1266304"/>
                  </a:lnTo>
                  <a:lnTo>
                    <a:pt x="5007139" y="1254998"/>
                  </a:lnTo>
                  <a:lnTo>
                    <a:pt x="5008421" y="1217041"/>
                  </a:lnTo>
                  <a:lnTo>
                    <a:pt x="5009702" y="1232386"/>
                  </a:lnTo>
                  <a:lnTo>
                    <a:pt x="5010984" y="1240461"/>
                  </a:lnTo>
                  <a:lnTo>
                    <a:pt x="5012266" y="1217849"/>
                  </a:lnTo>
                  <a:lnTo>
                    <a:pt x="5013548" y="1188775"/>
                  </a:lnTo>
                  <a:lnTo>
                    <a:pt x="5014830" y="1121745"/>
                  </a:lnTo>
                  <a:lnTo>
                    <a:pt x="5016112" y="1083789"/>
                  </a:lnTo>
                  <a:lnTo>
                    <a:pt x="5017394" y="1064406"/>
                  </a:lnTo>
                  <a:lnTo>
                    <a:pt x="5018675" y="1015143"/>
                  </a:lnTo>
                  <a:lnTo>
                    <a:pt x="5019957" y="927115"/>
                  </a:lnTo>
                  <a:lnTo>
                    <a:pt x="5021239" y="852010"/>
                  </a:lnTo>
                  <a:lnTo>
                    <a:pt x="5022521" y="829397"/>
                  </a:lnTo>
                  <a:lnTo>
                    <a:pt x="5023803" y="824552"/>
                  </a:lnTo>
                  <a:lnTo>
                    <a:pt x="5025085" y="818898"/>
                  </a:lnTo>
                  <a:lnTo>
                    <a:pt x="5026366" y="790632"/>
                  </a:lnTo>
                  <a:lnTo>
                    <a:pt x="5027648" y="762367"/>
                  </a:lnTo>
                  <a:lnTo>
                    <a:pt x="5028930" y="667879"/>
                  </a:lnTo>
                  <a:lnTo>
                    <a:pt x="5030212" y="876827"/>
                  </a:lnTo>
                  <a:lnTo>
                    <a:pt x="5031494" y="881676"/>
                  </a:lnTo>
                  <a:lnTo>
                    <a:pt x="5032776" y="915953"/>
                  </a:lnTo>
                  <a:lnTo>
                    <a:pt x="5034057" y="948828"/>
                  </a:lnTo>
                  <a:lnTo>
                    <a:pt x="5035339" y="932355"/>
                  </a:lnTo>
                  <a:lnTo>
                    <a:pt x="5036621" y="912353"/>
                  </a:lnTo>
                  <a:lnTo>
                    <a:pt x="5037903" y="927061"/>
                  </a:lnTo>
                  <a:lnTo>
                    <a:pt x="5039185" y="1004717"/>
                  </a:lnTo>
                  <a:lnTo>
                    <a:pt x="5040467" y="1048252"/>
                  </a:lnTo>
                  <a:lnTo>
                    <a:pt x="5041749" y="1092963"/>
                  </a:lnTo>
                  <a:lnTo>
                    <a:pt x="5043030" y="1094140"/>
                  </a:lnTo>
                  <a:lnTo>
                    <a:pt x="5044312" y="1085315"/>
                  </a:lnTo>
                  <a:lnTo>
                    <a:pt x="5045594" y="1109436"/>
                  </a:lnTo>
                  <a:lnTo>
                    <a:pt x="5046876" y="1145911"/>
                  </a:lnTo>
                  <a:lnTo>
                    <a:pt x="5048158" y="1194740"/>
                  </a:lnTo>
                  <a:lnTo>
                    <a:pt x="5049440" y="1244741"/>
                  </a:lnTo>
                  <a:lnTo>
                    <a:pt x="5050721" y="1270804"/>
                  </a:lnTo>
                  <a:lnTo>
                    <a:pt x="5052003" y="1271044"/>
                  </a:lnTo>
                  <a:lnTo>
                    <a:pt x="5053285" y="1176661"/>
                  </a:lnTo>
                  <a:lnTo>
                    <a:pt x="5054567" y="1259844"/>
                  </a:lnTo>
                  <a:lnTo>
                    <a:pt x="5055849" y="1300223"/>
                  </a:lnTo>
                  <a:lnTo>
                    <a:pt x="5057131" y="1345448"/>
                  </a:lnTo>
                  <a:lnTo>
                    <a:pt x="5058413" y="1357562"/>
                  </a:lnTo>
                  <a:lnTo>
                    <a:pt x="5059694" y="1393904"/>
                  </a:lnTo>
                  <a:lnTo>
                    <a:pt x="5060976" y="1343026"/>
                  </a:lnTo>
                  <a:lnTo>
                    <a:pt x="5062258" y="1401202"/>
                  </a:lnTo>
                  <a:lnTo>
                    <a:pt x="5063540" y="1392027"/>
                  </a:lnTo>
                  <a:lnTo>
                    <a:pt x="5064822" y="1390955"/>
                  </a:lnTo>
                  <a:lnTo>
                    <a:pt x="5066104" y="1407707"/>
                  </a:lnTo>
                  <a:lnTo>
                    <a:pt x="5067385" y="1425944"/>
                  </a:lnTo>
                  <a:lnTo>
                    <a:pt x="5068667" y="1412413"/>
                  </a:lnTo>
                  <a:lnTo>
                    <a:pt x="5069949" y="1394176"/>
                  </a:lnTo>
                  <a:lnTo>
                    <a:pt x="5071231" y="1347111"/>
                  </a:lnTo>
                  <a:lnTo>
                    <a:pt x="5072513" y="1328285"/>
                  </a:lnTo>
                  <a:lnTo>
                    <a:pt x="5073795" y="1300047"/>
                  </a:lnTo>
                  <a:lnTo>
                    <a:pt x="5075077" y="1296517"/>
                  </a:lnTo>
                  <a:lnTo>
                    <a:pt x="5076358" y="1281221"/>
                  </a:lnTo>
                  <a:lnTo>
                    <a:pt x="5077640" y="1296517"/>
                  </a:lnTo>
                  <a:lnTo>
                    <a:pt x="5078922" y="1265337"/>
                  </a:lnTo>
                  <a:lnTo>
                    <a:pt x="5080204" y="1247687"/>
                  </a:lnTo>
                  <a:lnTo>
                    <a:pt x="5081486" y="1222920"/>
                  </a:lnTo>
                  <a:lnTo>
                    <a:pt x="5082768" y="1236255"/>
                  </a:lnTo>
                  <a:lnTo>
                    <a:pt x="5084049" y="1244136"/>
                  </a:lnTo>
                  <a:lnTo>
                    <a:pt x="5085331" y="1102363"/>
                  </a:lnTo>
                  <a:lnTo>
                    <a:pt x="5086613" y="1091864"/>
                  </a:lnTo>
                  <a:lnTo>
                    <a:pt x="5087895" y="1112054"/>
                  </a:lnTo>
                  <a:lnTo>
                    <a:pt x="5089177" y="1083789"/>
                  </a:lnTo>
                  <a:lnTo>
                    <a:pt x="5090459" y="1074097"/>
                  </a:lnTo>
                  <a:lnTo>
                    <a:pt x="5091740" y="1049870"/>
                  </a:lnTo>
                  <a:lnTo>
                    <a:pt x="5093022" y="1038563"/>
                  </a:lnTo>
                  <a:lnTo>
                    <a:pt x="5094304" y="1037756"/>
                  </a:lnTo>
                  <a:lnTo>
                    <a:pt x="5095586" y="1070867"/>
                  </a:lnTo>
                  <a:lnTo>
                    <a:pt x="5096868" y="1075713"/>
                  </a:lnTo>
                  <a:lnTo>
                    <a:pt x="5098150" y="1117707"/>
                  </a:lnTo>
                  <a:lnTo>
                    <a:pt x="5099432" y="1140320"/>
                  </a:lnTo>
                  <a:lnTo>
                    <a:pt x="5100713" y="1141935"/>
                  </a:lnTo>
                  <a:lnTo>
                    <a:pt x="5101995" y="1083789"/>
                  </a:lnTo>
                  <a:lnTo>
                    <a:pt x="5103277" y="1018373"/>
                  </a:lnTo>
                  <a:lnTo>
                    <a:pt x="5104559" y="990915"/>
                  </a:lnTo>
                  <a:lnTo>
                    <a:pt x="5105841" y="990108"/>
                  </a:lnTo>
                  <a:lnTo>
                    <a:pt x="5107123" y="978802"/>
                  </a:lnTo>
                  <a:lnTo>
                    <a:pt x="5108404" y="1018373"/>
                  </a:lnTo>
                  <a:lnTo>
                    <a:pt x="5109686" y="1073290"/>
                  </a:lnTo>
                  <a:lnTo>
                    <a:pt x="5110968" y="1108016"/>
                  </a:lnTo>
                  <a:lnTo>
                    <a:pt x="5112250" y="1114477"/>
                  </a:lnTo>
                  <a:lnTo>
                    <a:pt x="5113532" y="1089442"/>
                  </a:lnTo>
                  <a:lnTo>
                    <a:pt x="5114814" y="1070059"/>
                  </a:lnTo>
                  <a:lnTo>
                    <a:pt x="5116096" y="1054715"/>
                  </a:lnTo>
                  <a:lnTo>
                    <a:pt x="5117377" y="1064406"/>
                  </a:lnTo>
                  <a:lnTo>
                    <a:pt x="5118659" y="1117707"/>
                  </a:lnTo>
                  <a:lnTo>
                    <a:pt x="5119941" y="1215426"/>
                  </a:lnTo>
                  <a:lnTo>
                    <a:pt x="5121223" y="1329297"/>
                  </a:lnTo>
                  <a:lnTo>
                    <a:pt x="5122505" y="1397134"/>
                  </a:lnTo>
                  <a:lnTo>
                    <a:pt x="5123787" y="1401980"/>
                  </a:lnTo>
                  <a:lnTo>
                    <a:pt x="5125068" y="1408441"/>
                  </a:lnTo>
                  <a:lnTo>
                    <a:pt x="5126350" y="1398749"/>
                  </a:lnTo>
                  <a:lnTo>
                    <a:pt x="5127632" y="1466908"/>
                  </a:lnTo>
                  <a:lnTo>
                    <a:pt x="5128914" y="1471429"/>
                  </a:lnTo>
                  <a:lnTo>
                    <a:pt x="5130196" y="1521380"/>
                  </a:lnTo>
                  <a:lnTo>
                    <a:pt x="5131478" y="1543473"/>
                  </a:lnTo>
                  <a:lnTo>
                    <a:pt x="5132759" y="1590848"/>
                  </a:lnTo>
                  <a:lnTo>
                    <a:pt x="5134041" y="1605420"/>
                  </a:lnTo>
                  <a:lnTo>
                    <a:pt x="5135323" y="1595194"/>
                  </a:lnTo>
                  <a:lnTo>
                    <a:pt x="5136605" y="1588619"/>
                  </a:lnTo>
                  <a:lnTo>
                    <a:pt x="5137887" y="1586666"/>
                  </a:lnTo>
                  <a:lnTo>
                    <a:pt x="5139169" y="1570172"/>
                  </a:lnTo>
                  <a:lnTo>
                    <a:pt x="5140451" y="1556036"/>
                  </a:lnTo>
                  <a:lnTo>
                    <a:pt x="5141732" y="1538533"/>
                  </a:lnTo>
                  <a:lnTo>
                    <a:pt x="5143014" y="1527089"/>
                  </a:lnTo>
                  <a:lnTo>
                    <a:pt x="5144296" y="1521703"/>
                  </a:lnTo>
                  <a:lnTo>
                    <a:pt x="5145578" y="1513288"/>
                  </a:lnTo>
                  <a:lnTo>
                    <a:pt x="5146860" y="1513625"/>
                  </a:lnTo>
                  <a:lnTo>
                    <a:pt x="5148142" y="1511605"/>
                  </a:lnTo>
                  <a:lnTo>
                    <a:pt x="5149423" y="1462550"/>
                  </a:lnTo>
                  <a:lnTo>
                    <a:pt x="5150705" y="1428766"/>
                  </a:lnTo>
                  <a:lnTo>
                    <a:pt x="5151987" y="1375063"/>
                  </a:lnTo>
                  <a:lnTo>
                    <a:pt x="5153269" y="1353843"/>
                  </a:lnTo>
                  <a:lnTo>
                    <a:pt x="5154551" y="1264748"/>
                  </a:lnTo>
                  <a:lnTo>
                    <a:pt x="5155833" y="1267102"/>
                  </a:lnTo>
                  <a:lnTo>
                    <a:pt x="5157115" y="1270804"/>
                  </a:lnTo>
                  <a:lnTo>
                    <a:pt x="5158396" y="1275653"/>
                  </a:lnTo>
                  <a:lnTo>
                    <a:pt x="5159678" y="1064406"/>
                  </a:lnTo>
                  <a:lnTo>
                    <a:pt x="5160960" y="1051485"/>
                  </a:lnTo>
                  <a:lnTo>
                    <a:pt x="5162242" y="1028872"/>
                  </a:lnTo>
                  <a:lnTo>
                    <a:pt x="5163524" y="1155618"/>
                  </a:lnTo>
                  <a:lnTo>
                    <a:pt x="5164806" y="1160490"/>
                  </a:lnTo>
                  <a:lnTo>
                    <a:pt x="5166087" y="1156707"/>
                  </a:lnTo>
                  <a:lnTo>
                    <a:pt x="5167369" y="1144146"/>
                  </a:lnTo>
                  <a:lnTo>
                    <a:pt x="5168651" y="1173561"/>
                  </a:lnTo>
                  <a:lnTo>
                    <a:pt x="5169933" y="1203564"/>
                  </a:lnTo>
                  <a:lnTo>
                    <a:pt x="5171215" y="1207683"/>
                  </a:lnTo>
                  <a:lnTo>
                    <a:pt x="5172497" y="1198858"/>
                  </a:lnTo>
                  <a:lnTo>
                    <a:pt x="5173778" y="1175326"/>
                  </a:lnTo>
                  <a:lnTo>
                    <a:pt x="5175060" y="1181209"/>
                  </a:lnTo>
                  <a:lnTo>
                    <a:pt x="5176342" y="1138263"/>
                  </a:lnTo>
                  <a:lnTo>
                    <a:pt x="5177624" y="1095316"/>
                  </a:lnTo>
                  <a:lnTo>
                    <a:pt x="5178906" y="1134733"/>
                  </a:lnTo>
                  <a:lnTo>
                    <a:pt x="5180188" y="1164736"/>
                  </a:lnTo>
                  <a:lnTo>
                    <a:pt x="5181470" y="1207683"/>
                  </a:lnTo>
                  <a:lnTo>
                    <a:pt x="5182751" y="1201664"/>
                  </a:lnTo>
                  <a:lnTo>
                    <a:pt x="5184033" y="1196505"/>
                  </a:lnTo>
                  <a:lnTo>
                    <a:pt x="5185315" y="1194152"/>
                  </a:lnTo>
                  <a:lnTo>
                    <a:pt x="5186597" y="1196505"/>
                  </a:lnTo>
                  <a:lnTo>
                    <a:pt x="5187879" y="1181797"/>
                  </a:lnTo>
                  <a:lnTo>
                    <a:pt x="5189161" y="1185327"/>
                  </a:lnTo>
                  <a:lnTo>
                    <a:pt x="5190442" y="1151205"/>
                  </a:lnTo>
                  <a:lnTo>
                    <a:pt x="5191724" y="1164148"/>
                  </a:lnTo>
                  <a:lnTo>
                    <a:pt x="5193006" y="1179444"/>
                  </a:lnTo>
                  <a:lnTo>
                    <a:pt x="5194288" y="1127085"/>
                  </a:lnTo>
                  <a:lnTo>
                    <a:pt x="5195570" y="1148852"/>
                  </a:lnTo>
                  <a:lnTo>
                    <a:pt x="5196852" y="1144146"/>
                  </a:lnTo>
                  <a:lnTo>
                    <a:pt x="5198134" y="1082962"/>
                  </a:lnTo>
                  <a:lnTo>
                    <a:pt x="5199415" y="990598"/>
                  </a:lnTo>
                  <a:lnTo>
                    <a:pt x="5200697" y="920590"/>
                  </a:lnTo>
                  <a:lnTo>
                    <a:pt x="5201979" y="888233"/>
                  </a:lnTo>
                  <a:lnTo>
                    <a:pt x="5203261" y="855007"/>
                  </a:lnTo>
                  <a:lnTo>
                    <a:pt x="5204543" y="565314"/>
                  </a:lnTo>
                  <a:lnTo>
                    <a:pt x="5205825" y="522512"/>
                  </a:lnTo>
                  <a:lnTo>
                    <a:pt x="5207106" y="768938"/>
                  </a:lnTo>
                  <a:lnTo>
                    <a:pt x="5208388" y="736450"/>
                  </a:lnTo>
                  <a:lnTo>
                    <a:pt x="5209670" y="674089"/>
                  </a:lnTo>
                  <a:lnTo>
                    <a:pt x="5210952" y="601139"/>
                  </a:lnTo>
                  <a:lnTo>
                    <a:pt x="5212234" y="548192"/>
                  </a:lnTo>
                  <a:lnTo>
                    <a:pt x="5213516" y="551134"/>
                  </a:lnTo>
                  <a:lnTo>
                    <a:pt x="5214798" y="560546"/>
                  </a:lnTo>
                  <a:lnTo>
                    <a:pt x="5216079" y="612906"/>
                  </a:lnTo>
                  <a:lnTo>
                    <a:pt x="5217361" y="634084"/>
                  </a:lnTo>
                  <a:lnTo>
                    <a:pt x="5218643" y="659381"/>
                  </a:lnTo>
                  <a:lnTo>
                    <a:pt x="5219925" y="678796"/>
                  </a:lnTo>
                  <a:lnTo>
                    <a:pt x="5221207" y="718801"/>
                  </a:lnTo>
                  <a:lnTo>
                    <a:pt x="5222489" y="744686"/>
                  </a:lnTo>
                  <a:lnTo>
                    <a:pt x="5223770" y="762335"/>
                  </a:lnTo>
                  <a:lnTo>
                    <a:pt x="5225052" y="792927"/>
                  </a:lnTo>
                  <a:lnTo>
                    <a:pt x="5226334" y="789545"/>
                  </a:lnTo>
                  <a:lnTo>
                    <a:pt x="5227616" y="571775"/>
                  </a:lnTo>
                  <a:lnTo>
                    <a:pt x="5228898" y="684838"/>
                  </a:lnTo>
                  <a:lnTo>
                    <a:pt x="5230180" y="751060"/>
                  </a:lnTo>
                  <a:lnTo>
                    <a:pt x="5231461" y="800323"/>
                  </a:lnTo>
                  <a:lnTo>
                    <a:pt x="5232743" y="811630"/>
                  </a:lnTo>
                  <a:lnTo>
                    <a:pt x="5234025" y="791440"/>
                  </a:lnTo>
                  <a:lnTo>
                    <a:pt x="5235307" y="746215"/>
                  </a:lnTo>
                  <a:lnTo>
                    <a:pt x="5236589" y="731679"/>
                  </a:lnTo>
                  <a:lnTo>
                    <a:pt x="5237871" y="709065"/>
                  </a:lnTo>
                  <a:lnTo>
                    <a:pt x="5239153" y="705835"/>
                  </a:lnTo>
                  <a:lnTo>
                    <a:pt x="5240434" y="679185"/>
                  </a:lnTo>
                  <a:lnTo>
                    <a:pt x="5241716" y="671109"/>
                  </a:lnTo>
                  <a:lnTo>
                    <a:pt x="5242998" y="624268"/>
                  </a:lnTo>
                  <a:lnTo>
                    <a:pt x="5244280" y="590350"/>
                  </a:lnTo>
                  <a:lnTo>
                    <a:pt x="5245562" y="570160"/>
                  </a:lnTo>
                  <a:lnTo>
                    <a:pt x="5246844" y="422371"/>
                  </a:lnTo>
                  <a:lnTo>
                    <a:pt x="5248125" y="647784"/>
                  </a:lnTo>
                  <a:lnTo>
                    <a:pt x="5249407" y="884595"/>
                  </a:lnTo>
                  <a:lnTo>
                    <a:pt x="5250689" y="886105"/>
                  </a:lnTo>
                  <a:lnTo>
                    <a:pt x="5251971" y="984922"/>
                  </a:lnTo>
                  <a:lnTo>
                    <a:pt x="5253253" y="958208"/>
                  </a:lnTo>
                  <a:lnTo>
                    <a:pt x="5254535" y="941718"/>
                  </a:lnTo>
                  <a:lnTo>
                    <a:pt x="5255817" y="937697"/>
                  </a:lnTo>
                  <a:lnTo>
                    <a:pt x="5257098" y="954588"/>
                  </a:lnTo>
                  <a:lnTo>
                    <a:pt x="5258380" y="1031260"/>
                  </a:lnTo>
                  <a:lnTo>
                    <a:pt x="5259662" y="1025051"/>
                  </a:lnTo>
                  <a:lnTo>
                    <a:pt x="5260944" y="1002041"/>
                  </a:lnTo>
                  <a:lnTo>
                    <a:pt x="5262226" y="970630"/>
                  </a:lnTo>
                  <a:lnTo>
                    <a:pt x="5263508" y="950176"/>
                  </a:lnTo>
                  <a:lnTo>
                    <a:pt x="5264789" y="942871"/>
                  </a:lnTo>
                  <a:lnTo>
                    <a:pt x="5266071" y="959673"/>
                  </a:lnTo>
                  <a:lnTo>
                    <a:pt x="5267353" y="966977"/>
                  </a:lnTo>
                  <a:lnTo>
                    <a:pt x="5268635" y="969534"/>
                  </a:lnTo>
                  <a:lnTo>
                    <a:pt x="5269917" y="912761"/>
                  </a:lnTo>
                  <a:lnTo>
                    <a:pt x="5271199" y="915979"/>
                  </a:lnTo>
                  <a:lnTo>
                    <a:pt x="5272480" y="929653"/>
                  </a:lnTo>
                  <a:lnTo>
                    <a:pt x="5273762" y="970676"/>
                  </a:lnTo>
                  <a:lnTo>
                    <a:pt x="5275044" y="991992"/>
                  </a:lnTo>
                  <a:lnTo>
                    <a:pt x="5276326" y="955393"/>
                  </a:lnTo>
                  <a:lnTo>
                    <a:pt x="5277608" y="946985"/>
                  </a:lnTo>
                  <a:lnTo>
                    <a:pt x="5278890" y="964373"/>
                  </a:lnTo>
                  <a:lnTo>
                    <a:pt x="5280172" y="837905"/>
                  </a:lnTo>
                  <a:lnTo>
                    <a:pt x="5281453" y="855696"/>
                  </a:lnTo>
                  <a:lnTo>
                    <a:pt x="5282735" y="888001"/>
                  </a:lnTo>
                  <a:lnTo>
                    <a:pt x="5284017" y="902515"/>
                  </a:lnTo>
                  <a:lnTo>
                    <a:pt x="5285299" y="1056844"/>
                  </a:lnTo>
                  <a:lnTo>
                    <a:pt x="5286581" y="948866"/>
                  </a:lnTo>
                  <a:lnTo>
                    <a:pt x="5287863" y="943248"/>
                  </a:lnTo>
                  <a:lnTo>
                    <a:pt x="5289144" y="937162"/>
                  </a:lnTo>
                  <a:lnTo>
                    <a:pt x="5290426" y="699387"/>
                  </a:lnTo>
                  <a:lnTo>
                    <a:pt x="5291708" y="660559"/>
                  </a:lnTo>
                  <a:lnTo>
                    <a:pt x="5292990" y="630555"/>
                  </a:lnTo>
                  <a:lnTo>
                    <a:pt x="5294272" y="572313"/>
                  </a:lnTo>
                  <a:lnTo>
                    <a:pt x="5295554" y="822207"/>
                  </a:lnTo>
                  <a:lnTo>
                    <a:pt x="5296836" y="787808"/>
                  </a:lnTo>
                  <a:lnTo>
                    <a:pt x="5298117" y="742393"/>
                  </a:lnTo>
                  <a:lnTo>
                    <a:pt x="5299399" y="899168"/>
                  </a:lnTo>
                  <a:lnTo>
                    <a:pt x="5300681" y="901935"/>
                  </a:lnTo>
                  <a:lnTo>
                    <a:pt x="5301963" y="880988"/>
                  </a:lnTo>
                  <a:lnTo>
                    <a:pt x="5303245" y="869727"/>
                  </a:lnTo>
                  <a:lnTo>
                    <a:pt x="5304527" y="850020"/>
                  </a:lnTo>
                  <a:lnTo>
                    <a:pt x="5305808" y="832324"/>
                  </a:lnTo>
                  <a:lnTo>
                    <a:pt x="5307090" y="812214"/>
                  </a:lnTo>
                  <a:lnTo>
                    <a:pt x="5308372" y="776420"/>
                  </a:lnTo>
                  <a:lnTo>
                    <a:pt x="5309654" y="769985"/>
                  </a:lnTo>
                  <a:lnTo>
                    <a:pt x="5310936" y="772398"/>
                  </a:lnTo>
                  <a:lnTo>
                    <a:pt x="5312218" y="762746"/>
                  </a:lnTo>
                  <a:lnTo>
                    <a:pt x="5313500" y="805117"/>
                  </a:lnTo>
                  <a:lnTo>
                    <a:pt x="5314781" y="845424"/>
                  </a:lnTo>
                  <a:lnTo>
                    <a:pt x="5316063" y="722261"/>
                  </a:lnTo>
                  <a:lnTo>
                    <a:pt x="5317345" y="766181"/>
                  </a:lnTo>
                  <a:lnTo>
                    <a:pt x="5318627" y="757383"/>
                  </a:lnTo>
                  <a:lnTo>
                    <a:pt x="5319909" y="785165"/>
                  </a:lnTo>
                  <a:lnTo>
                    <a:pt x="5321191" y="529366"/>
                  </a:lnTo>
                  <a:lnTo>
                    <a:pt x="5322472" y="453150"/>
                  </a:lnTo>
                  <a:lnTo>
                    <a:pt x="5323754" y="388843"/>
                  </a:lnTo>
                  <a:lnTo>
                    <a:pt x="5325036" y="0"/>
                  </a:lnTo>
                  <a:lnTo>
                    <a:pt x="5326318" y="48455"/>
                  </a:lnTo>
                  <a:lnTo>
                    <a:pt x="5327600" y="50877"/>
                  </a:lnTo>
                  <a:lnTo>
                    <a:pt x="5328882" y="64607"/>
                  </a:lnTo>
                  <a:lnTo>
                    <a:pt x="5330163" y="88027"/>
                  </a:lnTo>
                  <a:lnTo>
                    <a:pt x="5331445" y="118715"/>
                  </a:lnTo>
                  <a:lnTo>
                    <a:pt x="5332727" y="144559"/>
                  </a:lnTo>
                  <a:lnTo>
                    <a:pt x="5334009" y="139713"/>
                  </a:lnTo>
                  <a:lnTo>
                    <a:pt x="5335291" y="129214"/>
                  </a:lnTo>
                  <a:lnTo>
                    <a:pt x="5336573" y="80759"/>
                  </a:lnTo>
                  <a:lnTo>
                    <a:pt x="5337855" y="474364"/>
                  </a:lnTo>
                  <a:lnTo>
                    <a:pt x="5339136" y="415571"/>
                  </a:lnTo>
                  <a:lnTo>
                    <a:pt x="5340418" y="441709"/>
                  </a:lnTo>
                  <a:lnTo>
                    <a:pt x="5341700" y="736547"/>
                  </a:lnTo>
                  <a:lnTo>
                    <a:pt x="5342982" y="715706"/>
                  </a:lnTo>
                  <a:lnTo>
                    <a:pt x="5344264" y="892450"/>
                  </a:lnTo>
                  <a:lnTo>
                    <a:pt x="5345546" y="875458"/>
                  </a:lnTo>
                  <a:lnTo>
                    <a:pt x="5346827" y="877771"/>
                  </a:lnTo>
                  <a:lnTo>
                    <a:pt x="5348109" y="912761"/>
                  </a:lnTo>
                  <a:lnTo>
                    <a:pt x="5349391" y="911555"/>
                  </a:lnTo>
                  <a:lnTo>
                    <a:pt x="5350673" y="875760"/>
                  </a:lnTo>
                  <a:lnTo>
                    <a:pt x="5351955" y="802562"/>
                  </a:lnTo>
                  <a:lnTo>
                    <a:pt x="5353237" y="790497"/>
                  </a:lnTo>
                  <a:lnTo>
                    <a:pt x="5354519" y="776822"/>
                  </a:lnTo>
                  <a:lnTo>
                    <a:pt x="5355800" y="784463"/>
                  </a:lnTo>
                  <a:lnTo>
                    <a:pt x="5357082" y="819343"/>
                  </a:lnTo>
                  <a:lnTo>
                    <a:pt x="5358364" y="794116"/>
                  </a:lnTo>
                  <a:lnTo>
                    <a:pt x="5359646" y="796931"/>
                  </a:lnTo>
                  <a:lnTo>
                    <a:pt x="5360928" y="806182"/>
                  </a:lnTo>
                  <a:lnTo>
                    <a:pt x="5362210" y="866369"/>
                  </a:lnTo>
                  <a:lnTo>
                    <a:pt x="5363491" y="833569"/>
                  </a:lnTo>
                  <a:lnTo>
                    <a:pt x="5364773" y="809463"/>
                  </a:lnTo>
                  <a:lnTo>
                    <a:pt x="5366055" y="610831"/>
                  </a:lnTo>
                  <a:lnTo>
                    <a:pt x="5367337" y="594444"/>
                  </a:lnTo>
                  <a:lnTo>
                    <a:pt x="5368619" y="554647"/>
                  </a:lnTo>
                  <a:lnTo>
                    <a:pt x="5369901" y="571970"/>
                  </a:lnTo>
                  <a:lnTo>
                    <a:pt x="5371182" y="645945"/>
                  </a:lnTo>
                  <a:lnTo>
                    <a:pt x="5372464" y="664673"/>
                  </a:lnTo>
                  <a:lnTo>
                    <a:pt x="5373746" y="713834"/>
                  </a:lnTo>
                  <a:lnTo>
                    <a:pt x="5375028" y="740052"/>
                  </a:lnTo>
                  <a:lnTo>
                    <a:pt x="5376310" y="752694"/>
                  </a:lnTo>
                  <a:lnTo>
                    <a:pt x="5377592" y="752379"/>
                  </a:lnTo>
                  <a:lnTo>
                    <a:pt x="5378874" y="470728"/>
                  </a:lnTo>
                  <a:lnTo>
                    <a:pt x="5380155" y="473152"/>
                  </a:lnTo>
                  <a:lnTo>
                    <a:pt x="5381437" y="68645"/>
                  </a:lnTo>
                  <a:lnTo>
                    <a:pt x="5382719" y="154250"/>
                  </a:lnTo>
                  <a:lnTo>
                    <a:pt x="5384001" y="298001"/>
                  </a:lnTo>
                  <a:lnTo>
                    <a:pt x="5385283" y="357763"/>
                  </a:lnTo>
                  <a:lnTo>
                    <a:pt x="5386565" y="397335"/>
                  </a:lnTo>
                  <a:lnTo>
                    <a:pt x="5387846" y="509590"/>
                  </a:lnTo>
                  <a:lnTo>
                    <a:pt x="5389128" y="594387"/>
                  </a:lnTo>
                  <a:lnTo>
                    <a:pt x="5390410" y="654957"/>
                  </a:lnTo>
                  <a:lnTo>
                    <a:pt x="5391692" y="713103"/>
                  </a:lnTo>
                  <a:lnTo>
                    <a:pt x="5392974" y="679185"/>
                  </a:lnTo>
                  <a:lnTo>
                    <a:pt x="5394256" y="647689"/>
                  </a:lnTo>
                  <a:lnTo>
                    <a:pt x="5395538" y="633152"/>
                  </a:lnTo>
                  <a:lnTo>
                    <a:pt x="5396819" y="663840"/>
                  </a:lnTo>
                  <a:lnTo>
                    <a:pt x="5398101" y="774481"/>
                  </a:lnTo>
                  <a:lnTo>
                    <a:pt x="5399383" y="877045"/>
                  </a:lnTo>
                  <a:lnTo>
                    <a:pt x="5400665" y="888351"/>
                  </a:lnTo>
                  <a:lnTo>
                    <a:pt x="5401947" y="949728"/>
                  </a:lnTo>
                  <a:lnTo>
                    <a:pt x="5403229" y="965072"/>
                  </a:lnTo>
                  <a:lnTo>
                    <a:pt x="5404510" y="1028872"/>
                  </a:lnTo>
                  <a:lnTo>
                    <a:pt x="5405792" y="1066829"/>
                  </a:lnTo>
                  <a:lnTo>
                    <a:pt x="5407074" y="1091864"/>
                  </a:lnTo>
                  <a:lnTo>
                    <a:pt x="5408356" y="1077328"/>
                  </a:lnTo>
                  <a:lnTo>
                    <a:pt x="5409638" y="1032910"/>
                  </a:lnTo>
                  <a:lnTo>
                    <a:pt x="5410920" y="956189"/>
                  </a:lnTo>
                  <a:lnTo>
                    <a:pt x="5412201" y="944075"/>
                  </a:lnTo>
                  <a:lnTo>
                    <a:pt x="5413483" y="1134895"/>
                  </a:lnTo>
                  <a:lnTo>
                    <a:pt x="5414765" y="1180369"/>
                  </a:lnTo>
                  <a:lnTo>
                    <a:pt x="5416047" y="1147087"/>
                  </a:lnTo>
                  <a:lnTo>
                    <a:pt x="5417329" y="1196797"/>
                  </a:lnTo>
                  <a:lnTo>
                    <a:pt x="5418611" y="1143549"/>
                  </a:lnTo>
                  <a:lnTo>
                    <a:pt x="5419893" y="1090261"/>
                  </a:lnTo>
                  <a:lnTo>
                    <a:pt x="5421174" y="1027523"/>
                  </a:lnTo>
                  <a:lnTo>
                    <a:pt x="5422456" y="974617"/>
                  </a:lnTo>
                  <a:lnTo>
                    <a:pt x="5423738" y="965722"/>
                  </a:lnTo>
                  <a:lnTo>
                    <a:pt x="5425020" y="893620"/>
                  </a:lnTo>
                  <a:lnTo>
                    <a:pt x="5426302" y="799981"/>
                  </a:lnTo>
                  <a:lnTo>
                    <a:pt x="5427584" y="881385"/>
                  </a:lnTo>
                  <a:lnTo>
                    <a:pt x="5428865" y="832324"/>
                  </a:lnTo>
                  <a:lnTo>
                    <a:pt x="5430147" y="888450"/>
                  </a:lnTo>
                  <a:lnTo>
                    <a:pt x="5431429" y="859596"/>
                  </a:lnTo>
                  <a:lnTo>
                    <a:pt x="5432711" y="884798"/>
                  </a:lnTo>
                  <a:lnTo>
                    <a:pt x="5433993" y="806182"/>
                  </a:lnTo>
                  <a:lnTo>
                    <a:pt x="5435275" y="863694"/>
                  </a:lnTo>
                  <a:lnTo>
                    <a:pt x="5436557" y="938686"/>
                  </a:lnTo>
                  <a:lnTo>
                    <a:pt x="5437838" y="942243"/>
                  </a:lnTo>
                  <a:lnTo>
                    <a:pt x="5439120" y="779381"/>
                  </a:lnTo>
                  <a:lnTo>
                    <a:pt x="5440402" y="794831"/>
                  </a:lnTo>
                  <a:lnTo>
                    <a:pt x="5441684" y="834159"/>
                  </a:lnTo>
                  <a:lnTo>
                    <a:pt x="5442966" y="847269"/>
                  </a:lnTo>
                  <a:lnTo>
                    <a:pt x="5444248" y="918902"/>
                  </a:lnTo>
                  <a:lnTo>
                    <a:pt x="5445529" y="999431"/>
                  </a:lnTo>
                  <a:lnTo>
                    <a:pt x="5446811" y="1049505"/>
                  </a:lnTo>
                  <a:lnTo>
                    <a:pt x="5448093" y="964108"/>
                  </a:lnTo>
                  <a:lnTo>
                    <a:pt x="5449375" y="857663"/>
                  </a:lnTo>
                  <a:lnTo>
                    <a:pt x="5450657" y="1134895"/>
                  </a:lnTo>
                  <a:lnTo>
                    <a:pt x="5451939" y="1107758"/>
                  </a:lnTo>
                  <a:lnTo>
                    <a:pt x="5453221" y="1105333"/>
                  </a:lnTo>
                  <a:lnTo>
                    <a:pt x="5454502" y="1092963"/>
                  </a:lnTo>
                  <a:lnTo>
                    <a:pt x="5455784" y="1075314"/>
                  </a:lnTo>
                  <a:lnTo>
                    <a:pt x="5457066" y="1104141"/>
                  </a:lnTo>
                  <a:lnTo>
                    <a:pt x="5458348" y="1135909"/>
                  </a:lnTo>
                  <a:lnTo>
                    <a:pt x="5459630" y="1130026"/>
                  </a:lnTo>
                  <a:lnTo>
                    <a:pt x="5460912" y="1088257"/>
                  </a:lnTo>
                  <a:lnTo>
                    <a:pt x="5462193" y="1056488"/>
                  </a:lnTo>
                  <a:lnTo>
                    <a:pt x="5463475" y="1073549"/>
                  </a:lnTo>
                  <a:lnTo>
                    <a:pt x="5464757" y="1071784"/>
                  </a:lnTo>
                  <a:lnTo>
                    <a:pt x="5466039" y="1081785"/>
                  </a:lnTo>
                  <a:lnTo>
                    <a:pt x="5467321" y="1193260"/>
                  </a:lnTo>
                  <a:lnTo>
                    <a:pt x="5468603" y="1187645"/>
                  </a:lnTo>
                  <a:lnTo>
                    <a:pt x="5469884" y="1282490"/>
                  </a:lnTo>
                  <a:lnTo>
                    <a:pt x="5471166" y="1314499"/>
                  </a:lnTo>
                  <a:lnTo>
                    <a:pt x="5472448" y="1336629"/>
                  </a:lnTo>
                  <a:lnTo>
                    <a:pt x="5473730" y="1282689"/>
                  </a:lnTo>
                  <a:lnTo>
                    <a:pt x="5475012" y="1287839"/>
                  </a:lnTo>
                  <a:lnTo>
                    <a:pt x="5476294" y="1292521"/>
                  </a:lnTo>
                  <a:lnTo>
                    <a:pt x="5477576" y="1300948"/>
                  </a:lnTo>
                  <a:lnTo>
                    <a:pt x="5478857" y="1353386"/>
                  </a:lnTo>
                  <a:lnTo>
                    <a:pt x="5480139" y="1401142"/>
                  </a:lnTo>
                  <a:lnTo>
                    <a:pt x="5481421" y="1433447"/>
                  </a:lnTo>
                  <a:lnTo>
                    <a:pt x="5482703" y="1428297"/>
                  </a:lnTo>
                  <a:lnTo>
                    <a:pt x="5483985" y="1427829"/>
                  </a:lnTo>
                  <a:lnTo>
                    <a:pt x="5485267" y="1416592"/>
                  </a:lnTo>
                  <a:lnTo>
                    <a:pt x="5486548" y="1418125"/>
                  </a:lnTo>
                  <a:lnTo>
                    <a:pt x="5487830" y="1340051"/>
                  </a:lnTo>
                  <a:lnTo>
                    <a:pt x="5489112" y="1317640"/>
                  </a:lnTo>
                  <a:lnTo>
                    <a:pt x="5490394" y="1204927"/>
                  </a:lnTo>
                  <a:lnTo>
                    <a:pt x="5491676" y="1183930"/>
                  </a:lnTo>
                  <a:lnTo>
                    <a:pt x="5492958" y="1143550"/>
                  </a:lnTo>
                  <a:lnTo>
                    <a:pt x="5494240" y="1119323"/>
                  </a:lnTo>
                  <a:lnTo>
                    <a:pt x="5495521" y="1103171"/>
                  </a:lnTo>
                  <a:lnTo>
                    <a:pt x="5496803" y="1150011"/>
                  </a:lnTo>
                  <a:lnTo>
                    <a:pt x="5498085" y="1116900"/>
                  </a:lnTo>
                  <a:lnTo>
                    <a:pt x="5499367" y="1222234"/>
                  </a:lnTo>
                  <a:lnTo>
                    <a:pt x="5500649" y="1195039"/>
                  </a:lnTo>
                  <a:lnTo>
                    <a:pt x="5501931" y="1145943"/>
                  </a:lnTo>
                  <a:lnTo>
                    <a:pt x="5503212" y="1132609"/>
                  </a:lnTo>
                  <a:lnTo>
                    <a:pt x="5504494" y="1139882"/>
                  </a:lnTo>
                  <a:lnTo>
                    <a:pt x="5505776" y="1067148"/>
                  </a:lnTo>
                  <a:lnTo>
                    <a:pt x="5507058" y="1041192"/>
                  </a:lnTo>
                  <a:lnTo>
                    <a:pt x="5508340" y="1035309"/>
                  </a:lnTo>
                  <a:lnTo>
                    <a:pt x="5509622" y="995893"/>
                  </a:lnTo>
                  <a:lnTo>
                    <a:pt x="5510903" y="953535"/>
                  </a:lnTo>
                  <a:lnTo>
                    <a:pt x="5512185" y="930591"/>
                  </a:lnTo>
                  <a:lnTo>
                    <a:pt x="5513467" y="917060"/>
                  </a:lnTo>
                  <a:lnTo>
                    <a:pt x="5514749" y="916471"/>
                  </a:lnTo>
                  <a:lnTo>
                    <a:pt x="5516031" y="889409"/>
                  </a:lnTo>
                  <a:lnTo>
                    <a:pt x="5517313" y="1036043"/>
                  </a:lnTo>
                  <a:lnTo>
                    <a:pt x="5518595" y="1015369"/>
                  </a:lnTo>
                  <a:lnTo>
                    <a:pt x="5519876" y="1029312"/>
                  </a:lnTo>
                  <a:lnTo>
                    <a:pt x="5521158" y="1054185"/>
                  </a:lnTo>
                  <a:lnTo>
                    <a:pt x="5522440" y="1043998"/>
                  </a:lnTo>
                  <a:lnTo>
                    <a:pt x="5523722" y="1026866"/>
                  </a:lnTo>
                  <a:lnTo>
                    <a:pt x="5525004" y="1037966"/>
                  </a:lnTo>
                  <a:lnTo>
                    <a:pt x="5526286" y="902940"/>
                  </a:lnTo>
                  <a:lnTo>
                    <a:pt x="5527567" y="917648"/>
                  </a:lnTo>
                  <a:lnTo>
                    <a:pt x="5528849" y="951770"/>
                  </a:lnTo>
                  <a:lnTo>
                    <a:pt x="5530131" y="1001776"/>
                  </a:lnTo>
                  <a:lnTo>
                    <a:pt x="5531413" y="1041780"/>
                  </a:lnTo>
                  <a:lnTo>
                    <a:pt x="5532695" y="1081785"/>
                  </a:lnTo>
                  <a:lnTo>
                    <a:pt x="5533977" y="1093551"/>
                  </a:lnTo>
                  <a:lnTo>
                    <a:pt x="5535259" y="1130026"/>
                  </a:lnTo>
                  <a:lnTo>
                    <a:pt x="5536540" y="1166172"/>
                  </a:lnTo>
                  <a:lnTo>
                    <a:pt x="5537822" y="1196251"/>
                  </a:lnTo>
                  <a:lnTo>
                    <a:pt x="5539104" y="1045024"/>
                  </a:lnTo>
                  <a:lnTo>
                    <a:pt x="5540386" y="1117707"/>
                  </a:lnTo>
                  <a:lnTo>
                    <a:pt x="5541668" y="1185545"/>
                  </a:lnTo>
                  <a:lnTo>
                    <a:pt x="5542950" y="1196851"/>
                  </a:lnTo>
                  <a:lnTo>
                    <a:pt x="5544231" y="1187160"/>
                  </a:lnTo>
                  <a:lnTo>
                    <a:pt x="5545513" y="1191198"/>
                  </a:lnTo>
                  <a:lnTo>
                    <a:pt x="5546795" y="1183122"/>
                  </a:lnTo>
                  <a:lnTo>
                    <a:pt x="5548077" y="1205735"/>
                  </a:lnTo>
                  <a:lnTo>
                    <a:pt x="5549359" y="1220272"/>
                  </a:lnTo>
                  <a:lnTo>
                    <a:pt x="5550641" y="1211388"/>
                  </a:lnTo>
                  <a:lnTo>
                    <a:pt x="5551922" y="1164548"/>
                  </a:lnTo>
                  <a:lnTo>
                    <a:pt x="5553204" y="1298079"/>
                  </a:lnTo>
                  <a:lnTo>
                    <a:pt x="5554486" y="1209586"/>
                  </a:lnTo>
                  <a:lnTo>
                    <a:pt x="5555768" y="1158853"/>
                  </a:lnTo>
                  <a:lnTo>
                    <a:pt x="5557050" y="1183562"/>
                  </a:lnTo>
                  <a:lnTo>
                    <a:pt x="5558332" y="1178856"/>
                  </a:lnTo>
                  <a:lnTo>
                    <a:pt x="5559614" y="1177091"/>
                  </a:lnTo>
                  <a:lnTo>
                    <a:pt x="5560895" y="1172973"/>
                  </a:lnTo>
                  <a:lnTo>
                    <a:pt x="5562177" y="1192387"/>
                  </a:lnTo>
                  <a:lnTo>
                    <a:pt x="5563459" y="1236510"/>
                  </a:lnTo>
                  <a:lnTo>
                    <a:pt x="5564741" y="1248276"/>
                  </a:lnTo>
                  <a:lnTo>
                    <a:pt x="5566023" y="1217684"/>
                  </a:lnTo>
                  <a:lnTo>
                    <a:pt x="5567305" y="1200623"/>
                  </a:lnTo>
                  <a:lnTo>
                    <a:pt x="5568586" y="1173561"/>
                  </a:lnTo>
                  <a:lnTo>
                    <a:pt x="5569868" y="1161795"/>
                  </a:lnTo>
                  <a:lnTo>
                    <a:pt x="5571150" y="1135321"/>
                  </a:lnTo>
                  <a:lnTo>
                    <a:pt x="5572432" y="1088968"/>
                  </a:lnTo>
                  <a:lnTo>
                    <a:pt x="5573714" y="1067045"/>
                  </a:lnTo>
                  <a:lnTo>
                    <a:pt x="5574996" y="906926"/>
                  </a:lnTo>
                  <a:lnTo>
                    <a:pt x="5576278" y="886736"/>
                  </a:lnTo>
                  <a:lnTo>
                    <a:pt x="5577559" y="1052628"/>
                  </a:lnTo>
                  <a:lnTo>
                    <a:pt x="5578841" y="1056238"/>
                  </a:lnTo>
                  <a:lnTo>
                    <a:pt x="5580123" y="1025978"/>
                  </a:lnTo>
                  <a:lnTo>
                    <a:pt x="5581405" y="1021778"/>
                  </a:lnTo>
                  <a:lnTo>
                    <a:pt x="5582687" y="988245"/>
                  </a:lnTo>
                  <a:lnTo>
                    <a:pt x="5583969" y="942945"/>
                  </a:lnTo>
                  <a:lnTo>
                    <a:pt x="5585250" y="951181"/>
                  </a:lnTo>
                  <a:lnTo>
                    <a:pt x="5586532" y="977067"/>
                  </a:lnTo>
                  <a:lnTo>
                    <a:pt x="5587814" y="980597"/>
                  </a:lnTo>
                  <a:lnTo>
                    <a:pt x="5589096" y="977067"/>
                  </a:lnTo>
                  <a:lnTo>
                    <a:pt x="5590378" y="1021190"/>
                  </a:lnTo>
                  <a:lnTo>
                    <a:pt x="5591660" y="1093551"/>
                  </a:lnTo>
                  <a:lnTo>
                    <a:pt x="5592942" y="1184739"/>
                  </a:lnTo>
                  <a:lnTo>
                    <a:pt x="5594223" y="1212977"/>
                  </a:lnTo>
                  <a:lnTo>
                    <a:pt x="5595505" y="1210624"/>
                  </a:lnTo>
                  <a:lnTo>
                    <a:pt x="5596787" y="1240705"/>
                  </a:lnTo>
                  <a:lnTo>
                    <a:pt x="5598069" y="1238679"/>
                  </a:lnTo>
                  <a:lnTo>
                    <a:pt x="5599351" y="1210970"/>
                  </a:lnTo>
                  <a:lnTo>
                    <a:pt x="5600633" y="1054715"/>
                  </a:lnTo>
                  <a:lnTo>
                    <a:pt x="5601914" y="1076520"/>
                  </a:lnTo>
                  <a:lnTo>
                    <a:pt x="5603196" y="1136282"/>
                  </a:lnTo>
                  <a:lnTo>
                    <a:pt x="5604478" y="1170201"/>
                  </a:lnTo>
                  <a:lnTo>
                    <a:pt x="5605760" y="1091864"/>
                  </a:lnTo>
                  <a:lnTo>
                    <a:pt x="5607042" y="1074905"/>
                  </a:lnTo>
                  <a:lnTo>
                    <a:pt x="5608324" y="1122553"/>
                  </a:lnTo>
                  <a:lnTo>
                    <a:pt x="5609605" y="1095095"/>
                  </a:lnTo>
                  <a:lnTo>
                    <a:pt x="5610887" y="1040178"/>
                  </a:lnTo>
                  <a:lnTo>
                    <a:pt x="5612169" y="1007067"/>
                  </a:lnTo>
                  <a:lnTo>
                    <a:pt x="5613451" y="967495"/>
                  </a:lnTo>
                  <a:lnTo>
                    <a:pt x="5614733" y="977994"/>
                  </a:lnTo>
                  <a:lnTo>
                    <a:pt x="5616015" y="936807"/>
                  </a:lnTo>
                  <a:lnTo>
                    <a:pt x="5617297" y="1107891"/>
                  </a:lnTo>
                  <a:lnTo>
                    <a:pt x="5618578" y="1152005"/>
                  </a:lnTo>
                  <a:lnTo>
                    <a:pt x="5619860" y="1160848"/>
                  </a:lnTo>
                  <a:lnTo>
                    <a:pt x="5621142" y="1124143"/>
                  </a:lnTo>
                  <a:lnTo>
                    <a:pt x="5622424" y="1065313"/>
                  </a:lnTo>
                  <a:lnTo>
                    <a:pt x="5623706" y="1026485"/>
                  </a:lnTo>
                  <a:lnTo>
                    <a:pt x="5624988" y="1058253"/>
                  </a:lnTo>
                  <a:lnTo>
                    <a:pt x="5626269" y="1094140"/>
                  </a:lnTo>
                  <a:lnTo>
                    <a:pt x="5627551" y="1075902"/>
                  </a:lnTo>
                  <a:lnTo>
                    <a:pt x="5628833" y="1118260"/>
                  </a:lnTo>
                  <a:lnTo>
                    <a:pt x="5630115" y="1117672"/>
                  </a:lnTo>
                  <a:lnTo>
                    <a:pt x="5631397" y="1084139"/>
                  </a:lnTo>
                  <a:lnTo>
                    <a:pt x="5632679" y="1057665"/>
                  </a:lnTo>
                  <a:lnTo>
                    <a:pt x="5633961" y="1052958"/>
                  </a:lnTo>
                  <a:lnTo>
                    <a:pt x="5635242" y="1055312"/>
                  </a:lnTo>
                  <a:lnTo>
                    <a:pt x="5636524" y="1080399"/>
                  </a:lnTo>
                  <a:lnTo>
                    <a:pt x="5637806" y="1095635"/>
                  </a:lnTo>
                  <a:lnTo>
                    <a:pt x="5639088" y="1102867"/>
                  </a:lnTo>
                  <a:lnTo>
                    <a:pt x="5640370" y="966688"/>
                  </a:lnTo>
                  <a:lnTo>
                    <a:pt x="5641652" y="1032103"/>
                  </a:lnTo>
                  <a:lnTo>
                    <a:pt x="5642933" y="1077328"/>
                  </a:lnTo>
                  <a:lnTo>
                    <a:pt x="5644215" y="1099940"/>
                  </a:lnTo>
                  <a:lnTo>
                    <a:pt x="5645497" y="1095095"/>
                  </a:lnTo>
                  <a:lnTo>
                    <a:pt x="5646779" y="1129821"/>
                  </a:lnTo>
                  <a:lnTo>
                    <a:pt x="5648061" y="1157279"/>
                  </a:lnTo>
                  <a:lnTo>
                    <a:pt x="5649343" y="1227540"/>
                  </a:lnTo>
                  <a:lnTo>
                    <a:pt x="5650624" y="1310722"/>
                  </a:lnTo>
                  <a:lnTo>
                    <a:pt x="5651906" y="1407633"/>
                  </a:lnTo>
                  <a:lnTo>
                    <a:pt x="5653188" y="1427823"/>
                  </a:lnTo>
                  <a:lnTo>
                    <a:pt x="5654470" y="1423785"/>
                  </a:lnTo>
                  <a:lnTo>
                    <a:pt x="5655752" y="1391481"/>
                  </a:lnTo>
                  <a:lnTo>
                    <a:pt x="5657034" y="1352717"/>
                  </a:lnTo>
                  <a:lnTo>
                    <a:pt x="5658316" y="1354332"/>
                  </a:lnTo>
                  <a:lnTo>
                    <a:pt x="5659597" y="1388251"/>
                  </a:lnTo>
                  <a:lnTo>
                    <a:pt x="5660879" y="1439937"/>
                  </a:lnTo>
                  <a:lnTo>
                    <a:pt x="5662161" y="1472240"/>
                  </a:lnTo>
                  <a:lnTo>
                    <a:pt x="5663443" y="1453666"/>
                  </a:lnTo>
                  <a:lnTo>
                    <a:pt x="5664725" y="1417324"/>
                  </a:lnTo>
                  <a:lnTo>
                    <a:pt x="5666007" y="1370484"/>
                  </a:lnTo>
                  <a:lnTo>
                    <a:pt x="5667288" y="1414616"/>
                  </a:lnTo>
                  <a:lnTo>
                    <a:pt x="5668570" y="1500961"/>
                  </a:lnTo>
                  <a:lnTo>
                    <a:pt x="5669852" y="1538666"/>
                  </a:lnTo>
                  <a:lnTo>
                    <a:pt x="5671134" y="1539900"/>
                  </a:lnTo>
                  <a:lnTo>
                    <a:pt x="5672416" y="1516954"/>
                  </a:lnTo>
                  <a:lnTo>
                    <a:pt x="5673698" y="1505801"/>
                  </a:lnTo>
                  <a:lnTo>
                    <a:pt x="5674980" y="1497868"/>
                  </a:lnTo>
                  <a:lnTo>
                    <a:pt x="5676261" y="1484764"/>
                  </a:lnTo>
                  <a:lnTo>
                    <a:pt x="5677543" y="1455492"/>
                  </a:lnTo>
                  <a:lnTo>
                    <a:pt x="5678825" y="1450024"/>
                  </a:lnTo>
                  <a:lnTo>
                    <a:pt x="5680107" y="1429301"/>
                  </a:lnTo>
                  <a:lnTo>
                    <a:pt x="5681389" y="1413597"/>
                  </a:lnTo>
                  <a:lnTo>
                    <a:pt x="5682671" y="1405502"/>
                  </a:lnTo>
                  <a:lnTo>
                    <a:pt x="5683952" y="1407445"/>
                  </a:lnTo>
                  <a:lnTo>
                    <a:pt x="5685234" y="1407121"/>
                  </a:lnTo>
                  <a:lnTo>
                    <a:pt x="5686516" y="1411655"/>
                  </a:lnTo>
                  <a:lnTo>
                    <a:pt x="5687798" y="1405118"/>
                  </a:lnTo>
                  <a:lnTo>
                    <a:pt x="5689080" y="1410224"/>
                  </a:lnTo>
                  <a:lnTo>
                    <a:pt x="5690362" y="1382827"/>
                  </a:lnTo>
                  <a:lnTo>
                    <a:pt x="5691643" y="1379261"/>
                  </a:lnTo>
                  <a:lnTo>
                    <a:pt x="5692925" y="1400184"/>
                  </a:lnTo>
                  <a:lnTo>
                    <a:pt x="5694207" y="1390109"/>
                  </a:lnTo>
                  <a:lnTo>
                    <a:pt x="5695489" y="1402760"/>
                  </a:lnTo>
                  <a:lnTo>
                    <a:pt x="5696771" y="1449952"/>
                  </a:lnTo>
                  <a:lnTo>
                    <a:pt x="5698053" y="1456067"/>
                  </a:lnTo>
                  <a:lnTo>
                    <a:pt x="5699335" y="1481985"/>
                  </a:lnTo>
                  <a:lnTo>
                    <a:pt x="5700616" y="1523089"/>
                  </a:lnTo>
                  <a:lnTo>
                    <a:pt x="5701898" y="1515012"/>
                  </a:lnTo>
                  <a:lnTo>
                    <a:pt x="5703180" y="1531151"/>
                  </a:lnTo>
                  <a:lnTo>
                    <a:pt x="5704462" y="1523418"/>
                  </a:lnTo>
                  <a:lnTo>
                    <a:pt x="5705744" y="1544747"/>
                  </a:lnTo>
                  <a:lnTo>
                    <a:pt x="5707026" y="1544747"/>
                  </a:lnTo>
                  <a:lnTo>
                    <a:pt x="5708307" y="1551441"/>
                  </a:lnTo>
                  <a:lnTo>
                    <a:pt x="5709589" y="1559519"/>
                  </a:lnTo>
                  <a:lnTo>
                    <a:pt x="5710871" y="1566905"/>
                  </a:lnTo>
                  <a:lnTo>
                    <a:pt x="5712153" y="1562289"/>
                  </a:lnTo>
                  <a:lnTo>
                    <a:pt x="5713435" y="1566905"/>
                  </a:lnTo>
                  <a:lnTo>
                    <a:pt x="5714717" y="1567135"/>
                  </a:lnTo>
                  <a:lnTo>
                    <a:pt x="5715999" y="1555100"/>
                  </a:lnTo>
                  <a:lnTo>
                    <a:pt x="5717280" y="1562584"/>
                  </a:lnTo>
                  <a:lnTo>
                    <a:pt x="5718562" y="1558020"/>
                  </a:lnTo>
                  <a:lnTo>
                    <a:pt x="5719844" y="1575012"/>
                  </a:lnTo>
                  <a:lnTo>
                    <a:pt x="5721126" y="1596808"/>
                  </a:lnTo>
                  <a:lnTo>
                    <a:pt x="5722408" y="1596478"/>
                  </a:lnTo>
                  <a:lnTo>
                    <a:pt x="5723690" y="1611829"/>
                  </a:lnTo>
                  <a:lnTo>
                    <a:pt x="5724971" y="1550577"/>
                  </a:lnTo>
                  <a:lnTo>
                    <a:pt x="5726253" y="1601455"/>
                  </a:lnTo>
                  <a:lnTo>
                    <a:pt x="5727535" y="1603878"/>
                  </a:lnTo>
                  <a:lnTo>
                    <a:pt x="5728817" y="1603878"/>
                  </a:lnTo>
                  <a:lnTo>
                    <a:pt x="5730099" y="1590956"/>
                  </a:lnTo>
                  <a:lnTo>
                    <a:pt x="5731381" y="1624068"/>
                  </a:lnTo>
                  <a:lnTo>
                    <a:pt x="5732663" y="1612761"/>
                  </a:lnTo>
                  <a:lnTo>
                    <a:pt x="5733944" y="1639140"/>
                  </a:lnTo>
                  <a:lnTo>
                    <a:pt x="5735226" y="1616921"/>
                  </a:lnTo>
                  <a:lnTo>
                    <a:pt x="5736508" y="1612437"/>
                  </a:lnTo>
                  <a:lnTo>
                    <a:pt x="5737790" y="1612437"/>
                  </a:lnTo>
                  <a:lnTo>
                    <a:pt x="5739072" y="1612437"/>
                  </a:lnTo>
                  <a:lnTo>
                    <a:pt x="5740354" y="1612437"/>
                  </a:lnTo>
                  <a:lnTo>
                    <a:pt x="5741635" y="1612437"/>
                  </a:lnTo>
                  <a:lnTo>
                    <a:pt x="5742917" y="1604789"/>
                  </a:lnTo>
                  <a:lnTo>
                    <a:pt x="5744199" y="1597141"/>
                  </a:lnTo>
                  <a:lnTo>
                    <a:pt x="5745481" y="1560078"/>
                  </a:lnTo>
                  <a:lnTo>
                    <a:pt x="5746763" y="1544193"/>
                  </a:lnTo>
                  <a:lnTo>
                    <a:pt x="5748045" y="1541840"/>
                  </a:lnTo>
                  <a:lnTo>
                    <a:pt x="5749326" y="1552430"/>
                  </a:lnTo>
                  <a:lnTo>
                    <a:pt x="5750608" y="1553606"/>
                  </a:lnTo>
                  <a:lnTo>
                    <a:pt x="5751890" y="1570667"/>
                  </a:lnTo>
                  <a:lnTo>
                    <a:pt x="5753172" y="1577500"/>
                  </a:lnTo>
                  <a:lnTo>
                    <a:pt x="5754454" y="1609027"/>
                  </a:lnTo>
                  <a:lnTo>
                    <a:pt x="5755736" y="1571574"/>
                  </a:lnTo>
                  <a:lnTo>
                    <a:pt x="5757018" y="1571574"/>
                  </a:lnTo>
                  <a:lnTo>
                    <a:pt x="5758299" y="1571574"/>
                  </a:lnTo>
                  <a:lnTo>
                    <a:pt x="5759581" y="1571574"/>
                  </a:lnTo>
                  <a:lnTo>
                    <a:pt x="5760863" y="1571574"/>
                  </a:lnTo>
                  <a:lnTo>
                    <a:pt x="5762145" y="1622352"/>
                  </a:lnTo>
                  <a:lnTo>
                    <a:pt x="5763427" y="1626386"/>
                  </a:lnTo>
                  <a:lnTo>
                    <a:pt x="5764709" y="1644205"/>
                  </a:lnTo>
                  <a:lnTo>
                    <a:pt x="5765990" y="1651265"/>
                  </a:lnTo>
                  <a:lnTo>
                    <a:pt x="5767272" y="1647735"/>
                  </a:lnTo>
                  <a:lnTo>
                    <a:pt x="5768554" y="1630674"/>
                  </a:lnTo>
                  <a:lnTo>
                    <a:pt x="5769836" y="1621262"/>
                  </a:lnTo>
                  <a:lnTo>
                    <a:pt x="5771118" y="1604789"/>
                  </a:lnTo>
                  <a:lnTo>
                    <a:pt x="5772400" y="1588905"/>
                  </a:lnTo>
                  <a:lnTo>
                    <a:pt x="5773682" y="1554783"/>
                  </a:lnTo>
                  <a:lnTo>
                    <a:pt x="5774963" y="1548312"/>
                  </a:lnTo>
                  <a:lnTo>
                    <a:pt x="5776245" y="1524191"/>
                  </a:lnTo>
                  <a:lnTo>
                    <a:pt x="5777527" y="1553850"/>
                  </a:lnTo>
                  <a:lnTo>
                    <a:pt x="5778809" y="1534808"/>
                  </a:lnTo>
                  <a:lnTo>
                    <a:pt x="5780091" y="1547712"/>
                  </a:lnTo>
                  <a:lnTo>
                    <a:pt x="5781373" y="1586283"/>
                  </a:lnTo>
                  <a:lnTo>
                    <a:pt x="5782654" y="1579599"/>
                  </a:lnTo>
                  <a:lnTo>
                    <a:pt x="5783936" y="1590258"/>
                  </a:lnTo>
                  <a:lnTo>
                    <a:pt x="5785218" y="1581067"/>
                  </a:lnTo>
                  <a:lnTo>
                    <a:pt x="5786500" y="1561006"/>
                  </a:lnTo>
                  <a:lnTo>
                    <a:pt x="5787782" y="1537521"/>
                  </a:lnTo>
                  <a:lnTo>
                    <a:pt x="5789064" y="1531457"/>
                  </a:lnTo>
                  <a:lnTo>
                    <a:pt x="5790345" y="1526924"/>
                  </a:lnTo>
                  <a:lnTo>
                    <a:pt x="5791627" y="1529029"/>
                  </a:lnTo>
                  <a:lnTo>
                    <a:pt x="5792909" y="1537933"/>
                  </a:lnTo>
                  <a:lnTo>
                    <a:pt x="5794191" y="1536962"/>
                  </a:lnTo>
                  <a:lnTo>
                    <a:pt x="5795473" y="1542952"/>
                  </a:lnTo>
                  <a:lnTo>
                    <a:pt x="5796755" y="1543114"/>
                  </a:lnTo>
                  <a:lnTo>
                    <a:pt x="5798037" y="1551370"/>
                  </a:lnTo>
                  <a:lnTo>
                    <a:pt x="5799318" y="1555560"/>
                  </a:lnTo>
                  <a:lnTo>
                    <a:pt x="5800600" y="1554578"/>
                  </a:lnTo>
                  <a:lnTo>
                    <a:pt x="5801882" y="1547861"/>
                  </a:lnTo>
                  <a:lnTo>
                    <a:pt x="5803164" y="1534361"/>
                  </a:lnTo>
                  <a:lnTo>
                    <a:pt x="5804446" y="1514435"/>
                  </a:lnTo>
                  <a:lnTo>
                    <a:pt x="5805728" y="1536850"/>
                  </a:lnTo>
                  <a:lnTo>
                    <a:pt x="5807009" y="1559477"/>
                  </a:lnTo>
                  <a:lnTo>
                    <a:pt x="5808291" y="1520480"/>
                  </a:lnTo>
                  <a:lnTo>
                    <a:pt x="5809573" y="1495661"/>
                  </a:lnTo>
                  <a:lnTo>
                    <a:pt x="5810855" y="1497276"/>
                  </a:lnTo>
                  <a:lnTo>
                    <a:pt x="5812137" y="1493238"/>
                  </a:lnTo>
                  <a:lnTo>
                    <a:pt x="5813419" y="1492430"/>
                  </a:lnTo>
                  <a:lnTo>
                    <a:pt x="5814701" y="1492430"/>
                  </a:lnTo>
                  <a:lnTo>
                    <a:pt x="5815982" y="1567196"/>
                  </a:lnTo>
                  <a:lnTo>
                    <a:pt x="5817264" y="1576105"/>
                  </a:lnTo>
                  <a:lnTo>
                    <a:pt x="5818546" y="1582433"/>
                  </a:lnTo>
                  <a:lnTo>
                    <a:pt x="5819828" y="1605377"/>
                  </a:lnTo>
                  <a:lnTo>
                    <a:pt x="5821110" y="1587728"/>
                  </a:lnTo>
                  <a:lnTo>
                    <a:pt x="5822392" y="1578315"/>
                  </a:lnTo>
                  <a:lnTo>
                    <a:pt x="5823673" y="1560666"/>
                  </a:lnTo>
                  <a:lnTo>
                    <a:pt x="5824955" y="1555960"/>
                  </a:lnTo>
                  <a:lnTo>
                    <a:pt x="5826237" y="1547135"/>
                  </a:lnTo>
                  <a:lnTo>
                    <a:pt x="5827519" y="1533604"/>
                  </a:lnTo>
                  <a:lnTo>
                    <a:pt x="5828801" y="1514778"/>
                  </a:lnTo>
                  <a:lnTo>
                    <a:pt x="5830083" y="1498894"/>
                  </a:lnTo>
                  <a:lnTo>
                    <a:pt x="5831365" y="1455359"/>
                  </a:lnTo>
                  <a:lnTo>
                    <a:pt x="5832646" y="1442417"/>
                  </a:lnTo>
                  <a:lnTo>
                    <a:pt x="5833928" y="1418296"/>
                  </a:lnTo>
                  <a:lnTo>
                    <a:pt x="5835210" y="1386572"/>
                  </a:lnTo>
                  <a:lnTo>
                    <a:pt x="5836492" y="1354270"/>
                  </a:lnTo>
                  <a:lnTo>
                    <a:pt x="5837774" y="1207350"/>
                  </a:lnTo>
                  <a:lnTo>
                    <a:pt x="5839056" y="1205735"/>
                  </a:lnTo>
                  <a:lnTo>
                    <a:pt x="5840337" y="1253383"/>
                  </a:lnTo>
                  <a:lnTo>
                    <a:pt x="5841619" y="1255806"/>
                  </a:lnTo>
                  <a:lnTo>
                    <a:pt x="5842901" y="1204927"/>
                  </a:lnTo>
                  <a:lnTo>
                    <a:pt x="5844183" y="1169393"/>
                  </a:lnTo>
                  <a:lnTo>
                    <a:pt x="5845465" y="1176661"/>
                  </a:lnTo>
                  <a:lnTo>
                    <a:pt x="5846747" y="1194429"/>
                  </a:lnTo>
                  <a:lnTo>
                    <a:pt x="5848028" y="1171008"/>
                  </a:lnTo>
                  <a:lnTo>
                    <a:pt x="5849310" y="1119323"/>
                  </a:lnTo>
                  <a:lnTo>
                    <a:pt x="5850592" y="1102363"/>
                  </a:lnTo>
                  <a:lnTo>
                    <a:pt x="5851874" y="1107209"/>
                  </a:lnTo>
                  <a:lnTo>
                    <a:pt x="5853156" y="1237253"/>
                  </a:lnTo>
                  <a:lnTo>
                    <a:pt x="5854438" y="1271410"/>
                  </a:lnTo>
                  <a:lnTo>
                    <a:pt x="5855720" y="1283887"/>
                  </a:lnTo>
                  <a:lnTo>
                    <a:pt x="5857001" y="1245922"/>
                  </a:lnTo>
                  <a:lnTo>
                    <a:pt x="5858283" y="1225332"/>
                  </a:lnTo>
                  <a:lnTo>
                    <a:pt x="5859565" y="1215919"/>
                  </a:lnTo>
                  <a:lnTo>
                    <a:pt x="5860847" y="1207683"/>
                  </a:lnTo>
                  <a:lnTo>
                    <a:pt x="5862129" y="1240040"/>
                  </a:lnTo>
                  <a:lnTo>
                    <a:pt x="5863411" y="1252394"/>
                  </a:lnTo>
                  <a:lnTo>
                    <a:pt x="5864692" y="1247688"/>
                  </a:lnTo>
                  <a:lnTo>
                    <a:pt x="5865974" y="1248276"/>
                  </a:lnTo>
                  <a:lnTo>
                    <a:pt x="5867256" y="1274750"/>
                  </a:lnTo>
                  <a:lnTo>
                    <a:pt x="5868538" y="1310636"/>
                  </a:lnTo>
                  <a:lnTo>
                    <a:pt x="5869820" y="1328285"/>
                  </a:lnTo>
                  <a:lnTo>
                    <a:pt x="5871102" y="1331227"/>
                  </a:lnTo>
                  <a:lnTo>
                    <a:pt x="5872384" y="1362934"/>
                  </a:lnTo>
                  <a:lnTo>
                    <a:pt x="5873665" y="1366570"/>
                  </a:lnTo>
                  <a:lnTo>
                    <a:pt x="5874947" y="1370391"/>
                  </a:lnTo>
                  <a:lnTo>
                    <a:pt x="5876229" y="1330104"/>
                  </a:lnTo>
                  <a:lnTo>
                    <a:pt x="5877511" y="1364831"/>
                  </a:lnTo>
                  <a:lnTo>
                    <a:pt x="5878793" y="1386636"/>
                  </a:lnTo>
                  <a:lnTo>
                    <a:pt x="5880075" y="1366446"/>
                  </a:lnTo>
                  <a:lnTo>
                    <a:pt x="5881356" y="1397134"/>
                  </a:lnTo>
                  <a:lnTo>
                    <a:pt x="5882638" y="1431053"/>
                  </a:lnTo>
                  <a:lnTo>
                    <a:pt x="5883920" y="1428630"/>
                  </a:lnTo>
                  <a:lnTo>
                    <a:pt x="5885202" y="1426208"/>
                  </a:lnTo>
                  <a:lnTo>
                    <a:pt x="5886484" y="1429438"/>
                  </a:lnTo>
                  <a:lnTo>
                    <a:pt x="5887766" y="1427015"/>
                  </a:lnTo>
                  <a:lnTo>
                    <a:pt x="5889047" y="1483547"/>
                  </a:lnTo>
                  <a:lnTo>
                    <a:pt x="5890329" y="1489200"/>
                  </a:lnTo>
                  <a:lnTo>
                    <a:pt x="5891611" y="1465780"/>
                  </a:lnTo>
                  <a:lnTo>
                    <a:pt x="5892893" y="1466587"/>
                  </a:lnTo>
                  <a:lnTo>
                    <a:pt x="5894175" y="1455281"/>
                  </a:lnTo>
                  <a:lnTo>
                    <a:pt x="5895457" y="1448013"/>
                  </a:lnTo>
                  <a:lnTo>
                    <a:pt x="5896739" y="1430246"/>
                  </a:lnTo>
                  <a:lnTo>
                    <a:pt x="5898020" y="1419747"/>
                  </a:lnTo>
                  <a:lnTo>
                    <a:pt x="5899302" y="1451243"/>
                  </a:lnTo>
                  <a:lnTo>
                    <a:pt x="5900584" y="1451243"/>
                  </a:lnTo>
                  <a:lnTo>
                    <a:pt x="5901866" y="1435899"/>
                  </a:lnTo>
                  <a:lnTo>
                    <a:pt x="5903148" y="1439937"/>
                  </a:lnTo>
                  <a:lnTo>
                    <a:pt x="5904430" y="1421362"/>
                  </a:lnTo>
                  <a:lnTo>
                    <a:pt x="5905711" y="1403595"/>
                  </a:lnTo>
                  <a:lnTo>
                    <a:pt x="5906993" y="1439937"/>
                  </a:lnTo>
                  <a:lnTo>
                    <a:pt x="5908275" y="1430246"/>
                  </a:lnTo>
                  <a:lnTo>
                    <a:pt x="5909557" y="1443975"/>
                  </a:lnTo>
                  <a:lnTo>
                    <a:pt x="5910839" y="1452051"/>
                  </a:lnTo>
                  <a:lnTo>
                    <a:pt x="5912121" y="1464972"/>
                  </a:lnTo>
                  <a:lnTo>
                    <a:pt x="5913403" y="1439937"/>
                  </a:lnTo>
                  <a:lnTo>
                    <a:pt x="5914684" y="1427823"/>
                  </a:lnTo>
                  <a:lnTo>
                    <a:pt x="5915966" y="1421362"/>
                  </a:lnTo>
                  <a:lnTo>
                    <a:pt x="5917248" y="1384213"/>
                  </a:lnTo>
                  <a:lnTo>
                    <a:pt x="5918530" y="1393096"/>
                  </a:lnTo>
                  <a:lnTo>
                    <a:pt x="5919812" y="1361600"/>
                  </a:lnTo>
                  <a:lnTo>
                    <a:pt x="5921094" y="1317183"/>
                  </a:lnTo>
                  <a:lnTo>
                    <a:pt x="5922375" y="1305069"/>
                  </a:lnTo>
                  <a:lnTo>
                    <a:pt x="5923657" y="1317990"/>
                  </a:lnTo>
                  <a:lnTo>
                    <a:pt x="5924939" y="1312337"/>
                  </a:lnTo>
                  <a:lnTo>
                    <a:pt x="5926221" y="1285687"/>
                  </a:lnTo>
                  <a:lnTo>
                    <a:pt x="5927503" y="1269535"/>
                  </a:lnTo>
                  <a:lnTo>
                    <a:pt x="5928785" y="1200082"/>
                  </a:lnTo>
                  <a:lnTo>
                    <a:pt x="5930066" y="1150819"/>
                  </a:lnTo>
                  <a:lnTo>
                    <a:pt x="5931348" y="1111247"/>
                  </a:lnTo>
                  <a:lnTo>
                    <a:pt x="5932630" y="1117707"/>
                  </a:lnTo>
                  <a:lnTo>
                    <a:pt x="5933912" y="1119323"/>
                  </a:lnTo>
                  <a:lnTo>
                    <a:pt x="5935194" y="1122553"/>
                  </a:lnTo>
                  <a:lnTo>
                    <a:pt x="5936476" y="1154049"/>
                  </a:lnTo>
                  <a:lnTo>
                    <a:pt x="5937758" y="1154049"/>
                  </a:lnTo>
                  <a:lnTo>
                    <a:pt x="5939039" y="1320479"/>
                  </a:lnTo>
                  <a:lnTo>
                    <a:pt x="5940321" y="1370813"/>
                  </a:lnTo>
                  <a:lnTo>
                    <a:pt x="5941603" y="1361819"/>
                  </a:lnTo>
                  <a:lnTo>
                    <a:pt x="5942885" y="1353582"/>
                  </a:lnTo>
                  <a:lnTo>
                    <a:pt x="5944167" y="1371232"/>
                  </a:lnTo>
                  <a:lnTo>
                    <a:pt x="5945449" y="1358877"/>
                  </a:lnTo>
                  <a:lnTo>
                    <a:pt x="5946730" y="1337698"/>
                  </a:lnTo>
                  <a:lnTo>
                    <a:pt x="5948012" y="1358289"/>
                  </a:lnTo>
                  <a:lnTo>
                    <a:pt x="5949294" y="1394176"/>
                  </a:lnTo>
                  <a:lnTo>
                    <a:pt x="5950576" y="1411236"/>
                  </a:lnTo>
                  <a:lnTo>
                    <a:pt x="5951858" y="1420061"/>
                  </a:lnTo>
                  <a:lnTo>
                    <a:pt x="5953140" y="1391822"/>
                  </a:lnTo>
                  <a:lnTo>
                    <a:pt x="5954422" y="1367702"/>
                  </a:lnTo>
                  <a:lnTo>
                    <a:pt x="5955703" y="1338875"/>
                  </a:lnTo>
                  <a:lnTo>
                    <a:pt x="5956985" y="1339463"/>
                  </a:lnTo>
                  <a:lnTo>
                    <a:pt x="5958267" y="1270198"/>
                  </a:lnTo>
                  <a:lnTo>
                    <a:pt x="5959549" y="1196930"/>
                  </a:lnTo>
                  <a:lnTo>
                    <a:pt x="5960831" y="1140259"/>
                  </a:lnTo>
                  <a:lnTo>
                    <a:pt x="5962113" y="1128905"/>
                  </a:lnTo>
                  <a:lnTo>
                    <a:pt x="5963394" y="1076491"/>
                  </a:lnTo>
                  <a:lnTo>
                    <a:pt x="5964676" y="1056488"/>
                  </a:lnTo>
                  <a:lnTo>
                    <a:pt x="5965958" y="1080609"/>
                  </a:lnTo>
                  <a:lnTo>
                    <a:pt x="5967240" y="1113554"/>
                  </a:lnTo>
                  <a:lnTo>
                    <a:pt x="5968522" y="1124732"/>
                  </a:lnTo>
                  <a:lnTo>
                    <a:pt x="5969804" y="1128261"/>
                  </a:lnTo>
                  <a:lnTo>
                    <a:pt x="5971086" y="1136498"/>
                  </a:lnTo>
                  <a:lnTo>
                    <a:pt x="5972367" y="1152970"/>
                  </a:lnTo>
                  <a:lnTo>
                    <a:pt x="5973649" y="1168855"/>
                  </a:lnTo>
                  <a:lnTo>
                    <a:pt x="5974931" y="1187680"/>
                  </a:lnTo>
                  <a:lnTo>
                    <a:pt x="5976213" y="1168266"/>
                  </a:lnTo>
                  <a:lnTo>
                    <a:pt x="5977495" y="1194740"/>
                  </a:lnTo>
                  <a:lnTo>
                    <a:pt x="5978777" y="1340862"/>
                  </a:lnTo>
                  <a:lnTo>
                    <a:pt x="5980058" y="1379231"/>
                  </a:lnTo>
                  <a:lnTo>
                    <a:pt x="5981340" y="1363459"/>
                  </a:lnTo>
                  <a:lnTo>
                    <a:pt x="5982622" y="1275926"/>
                  </a:lnTo>
                  <a:lnTo>
                    <a:pt x="5983904" y="1300635"/>
                  </a:lnTo>
                  <a:lnTo>
                    <a:pt x="5985186" y="1318284"/>
                  </a:lnTo>
                  <a:lnTo>
                    <a:pt x="5986468" y="1318284"/>
                  </a:lnTo>
                  <a:lnTo>
                    <a:pt x="5987749" y="1302400"/>
                  </a:lnTo>
                  <a:lnTo>
                    <a:pt x="5989031" y="1255335"/>
                  </a:lnTo>
                  <a:lnTo>
                    <a:pt x="5990313" y="1198270"/>
                  </a:lnTo>
                  <a:lnTo>
                    <a:pt x="5991595" y="1261051"/>
                  </a:lnTo>
                  <a:lnTo>
                    <a:pt x="5992877" y="1237081"/>
                  </a:lnTo>
                  <a:lnTo>
                    <a:pt x="5994159" y="1205905"/>
                  </a:lnTo>
                  <a:lnTo>
                    <a:pt x="5995441" y="1187177"/>
                  </a:lnTo>
                  <a:lnTo>
                    <a:pt x="5996722" y="1155340"/>
                  </a:lnTo>
                  <a:lnTo>
                    <a:pt x="5998004" y="1141697"/>
                  </a:lnTo>
                  <a:lnTo>
                    <a:pt x="5999286" y="965301"/>
                  </a:lnTo>
                  <a:lnTo>
                    <a:pt x="6000568" y="981773"/>
                  </a:lnTo>
                  <a:lnTo>
                    <a:pt x="6001850" y="998834"/>
                  </a:lnTo>
                  <a:lnTo>
                    <a:pt x="6003132" y="974125"/>
                  </a:lnTo>
                  <a:lnTo>
                    <a:pt x="6004413" y="913530"/>
                  </a:lnTo>
                  <a:lnTo>
                    <a:pt x="6005695" y="859406"/>
                  </a:lnTo>
                  <a:lnTo>
                    <a:pt x="6006977" y="825872"/>
                  </a:lnTo>
                  <a:lnTo>
                    <a:pt x="6008259" y="848816"/>
                  </a:lnTo>
                  <a:lnTo>
                    <a:pt x="6009541" y="868819"/>
                  </a:lnTo>
                  <a:lnTo>
                    <a:pt x="6010823" y="859757"/>
                  </a:lnTo>
                  <a:lnTo>
                    <a:pt x="6012105" y="884100"/>
                  </a:lnTo>
                  <a:lnTo>
                    <a:pt x="6013386" y="652535"/>
                  </a:lnTo>
                  <a:lnTo>
                    <a:pt x="6014668" y="658188"/>
                  </a:lnTo>
                  <a:lnTo>
                    <a:pt x="6015950" y="651727"/>
                  </a:lnTo>
                  <a:lnTo>
                    <a:pt x="6017232" y="633959"/>
                  </a:lnTo>
                  <a:lnTo>
                    <a:pt x="6018514" y="862975"/>
                  </a:lnTo>
                  <a:lnTo>
                    <a:pt x="6019796" y="882888"/>
                  </a:lnTo>
                  <a:lnTo>
                    <a:pt x="6021077" y="906470"/>
                  </a:lnTo>
                  <a:lnTo>
                    <a:pt x="6022359" y="931767"/>
                  </a:lnTo>
                  <a:lnTo>
                    <a:pt x="6023641" y="948828"/>
                  </a:lnTo>
                  <a:lnTo>
                    <a:pt x="6024923" y="960594"/>
                  </a:lnTo>
                  <a:lnTo>
                    <a:pt x="6026205" y="977067"/>
                  </a:lnTo>
                  <a:lnTo>
                    <a:pt x="6027487" y="959418"/>
                  </a:lnTo>
                  <a:lnTo>
                    <a:pt x="6028768" y="947652"/>
                  </a:lnTo>
                  <a:lnTo>
                    <a:pt x="6030050" y="977067"/>
                  </a:lnTo>
                  <a:lnTo>
                    <a:pt x="6031332" y="958241"/>
                  </a:lnTo>
                  <a:lnTo>
                    <a:pt x="6032614" y="913530"/>
                  </a:lnTo>
                  <a:lnTo>
                    <a:pt x="6033896" y="937650"/>
                  </a:lnTo>
                  <a:lnTo>
                    <a:pt x="6035178" y="961183"/>
                  </a:lnTo>
                  <a:lnTo>
                    <a:pt x="6036460" y="990010"/>
                  </a:lnTo>
                  <a:lnTo>
                    <a:pt x="6037741" y="1048456"/>
                  </a:lnTo>
                  <a:lnTo>
                    <a:pt x="6039023" y="1050148"/>
                  </a:lnTo>
                  <a:lnTo>
                    <a:pt x="6040305" y="890774"/>
                  </a:lnTo>
                  <a:lnTo>
                    <a:pt x="6041587" y="927116"/>
                  </a:lnTo>
                  <a:lnTo>
                    <a:pt x="6042869" y="972341"/>
                  </a:lnTo>
                  <a:lnTo>
                    <a:pt x="6044151" y="992531"/>
                  </a:lnTo>
                  <a:lnTo>
                    <a:pt x="6045432" y="1005452"/>
                  </a:lnTo>
                  <a:lnTo>
                    <a:pt x="6046714" y="1031295"/>
                  </a:lnTo>
                  <a:lnTo>
                    <a:pt x="6047996" y="1053100"/>
                  </a:lnTo>
                  <a:lnTo>
                    <a:pt x="6049278" y="1042601"/>
                  </a:lnTo>
                  <a:lnTo>
                    <a:pt x="6050560" y="1053100"/>
                  </a:lnTo>
                  <a:lnTo>
                    <a:pt x="6051842" y="1098325"/>
                  </a:lnTo>
                  <a:lnTo>
                    <a:pt x="6053124" y="1112862"/>
                  </a:lnTo>
                  <a:lnTo>
                    <a:pt x="6054405" y="1180699"/>
                  </a:lnTo>
                  <a:lnTo>
                    <a:pt x="6055687" y="1213811"/>
                  </a:lnTo>
                  <a:lnTo>
                    <a:pt x="6056969" y="1239654"/>
                  </a:lnTo>
                  <a:lnTo>
                    <a:pt x="6058251" y="1336479"/>
                  </a:lnTo>
                  <a:lnTo>
                    <a:pt x="6059533" y="1315050"/>
                  </a:lnTo>
                  <a:lnTo>
                    <a:pt x="6060815" y="1238679"/>
                  </a:lnTo>
                  <a:lnTo>
                    <a:pt x="6062096" y="1178267"/>
                  </a:lnTo>
                  <a:lnTo>
                    <a:pt x="6063378" y="1141204"/>
                  </a:lnTo>
                  <a:lnTo>
                    <a:pt x="6064660" y="1125908"/>
                  </a:lnTo>
                  <a:lnTo>
                    <a:pt x="6065942" y="1149440"/>
                  </a:lnTo>
                  <a:lnTo>
                    <a:pt x="6067224" y="1162971"/>
                  </a:lnTo>
                  <a:lnTo>
                    <a:pt x="6068506" y="1182974"/>
                  </a:lnTo>
                  <a:lnTo>
                    <a:pt x="6069787" y="1161206"/>
                  </a:lnTo>
                  <a:lnTo>
                    <a:pt x="6071069" y="1156500"/>
                  </a:lnTo>
                  <a:lnTo>
                    <a:pt x="6072351" y="1121202"/>
                  </a:lnTo>
                  <a:lnTo>
                    <a:pt x="6073633" y="1094728"/>
                  </a:lnTo>
                  <a:lnTo>
                    <a:pt x="6074915" y="1094140"/>
                  </a:lnTo>
                  <a:lnTo>
                    <a:pt x="6076197" y="1070608"/>
                  </a:lnTo>
                  <a:lnTo>
                    <a:pt x="6077479" y="1086314"/>
                  </a:lnTo>
                  <a:lnTo>
                    <a:pt x="6078760" y="1073892"/>
                  </a:lnTo>
                  <a:lnTo>
                    <a:pt x="6080042" y="1098145"/>
                  </a:lnTo>
                  <a:lnTo>
                    <a:pt x="6081324" y="1125335"/>
                  </a:lnTo>
                  <a:lnTo>
                    <a:pt x="6082606" y="1190033"/>
                  </a:lnTo>
                  <a:lnTo>
                    <a:pt x="6083888" y="1219449"/>
                  </a:lnTo>
                  <a:lnTo>
                    <a:pt x="6085170" y="1218861"/>
                  </a:lnTo>
                  <a:lnTo>
                    <a:pt x="6086451" y="1241216"/>
                  </a:lnTo>
                  <a:lnTo>
                    <a:pt x="6087733" y="1270043"/>
                  </a:lnTo>
                  <a:lnTo>
                    <a:pt x="6089015" y="1331815"/>
                  </a:lnTo>
                  <a:lnTo>
                    <a:pt x="6090297" y="1340051"/>
                  </a:lnTo>
                  <a:lnTo>
                    <a:pt x="6091579" y="1350641"/>
                  </a:lnTo>
                  <a:lnTo>
                    <a:pt x="6092861" y="1372408"/>
                  </a:lnTo>
                  <a:lnTo>
                    <a:pt x="6094143" y="1365937"/>
                  </a:lnTo>
                  <a:lnTo>
                    <a:pt x="6095424" y="1387116"/>
                  </a:lnTo>
                  <a:lnTo>
                    <a:pt x="6096706" y="1399470"/>
                  </a:lnTo>
                  <a:lnTo>
                    <a:pt x="6097988" y="1409884"/>
                  </a:lnTo>
                  <a:lnTo>
                    <a:pt x="6099270" y="1393240"/>
                  </a:lnTo>
                  <a:lnTo>
                    <a:pt x="6100552" y="1333138"/>
                  </a:lnTo>
                  <a:lnTo>
                    <a:pt x="6101834" y="1203312"/>
                  </a:lnTo>
                  <a:lnTo>
                    <a:pt x="6103115" y="1184738"/>
                  </a:lnTo>
                  <a:lnTo>
                    <a:pt x="6104397" y="1131437"/>
                  </a:lnTo>
                  <a:lnTo>
                    <a:pt x="6105679" y="1272424"/>
                  </a:lnTo>
                  <a:lnTo>
                    <a:pt x="6106961" y="1262318"/>
                  </a:lnTo>
                  <a:lnTo>
                    <a:pt x="6108243" y="1186553"/>
                  </a:lnTo>
                  <a:lnTo>
                    <a:pt x="6109525" y="1165913"/>
                  </a:lnTo>
                  <a:lnTo>
                    <a:pt x="6110807" y="1169443"/>
                  </a:lnTo>
                  <a:lnTo>
                    <a:pt x="6112088" y="1170031"/>
                  </a:lnTo>
                  <a:lnTo>
                    <a:pt x="6113370" y="1177091"/>
                  </a:lnTo>
                  <a:lnTo>
                    <a:pt x="6114652" y="1184739"/>
                  </a:lnTo>
                  <a:lnTo>
                    <a:pt x="6115934" y="1186504"/>
                  </a:lnTo>
                  <a:lnTo>
                    <a:pt x="6117216" y="1205918"/>
                  </a:lnTo>
                  <a:lnTo>
                    <a:pt x="6118498" y="1248276"/>
                  </a:lnTo>
                  <a:lnTo>
                    <a:pt x="6119779" y="1304165"/>
                  </a:lnTo>
                  <a:lnTo>
                    <a:pt x="6121061" y="1295340"/>
                  </a:lnTo>
                  <a:lnTo>
                    <a:pt x="6122343" y="1317696"/>
                  </a:lnTo>
                  <a:lnTo>
                    <a:pt x="6123625" y="1345935"/>
                  </a:lnTo>
                  <a:lnTo>
                    <a:pt x="6124907" y="1323520"/>
                  </a:lnTo>
                  <a:lnTo>
                    <a:pt x="6126189" y="1318081"/>
                  </a:lnTo>
                  <a:lnTo>
                    <a:pt x="6127470" y="1373565"/>
                  </a:lnTo>
                  <a:lnTo>
                    <a:pt x="6128752" y="1322028"/>
                  </a:lnTo>
                  <a:lnTo>
                    <a:pt x="6130034" y="1370484"/>
                  </a:lnTo>
                  <a:lnTo>
                    <a:pt x="6131316" y="1369676"/>
                  </a:lnTo>
                  <a:lnTo>
                    <a:pt x="6132598" y="1355139"/>
                  </a:lnTo>
                  <a:lnTo>
                    <a:pt x="6133880" y="1334950"/>
                  </a:lnTo>
                  <a:lnTo>
                    <a:pt x="6135162" y="1302646"/>
                  </a:lnTo>
                  <a:lnTo>
                    <a:pt x="6136443" y="1330912"/>
                  </a:lnTo>
                  <a:lnTo>
                    <a:pt x="6137725" y="1317990"/>
                  </a:lnTo>
                  <a:lnTo>
                    <a:pt x="6139007" y="1327681"/>
                  </a:lnTo>
                  <a:lnTo>
                    <a:pt x="6140289" y="1346256"/>
                  </a:lnTo>
                  <a:lnTo>
                    <a:pt x="6141571" y="1345448"/>
                  </a:lnTo>
                  <a:lnTo>
                    <a:pt x="6142853" y="1359985"/>
                  </a:lnTo>
                  <a:lnTo>
                    <a:pt x="6144134" y="1365638"/>
                  </a:lnTo>
                  <a:lnTo>
                    <a:pt x="6145416" y="1368869"/>
                  </a:lnTo>
                  <a:lnTo>
                    <a:pt x="6146698" y="1346256"/>
                  </a:lnTo>
                  <a:lnTo>
                    <a:pt x="6147980" y="1340603"/>
                  </a:lnTo>
                  <a:lnTo>
                    <a:pt x="6149262" y="1292955"/>
                  </a:lnTo>
                  <a:lnTo>
                    <a:pt x="6150544" y="1327362"/>
                  </a:lnTo>
                  <a:lnTo>
                    <a:pt x="6151826" y="1301716"/>
                  </a:lnTo>
                  <a:lnTo>
                    <a:pt x="6153107" y="1275047"/>
                  </a:lnTo>
                  <a:lnTo>
                    <a:pt x="6154389" y="1245953"/>
                  </a:lnTo>
                  <a:lnTo>
                    <a:pt x="6155671" y="1248276"/>
                  </a:lnTo>
                  <a:lnTo>
                    <a:pt x="6156953" y="1312014"/>
                  </a:lnTo>
                  <a:lnTo>
                    <a:pt x="6158235" y="1325519"/>
                  </a:lnTo>
                  <a:lnTo>
                    <a:pt x="6159517" y="1271920"/>
                  </a:lnTo>
                  <a:lnTo>
                    <a:pt x="6160798" y="1221824"/>
                  </a:lnTo>
                  <a:lnTo>
                    <a:pt x="6162080" y="1215737"/>
                  </a:lnTo>
                  <a:lnTo>
                    <a:pt x="6163362" y="1206841"/>
                  </a:lnTo>
                  <a:lnTo>
                    <a:pt x="6164644" y="1219951"/>
                  </a:lnTo>
                  <a:lnTo>
                    <a:pt x="6165926" y="1233528"/>
                  </a:lnTo>
                  <a:lnTo>
                    <a:pt x="6167208" y="1199350"/>
                  </a:lnTo>
                  <a:lnTo>
                    <a:pt x="6168489" y="1176409"/>
                  </a:lnTo>
                  <a:lnTo>
                    <a:pt x="6169771" y="1212077"/>
                  </a:lnTo>
                  <a:lnTo>
                    <a:pt x="6171053" y="1215318"/>
                  </a:lnTo>
                  <a:lnTo>
                    <a:pt x="6172335" y="1210225"/>
                  </a:lnTo>
                  <a:lnTo>
                    <a:pt x="6173617" y="1199030"/>
                  </a:lnTo>
                  <a:lnTo>
                    <a:pt x="6174899" y="1032368"/>
                  </a:lnTo>
                  <a:lnTo>
                    <a:pt x="6176181" y="1003505"/>
                  </a:lnTo>
                  <a:lnTo>
                    <a:pt x="6177462" y="996038"/>
                  </a:lnTo>
                  <a:lnTo>
                    <a:pt x="6178744" y="865739"/>
                  </a:lnTo>
                  <a:lnTo>
                    <a:pt x="6180026" y="926308"/>
                  </a:lnTo>
                  <a:lnTo>
                    <a:pt x="6181308" y="932769"/>
                  </a:lnTo>
                  <a:lnTo>
                    <a:pt x="6182590" y="971533"/>
                  </a:lnTo>
                  <a:lnTo>
                    <a:pt x="6183872" y="982839"/>
                  </a:lnTo>
                  <a:lnTo>
                    <a:pt x="6185153" y="1006260"/>
                  </a:lnTo>
                  <a:lnTo>
                    <a:pt x="6186435" y="1062791"/>
                  </a:lnTo>
                  <a:lnTo>
                    <a:pt x="6187717" y="1137897"/>
                  </a:lnTo>
                  <a:lnTo>
                    <a:pt x="6188999" y="1177469"/>
                  </a:lnTo>
                  <a:lnTo>
                    <a:pt x="6190281" y="1203312"/>
                  </a:lnTo>
                  <a:lnTo>
                    <a:pt x="6191563" y="1249345"/>
                  </a:lnTo>
                  <a:lnTo>
                    <a:pt x="6192845" y="1294570"/>
                  </a:lnTo>
                  <a:lnTo>
                    <a:pt x="6194126" y="1367253"/>
                  </a:lnTo>
                  <a:lnTo>
                    <a:pt x="6195408" y="1461742"/>
                  </a:lnTo>
                  <a:lnTo>
                    <a:pt x="6196690" y="1489200"/>
                  </a:lnTo>
                  <a:lnTo>
                    <a:pt x="6197972" y="1472240"/>
                  </a:lnTo>
                  <a:lnTo>
                    <a:pt x="6199254" y="1464972"/>
                  </a:lnTo>
                  <a:lnTo>
                    <a:pt x="6200536" y="1459319"/>
                  </a:lnTo>
                  <a:lnTo>
                    <a:pt x="6201817" y="1442360"/>
                  </a:lnTo>
                  <a:lnTo>
                    <a:pt x="6203099" y="1395519"/>
                  </a:lnTo>
                  <a:lnTo>
                    <a:pt x="6204381" y="1377752"/>
                  </a:lnTo>
                  <a:lnTo>
                    <a:pt x="6205663" y="1387443"/>
                  </a:lnTo>
                  <a:lnTo>
                    <a:pt x="6206945" y="1335757"/>
                  </a:lnTo>
                  <a:lnTo>
                    <a:pt x="6208227" y="1392634"/>
                  </a:lnTo>
                  <a:lnTo>
                    <a:pt x="6209509" y="1399907"/>
                  </a:lnTo>
                  <a:lnTo>
                    <a:pt x="6210790" y="1386572"/>
                  </a:lnTo>
                  <a:lnTo>
                    <a:pt x="6212072" y="1345962"/>
                  </a:lnTo>
                  <a:lnTo>
                    <a:pt x="6213354" y="1297473"/>
                  </a:lnTo>
                  <a:lnTo>
                    <a:pt x="6214636" y="1238073"/>
                  </a:lnTo>
                  <a:lnTo>
                    <a:pt x="6215918" y="1205329"/>
                  </a:lnTo>
                  <a:lnTo>
                    <a:pt x="6217200" y="1184739"/>
                  </a:lnTo>
                  <a:lnTo>
                    <a:pt x="6218481" y="1167678"/>
                  </a:lnTo>
                  <a:lnTo>
                    <a:pt x="6219763" y="1126497"/>
                  </a:lnTo>
                  <a:lnTo>
                    <a:pt x="6221045" y="1071196"/>
                  </a:lnTo>
                  <a:lnTo>
                    <a:pt x="6222327" y="1077079"/>
                  </a:lnTo>
                  <a:lnTo>
                    <a:pt x="6223609" y="1054723"/>
                  </a:lnTo>
                  <a:lnTo>
                    <a:pt x="6224891" y="1036486"/>
                  </a:lnTo>
                  <a:lnTo>
                    <a:pt x="6226172" y="1078255"/>
                  </a:lnTo>
                  <a:lnTo>
                    <a:pt x="6227454" y="1101090"/>
                  </a:lnTo>
                  <a:lnTo>
                    <a:pt x="6228736" y="1087668"/>
                  </a:lnTo>
                  <a:lnTo>
                    <a:pt x="6230018" y="1085903"/>
                  </a:lnTo>
                  <a:lnTo>
                    <a:pt x="6231300" y="1228283"/>
                  </a:lnTo>
                  <a:lnTo>
                    <a:pt x="6232582" y="1224116"/>
                  </a:lnTo>
                  <a:lnTo>
                    <a:pt x="6233864" y="1213453"/>
                  </a:lnTo>
                  <a:lnTo>
                    <a:pt x="6235145" y="1124732"/>
                  </a:lnTo>
                  <a:lnTo>
                    <a:pt x="6236427" y="1148264"/>
                  </a:lnTo>
                  <a:lnTo>
                    <a:pt x="6237709" y="1156500"/>
                  </a:lnTo>
                  <a:lnTo>
                    <a:pt x="6238991" y="1191799"/>
                  </a:lnTo>
                  <a:lnTo>
                    <a:pt x="6240273" y="1227097"/>
                  </a:lnTo>
                  <a:lnTo>
                    <a:pt x="6241555" y="1257689"/>
                  </a:lnTo>
                  <a:lnTo>
                    <a:pt x="6242836" y="1275926"/>
                  </a:lnTo>
                  <a:lnTo>
                    <a:pt x="6244118" y="1267690"/>
                  </a:lnTo>
                  <a:lnTo>
                    <a:pt x="6245400" y="1237098"/>
                  </a:lnTo>
                  <a:lnTo>
                    <a:pt x="6246682" y="1250041"/>
                  </a:lnTo>
                  <a:lnTo>
                    <a:pt x="6247964" y="1266561"/>
                  </a:lnTo>
                  <a:lnTo>
                    <a:pt x="6249246" y="1259125"/>
                  </a:lnTo>
                  <a:lnTo>
                    <a:pt x="6250528" y="1175854"/>
                  </a:lnTo>
                  <a:lnTo>
                    <a:pt x="6251809" y="1249345"/>
                  </a:lnTo>
                  <a:lnTo>
                    <a:pt x="6253091" y="1309107"/>
                  </a:lnTo>
                  <a:lnTo>
                    <a:pt x="6254373" y="1307492"/>
                  </a:lnTo>
                  <a:lnTo>
                    <a:pt x="6255655" y="1317183"/>
                  </a:lnTo>
                  <a:lnTo>
                    <a:pt x="6256937" y="1355947"/>
                  </a:lnTo>
                  <a:lnTo>
                    <a:pt x="6258219" y="1374522"/>
                  </a:lnTo>
                  <a:lnTo>
                    <a:pt x="6259500" y="1397942"/>
                  </a:lnTo>
                  <a:lnTo>
                    <a:pt x="6260782" y="1398749"/>
                  </a:lnTo>
                  <a:lnTo>
                    <a:pt x="6262064" y="1388251"/>
                  </a:lnTo>
                  <a:lnTo>
                    <a:pt x="6263346" y="1371291"/>
                  </a:lnTo>
                  <a:lnTo>
                    <a:pt x="6264628" y="1408441"/>
                  </a:lnTo>
                  <a:lnTo>
                    <a:pt x="6265910" y="1410056"/>
                  </a:lnTo>
                  <a:lnTo>
                    <a:pt x="6267191" y="1438322"/>
                  </a:lnTo>
                  <a:lnTo>
                    <a:pt x="6268473" y="1461742"/>
                  </a:lnTo>
                  <a:lnTo>
                    <a:pt x="6269755" y="1458511"/>
                  </a:lnTo>
                  <a:lnTo>
                    <a:pt x="6271037" y="1520097"/>
                  </a:lnTo>
                  <a:lnTo>
                    <a:pt x="6272319" y="1474460"/>
                  </a:lnTo>
                  <a:lnTo>
                    <a:pt x="6273601" y="1475544"/>
                  </a:lnTo>
                  <a:lnTo>
                    <a:pt x="6274883" y="1464772"/>
                  </a:lnTo>
                  <a:lnTo>
                    <a:pt x="6276164" y="1453006"/>
                  </a:lnTo>
                  <a:lnTo>
                    <a:pt x="6277446" y="1450065"/>
                  </a:lnTo>
                  <a:lnTo>
                    <a:pt x="6278728" y="1465949"/>
                  </a:lnTo>
                  <a:lnTo>
                    <a:pt x="6280010" y="1462419"/>
                  </a:lnTo>
                  <a:lnTo>
                    <a:pt x="6281292" y="1481833"/>
                  </a:lnTo>
                  <a:lnTo>
                    <a:pt x="6282574" y="1487128"/>
                  </a:lnTo>
                  <a:lnTo>
                    <a:pt x="6283855" y="1477127"/>
                  </a:lnTo>
                  <a:lnTo>
                    <a:pt x="6285137" y="1458889"/>
                  </a:lnTo>
                  <a:lnTo>
                    <a:pt x="6286419" y="1426532"/>
                  </a:lnTo>
                  <a:lnTo>
                    <a:pt x="6287701" y="1392411"/>
                  </a:lnTo>
                  <a:lnTo>
                    <a:pt x="6288983" y="1378291"/>
                  </a:lnTo>
                  <a:lnTo>
                    <a:pt x="6290265" y="1332984"/>
                  </a:lnTo>
                  <a:lnTo>
                    <a:pt x="6291547" y="1367177"/>
                  </a:lnTo>
                  <a:lnTo>
                    <a:pt x="6292828" y="1331455"/>
                  </a:lnTo>
                  <a:lnTo>
                    <a:pt x="6294110" y="1138705"/>
                  </a:lnTo>
                  <a:lnTo>
                    <a:pt x="6295392" y="1091057"/>
                  </a:lnTo>
                  <a:lnTo>
                    <a:pt x="6296674" y="1077328"/>
                  </a:lnTo>
                  <a:lnTo>
                    <a:pt x="6297956" y="1045832"/>
                  </a:lnTo>
                  <a:lnTo>
                    <a:pt x="6299238" y="1017566"/>
                  </a:lnTo>
                  <a:lnTo>
                    <a:pt x="6300519" y="976379"/>
                  </a:lnTo>
                  <a:lnTo>
                    <a:pt x="6301801" y="1012720"/>
                  </a:lnTo>
                  <a:lnTo>
                    <a:pt x="6303083" y="964265"/>
                  </a:lnTo>
                  <a:lnTo>
                    <a:pt x="6304365" y="894004"/>
                  </a:lnTo>
                  <a:lnTo>
                    <a:pt x="6305647" y="884313"/>
                  </a:lnTo>
                  <a:lnTo>
                    <a:pt x="6306929" y="833435"/>
                  </a:lnTo>
                  <a:lnTo>
                    <a:pt x="6308210" y="753483"/>
                  </a:lnTo>
                  <a:lnTo>
                    <a:pt x="6309492" y="743792"/>
                  </a:lnTo>
                  <a:lnTo>
                    <a:pt x="6310774" y="692106"/>
                  </a:lnTo>
                  <a:lnTo>
                    <a:pt x="6312056" y="689684"/>
                  </a:lnTo>
                  <a:lnTo>
                    <a:pt x="6313338" y="939440"/>
                  </a:lnTo>
                  <a:lnTo>
                    <a:pt x="6314620" y="956834"/>
                  </a:lnTo>
                  <a:lnTo>
                    <a:pt x="6315902" y="916224"/>
                  </a:lnTo>
                  <a:lnTo>
                    <a:pt x="6317183" y="944710"/>
                  </a:lnTo>
                  <a:lnTo>
                    <a:pt x="6318465" y="965301"/>
                  </a:lnTo>
                  <a:lnTo>
                    <a:pt x="6319747" y="968831"/>
                  </a:lnTo>
                  <a:lnTo>
                    <a:pt x="6321029" y="940592"/>
                  </a:lnTo>
                  <a:lnTo>
                    <a:pt x="6322311" y="1066813"/>
                  </a:lnTo>
                  <a:lnTo>
                    <a:pt x="6323593" y="1112063"/>
                  </a:lnTo>
                  <a:lnTo>
                    <a:pt x="6324874" y="1108521"/>
                  </a:lnTo>
                  <a:lnTo>
                    <a:pt x="6326156" y="1165172"/>
                  </a:lnTo>
                  <a:lnTo>
                    <a:pt x="6327438" y="1215737"/>
                  </a:lnTo>
                  <a:lnTo>
                    <a:pt x="6328720" y="1234465"/>
                  </a:lnTo>
                  <a:lnTo>
                    <a:pt x="6330002" y="1254129"/>
                  </a:lnTo>
                  <a:lnTo>
                    <a:pt x="6331284" y="1266302"/>
                  </a:lnTo>
                  <a:lnTo>
                    <a:pt x="6332566" y="1295422"/>
                  </a:lnTo>
                  <a:lnTo>
                    <a:pt x="6333847" y="1313481"/>
                  </a:lnTo>
                  <a:lnTo>
                    <a:pt x="6335129" y="1339410"/>
                  </a:lnTo>
                  <a:lnTo>
                    <a:pt x="6336411" y="1212389"/>
                  </a:lnTo>
                  <a:lnTo>
                    <a:pt x="6337693" y="1176502"/>
                  </a:lnTo>
                  <a:lnTo>
                    <a:pt x="6338975" y="1187092"/>
                  </a:lnTo>
                  <a:lnTo>
                    <a:pt x="6340257" y="1209448"/>
                  </a:lnTo>
                  <a:lnTo>
                    <a:pt x="6341538" y="1227691"/>
                  </a:lnTo>
                  <a:lnTo>
                    <a:pt x="6342820" y="1194075"/>
                  </a:lnTo>
                  <a:lnTo>
                    <a:pt x="6344102" y="1001414"/>
                  </a:lnTo>
                  <a:lnTo>
                    <a:pt x="6345384" y="935192"/>
                  </a:lnTo>
                  <a:lnTo>
                    <a:pt x="6346666" y="888351"/>
                  </a:lnTo>
                  <a:lnTo>
                    <a:pt x="6347948" y="878660"/>
                  </a:lnTo>
                  <a:lnTo>
                    <a:pt x="6349230" y="882698"/>
                  </a:lnTo>
                  <a:lnTo>
                    <a:pt x="6350511" y="897235"/>
                  </a:lnTo>
                  <a:lnTo>
                    <a:pt x="6351793" y="933576"/>
                  </a:lnTo>
                  <a:lnTo>
                    <a:pt x="6353075" y="978802"/>
                  </a:lnTo>
                  <a:lnTo>
                    <a:pt x="6354357" y="1016758"/>
                  </a:lnTo>
                  <a:lnTo>
                    <a:pt x="6355639" y="1061176"/>
                  </a:lnTo>
                  <a:lnTo>
                    <a:pt x="6356921" y="1112054"/>
                  </a:lnTo>
                  <a:lnTo>
                    <a:pt x="6358202" y="1129821"/>
                  </a:lnTo>
                  <a:lnTo>
                    <a:pt x="6359484" y="1109632"/>
                  </a:lnTo>
                  <a:lnTo>
                    <a:pt x="6360766" y="1171816"/>
                  </a:lnTo>
                  <a:lnTo>
                    <a:pt x="6362048" y="1183122"/>
                  </a:lnTo>
                  <a:lnTo>
                    <a:pt x="6363330" y="1238039"/>
                  </a:lnTo>
                  <a:lnTo>
                    <a:pt x="6364612" y="1293762"/>
                  </a:lnTo>
                  <a:lnTo>
                    <a:pt x="6365893" y="1354332"/>
                  </a:lnTo>
                  <a:lnTo>
                    <a:pt x="6367175" y="1410056"/>
                  </a:lnTo>
                  <a:lnTo>
                    <a:pt x="6368457" y="1437514"/>
                  </a:lnTo>
                  <a:lnTo>
                    <a:pt x="6369739" y="1438322"/>
                  </a:lnTo>
                  <a:lnTo>
                    <a:pt x="6371021" y="1401980"/>
                  </a:lnTo>
                  <a:lnTo>
                    <a:pt x="6372303" y="1377752"/>
                  </a:lnTo>
                  <a:lnTo>
                    <a:pt x="6373585" y="1347871"/>
                  </a:lnTo>
                  <a:lnTo>
                    <a:pt x="6374866" y="1271150"/>
                  </a:lnTo>
                  <a:lnTo>
                    <a:pt x="6376148" y="1228347"/>
                  </a:lnTo>
                  <a:lnTo>
                    <a:pt x="6377430" y="1224310"/>
                  </a:lnTo>
                  <a:lnTo>
                    <a:pt x="6378712" y="1265497"/>
                  </a:lnTo>
                  <a:lnTo>
                    <a:pt x="6379994" y="1242884"/>
                  </a:lnTo>
                  <a:lnTo>
                    <a:pt x="6381276" y="1241269"/>
                  </a:lnTo>
                  <a:lnTo>
                    <a:pt x="6382557" y="1221079"/>
                  </a:lnTo>
                  <a:lnTo>
                    <a:pt x="6383839" y="1223502"/>
                  </a:lnTo>
                  <a:lnTo>
                    <a:pt x="6385121" y="1204927"/>
                  </a:lnTo>
                  <a:lnTo>
                    <a:pt x="6386403" y="1175854"/>
                  </a:lnTo>
                  <a:lnTo>
                    <a:pt x="6387685" y="1167778"/>
                  </a:lnTo>
                  <a:lnTo>
                    <a:pt x="6388967" y="1177469"/>
                  </a:lnTo>
                  <a:lnTo>
                    <a:pt x="6390249" y="1159702"/>
                  </a:lnTo>
                  <a:lnTo>
                    <a:pt x="6391530" y="1167778"/>
                  </a:lnTo>
                  <a:lnTo>
                    <a:pt x="6392812" y="1175854"/>
                  </a:lnTo>
                  <a:lnTo>
                    <a:pt x="6394094" y="1229963"/>
                  </a:lnTo>
                  <a:lnTo>
                    <a:pt x="6395376" y="1254190"/>
                  </a:lnTo>
                  <a:lnTo>
                    <a:pt x="6396658" y="1239654"/>
                  </a:lnTo>
                  <a:lnTo>
                    <a:pt x="6397940" y="1227540"/>
                  </a:lnTo>
                  <a:lnTo>
                    <a:pt x="6399221" y="1203312"/>
                  </a:lnTo>
                  <a:lnTo>
                    <a:pt x="6400503" y="1216234"/>
                  </a:lnTo>
                  <a:lnTo>
                    <a:pt x="6401785" y="1229155"/>
                  </a:lnTo>
                  <a:lnTo>
                    <a:pt x="6403067" y="1206543"/>
                  </a:lnTo>
                  <a:lnTo>
                    <a:pt x="6404349" y="1227540"/>
                  </a:lnTo>
                  <a:lnTo>
                    <a:pt x="6405631" y="1240461"/>
                  </a:lnTo>
                  <a:lnTo>
                    <a:pt x="6406912" y="1246115"/>
                  </a:lnTo>
                  <a:lnTo>
                    <a:pt x="6408194" y="1230770"/>
                  </a:lnTo>
                  <a:lnTo>
                    <a:pt x="6409476" y="1280841"/>
                  </a:lnTo>
                  <a:lnTo>
                    <a:pt x="6410758" y="1296993"/>
                  </a:lnTo>
                  <a:lnTo>
                    <a:pt x="6412040" y="1318798"/>
                  </a:lnTo>
                  <a:lnTo>
                    <a:pt x="6413322" y="1325259"/>
                  </a:lnTo>
                  <a:lnTo>
                    <a:pt x="6414604" y="1340603"/>
                  </a:lnTo>
                  <a:lnTo>
                    <a:pt x="6415885" y="1370484"/>
                  </a:lnTo>
                  <a:lnTo>
                    <a:pt x="6417167" y="1389866"/>
                  </a:lnTo>
                  <a:lnTo>
                    <a:pt x="6418449" y="1495693"/>
                  </a:lnTo>
                  <a:lnTo>
                    <a:pt x="6419731" y="1520525"/>
                  </a:lnTo>
                  <a:lnTo>
                    <a:pt x="6421013" y="1532427"/>
                  </a:lnTo>
                  <a:lnTo>
                    <a:pt x="6422295" y="1543605"/>
                  </a:lnTo>
                  <a:lnTo>
                    <a:pt x="6423576" y="1532427"/>
                  </a:lnTo>
                  <a:lnTo>
                    <a:pt x="6424858" y="1535369"/>
                  </a:lnTo>
                  <a:lnTo>
                    <a:pt x="6426140" y="1531839"/>
                  </a:lnTo>
                  <a:lnTo>
                    <a:pt x="6427422" y="1537722"/>
                  </a:lnTo>
                  <a:lnTo>
                    <a:pt x="6428704" y="1506542"/>
                  </a:lnTo>
                  <a:lnTo>
                    <a:pt x="6429986" y="1487128"/>
                  </a:lnTo>
                  <a:lnTo>
                    <a:pt x="6431268" y="1480657"/>
                  </a:lnTo>
                  <a:lnTo>
                    <a:pt x="6432549" y="1468890"/>
                  </a:lnTo>
                  <a:lnTo>
                    <a:pt x="6433831" y="1471244"/>
                  </a:lnTo>
                  <a:lnTo>
                    <a:pt x="6435113" y="1462419"/>
                  </a:lnTo>
                  <a:lnTo>
                    <a:pt x="6436395" y="1436534"/>
                  </a:lnTo>
                  <a:lnTo>
                    <a:pt x="6437677" y="1427630"/>
                  </a:lnTo>
                  <a:lnTo>
                    <a:pt x="6438959" y="1364172"/>
                  </a:lnTo>
                  <a:lnTo>
                    <a:pt x="6440240" y="1381083"/>
                  </a:lnTo>
                  <a:lnTo>
                    <a:pt x="6441522" y="1340277"/>
                  </a:lnTo>
                  <a:lnTo>
                    <a:pt x="6442804" y="1349133"/>
                  </a:lnTo>
                  <a:lnTo>
                    <a:pt x="6444086" y="1368744"/>
                  </a:lnTo>
                  <a:lnTo>
                    <a:pt x="6445368" y="1333315"/>
                  </a:lnTo>
                  <a:lnTo>
                    <a:pt x="6446650" y="1307748"/>
                  </a:lnTo>
                  <a:lnTo>
                    <a:pt x="6447931" y="1320532"/>
                  </a:lnTo>
                  <a:lnTo>
                    <a:pt x="6449213" y="1319436"/>
                  </a:lnTo>
                  <a:lnTo>
                    <a:pt x="6450495" y="1272685"/>
                  </a:lnTo>
                  <a:lnTo>
                    <a:pt x="6451777" y="1257710"/>
                  </a:lnTo>
                  <a:lnTo>
                    <a:pt x="6453059" y="1244196"/>
                  </a:lnTo>
                  <a:lnTo>
                    <a:pt x="6454341" y="1231778"/>
                  </a:lnTo>
                  <a:lnTo>
                    <a:pt x="6455623" y="1246388"/>
                  </a:lnTo>
                  <a:lnTo>
                    <a:pt x="6456904" y="1260997"/>
                  </a:lnTo>
                  <a:lnTo>
                    <a:pt x="6458186" y="1251804"/>
                  </a:lnTo>
                  <a:lnTo>
                    <a:pt x="6459468" y="1247106"/>
                  </a:lnTo>
                  <a:lnTo>
                    <a:pt x="6460750" y="1273793"/>
                  </a:lnTo>
                  <a:lnTo>
                    <a:pt x="6462032" y="1207768"/>
                  </a:lnTo>
                  <a:lnTo>
                    <a:pt x="6463314" y="1204393"/>
                  </a:lnTo>
                  <a:lnTo>
                    <a:pt x="6464595" y="1047447"/>
                  </a:lnTo>
                  <a:lnTo>
                    <a:pt x="6465877" y="1108016"/>
                  </a:lnTo>
                  <a:lnTo>
                    <a:pt x="6467159" y="1109632"/>
                  </a:lnTo>
                  <a:lnTo>
                    <a:pt x="6468441" y="1111247"/>
                  </a:lnTo>
                  <a:lnTo>
                    <a:pt x="6469723" y="1336871"/>
                  </a:lnTo>
                  <a:lnTo>
                    <a:pt x="6471005" y="1445192"/>
                  </a:lnTo>
                  <a:lnTo>
                    <a:pt x="6472287" y="1520387"/>
                  </a:lnTo>
                  <a:lnTo>
                    <a:pt x="6473568" y="1521967"/>
                  </a:lnTo>
                  <a:lnTo>
                    <a:pt x="6474850" y="1512019"/>
                  </a:lnTo>
                  <a:lnTo>
                    <a:pt x="6476132" y="1518052"/>
                  </a:lnTo>
                  <a:lnTo>
                    <a:pt x="6477414" y="1525693"/>
                  </a:lnTo>
                  <a:lnTo>
                    <a:pt x="6478696" y="1524085"/>
                  </a:lnTo>
                  <a:lnTo>
                    <a:pt x="6479978" y="1542585"/>
                  </a:lnTo>
                  <a:lnTo>
                    <a:pt x="6481259" y="1531324"/>
                  </a:lnTo>
                  <a:lnTo>
                    <a:pt x="6482541" y="1547814"/>
                  </a:lnTo>
                  <a:lnTo>
                    <a:pt x="6483823" y="1585217"/>
                  </a:lnTo>
                  <a:lnTo>
                    <a:pt x="6485105" y="1591250"/>
                  </a:lnTo>
                  <a:lnTo>
                    <a:pt x="6486387" y="1597685"/>
                  </a:lnTo>
                  <a:lnTo>
                    <a:pt x="6487669" y="1600098"/>
                  </a:lnTo>
                  <a:lnTo>
                    <a:pt x="6488951" y="1612463"/>
                  </a:lnTo>
                  <a:lnTo>
                    <a:pt x="6490232" y="1598706"/>
                  </a:lnTo>
                  <a:lnTo>
                    <a:pt x="6491514" y="1551437"/>
                  </a:lnTo>
                  <a:lnTo>
                    <a:pt x="6492796" y="1557663"/>
                  </a:lnTo>
                  <a:lnTo>
                    <a:pt x="6494078" y="1498891"/>
                  </a:lnTo>
                  <a:lnTo>
                    <a:pt x="6495360" y="1493238"/>
                  </a:lnTo>
                  <a:lnTo>
                    <a:pt x="6496642" y="1490007"/>
                  </a:lnTo>
                  <a:lnTo>
                    <a:pt x="6497923" y="1485162"/>
                  </a:lnTo>
                  <a:lnTo>
                    <a:pt x="6499205" y="1477894"/>
                  </a:lnTo>
                  <a:lnTo>
                    <a:pt x="6500487" y="1517466"/>
                  </a:lnTo>
                  <a:lnTo>
                    <a:pt x="6501769" y="1523119"/>
                  </a:lnTo>
                  <a:lnTo>
                    <a:pt x="6503051" y="1509390"/>
                  </a:lnTo>
                  <a:lnTo>
                    <a:pt x="6504333" y="1511812"/>
                  </a:lnTo>
                  <a:lnTo>
                    <a:pt x="6505614" y="1528772"/>
                  </a:lnTo>
                  <a:lnTo>
                    <a:pt x="6506896" y="1551384"/>
                  </a:lnTo>
                  <a:lnTo>
                    <a:pt x="6508178" y="1560268"/>
                  </a:lnTo>
                  <a:lnTo>
                    <a:pt x="6509460" y="1550577"/>
                  </a:lnTo>
                  <a:lnTo>
                    <a:pt x="6510742" y="1580171"/>
                  </a:lnTo>
                  <a:lnTo>
                    <a:pt x="6512024" y="1581743"/>
                  </a:lnTo>
                  <a:lnTo>
                    <a:pt x="6513306" y="1548900"/>
                  </a:lnTo>
                  <a:lnTo>
                    <a:pt x="6514587" y="1540075"/>
                  </a:lnTo>
                  <a:lnTo>
                    <a:pt x="6515869" y="1550077"/>
                  </a:lnTo>
                  <a:lnTo>
                    <a:pt x="6517151" y="1545370"/>
                  </a:lnTo>
                  <a:lnTo>
                    <a:pt x="6518433" y="1529486"/>
                  </a:lnTo>
                  <a:lnTo>
                    <a:pt x="6519715" y="1502424"/>
                  </a:lnTo>
                  <a:lnTo>
                    <a:pt x="6520997" y="1476538"/>
                  </a:lnTo>
                  <a:lnTo>
                    <a:pt x="6522278" y="1441828"/>
                  </a:lnTo>
                  <a:lnTo>
                    <a:pt x="6523560" y="1392999"/>
                  </a:lnTo>
                  <a:lnTo>
                    <a:pt x="6524842" y="1353582"/>
                  </a:lnTo>
                  <a:lnTo>
                    <a:pt x="6526124" y="1395671"/>
                  </a:lnTo>
                  <a:lnTo>
                    <a:pt x="6527406" y="1375063"/>
                  </a:lnTo>
                  <a:lnTo>
                    <a:pt x="6528688" y="1365340"/>
                  </a:lnTo>
                  <a:lnTo>
                    <a:pt x="6529970" y="1356079"/>
                  </a:lnTo>
                  <a:lnTo>
                    <a:pt x="6531251" y="1364414"/>
                  </a:lnTo>
                  <a:lnTo>
                    <a:pt x="6532533" y="1372114"/>
                  </a:lnTo>
                  <a:lnTo>
                    <a:pt x="6533815" y="1373050"/>
                  </a:lnTo>
                  <a:lnTo>
                    <a:pt x="6535097" y="1424744"/>
                  </a:lnTo>
                  <a:lnTo>
                    <a:pt x="6536379" y="1418309"/>
                  </a:lnTo>
                  <a:lnTo>
                    <a:pt x="6537661" y="1408255"/>
                  </a:lnTo>
                  <a:lnTo>
                    <a:pt x="6538942" y="1402222"/>
                  </a:lnTo>
                  <a:lnTo>
                    <a:pt x="6540224" y="1405037"/>
                  </a:lnTo>
                  <a:lnTo>
                    <a:pt x="6541506" y="1403026"/>
                  </a:lnTo>
                  <a:lnTo>
                    <a:pt x="6542788" y="1421527"/>
                  </a:lnTo>
                  <a:lnTo>
                    <a:pt x="6544070" y="1433995"/>
                  </a:lnTo>
                  <a:lnTo>
                    <a:pt x="6545352" y="1460715"/>
                  </a:lnTo>
                  <a:lnTo>
                    <a:pt x="6546633" y="1478103"/>
                  </a:lnTo>
                  <a:lnTo>
                    <a:pt x="6547915" y="1468223"/>
                  </a:lnTo>
                  <a:lnTo>
                    <a:pt x="6549197" y="1399269"/>
                  </a:lnTo>
                  <a:lnTo>
                    <a:pt x="6550479" y="1364877"/>
                  </a:lnTo>
                  <a:lnTo>
                    <a:pt x="6551761" y="1248864"/>
                  </a:lnTo>
                  <a:lnTo>
                    <a:pt x="6553043" y="1208762"/>
                  </a:lnTo>
                  <a:lnTo>
                    <a:pt x="6554325" y="983647"/>
                  </a:lnTo>
                  <a:lnTo>
                    <a:pt x="6555606" y="966688"/>
                  </a:lnTo>
                  <a:lnTo>
                    <a:pt x="6556888" y="969918"/>
                  </a:lnTo>
                  <a:lnTo>
                    <a:pt x="6558170" y="973956"/>
                  </a:lnTo>
                  <a:lnTo>
                    <a:pt x="6559452" y="1146826"/>
                  </a:lnTo>
                  <a:lnTo>
                    <a:pt x="6560734" y="1160490"/>
                  </a:lnTo>
                  <a:lnTo>
                    <a:pt x="6562016" y="1173825"/>
                  </a:lnTo>
                  <a:lnTo>
                    <a:pt x="6563297" y="1178267"/>
                  </a:lnTo>
                  <a:lnTo>
                    <a:pt x="6564579" y="1253358"/>
                  </a:lnTo>
                  <a:lnTo>
                    <a:pt x="6565861" y="1261158"/>
                  </a:lnTo>
                  <a:lnTo>
                    <a:pt x="6567143" y="1255533"/>
                  </a:lnTo>
                  <a:lnTo>
                    <a:pt x="6568425" y="1336629"/>
                  </a:lnTo>
                  <a:lnTo>
                    <a:pt x="6569707" y="1335049"/>
                  </a:lnTo>
                  <a:lnTo>
                    <a:pt x="6570989" y="1306099"/>
                  </a:lnTo>
                  <a:lnTo>
                    <a:pt x="6572270" y="1322589"/>
                  </a:lnTo>
                  <a:lnTo>
                    <a:pt x="6573552" y="1337068"/>
                  </a:lnTo>
                  <a:lnTo>
                    <a:pt x="6574834" y="1360395"/>
                  </a:lnTo>
                  <a:lnTo>
                    <a:pt x="6576116" y="1369645"/>
                  </a:lnTo>
                  <a:lnTo>
                    <a:pt x="6577398" y="1360395"/>
                  </a:lnTo>
                  <a:lnTo>
                    <a:pt x="6578680" y="1331437"/>
                  </a:lnTo>
                  <a:lnTo>
                    <a:pt x="6579961" y="1327817"/>
                  </a:lnTo>
                  <a:lnTo>
                    <a:pt x="6581243" y="1340620"/>
                  </a:lnTo>
                  <a:lnTo>
                    <a:pt x="6582525" y="1295240"/>
                  </a:lnTo>
                  <a:lnTo>
                    <a:pt x="6583807" y="1324774"/>
                  </a:lnTo>
                  <a:lnTo>
                    <a:pt x="6585089" y="1323393"/>
                  </a:lnTo>
                  <a:lnTo>
                    <a:pt x="6586371" y="1342952"/>
                  </a:lnTo>
                  <a:lnTo>
                    <a:pt x="6587652" y="1361921"/>
                  </a:lnTo>
                  <a:lnTo>
                    <a:pt x="6588934" y="1387212"/>
                  </a:lnTo>
                  <a:lnTo>
                    <a:pt x="6590216" y="1346363"/>
                  </a:lnTo>
                  <a:lnTo>
                    <a:pt x="6591498" y="1333254"/>
                  </a:lnTo>
                  <a:lnTo>
                    <a:pt x="6592780" y="1361601"/>
                  </a:lnTo>
                  <a:lnTo>
                    <a:pt x="6594062" y="1342296"/>
                  </a:lnTo>
                  <a:lnTo>
                    <a:pt x="6595344" y="1384710"/>
                  </a:lnTo>
                  <a:lnTo>
                    <a:pt x="6596625" y="1422631"/>
                  </a:lnTo>
                  <a:lnTo>
                    <a:pt x="6597907" y="1440017"/>
                  </a:lnTo>
                  <a:lnTo>
                    <a:pt x="6599189" y="1443432"/>
                  </a:lnTo>
                  <a:lnTo>
                    <a:pt x="6600471" y="1477512"/>
                  </a:lnTo>
                  <a:lnTo>
                    <a:pt x="6601753" y="1491647"/>
                  </a:lnTo>
                  <a:lnTo>
                    <a:pt x="6603035" y="1500012"/>
                  </a:lnTo>
                  <a:lnTo>
                    <a:pt x="6604316" y="1511262"/>
                  </a:lnTo>
                  <a:lnTo>
                    <a:pt x="6605598" y="1523089"/>
                  </a:lnTo>
                  <a:lnTo>
                    <a:pt x="6606880" y="1511116"/>
                  </a:lnTo>
                  <a:lnTo>
                    <a:pt x="6608162" y="1518878"/>
                  </a:lnTo>
                  <a:lnTo>
                    <a:pt x="6609444" y="1536575"/>
                  </a:lnTo>
                  <a:lnTo>
                    <a:pt x="6610726" y="1574147"/>
                  </a:lnTo>
                  <a:lnTo>
                    <a:pt x="6612008" y="1564208"/>
                  </a:lnTo>
                  <a:lnTo>
                    <a:pt x="6613289" y="1564829"/>
                  </a:lnTo>
                  <a:lnTo>
                    <a:pt x="6614571" y="1586666"/>
                  </a:lnTo>
                  <a:lnTo>
                    <a:pt x="6615853" y="1588012"/>
                  </a:lnTo>
                  <a:lnTo>
                    <a:pt x="6617135" y="1610204"/>
                  </a:lnTo>
                  <a:lnTo>
                    <a:pt x="6618417" y="1629323"/>
                  </a:lnTo>
                  <a:lnTo>
                    <a:pt x="6619699" y="1641569"/>
                  </a:lnTo>
                  <a:lnTo>
                    <a:pt x="6620980" y="1634493"/>
                  </a:lnTo>
                  <a:lnTo>
                    <a:pt x="6622262" y="1616804"/>
                  </a:lnTo>
                  <a:lnTo>
                    <a:pt x="6623544" y="1603469"/>
                  </a:lnTo>
                  <a:lnTo>
                    <a:pt x="6624826" y="1601749"/>
                  </a:lnTo>
                  <a:lnTo>
                    <a:pt x="6626108" y="1595762"/>
                  </a:lnTo>
                  <a:lnTo>
                    <a:pt x="6627390" y="1587280"/>
                  </a:lnTo>
                  <a:lnTo>
                    <a:pt x="6628672" y="1577052"/>
                  </a:lnTo>
                  <a:lnTo>
                    <a:pt x="6629953" y="1572562"/>
                  </a:lnTo>
                  <a:lnTo>
                    <a:pt x="6631235" y="1588777"/>
                  </a:lnTo>
                  <a:lnTo>
                    <a:pt x="6632517" y="1600253"/>
                  </a:lnTo>
                  <a:lnTo>
                    <a:pt x="6633799" y="1600751"/>
                  </a:lnTo>
                  <a:lnTo>
                    <a:pt x="6635081" y="1598842"/>
                  </a:lnTo>
                  <a:lnTo>
                    <a:pt x="6636363" y="1582626"/>
                  </a:lnTo>
                  <a:lnTo>
                    <a:pt x="6637644" y="1561880"/>
                  </a:lnTo>
                  <a:lnTo>
                    <a:pt x="6638926" y="1518190"/>
                  </a:lnTo>
                  <a:lnTo>
                    <a:pt x="6640208" y="1534345"/>
                  </a:lnTo>
                  <a:lnTo>
                    <a:pt x="6641490" y="1556735"/>
                  </a:lnTo>
                  <a:lnTo>
                    <a:pt x="6642772" y="1538899"/>
                  </a:lnTo>
                  <a:lnTo>
                    <a:pt x="6644054" y="1573739"/>
                  </a:lnTo>
                  <a:lnTo>
                    <a:pt x="6645335" y="1583164"/>
                  </a:lnTo>
                  <a:lnTo>
                    <a:pt x="6646617" y="1566729"/>
                  </a:lnTo>
                  <a:lnTo>
                    <a:pt x="6647899" y="1594187"/>
                  </a:lnTo>
                  <a:lnTo>
                    <a:pt x="6649181" y="1603070"/>
                  </a:lnTo>
                  <a:lnTo>
                    <a:pt x="6650463" y="1598225"/>
                  </a:lnTo>
                  <a:lnTo>
                    <a:pt x="6651745" y="1587726"/>
                  </a:lnTo>
                  <a:lnTo>
                    <a:pt x="6653027" y="1579650"/>
                  </a:lnTo>
                  <a:lnTo>
                    <a:pt x="6654308" y="1571574"/>
                  </a:lnTo>
                  <a:lnTo>
                    <a:pt x="6655590" y="1571574"/>
                  </a:lnTo>
                  <a:lnTo>
                    <a:pt x="6656872" y="1584496"/>
                  </a:lnTo>
                  <a:lnTo>
                    <a:pt x="6658154" y="1594187"/>
                  </a:lnTo>
                  <a:lnTo>
                    <a:pt x="6659436" y="1603878"/>
                  </a:lnTo>
                  <a:lnTo>
                    <a:pt x="6660718" y="1603878"/>
                  </a:lnTo>
                  <a:lnTo>
                    <a:pt x="6661999" y="1580458"/>
                  </a:lnTo>
                  <a:lnTo>
                    <a:pt x="6663281" y="1571574"/>
                  </a:lnTo>
                  <a:lnTo>
                    <a:pt x="6664563" y="1553807"/>
                  </a:lnTo>
                  <a:lnTo>
                    <a:pt x="6665845" y="1515850"/>
                  </a:lnTo>
                  <a:lnTo>
                    <a:pt x="6667127" y="1568408"/>
                  </a:lnTo>
                  <a:lnTo>
                    <a:pt x="6668409" y="1551253"/>
                  </a:lnTo>
                  <a:lnTo>
                    <a:pt x="6669691" y="1534192"/>
                  </a:lnTo>
                  <a:lnTo>
                    <a:pt x="6670972" y="1521838"/>
                  </a:lnTo>
                  <a:lnTo>
                    <a:pt x="6672254" y="1565831"/>
                  </a:lnTo>
                  <a:lnTo>
                    <a:pt x="6673536" y="1536918"/>
                  </a:lnTo>
                  <a:lnTo>
                    <a:pt x="6674818" y="1551031"/>
                  </a:lnTo>
                  <a:lnTo>
                    <a:pt x="6676100" y="1561957"/>
                  </a:lnTo>
                  <a:lnTo>
                    <a:pt x="6677382" y="1578800"/>
                  </a:lnTo>
                  <a:lnTo>
                    <a:pt x="6678663" y="1583089"/>
                  </a:lnTo>
                  <a:lnTo>
                    <a:pt x="6679945" y="1590274"/>
                  </a:lnTo>
                  <a:lnTo>
                    <a:pt x="6681227" y="1582541"/>
                  </a:lnTo>
                  <a:lnTo>
                    <a:pt x="6682509" y="1580794"/>
                  </a:lnTo>
                  <a:lnTo>
                    <a:pt x="6683791" y="1584037"/>
                  </a:lnTo>
                  <a:lnTo>
                    <a:pt x="6685073" y="1592020"/>
                  </a:lnTo>
                  <a:lnTo>
                    <a:pt x="6686354" y="1593767"/>
                  </a:lnTo>
                  <a:lnTo>
                    <a:pt x="6687636" y="1592311"/>
                  </a:lnTo>
                  <a:lnTo>
                    <a:pt x="6688918" y="1602108"/>
                  </a:lnTo>
                  <a:lnTo>
                    <a:pt x="6690200" y="1611361"/>
                  </a:lnTo>
                  <a:lnTo>
                    <a:pt x="6691482" y="1618709"/>
                  </a:lnTo>
                  <a:lnTo>
                    <a:pt x="6692764" y="1636943"/>
                  </a:lnTo>
                  <a:lnTo>
                    <a:pt x="6694046" y="1634147"/>
                  </a:lnTo>
                  <a:lnTo>
                    <a:pt x="6695327" y="1630960"/>
                  </a:lnTo>
                  <a:lnTo>
                    <a:pt x="6696609" y="1626970"/>
                  </a:lnTo>
                  <a:lnTo>
                    <a:pt x="6697891" y="1625436"/>
                  </a:lnTo>
                  <a:lnTo>
                    <a:pt x="6699173" y="1583204"/>
                  </a:lnTo>
                  <a:lnTo>
                    <a:pt x="6700455" y="1540886"/>
                  </a:lnTo>
                  <a:lnTo>
                    <a:pt x="6701737" y="1555422"/>
                  </a:lnTo>
                  <a:lnTo>
                    <a:pt x="6703018" y="1536040"/>
                  </a:lnTo>
                  <a:lnTo>
                    <a:pt x="6704300" y="1487585"/>
                  </a:lnTo>
                  <a:lnTo>
                    <a:pt x="6705582" y="1474663"/>
                  </a:lnTo>
                  <a:lnTo>
                    <a:pt x="6706864" y="1474663"/>
                  </a:lnTo>
                  <a:lnTo>
                    <a:pt x="6708146" y="1474663"/>
                  </a:lnTo>
                  <a:lnTo>
                    <a:pt x="6709428" y="1463357"/>
                  </a:lnTo>
                  <a:lnTo>
                    <a:pt x="6710710" y="1550966"/>
                  </a:lnTo>
                  <a:lnTo>
                    <a:pt x="6711991" y="1526011"/>
                  </a:lnTo>
                  <a:lnTo>
                    <a:pt x="6713273" y="1542585"/>
                  </a:lnTo>
                  <a:lnTo>
                    <a:pt x="6714555" y="1567817"/>
                  </a:lnTo>
                  <a:lnTo>
                    <a:pt x="6715837" y="1534644"/>
                  </a:lnTo>
                  <a:lnTo>
                    <a:pt x="6717119" y="1512435"/>
                  </a:lnTo>
                  <a:lnTo>
                    <a:pt x="6718401" y="1520322"/>
                  </a:lnTo>
                  <a:lnTo>
                    <a:pt x="6719682" y="1503061"/>
                  </a:lnTo>
                  <a:lnTo>
                    <a:pt x="6720964" y="1507335"/>
                  </a:lnTo>
                  <a:lnTo>
                    <a:pt x="6722246" y="1508162"/>
                  </a:lnTo>
                  <a:lnTo>
                    <a:pt x="6723528" y="1517635"/>
                  </a:lnTo>
                  <a:lnTo>
                    <a:pt x="6724810" y="1522383"/>
                  </a:lnTo>
                  <a:lnTo>
                    <a:pt x="6726092" y="1513089"/>
                  </a:lnTo>
                  <a:lnTo>
                    <a:pt x="6727374" y="1509483"/>
                  </a:lnTo>
                  <a:lnTo>
                    <a:pt x="6728655" y="1504212"/>
                  </a:lnTo>
                  <a:lnTo>
                    <a:pt x="6729937" y="1511286"/>
                  </a:lnTo>
                  <a:lnTo>
                    <a:pt x="6731219" y="1520857"/>
                  </a:lnTo>
                  <a:lnTo>
                    <a:pt x="6732501" y="1527515"/>
                  </a:lnTo>
                  <a:lnTo>
                    <a:pt x="6733783" y="1536671"/>
                  </a:lnTo>
                  <a:lnTo>
                    <a:pt x="6735065" y="1562682"/>
                  </a:lnTo>
                  <a:lnTo>
                    <a:pt x="6736346" y="1584480"/>
                  </a:lnTo>
                  <a:lnTo>
                    <a:pt x="6737628" y="1594877"/>
                  </a:lnTo>
                  <a:lnTo>
                    <a:pt x="6738910" y="1622281"/>
                  </a:lnTo>
                  <a:lnTo>
                    <a:pt x="6740192" y="1632767"/>
                  </a:lnTo>
                  <a:lnTo>
                    <a:pt x="6741474" y="1636186"/>
                  </a:lnTo>
                  <a:lnTo>
                    <a:pt x="6742756" y="1619147"/>
                  </a:lnTo>
                  <a:lnTo>
                    <a:pt x="6744037" y="1609073"/>
                  </a:lnTo>
                  <a:lnTo>
                    <a:pt x="6745319" y="1540871"/>
                  </a:lnTo>
                  <a:lnTo>
                    <a:pt x="6746601" y="1494853"/>
                  </a:lnTo>
                  <a:lnTo>
                    <a:pt x="6747883" y="1536848"/>
                  </a:lnTo>
                  <a:lnTo>
                    <a:pt x="6749165" y="1553807"/>
                  </a:lnTo>
                  <a:lnTo>
                    <a:pt x="6750447" y="1555422"/>
                  </a:lnTo>
                  <a:lnTo>
                    <a:pt x="6751729" y="1569152"/>
                  </a:lnTo>
                  <a:lnTo>
                    <a:pt x="6753010" y="1639798"/>
                  </a:lnTo>
                  <a:lnTo>
                    <a:pt x="6754292" y="1646597"/>
                  </a:lnTo>
                  <a:lnTo>
                    <a:pt x="6755574" y="1659512"/>
                  </a:lnTo>
                  <a:lnTo>
                    <a:pt x="6756856" y="1668810"/>
                  </a:lnTo>
                  <a:lnTo>
                    <a:pt x="6758138" y="1668810"/>
                  </a:lnTo>
                  <a:lnTo>
                    <a:pt x="6759420" y="1668810"/>
                  </a:lnTo>
                  <a:lnTo>
                    <a:pt x="6760701" y="1668810"/>
                  </a:lnTo>
                  <a:lnTo>
                    <a:pt x="6761983" y="1668810"/>
                  </a:lnTo>
                  <a:lnTo>
                    <a:pt x="6763265" y="1668810"/>
                  </a:lnTo>
                  <a:lnTo>
                    <a:pt x="6764547" y="1668810"/>
                  </a:lnTo>
                  <a:lnTo>
                    <a:pt x="6765829" y="1668810"/>
                  </a:lnTo>
                  <a:lnTo>
                    <a:pt x="6767111" y="1668810"/>
                  </a:lnTo>
                  <a:lnTo>
                    <a:pt x="6768393" y="1668810"/>
                  </a:lnTo>
                  <a:lnTo>
                    <a:pt x="6769674" y="1668810"/>
                  </a:lnTo>
                  <a:lnTo>
                    <a:pt x="6770956" y="1668810"/>
                  </a:lnTo>
                  <a:lnTo>
                    <a:pt x="6772238" y="1668810"/>
                  </a:lnTo>
                  <a:lnTo>
                    <a:pt x="6773520" y="1668810"/>
                  </a:lnTo>
                  <a:lnTo>
                    <a:pt x="6774802" y="1668810"/>
                  </a:lnTo>
                  <a:lnTo>
                    <a:pt x="6776084" y="1668810"/>
                  </a:lnTo>
                  <a:lnTo>
                    <a:pt x="6777365" y="1668810"/>
                  </a:lnTo>
                  <a:lnTo>
                    <a:pt x="6778647" y="1668810"/>
                  </a:lnTo>
                  <a:lnTo>
                    <a:pt x="6779929" y="1668810"/>
                  </a:lnTo>
                  <a:lnTo>
                    <a:pt x="6781211" y="1668810"/>
                  </a:lnTo>
                  <a:lnTo>
                    <a:pt x="6782493" y="1668810"/>
                  </a:lnTo>
                  <a:lnTo>
                    <a:pt x="6783775" y="1668810"/>
                  </a:lnTo>
                  <a:lnTo>
                    <a:pt x="6785056" y="1664448"/>
                  </a:lnTo>
                  <a:lnTo>
                    <a:pt x="6786338" y="1646007"/>
                  </a:lnTo>
                  <a:lnTo>
                    <a:pt x="6787620" y="1653030"/>
                  </a:lnTo>
                  <a:lnTo>
                    <a:pt x="6788902" y="1650008"/>
                  </a:lnTo>
                  <a:lnTo>
                    <a:pt x="6790184" y="1623027"/>
                  </a:lnTo>
                  <a:lnTo>
                    <a:pt x="6791466" y="1609018"/>
                  </a:lnTo>
                  <a:lnTo>
                    <a:pt x="6792748" y="1607143"/>
                  </a:lnTo>
                  <a:lnTo>
                    <a:pt x="6794029" y="1539271"/>
                  </a:lnTo>
                  <a:lnTo>
                    <a:pt x="6795311" y="1539271"/>
                  </a:lnTo>
                  <a:lnTo>
                    <a:pt x="6796593" y="1546539"/>
                  </a:lnTo>
                  <a:lnTo>
                    <a:pt x="6797875" y="1539271"/>
                  </a:lnTo>
                  <a:lnTo>
                    <a:pt x="6799157" y="1539271"/>
                  </a:lnTo>
                  <a:lnTo>
                    <a:pt x="6800439" y="1539271"/>
                  </a:lnTo>
                  <a:lnTo>
                    <a:pt x="6801720" y="1556230"/>
                  </a:lnTo>
                  <a:lnTo>
                    <a:pt x="6803002" y="1571574"/>
                  </a:lnTo>
                  <a:lnTo>
                    <a:pt x="6804284" y="1596610"/>
                  </a:lnTo>
                  <a:lnTo>
                    <a:pt x="6805566" y="1603878"/>
                  </a:lnTo>
                  <a:lnTo>
                    <a:pt x="6806848" y="1603878"/>
                  </a:lnTo>
                  <a:lnTo>
                    <a:pt x="6808130" y="1603878"/>
                  </a:lnTo>
                  <a:lnTo>
                    <a:pt x="6809412" y="1605493"/>
                  </a:lnTo>
                  <a:lnTo>
                    <a:pt x="6810693" y="1620030"/>
                  </a:lnTo>
                  <a:lnTo>
                    <a:pt x="6811975" y="1629721"/>
                  </a:lnTo>
                  <a:lnTo>
                    <a:pt x="6813257" y="1652334"/>
                  </a:lnTo>
                  <a:lnTo>
                    <a:pt x="6814539" y="1652334"/>
                  </a:lnTo>
                  <a:lnTo>
                    <a:pt x="6815821" y="1657179"/>
                  </a:lnTo>
                  <a:lnTo>
                    <a:pt x="6817103" y="1668485"/>
                  </a:lnTo>
                  <a:lnTo>
                    <a:pt x="6818384" y="1668485"/>
                  </a:lnTo>
                  <a:lnTo>
                    <a:pt x="6819666" y="1668485"/>
                  </a:lnTo>
                  <a:lnTo>
                    <a:pt x="6820948" y="1668485"/>
                  </a:lnTo>
                  <a:lnTo>
                    <a:pt x="6822230" y="1666870"/>
                  </a:lnTo>
                  <a:lnTo>
                    <a:pt x="6823512" y="1642642"/>
                  </a:lnTo>
                  <a:lnTo>
                    <a:pt x="6824794" y="1620030"/>
                  </a:lnTo>
                  <a:lnTo>
                    <a:pt x="6826075" y="1606301"/>
                  </a:lnTo>
                  <a:lnTo>
                    <a:pt x="6827357" y="1590149"/>
                  </a:lnTo>
                  <a:lnTo>
                    <a:pt x="6828639" y="1586111"/>
                  </a:lnTo>
                  <a:lnTo>
                    <a:pt x="6829921" y="1571574"/>
                  </a:lnTo>
                  <a:lnTo>
                    <a:pt x="6831203" y="1571574"/>
                  </a:lnTo>
                  <a:lnTo>
                    <a:pt x="6832485" y="1571574"/>
                  </a:lnTo>
                  <a:lnTo>
                    <a:pt x="6833767" y="1559460"/>
                  </a:lnTo>
                  <a:lnTo>
                    <a:pt x="6835048" y="1548154"/>
                  </a:lnTo>
                  <a:lnTo>
                    <a:pt x="6836330" y="1522311"/>
                  </a:lnTo>
                  <a:lnTo>
                    <a:pt x="6837612" y="1506967"/>
                  </a:lnTo>
                  <a:lnTo>
                    <a:pt x="6838894" y="1506967"/>
                  </a:lnTo>
                  <a:lnTo>
                    <a:pt x="6840176" y="1506967"/>
                  </a:lnTo>
                  <a:lnTo>
                    <a:pt x="6841458" y="1508582"/>
                  </a:lnTo>
                  <a:lnTo>
                    <a:pt x="6842739" y="1518273"/>
                  </a:lnTo>
                  <a:lnTo>
                    <a:pt x="6844021" y="1591249"/>
                  </a:lnTo>
                  <a:lnTo>
                    <a:pt x="6845303" y="1610672"/>
                  </a:lnTo>
                  <a:lnTo>
                    <a:pt x="6846585" y="1648713"/>
                  </a:lnTo>
                  <a:lnTo>
                    <a:pt x="6847867" y="1645935"/>
                  </a:lnTo>
                  <a:lnTo>
                    <a:pt x="6849149" y="1647324"/>
                  </a:lnTo>
                  <a:lnTo>
                    <a:pt x="6850431" y="1615574"/>
                  </a:lnTo>
                  <a:lnTo>
                    <a:pt x="6851712" y="1593101"/>
                  </a:lnTo>
                  <a:lnTo>
                    <a:pt x="6852994" y="1594506"/>
                  </a:lnTo>
                  <a:lnTo>
                    <a:pt x="6854276" y="1601060"/>
                  </a:lnTo>
                  <a:lnTo>
                    <a:pt x="6855558" y="1612297"/>
                  </a:lnTo>
                  <a:lnTo>
                    <a:pt x="6856840" y="1607615"/>
                  </a:lnTo>
                  <a:lnTo>
                    <a:pt x="6858122" y="1606211"/>
                  </a:lnTo>
                  <a:lnTo>
                    <a:pt x="6859403" y="1605742"/>
                  </a:lnTo>
                  <a:lnTo>
                    <a:pt x="6860685" y="1596847"/>
                  </a:lnTo>
                  <a:lnTo>
                    <a:pt x="6861967" y="1627084"/>
                  </a:lnTo>
                  <a:lnTo>
                    <a:pt x="6863249" y="1588887"/>
                  </a:lnTo>
                  <a:lnTo>
                    <a:pt x="6864531" y="1579332"/>
                  </a:lnTo>
                  <a:lnTo>
                    <a:pt x="6865813" y="1576944"/>
                  </a:lnTo>
                  <a:lnTo>
                    <a:pt x="6867095" y="1578119"/>
                  </a:lnTo>
                  <a:lnTo>
                    <a:pt x="6868376" y="1579055"/>
                  </a:lnTo>
                  <a:lnTo>
                    <a:pt x="6869658" y="1606211"/>
                  </a:lnTo>
                  <a:lnTo>
                    <a:pt x="6870940" y="1628684"/>
                  </a:lnTo>
                  <a:lnTo>
                    <a:pt x="6872222" y="1634302"/>
                  </a:lnTo>
                  <a:lnTo>
                    <a:pt x="6873504" y="1633366"/>
                  </a:lnTo>
                  <a:lnTo>
                    <a:pt x="6874786" y="1628684"/>
                  </a:lnTo>
                  <a:lnTo>
                    <a:pt x="6876067" y="1642262"/>
                  </a:lnTo>
                  <a:lnTo>
                    <a:pt x="6877349" y="1643666"/>
                  </a:lnTo>
                  <a:lnTo>
                    <a:pt x="6878631" y="1644134"/>
                  </a:lnTo>
                  <a:lnTo>
                    <a:pt x="6879913" y="1653030"/>
                  </a:lnTo>
                  <a:lnTo>
                    <a:pt x="6881195" y="1657974"/>
                  </a:lnTo>
                  <a:lnTo>
                    <a:pt x="6882477" y="1668810"/>
                  </a:lnTo>
                  <a:lnTo>
                    <a:pt x="6883758" y="1668810"/>
                  </a:lnTo>
                  <a:lnTo>
                    <a:pt x="6885040" y="1663061"/>
                  </a:lnTo>
                  <a:lnTo>
                    <a:pt x="6886322" y="1652759"/>
                  </a:lnTo>
                  <a:lnTo>
                    <a:pt x="6887604" y="1630529"/>
                  </a:lnTo>
                  <a:lnTo>
                    <a:pt x="6888886" y="1636182"/>
                  </a:lnTo>
                  <a:lnTo>
                    <a:pt x="6890168" y="1665274"/>
                  </a:lnTo>
                  <a:lnTo>
                    <a:pt x="6891450" y="1668418"/>
                  </a:lnTo>
                  <a:lnTo>
                    <a:pt x="6892731" y="1668810"/>
                  </a:lnTo>
                  <a:lnTo>
                    <a:pt x="6894013" y="1668810"/>
                  </a:lnTo>
                  <a:lnTo>
                    <a:pt x="6895295" y="1668810"/>
                  </a:lnTo>
                  <a:lnTo>
                    <a:pt x="6896577" y="1668810"/>
                  </a:lnTo>
                  <a:lnTo>
                    <a:pt x="6897859" y="1661266"/>
                  </a:lnTo>
                  <a:lnTo>
                    <a:pt x="6899141" y="1647735"/>
                  </a:lnTo>
                  <a:lnTo>
                    <a:pt x="6900422" y="1647735"/>
                  </a:lnTo>
                  <a:lnTo>
                    <a:pt x="6901704" y="1644205"/>
                  </a:lnTo>
                  <a:lnTo>
                    <a:pt x="6902986" y="1635969"/>
                  </a:lnTo>
                  <a:lnTo>
                    <a:pt x="6904268" y="1641264"/>
                  </a:lnTo>
                  <a:lnTo>
                    <a:pt x="6905550" y="1647735"/>
                  </a:lnTo>
                  <a:lnTo>
                    <a:pt x="6906832" y="1647735"/>
                  </a:lnTo>
                  <a:lnTo>
                    <a:pt x="6908114" y="1647735"/>
                  </a:lnTo>
                  <a:lnTo>
                    <a:pt x="6909395" y="1647090"/>
                  </a:lnTo>
                  <a:lnTo>
                    <a:pt x="6910677" y="1640384"/>
                  </a:lnTo>
                  <a:lnTo>
                    <a:pt x="6911959" y="1587726"/>
                  </a:lnTo>
                  <a:lnTo>
                    <a:pt x="6913241" y="1588534"/>
                  </a:lnTo>
                  <a:lnTo>
                    <a:pt x="6914523" y="1603878"/>
                  </a:lnTo>
                  <a:lnTo>
                    <a:pt x="6915805" y="1603878"/>
                  </a:lnTo>
                  <a:lnTo>
                    <a:pt x="6917086" y="1617607"/>
                  </a:lnTo>
                  <a:lnTo>
                    <a:pt x="6918368" y="1636182"/>
                  </a:lnTo>
                  <a:lnTo>
                    <a:pt x="6919650" y="1636182"/>
                  </a:lnTo>
                  <a:lnTo>
                    <a:pt x="6920932" y="1641027"/>
                  </a:lnTo>
                  <a:lnTo>
                    <a:pt x="6922214" y="1652334"/>
                  </a:lnTo>
                  <a:lnTo>
                    <a:pt x="6923496" y="1639412"/>
                  </a:lnTo>
                  <a:lnTo>
                    <a:pt x="6924777" y="1636182"/>
                  </a:lnTo>
                  <a:lnTo>
                    <a:pt x="6926059" y="1636182"/>
                  </a:lnTo>
                  <a:lnTo>
                    <a:pt x="6927341" y="1636182"/>
                  </a:lnTo>
                  <a:lnTo>
                    <a:pt x="6928623" y="1636182"/>
                  </a:lnTo>
                  <a:lnTo>
                    <a:pt x="6929905" y="1636989"/>
                  </a:lnTo>
                  <a:lnTo>
                    <a:pt x="6931187" y="1652334"/>
                  </a:lnTo>
                  <a:lnTo>
                    <a:pt x="6932469" y="1668810"/>
                  </a:lnTo>
                  <a:lnTo>
                    <a:pt x="6933750" y="1668810"/>
                  </a:lnTo>
                  <a:lnTo>
                    <a:pt x="6935032" y="1668810"/>
                  </a:lnTo>
                  <a:lnTo>
                    <a:pt x="6936314" y="1668810"/>
                  </a:lnTo>
                  <a:lnTo>
                    <a:pt x="6937596" y="1668810"/>
                  </a:lnTo>
                  <a:lnTo>
                    <a:pt x="6938878" y="1668810"/>
                  </a:lnTo>
                  <a:lnTo>
                    <a:pt x="6940160" y="1668810"/>
                  </a:lnTo>
                  <a:lnTo>
                    <a:pt x="6941441" y="1668810"/>
                  </a:lnTo>
                  <a:lnTo>
                    <a:pt x="6942723" y="1668810"/>
                  </a:lnTo>
                  <a:lnTo>
                    <a:pt x="6944005" y="1668810"/>
                  </a:lnTo>
                  <a:lnTo>
                    <a:pt x="6945287" y="1668810"/>
                  </a:lnTo>
                  <a:lnTo>
                    <a:pt x="6946569" y="1668810"/>
                  </a:lnTo>
                  <a:lnTo>
                    <a:pt x="6947851" y="1668810"/>
                  </a:lnTo>
                  <a:lnTo>
                    <a:pt x="6949133" y="1668810"/>
                  </a:lnTo>
                  <a:lnTo>
                    <a:pt x="6950414" y="1668810"/>
                  </a:lnTo>
                  <a:lnTo>
                    <a:pt x="6951696" y="1668810"/>
                  </a:lnTo>
                  <a:lnTo>
                    <a:pt x="6952978" y="1668810"/>
                  </a:lnTo>
                  <a:lnTo>
                    <a:pt x="6954260" y="1668810"/>
                  </a:lnTo>
                  <a:lnTo>
                    <a:pt x="6955542" y="1668810"/>
                  </a:lnTo>
                  <a:lnTo>
                    <a:pt x="6956824" y="1668810"/>
                  </a:lnTo>
                  <a:lnTo>
                    <a:pt x="6958105" y="1668810"/>
                  </a:lnTo>
                  <a:lnTo>
                    <a:pt x="6959387" y="1668810"/>
                  </a:lnTo>
                  <a:lnTo>
                    <a:pt x="6960669" y="1668810"/>
                  </a:lnTo>
                  <a:lnTo>
                    <a:pt x="6961951" y="1668810"/>
                  </a:lnTo>
                  <a:lnTo>
                    <a:pt x="6963233" y="1668810"/>
                  </a:lnTo>
                  <a:lnTo>
                    <a:pt x="6964515" y="1668810"/>
                  </a:lnTo>
                  <a:lnTo>
                    <a:pt x="6965796" y="1668810"/>
                  </a:lnTo>
                  <a:lnTo>
                    <a:pt x="6967078" y="1659501"/>
                  </a:lnTo>
                  <a:lnTo>
                    <a:pt x="6968360" y="1663061"/>
                  </a:lnTo>
                  <a:lnTo>
                    <a:pt x="6969642" y="1668810"/>
                  </a:lnTo>
                  <a:lnTo>
                    <a:pt x="6970924" y="1652334"/>
                  </a:lnTo>
                  <a:lnTo>
                    <a:pt x="6972206" y="1652334"/>
                  </a:lnTo>
                  <a:lnTo>
                    <a:pt x="6973488" y="1652334"/>
                  </a:lnTo>
                  <a:lnTo>
                    <a:pt x="6974769" y="1652334"/>
                  </a:lnTo>
                  <a:lnTo>
                    <a:pt x="6976051" y="1652334"/>
                  </a:lnTo>
                  <a:lnTo>
                    <a:pt x="6977333" y="1652334"/>
                  </a:lnTo>
                  <a:lnTo>
                    <a:pt x="6978615" y="1666063"/>
                  </a:lnTo>
                  <a:lnTo>
                    <a:pt x="6979897" y="1668485"/>
                  </a:lnTo>
                  <a:lnTo>
                    <a:pt x="6981179" y="1668485"/>
                  </a:lnTo>
                  <a:lnTo>
                    <a:pt x="6982460" y="1668485"/>
                  </a:lnTo>
                  <a:lnTo>
                    <a:pt x="6983742" y="1668485"/>
                  </a:lnTo>
                  <a:lnTo>
                    <a:pt x="6985024" y="1668485"/>
                  </a:lnTo>
                  <a:lnTo>
                    <a:pt x="6986306" y="1668485"/>
                  </a:lnTo>
                  <a:lnTo>
                    <a:pt x="6987588" y="1668485"/>
                  </a:lnTo>
                  <a:lnTo>
                    <a:pt x="6988870" y="1668485"/>
                  </a:lnTo>
                  <a:lnTo>
                    <a:pt x="6990152" y="1668485"/>
                  </a:lnTo>
                  <a:lnTo>
                    <a:pt x="6991433" y="1668485"/>
                  </a:lnTo>
                  <a:lnTo>
                    <a:pt x="6992715" y="1668485"/>
                  </a:lnTo>
                  <a:lnTo>
                    <a:pt x="6993997" y="1668485"/>
                  </a:lnTo>
                  <a:lnTo>
                    <a:pt x="6995279" y="1668485"/>
                  </a:lnTo>
                  <a:lnTo>
                    <a:pt x="6996561" y="1668485"/>
                  </a:lnTo>
                  <a:lnTo>
                    <a:pt x="6997843" y="1668485"/>
                  </a:lnTo>
                  <a:lnTo>
                    <a:pt x="6999124" y="1668485"/>
                  </a:lnTo>
                  <a:lnTo>
                    <a:pt x="7000406" y="1668485"/>
                  </a:lnTo>
                  <a:lnTo>
                    <a:pt x="7001688" y="1668485"/>
                  </a:lnTo>
                  <a:lnTo>
                    <a:pt x="7002970" y="1668485"/>
                  </a:lnTo>
                  <a:lnTo>
                    <a:pt x="7004252" y="1668810"/>
                  </a:lnTo>
                  <a:lnTo>
                    <a:pt x="7005534" y="1668810"/>
                  </a:lnTo>
                  <a:lnTo>
                    <a:pt x="7006816" y="1668810"/>
                  </a:lnTo>
                  <a:lnTo>
                    <a:pt x="7008097" y="1668810"/>
                  </a:lnTo>
                  <a:lnTo>
                    <a:pt x="7009379" y="1668810"/>
                  </a:lnTo>
                  <a:lnTo>
                    <a:pt x="7010661" y="1668810"/>
                  </a:lnTo>
                  <a:lnTo>
                    <a:pt x="7011943" y="1668810"/>
                  </a:lnTo>
                  <a:lnTo>
                    <a:pt x="7013225" y="1668810"/>
                  </a:lnTo>
                  <a:lnTo>
                    <a:pt x="7014507" y="1668810"/>
                  </a:lnTo>
                  <a:lnTo>
                    <a:pt x="7015788" y="1668810"/>
                  </a:lnTo>
                  <a:lnTo>
                    <a:pt x="7017070" y="1668810"/>
                  </a:lnTo>
                  <a:lnTo>
                    <a:pt x="7018352" y="1668810"/>
                  </a:lnTo>
                  <a:lnTo>
                    <a:pt x="7019634" y="1668810"/>
                  </a:lnTo>
                  <a:lnTo>
                    <a:pt x="7020916" y="1668810"/>
                  </a:lnTo>
                  <a:lnTo>
                    <a:pt x="7022198" y="1668810"/>
                  </a:lnTo>
                  <a:lnTo>
                    <a:pt x="7023479" y="1665427"/>
                  </a:lnTo>
                  <a:lnTo>
                    <a:pt x="7024761" y="1653445"/>
                  </a:lnTo>
                  <a:lnTo>
                    <a:pt x="7026043" y="1620030"/>
                  </a:lnTo>
                  <a:lnTo>
                    <a:pt x="7027325" y="1620030"/>
                  </a:lnTo>
                  <a:lnTo>
                    <a:pt x="7028607" y="1626491"/>
                  </a:lnTo>
                  <a:lnTo>
                    <a:pt x="7029889" y="1636182"/>
                  </a:lnTo>
                  <a:lnTo>
                    <a:pt x="7031171" y="1636182"/>
                  </a:lnTo>
                  <a:lnTo>
                    <a:pt x="7032452" y="1624875"/>
                  </a:lnTo>
                  <a:lnTo>
                    <a:pt x="7033734" y="1605493"/>
                  </a:lnTo>
                  <a:lnTo>
                    <a:pt x="7035016" y="1603878"/>
                  </a:lnTo>
                  <a:lnTo>
                    <a:pt x="7036298" y="1603878"/>
                  </a:lnTo>
                  <a:lnTo>
                    <a:pt x="7037580" y="1603878"/>
                  </a:lnTo>
                  <a:lnTo>
                    <a:pt x="7038862" y="1613569"/>
                  </a:lnTo>
                  <a:lnTo>
                    <a:pt x="7040143" y="1620030"/>
                  </a:lnTo>
                  <a:lnTo>
                    <a:pt x="7041425" y="1620030"/>
                  </a:lnTo>
                  <a:lnTo>
                    <a:pt x="7042707" y="1589341"/>
                  </a:lnTo>
                  <a:lnTo>
                    <a:pt x="7043989" y="1553000"/>
                  </a:lnTo>
                  <a:lnTo>
                    <a:pt x="7045271" y="1578712"/>
                  </a:lnTo>
                  <a:lnTo>
                    <a:pt x="7046553" y="1549618"/>
                  </a:lnTo>
                  <a:lnTo>
                    <a:pt x="7047835" y="1533859"/>
                  </a:lnTo>
                  <a:lnTo>
                    <a:pt x="7049116" y="1528898"/>
                  </a:lnTo>
                  <a:lnTo>
                    <a:pt x="7050398" y="1566757"/>
                  </a:lnTo>
                  <a:lnTo>
                    <a:pt x="7051680" y="1565946"/>
                  </a:lnTo>
                  <a:lnTo>
                    <a:pt x="7052962" y="1577183"/>
                  </a:lnTo>
                  <a:lnTo>
                    <a:pt x="7054244" y="1578119"/>
                  </a:lnTo>
                  <a:lnTo>
                    <a:pt x="7055526" y="1578119"/>
                  </a:lnTo>
                  <a:lnTo>
                    <a:pt x="7056807" y="1578119"/>
                  </a:lnTo>
                  <a:lnTo>
                    <a:pt x="7058089" y="1578119"/>
                  </a:lnTo>
                  <a:lnTo>
                    <a:pt x="7059371" y="1578119"/>
                  </a:lnTo>
                  <a:lnTo>
                    <a:pt x="7060653" y="1578119"/>
                  </a:lnTo>
                  <a:lnTo>
                    <a:pt x="7061935" y="1600124"/>
                  </a:lnTo>
                  <a:lnTo>
                    <a:pt x="7063217" y="1626343"/>
                  </a:lnTo>
                  <a:lnTo>
                    <a:pt x="7064498" y="1648713"/>
                  </a:lnTo>
                  <a:lnTo>
                    <a:pt x="7065780" y="1668810"/>
                  </a:lnTo>
                  <a:lnTo>
                    <a:pt x="7067062" y="1668810"/>
                  </a:lnTo>
                  <a:lnTo>
                    <a:pt x="7068344" y="1668810"/>
                  </a:lnTo>
                  <a:lnTo>
                    <a:pt x="7069626" y="1668810"/>
                  </a:lnTo>
                  <a:lnTo>
                    <a:pt x="7070908" y="1668810"/>
                  </a:lnTo>
                  <a:lnTo>
                    <a:pt x="7072190" y="1668485"/>
                  </a:lnTo>
                  <a:lnTo>
                    <a:pt x="7073471" y="1668810"/>
                  </a:lnTo>
                  <a:lnTo>
                    <a:pt x="7074753" y="1668810"/>
                  </a:lnTo>
                  <a:lnTo>
                    <a:pt x="7076035" y="1668810"/>
                  </a:lnTo>
                  <a:lnTo>
                    <a:pt x="7077317" y="1668810"/>
                  </a:lnTo>
                  <a:lnTo>
                    <a:pt x="7078599" y="1668810"/>
                  </a:lnTo>
                  <a:lnTo>
                    <a:pt x="7079881" y="1668810"/>
                  </a:lnTo>
                  <a:lnTo>
                    <a:pt x="7081162" y="1668810"/>
                  </a:lnTo>
                  <a:lnTo>
                    <a:pt x="7082444" y="1668810"/>
                  </a:lnTo>
                  <a:lnTo>
                    <a:pt x="7083726" y="1668810"/>
                  </a:lnTo>
                  <a:lnTo>
                    <a:pt x="7085008" y="1668810"/>
                  </a:lnTo>
                  <a:lnTo>
                    <a:pt x="7086290" y="1668810"/>
                  </a:lnTo>
                  <a:lnTo>
                    <a:pt x="7087572" y="1668810"/>
                  </a:lnTo>
                  <a:lnTo>
                    <a:pt x="7088854" y="1668810"/>
                  </a:lnTo>
                  <a:lnTo>
                    <a:pt x="7090135" y="1668810"/>
                  </a:lnTo>
                  <a:lnTo>
                    <a:pt x="7091417" y="1668810"/>
                  </a:lnTo>
                  <a:lnTo>
                    <a:pt x="7092699" y="1668810"/>
                  </a:lnTo>
                  <a:lnTo>
                    <a:pt x="7093981" y="1668810"/>
                  </a:lnTo>
                  <a:lnTo>
                    <a:pt x="7095263" y="1668810"/>
                  </a:lnTo>
                  <a:lnTo>
                    <a:pt x="7096545" y="1668810"/>
                  </a:lnTo>
                  <a:lnTo>
                    <a:pt x="7097826" y="1668810"/>
                  </a:lnTo>
                  <a:lnTo>
                    <a:pt x="7099108" y="1668485"/>
                  </a:lnTo>
                  <a:lnTo>
                    <a:pt x="7100390" y="1668485"/>
                  </a:lnTo>
                  <a:lnTo>
                    <a:pt x="7101672" y="1668485"/>
                  </a:lnTo>
                  <a:lnTo>
                    <a:pt x="7102954" y="1668485"/>
                  </a:lnTo>
                  <a:lnTo>
                    <a:pt x="7104236" y="1668485"/>
                  </a:lnTo>
                  <a:lnTo>
                    <a:pt x="7105517" y="1668485"/>
                  </a:lnTo>
                  <a:lnTo>
                    <a:pt x="7106799" y="1660409"/>
                  </a:lnTo>
                  <a:lnTo>
                    <a:pt x="7108081" y="1652334"/>
                  </a:lnTo>
                  <a:lnTo>
                    <a:pt x="7109363" y="1652334"/>
                  </a:lnTo>
                  <a:lnTo>
                    <a:pt x="7110645" y="1652334"/>
                  </a:lnTo>
                  <a:lnTo>
                    <a:pt x="7111927" y="1652334"/>
                  </a:lnTo>
                  <a:lnTo>
                    <a:pt x="7113209" y="1652334"/>
                  </a:lnTo>
                  <a:lnTo>
                    <a:pt x="7114490" y="1652334"/>
                  </a:lnTo>
                  <a:lnTo>
                    <a:pt x="7115772" y="1652334"/>
                  </a:lnTo>
                  <a:lnTo>
                    <a:pt x="7117054" y="1636989"/>
                  </a:lnTo>
                  <a:lnTo>
                    <a:pt x="7118336" y="1620030"/>
                  </a:lnTo>
                  <a:lnTo>
                    <a:pt x="7119618" y="1620030"/>
                  </a:lnTo>
                  <a:lnTo>
                    <a:pt x="7120900" y="1603878"/>
                  </a:lnTo>
                  <a:lnTo>
                    <a:pt x="7122181" y="1603878"/>
                  </a:lnTo>
                  <a:lnTo>
                    <a:pt x="7123463" y="1603878"/>
                  </a:lnTo>
                  <a:lnTo>
                    <a:pt x="7124745" y="1603878"/>
                  </a:lnTo>
                  <a:lnTo>
                    <a:pt x="7126027" y="1611954"/>
                  </a:lnTo>
                  <a:lnTo>
                    <a:pt x="7127309" y="1620030"/>
                  </a:lnTo>
                  <a:lnTo>
                    <a:pt x="7128591" y="1620030"/>
                  </a:lnTo>
                  <a:lnTo>
                    <a:pt x="7129873" y="1620030"/>
                  </a:lnTo>
                  <a:lnTo>
                    <a:pt x="7131154" y="1620030"/>
                  </a:lnTo>
                  <a:lnTo>
                    <a:pt x="7132436" y="1620030"/>
                  </a:lnTo>
                  <a:lnTo>
                    <a:pt x="7133718" y="1620030"/>
                  </a:lnTo>
                  <a:lnTo>
                    <a:pt x="7135000" y="1620030"/>
                  </a:lnTo>
                  <a:lnTo>
                    <a:pt x="7136282" y="1635374"/>
                  </a:lnTo>
                  <a:lnTo>
                    <a:pt x="7137564" y="1637797"/>
                  </a:lnTo>
                  <a:lnTo>
                    <a:pt x="7138845" y="1624875"/>
                  </a:lnTo>
                  <a:lnTo>
                    <a:pt x="7140127" y="1636182"/>
                  </a:lnTo>
                  <a:lnTo>
                    <a:pt x="7141409" y="1636182"/>
                  </a:lnTo>
                  <a:lnTo>
                    <a:pt x="7142691" y="1636182"/>
                  </a:lnTo>
                  <a:lnTo>
                    <a:pt x="7143973" y="1636182"/>
                  </a:lnTo>
                  <a:lnTo>
                    <a:pt x="7145255" y="1636182"/>
                  </a:lnTo>
                  <a:lnTo>
                    <a:pt x="7146537" y="1636182"/>
                  </a:lnTo>
                  <a:lnTo>
                    <a:pt x="7147818" y="1634566"/>
                  </a:lnTo>
                  <a:lnTo>
                    <a:pt x="7149100" y="1620030"/>
                  </a:lnTo>
                  <a:lnTo>
                    <a:pt x="7150382" y="1620030"/>
                  </a:lnTo>
                  <a:lnTo>
                    <a:pt x="7151664" y="1653445"/>
                  </a:lnTo>
                  <a:lnTo>
                    <a:pt x="7152946" y="1656295"/>
                  </a:lnTo>
                  <a:lnTo>
                    <a:pt x="7154228" y="1658920"/>
                  </a:lnTo>
                  <a:lnTo>
                    <a:pt x="7155509" y="1659501"/>
                  </a:lnTo>
                  <a:lnTo>
                    <a:pt x="7156791" y="1668810"/>
                  </a:lnTo>
                  <a:lnTo>
                    <a:pt x="7158073" y="1668810"/>
                  </a:lnTo>
                  <a:lnTo>
                    <a:pt x="7159355" y="1668810"/>
                  </a:lnTo>
                  <a:lnTo>
                    <a:pt x="7160637" y="1668810"/>
                  </a:lnTo>
                  <a:lnTo>
                    <a:pt x="7161919" y="1668810"/>
                  </a:lnTo>
                  <a:lnTo>
                    <a:pt x="7163200" y="1668810"/>
                  </a:lnTo>
                  <a:lnTo>
                    <a:pt x="7164482" y="1668810"/>
                  </a:lnTo>
                  <a:lnTo>
                    <a:pt x="7165764" y="1668810"/>
                  </a:lnTo>
                  <a:lnTo>
                    <a:pt x="7167046" y="1668810"/>
                  </a:lnTo>
                  <a:lnTo>
                    <a:pt x="7168328" y="1668810"/>
                  </a:lnTo>
                  <a:lnTo>
                    <a:pt x="7169610" y="1668810"/>
                  </a:lnTo>
                  <a:lnTo>
                    <a:pt x="7170892" y="1668810"/>
                  </a:lnTo>
                  <a:lnTo>
                    <a:pt x="7172173" y="1668810"/>
                  </a:lnTo>
                  <a:lnTo>
                    <a:pt x="7173455" y="1664918"/>
                  </a:lnTo>
                  <a:lnTo>
                    <a:pt x="7174737" y="1636182"/>
                  </a:lnTo>
                  <a:lnTo>
                    <a:pt x="7176019" y="1636182"/>
                  </a:lnTo>
                  <a:lnTo>
                    <a:pt x="7177301" y="1636182"/>
                  </a:lnTo>
                  <a:lnTo>
                    <a:pt x="7178583" y="1636182"/>
                  </a:lnTo>
                  <a:lnTo>
                    <a:pt x="7179864" y="1636182"/>
                  </a:lnTo>
                  <a:lnTo>
                    <a:pt x="7181146" y="1636182"/>
                  </a:lnTo>
                  <a:lnTo>
                    <a:pt x="7182428" y="1621645"/>
                  </a:lnTo>
                  <a:lnTo>
                    <a:pt x="7183710" y="1616799"/>
                  </a:lnTo>
                  <a:lnTo>
                    <a:pt x="7184992" y="1593379"/>
                  </a:lnTo>
                  <a:lnTo>
                    <a:pt x="7186274" y="1587726"/>
                  </a:lnTo>
                  <a:lnTo>
                    <a:pt x="7187556" y="1578035"/>
                  </a:lnTo>
                  <a:lnTo>
                    <a:pt x="7188837" y="1586111"/>
                  </a:lnTo>
                  <a:lnTo>
                    <a:pt x="7190119" y="1571574"/>
                  </a:lnTo>
                  <a:lnTo>
                    <a:pt x="7191401" y="1574805"/>
                  </a:lnTo>
                  <a:lnTo>
                    <a:pt x="7192683" y="1587726"/>
                  </a:lnTo>
                  <a:lnTo>
                    <a:pt x="7193965" y="1583688"/>
                  </a:lnTo>
                  <a:lnTo>
                    <a:pt x="7195247" y="1571574"/>
                  </a:lnTo>
                  <a:lnTo>
                    <a:pt x="7196528" y="1598351"/>
                  </a:lnTo>
                  <a:lnTo>
                    <a:pt x="7197810" y="1576894"/>
                  </a:lnTo>
                  <a:lnTo>
                    <a:pt x="7199092" y="1576105"/>
                  </a:lnTo>
                  <a:lnTo>
                    <a:pt x="7200374" y="1577139"/>
                  </a:lnTo>
                  <a:lnTo>
                    <a:pt x="7201656" y="1587728"/>
                  </a:lnTo>
                  <a:lnTo>
                    <a:pt x="7202938" y="1591258"/>
                  </a:lnTo>
                  <a:lnTo>
                    <a:pt x="7204219" y="1608319"/>
                  </a:lnTo>
                  <a:lnTo>
                    <a:pt x="7205501" y="1612437"/>
                  </a:lnTo>
                  <a:lnTo>
                    <a:pt x="7206783" y="1623615"/>
                  </a:lnTo>
                  <a:lnTo>
                    <a:pt x="7208065" y="1625380"/>
                  </a:lnTo>
                  <a:lnTo>
                    <a:pt x="7209347" y="1635969"/>
                  </a:lnTo>
                  <a:lnTo>
                    <a:pt x="7210629" y="1635969"/>
                  </a:lnTo>
                  <a:lnTo>
                    <a:pt x="7211911" y="1635969"/>
                  </a:lnTo>
                  <a:lnTo>
                    <a:pt x="7213192" y="1638911"/>
                  </a:lnTo>
                  <a:lnTo>
                    <a:pt x="7214474" y="1647735"/>
                  </a:lnTo>
                  <a:lnTo>
                    <a:pt x="7215756" y="1662469"/>
                  </a:lnTo>
                  <a:lnTo>
                    <a:pt x="7217038" y="1668810"/>
                  </a:lnTo>
                  <a:lnTo>
                    <a:pt x="7218320" y="1668810"/>
                  </a:lnTo>
                  <a:lnTo>
                    <a:pt x="7219602" y="1668485"/>
                  </a:lnTo>
                  <a:lnTo>
                    <a:pt x="7220883" y="1668485"/>
                  </a:lnTo>
                  <a:lnTo>
                    <a:pt x="7222165" y="1668485"/>
                  </a:lnTo>
                  <a:lnTo>
                    <a:pt x="7223447" y="1668485"/>
                  </a:lnTo>
                  <a:lnTo>
                    <a:pt x="7224729" y="1668485"/>
                  </a:lnTo>
                  <a:lnTo>
                    <a:pt x="7226011" y="1668485"/>
                  </a:lnTo>
                  <a:lnTo>
                    <a:pt x="7227293" y="1668485"/>
                  </a:lnTo>
                  <a:lnTo>
                    <a:pt x="7228575" y="1668485"/>
                  </a:lnTo>
                  <a:lnTo>
                    <a:pt x="7229856" y="1668485"/>
                  </a:lnTo>
                  <a:lnTo>
                    <a:pt x="7231138" y="1668485"/>
                  </a:lnTo>
                  <a:lnTo>
                    <a:pt x="7232420" y="1668485"/>
                  </a:lnTo>
                  <a:lnTo>
                    <a:pt x="7233702" y="1668485"/>
                  </a:lnTo>
                  <a:lnTo>
                    <a:pt x="7234984" y="1668485"/>
                  </a:lnTo>
                  <a:lnTo>
                    <a:pt x="7236266" y="1668485"/>
                  </a:lnTo>
                  <a:lnTo>
                    <a:pt x="7237547" y="1668485"/>
                  </a:lnTo>
                  <a:lnTo>
                    <a:pt x="7238829" y="1668485"/>
                  </a:lnTo>
                  <a:lnTo>
                    <a:pt x="7240111" y="1668485"/>
                  </a:lnTo>
                  <a:lnTo>
                    <a:pt x="7241393" y="1668485"/>
                  </a:lnTo>
                  <a:lnTo>
                    <a:pt x="7242675" y="1658794"/>
                  </a:lnTo>
                  <a:lnTo>
                    <a:pt x="7243957" y="1643450"/>
                  </a:lnTo>
                  <a:lnTo>
                    <a:pt x="7245239" y="1636182"/>
                  </a:lnTo>
                  <a:lnTo>
                    <a:pt x="7246520" y="1636182"/>
                  </a:lnTo>
                  <a:lnTo>
                    <a:pt x="7247802" y="1636182"/>
                  </a:lnTo>
                  <a:lnTo>
                    <a:pt x="7249084" y="1636182"/>
                  </a:lnTo>
                  <a:lnTo>
                    <a:pt x="7250366" y="1665884"/>
                  </a:lnTo>
                  <a:lnTo>
                    <a:pt x="7251648" y="1657507"/>
                  </a:lnTo>
                  <a:lnTo>
                    <a:pt x="7252930" y="1658920"/>
                  </a:lnTo>
                  <a:lnTo>
                    <a:pt x="7254211" y="1659501"/>
                  </a:lnTo>
                  <a:lnTo>
                    <a:pt x="7255493" y="1659501"/>
                  </a:lnTo>
                  <a:lnTo>
                    <a:pt x="7256775" y="1659501"/>
                  </a:lnTo>
                  <a:lnTo>
                    <a:pt x="7258057" y="1659501"/>
                  </a:lnTo>
                  <a:lnTo>
                    <a:pt x="7259339" y="1659501"/>
                  </a:lnTo>
                  <a:lnTo>
                    <a:pt x="7260621" y="1659501"/>
                  </a:lnTo>
                  <a:lnTo>
                    <a:pt x="7261902" y="1666561"/>
                  </a:lnTo>
                  <a:lnTo>
                    <a:pt x="7263184" y="1668810"/>
                  </a:lnTo>
                  <a:lnTo>
                    <a:pt x="7264466" y="1668810"/>
                  </a:lnTo>
                  <a:lnTo>
                    <a:pt x="7265748" y="1668810"/>
                  </a:lnTo>
                  <a:lnTo>
                    <a:pt x="7267030" y="1668810"/>
                  </a:lnTo>
                  <a:lnTo>
                    <a:pt x="7268312" y="1668810"/>
                  </a:lnTo>
                  <a:lnTo>
                    <a:pt x="7269594" y="1668418"/>
                  </a:lnTo>
                  <a:lnTo>
                    <a:pt x="7270875" y="1668810"/>
                  </a:lnTo>
                  <a:lnTo>
                    <a:pt x="7272157" y="1668810"/>
                  </a:lnTo>
                  <a:lnTo>
                    <a:pt x="7273439" y="1652334"/>
                  </a:lnTo>
                  <a:lnTo>
                    <a:pt x="7274721" y="1652334"/>
                  </a:lnTo>
                  <a:lnTo>
                    <a:pt x="7276003" y="1652334"/>
                  </a:lnTo>
                  <a:lnTo>
                    <a:pt x="7277285" y="1652334"/>
                  </a:lnTo>
                  <a:lnTo>
                    <a:pt x="7278566" y="1652334"/>
                  </a:lnTo>
                  <a:lnTo>
                    <a:pt x="7279848" y="1652334"/>
                  </a:lnTo>
                  <a:lnTo>
                    <a:pt x="7281130" y="1668810"/>
                  </a:lnTo>
                  <a:lnTo>
                    <a:pt x="7282412" y="1668810"/>
                  </a:lnTo>
                  <a:lnTo>
                    <a:pt x="7283694" y="1668810"/>
                  </a:lnTo>
                  <a:lnTo>
                    <a:pt x="7284976" y="1668810"/>
                  </a:lnTo>
                  <a:lnTo>
                    <a:pt x="7286258" y="1668810"/>
                  </a:lnTo>
                  <a:lnTo>
                    <a:pt x="7287539" y="1668810"/>
                  </a:lnTo>
                  <a:lnTo>
                    <a:pt x="7288821" y="1668810"/>
                  </a:lnTo>
                  <a:lnTo>
                    <a:pt x="7290103" y="1668810"/>
                  </a:lnTo>
                  <a:lnTo>
                    <a:pt x="7291385" y="1668810"/>
                  </a:lnTo>
                  <a:lnTo>
                    <a:pt x="7292667" y="1668810"/>
                  </a:lnTo>
                  <a:lnTo>
                    <a:pt x="7293949" y="1668810"/>
                  </a:lnTo>
                  <a:lnTo>
                    <a:pt x="7295230" y="1668810"/>
                  </a:lnTo>
                  <a:lnTo>
                    <a:pt x="7296512" y="1668810"/>
                  </a:lnTo>
                  <a:lnTo>
                    <a:pt x="7297794" y="1668810"/>
                  </a:lnTo>
                  <a:lnTo>
                    <a:pt x="7299076" y="1668810"/>
                  </a:lnTo>
                  <a:lnTo>
                    <a:pt x="7300358" y="1668810"/>
                  </a:lnTo>
                  <a:lnTo>
                    <a:pt x="7301640" y="1668810"/>
                  </a:lnTo>
                  <a:lnTo>
                    <a:pt x="7302921" y="1668810"/>
                  </a:lnTo>
                  <a:lnTo>
                    <a:pt x="7304203" y="1668810"/>
                  </a:lnTo>
                  <a:lnTo>
                    <a:pt x="7305485" y="1648912"/>
                  </a:lnTo>
                  <a:lnTo>
                    <a:pt x="7306767" y="1653445"/>
                  </a:lnTo>
                  <a:lnTo>
                    <a:pt x="7308049" y="1620030"/>
                  </a:lnTo>
                  <a:lnTo>
                    <a:pt x="7309331" y="1620030"/>
                  </a:lnTo>
                  <a:lnTo>
                    <a:pt x="7310613" y="1616799"/>
                  </a:lnTo>
                  <a:lnTo>
                    <a:pt x="7311894" y="1603878"/>
                  </a:lnTo>
                  <a:lnTo>
                    <a:pt x="7313176" y="1594994"/>
                  </a:lnTo>
                  <a:lnTo>
                    <a:pt x="7314458" y="1587726"/>
                  </a:lnTo>
                  <a:lnTo>
                    <a:pt x="7315740" y="1587726"/>
                  </a:lnTo>
                  <a:lnTo>
                    <a:pt x="7317022" y="1586919"/>
                  </a:lnTo>
                  <a:lnTo>
                    <a:pt x="7318304" y="1595802"/>
                  </a:lnTo>
                  <a:lnTo>
                    <a:pt x="7319585" y="1610339"/>
                  </a:lnTo>
                  <a:lnTo>
                    <a:pt x="7320867" y="1652759"/>
                  </a:lnTo>
                  <a:lnTo>
                    <a:pt x="7322149" y="1656295"/>
                  </a:lnTo>
                  <a:lnTo>
                    <a:pt x="7323431" y="1641142"/>
                  </a:lnTo>
                  <a:lnTo>
                    <a:pt x="7324713" y="1632050"/>
                  </a:lnTo>
                  <a:lnTo>
                    <a:pt x="7325995" y="1631444"/>
                  </a:lnTo>
                  <a:lnTo>
                    <a:pt x="7327277" y="1611597"/>
                  </a:lnTo>
                  <a:lnTo>
                    <a:pt x="7328558" y="1612437"/>
                  </a:lnTo>
                  <a:lnTo>
                    <a:pt x="7329840" y="1642315"/>
                  </a:lnTo>
                  <a:lnTo>
                    <a:pt x="7331122" y="1654270"/>
                  </a:lnTo>
                  <a:lnTo>
                    <a:pt x="7332404" y="1658180"/>
                  </a:lnTo>
                  <a:lnTo>
                    <a:pt x="7333686" y="1654903"/>
                  </a:lnTo>
                  <a:lnTo>
                    <a:pt x="7334968" y="1653030"/>
                  </a:lnTo>
                  <a:lnTo>
                    <a:pt x="7336249" y="1651625"/>
                  </a:lnTo>
                  <a:lnTo>
                    <a:pt x="7337531" y="1668810"/>
                  </a:lnTo>
                  <a:lnTo>
                    <a:pt x="7338813" y="1668810"/>
                  </a:lnTo>
                  <a:lnTo>
                    <a:pt x="7340095" y="1667788"/>
                  </a:lnTo>
                  <a:lnTo>
                    <a:pt x="7341377" y="1662650"/>
                  </a:lnTo>
                  <a:lnTo>
                    <a:pt x="7342659" y="1668810"/>
                  </a:lnTo>
                  <a:lnTo>
                    <a:pt x="7343940" y="1668810"/>
                  </a:lnTo>
                  <a:lnTo>
                    <a:pt x="7345222" y="1668810"/>
                  </a:lnTo>
                  <a:lnTo>
                    <a:pt x="7346504" y="1668810"/>
                  </a:lnTo>
                  <a:lnTo>
                    <a:pt x="7347786" y="1668810"/>
                  </a:lnTo>
                  <a:lnTo>
                    <a:pt x="7349068" y="1668810"/>
                  </a:lnTo>
                  <a:lnTo>
                    <a:pt x="7350350" y="1668810"/>
                  </a:lnTo>
                  <a:lnTo>
                    <a:pt x="7351632" y="1647735"/>
                  </a:lnTo>
                  <a:lnTo>
                    <a:pt x="7352913" y="1657148"/>
                  </a:lnTo>
                  <a:lnTo>
                    <a:pt x="7354195" y="1659501"/>
                  </a:lnTo>
                  <a:lnTo>
                    <a:pt x="7355477" y="1657146"/>
                  </a:lnTo>
                  <a:lnTo>
                    <a:pt x="7356759" y="1656295"/>
                  </a:lnTo>
                  <a:lnTo>
                    <a:pt x="7358041" y="1653445"/>
                  </a:lnTo>
                  <a:lnTo>
                    <a:pt x="7359323" y="1625683"/>
                  </a:lnTo>
                  <a:lnTo>
                    <a:pt x="7360604" y="1636182"/>
                  </a:lnTo>
                  <a:lnTo>
                    <a:pt x="7361886" y="1635374"/>
                  </a:lnTo>
                  <a:lnTo>
                    <a:pt x="7363168" y="1623260"/>
                  </a:lnTo>
                  <a:lnTo>
                    <a:pt x="7364450" y="1636182"/>
                  </a:lnTo>
                  <a:lnTo>
                    <a:pt x="7365732" y="1636182"/>
                  </a:lnTo>
                  <a:lnTo>
                    <a:pt x="7367014" y="1636182"/>
                  </a:lnTo>
                  <a:lnTo>
                    <a:pt x="7368296" y="1636182"/>
                  </a:lnTo>
                  <a:lnTo>
                    <a:pt x="7369577" y="1668418"/>
                  </a:lnTo>
                  <a:lnTo>
                    <a:pt x="7370859" y="1664836"/>
                  </a:lnTo>
                  <a:lnTo>
                    <a:pt x="7372141" y="1647735"/>
                  </a:lnTo>
                  <a:lnTo>
                    <a:pt x="7373423" y="1647735"/>
                  </a:lnTo>
                  <a:lnTo>
                    <a:pt x="7374705" y="1645382"/>
                  </a:lnTo>
                  <a:lnTo>
                    <a:pt x="7375987" y="1646559"/>
                  </a:lnTo>
                  <a:lnTo>
                    <a:pt x="7377268" y="1635969"/>
                  </a:lnTo>
                  <a:lnTo>
                    <a:pt x="7378550" y="1631263"/>
                  </a:lnTo>
                  <a:lnTo>
                    <a:pt x="7379832" y="1624203"/>
                  </a:lnTo>
                  <a:lnTo>
                    <a:pt x="7381114" y="1624791"/>
                  </a:lnTo>
                  <a:lnTo>
                    <a:pt x="7382396" y="1635969"/>
                  </a:lnTo>
                  <a:lnTo>
                    <a:pt x="7383678" y="1663530"/>
                  </a:lnTo>
                  <a:lnTo>
                    <a:pt x="7384960" y="1663530"/>
                  </a:lnTo>
                  <a:lnTo>
                    <a:pt x="7386241" y="1662394"/>
                  </a:lnTo>
                  <a:lnTo>
                    <a:pt x="7387523" y="1662394"/>
                  </a:lnTo>
                  <a:lnTo>
                    <a:pt x="7388805" y="1663530"/>
                  </a:lnTo>
                  <a:lnTo>
                    <a:pt x="7390087" y="1664431"/>
                  </a:lnTo>
                  <a:lnTo>
                    <a:pt x="7391369" y="1668810"/>
                  </a:lnTo>
                  <a:lnTo>
                    <a:pt x="7392651" y="1668810"/>
                  </a:lnTo>
                  <a:lnTo>
                    <a:pt x="7393932" y="1668810"/>
                  </a:lnTo>
                  <a:lnTo>
                    <a:pt x="7395214" y="1668810"/>
                  </a:lnTo>
                  <a:lnTo>
                    <a:pt x="7396496" y="1668810"/>
                  </a:lnTo>
                  <a:lnTo>
                    <a:pt x="7397778" y="1668810"/>
                  </a:lnTo>
                  <a:lnTo>
                    <a:pt x="7399060" y="1668810"/>
                  </a:lnTo>
                  <a:lnTo>
                    <a:pt x="7400342" y="1668810"/>
                  </a:lnTo>
                  <a:lnTo>
                    <a:pt x="7401623" y="1668810"/>
                  </a:lnTo>
                  <a:lnTo>
                    <a:pt x="7402905" y="1668810"/>
                  </a:lnTo>
                  <a:lnTo>
                    <a:pt x="7404187" y="1668810"/>
                  </a:lnTo>
                  <a:lnTo>
                    <a:pt x="7405469" y="1668810"/>
                  </a:lnTo>
                  <a:lnTo>
                    <a:pt x="7406751" y="1668810"/>
                  </a:lnTo>
                  <a:lnTo>
                    <a:pt x="7408033" y="1668810"/>
                  </a:lnTo>
                  <a:lnTo>
                    <a:pt x="7409315" y="1668810"/>
                  </a:lnTo>
                  <a:lnTo>
                    <a:pt x="7410596" y="1668810"/>
                  </a:lnTo>
                  <a:lnTo>
                    <a:pt x="7411878" y="1668810"/>
                  </a:lnTo>
                  <a:lnTo>
                    <a:pt x="7413160" y="1647090"/>
                  </a:lnTo>
                  <a:lnTo>
                    <a:pt x="7414442" y="1647090"/>
                  </a:lnTo>
                  <a:lnTo>
                    <a:pt x="7415724" y="1647735"/>
                  </a:lnTo>
                  <a:lnTo>
                    <a:pt x="7417006" y="1668810"/>
                  </a:lnTo>
                  <a:lnTo>
                    <a:pt x="7418287" y="1668810"/>
                  </a:lnTo>
                  <a:lnTo>
                    <a:pt x="7419569" y="1668810"/>
                  </a:lnTo>
                  <a:lnTo>
                    <a:pt x="7420851" y="1659501"/>
                  </a:lnTo>
                  <a:lnTo>
                    <a:pt x="7422133" y="1659501"/>
                  </a:lnTo>
                  <a:lnTo>
                    <a:pt x="7423415" y="1659501"/>
                  </a:lnTo>
                  <a:lnTo>
                    <a:pt x="7424697" y="1659501"/>
                  </a:lnTo>
                  <a:lnTo>
                    <a:pt x="7425979" y="1652442"/>
                  </a:lnTo>
                  <a:lnTo>
                    <a:pt x="7427260" y="1653030"/>
                  </a:lnTo>
                  <a:lnTo>
                    <a:pt x="7428542" y="1663031"/>
                  </a:lnTo>
                  <a:lnTo>
                    <a:pt x="7429824" y="1668810"/>
                  </a:lnTo>
                  <a:lnTo>
                    <a:pt x="7431106" y="1668810"/>
                  </a:lnTo>
                  <a:lnTo>
                    <a:pt x="7432388" y="1668810"/>
                  </a:lnTo>
                  <a:lnTo>
                    <a:pt x="7433670" y="1668810"/>
                  </a:lnTo>
                  <a:lnTo>
                    <a:pt x="7434951" y="1665274"/>
                  </a:lnTo>
                  <a:lnTo>
                    <a:pt x="7436233" y="1624875"/>
                  </a:lnTo>
                  <a:lnTo>
                    <a:pt x="7437515" y="1642310"/>
                  </a:lnTo>
                  <a:lnTo>
                    <a:pt x="7438797" y="1630527"/>
                  </a:lnTo>
                  <a:lnTo>
                    <a:pt x="7440079" y="1624203"/>
                  </a:lnTo>
                  <a:lnTo>
                    <a:pt x="7441361" y="1663046"/>
                  </a:lnTo>
                  <a:lnTo>
                    <a:pt x="7442642" y="1660828"/>
                  </a:lnTo>
                  <a:lnTo>
                    <a:pt x="7443924" y="1658415"/>
                  </a:lnTo>
                  <a:lnTo>
                    <a:pt x="7445206" y="1651578"/>
                  </a:lnTo>
                  <a:lnTo>
                    <a:pt x="7446488" y="1651980"/>
                  </a:lnTo>
                  <a:lnTo>
                    <a:pt x="7447770" y="1648762"/>
                  </a:lnTo>
                  <a:lnTo>
                    <a:pt x="7449052" y="1644741"/>
                  </a:lnTo>
                  <a:lnTo>
                    <a:pt x="7450334" y="1644741"/>
                  </a:lnTo>
                  <a:lnTo>
                    <a:pt x="7451615" y="1666044"/>
                  </a:lnTo>
                  <a:lnTo>
                    <a:pt x="7452897" y="1658987"/>
                  </a:lnTo>
                  <a:lnTo>
                    <a:pt x="7454179" y="1663616"/>
                  </a:lnTo>
                  <a:lnTo>
                    <a:pt x="7455461" y="1659688"/>
                  </a:lnTo>
                  <a:lnTo>
                    <a:pt x="7456743" y="1660625"/>
                  </a:lnTo>
                  <a:lnTo>
                    <a:pt x="7458025" y="1668810"/>
                  </a:lnTo>
                  <a:lnTo>
                    <a:pt x="7459306" y="1665346"/>
                  </a:lnTo>
                  <a:lnTo>
                    <a:pt x="7460588" y="1658412"/>
                  </a:lnTo>
                  <a:lnTo>
                    <a:pt x="7461870" y="1654251"/>
                  </a:lnTo>
                  <a:lnTo>
                    <a:pt x="7463152" y="1651676"/>
                  </a:lnTo>
                  <a:lnTo>
                    <a:pt x="7464434" y="1654845"/>
                  </a:lnTo>
                  <a:lnTo>
                    <a:pt x="7465716" y="1653657"/>
                  </a:lnTo>
                  <a:lnTo>
                    <a:pt x="7466998" y="1652072"/>
                  </a:lnTo>
                  <a:lnTo>
                    <a:pt x="7468279" y="1651477"/>
                  </a:lnTo>
                  <a:lnTo>
                    <a:pt x="7469561" y="1650487"/>
                  </a:lnTo>
                  <a:lnTo>
                    <a:pt x="7470843" y="1646387"/>
                  </a:lnTo>
                  <a:lnTo>
                    <a:pt x="7472125" y="1652533"/>
                  </a:lnTo>
                  <a:lnTo>
                    <a:pt x="7473407" y="1647650"/>
                  </a:lnTo>
                  <a:lnTo>
                    <a:pt x="7474689" y="1638722"/>
                  </a:lnTo>
                  <a:lnTo>
                    <a:pt x="7475970" y="1637196"/>
                  </a:lnTo>
                  <a:lnTo>
                    <a:pt x="7477252" y="1607967"/>
                  </a:lnTo>
                  <a:lnTo>
                    <a:pt x="7478534" y="1581920"/>
                  </a:lnTo>
                  <a:lnTo>
                    <a:pt x="7479816" y="1570767"/>
                  </a:lnTo>
                  <a:lnTo>
                    <a:pt x="7481098" y="1586919"/>
                  </a:lnTo>
                  <a:lnTo>
                    <a:pt x="7482380" y="1587726"/>
                  </a:lnTo>
                  <a:lnTo>
                    <a:pt x="7483661" y="1598225"/>
                  </a:lnTo>
                  <a:lnTo>
                    <a:pt x="7484943" y="1608724"/>
                  </a:lnTo>
                  <a:lnTo>
                    <a:pt x="7486225" y="1630529"/>
                  </a:lnTo>
                  <a:lnTo>
                    <a:pt x="7487507" y="1648296"/>
                  </a:lnTo>
                  <a:lnTo>
                    <a:pt x="7488789" y="1652334"/>
                  </a:lnTo>
                  <a:lnTo>
                    <a:pt x="7490071" y="1652334"/>
                  </a:lnTo>
                  <a:lnTo>
                    <a:pt x="7491353" y="1652334"/>
                  </a:lnTo>
                  <a:lnTo>
                    <a:pt x="7492634" y="1652334"/>
                  </a:lnTo>
                  <a:lnTo>
                    <a:pt x="7493916" y="1639412"/>
                  </a:lnTo>
                  <a:lnTo>
                    <a:pt x="7495198" y="1636182"/>
                  </a:lnTo>
                  <a:lnTo>
                    <a:pt x="7496480" y="1665884"/>
                  </a:lnTo>
                  <a:lnTo>
                    <a:pt x="7497762" y="1668418"/>
                  </a:lnTo>
                  <a:lnTo>
                    <a:pt x="7499044" y="1668810"/>
                  </a:lnTo>
                  <a:lnTo>
                    <a:pt x="7500325" y="1668810"/>
                  </a:lnTo>
                  <a:lnTo>
                    <a:pt x="7501607" y="1668810"/>
                  </a:lnTo>
                  <a:lnTo>
                    <a:pt x="7502889" y="1668810"/>
                  </a:lnTo>
                  <a:lnTo>
                    <a:pt x="7504171" y="1668810"/>
                  </a:lnTo>
                  <a:lnTo>
                    <a:pt x="7505453" y="1668810"/>
                  </a:lnTo>
                  <a:lnTo>
                    <a:pt x="7506735" y="1668810"/>
                  </a:lnTo>
                  <a:lnTo>
                    <a:pt x="7508017" y="1668810"/>
                  </a:lnTo>
                  <a:lnTo>
                    <a:pt x="7509298" y="1668810"/>
                  </a:lnTo>
                  <a:lnTo>
                    <a:pt x="7510580" y="1668810"/>
                  </a:lnTo>
                  <a:lnTo>
                    <a:pt x="7511862" y="1668810"/>
                  </a:lnTo>
                  <a:lnTo>
                    <a:pt x="7513144" y="1668810"/>
                  </a:lnTo>
                  <a:lnTo>
                    <a:pt x="7514426" y="1668810"/>
                  </a:lnTo>
                  <a:lnTo>
                    <a:pt x="7515708" y="1668810"/>
                  </a:lnTo>
                  <a:lnTo>
                    <a:pt x="7516989" y="1668810"/>
                  </a:lnTo>
                  <a:lnTo>
                    <a:pt x="7518271" y="1668810"/>
                  </a:lnTo>
                  <a:lnTo>
                    <a:pt x="7519553" y="1668485"/>
                  </a:lnTo>
                  <a:lnTo>
                    <a:pt x="7520835" y="1668485"/>
                  </a:lnTo>
                  <a:lnTo>
                    <a:pt x="7522117" y="1668485"/>
                  </a:lnTo>
                  <a:lnTo>
                    <a:pt x="7523399" y="1668485"/>
                  </a:lnTo>
                  <a:lnTo>
                    <a:pt x="7524681" y="1668485"/>
                  </a:lnTo>
                  <a:lnTo>
                    <a:pt x="7525962" y="1668485"/>
                  </a:lnTo>
                  <a:lnTo>
                    <a:pt x="7527244" y="1668485"/>
                  </a:lnTo>
                  <a:lnTo>
                    <a:pt x="7528526" y="1668485"/>
                  </a:lnTo>
                  <a:lnTo>
                    <a:pt x="7529808" y="1668485"/>
                  </a:lnTo>
                  <a:lnTo>
                    <a:pt x="7531090" y="1668485"/>
                  </a:lnTo>
                  <a:lnTo>
                    <a:pt x="7532372" y="1668485"/>
                  </a:lnTo>
                  <a:lnTo>
                    <a:pt x="7533653" y="1668485"/>
                  </a:lnTo>
                  <a:lnTo>
                    <a:pt x="7534935" y="1668485"/>
                  </a:lnTo>
                  <a:lnTo>
                    <a:pt x="7536217" y="1668810"/>
                  </a:lnTo>
                  <a:lnTo>
                    <a:pt x="7537499" y="1668810"/>
                  </a:lnTo>
                  <a:lnTo>
                    <a:pt x="7538781" y="1668810"/>
                  </a:lnTo>
                  <a:lnTo>
                    <a:pt x="7540063" y="1668810"/>
                  </a:lnTo>
                  <a:lnTo>
                    <a:pt x="7541344" y="1668810"/>
                  </a:lnTo>
                  <a:lnTo>
                    <a:pt x="7542626" y="1668810"/>
                  </a:lnTo>
                  <a:lnTo>
                    <a:pt x="7543908" y="1668810"/>
                  </a:lnTo>
                  <a:lnTo>
                    <a:pt x="7545190" y="1668810"/>
                  </a:lnTo>
                  <a:lnTo>
                    <a:pt x="7546472" y="1668810"/>
                  </a:lnTo>
                  <a:lnTo>
                    <a:pt x="7547754" y="1668810"/>
                  </a:lnTo>
                  <a:lnTo>
                    <a:pt x="7549036" y="1668810"/>
                  </a:lnTo>
                  <a:lnTo>
                    <a:pt x="7550317" y="1668810"/>
                  </a:lnTo>
                  <a:lnTo>
                    <a:pt x="7551599" y="1668810"/>
                  </a:lnTo>
                  <a:lnTo>
                    <a:pt x="7552881" y="1668810"/>
                  </a:lnTo>
                  <a:lnTo>
                    <a:pt x="7554163" y="1668810"/>
                  </a:lnTo>
                  <a:lnTo>
                    <a:pt x="7555445" y="1668810"/>
                  </a:lnTo>
                  <a:lnTo>
                    <a:pt x="7556727" y="1668810"/>
                  </a:lnTo>
                  <a:lnTo>
                    <a:pt x="7558008" y="1652334"/>
                  </a:lnTo>
                  <a:lnTo>
                    <a:pt x="7559290" y="1652334"/>
                  </a:lnTo>
                  <a:lnTo>
                    <a:pt x="7560572" y="1652334"/>
                  </a:lnTo>
                  <a:lnTo>
                    <a:pt x="7561854" y="1652334"/>
                  </a:lnTo>
                  <a:lnTo>
                    <a:pt x="7563136" y="1652334"/>
                  </a:lnTo>
                  <a:lnTo>
                    <a:pt x="7564418" y="1652334"/>
                  </a:lnTo>
                  <a:lnTo>
                    <a:pt x="7565700" y="1647488"/>
                  </a:lnTo>
                  <a:lnTo>
                    <a:pt x="7566981" y="1636182"/>
                  </a:lnTo>
                  <a:lnTo>
                    <a:pt x="7568263" y="1668810"/>
                  </a:lnTo>
                  <a:lnTo>
                    <a:pt x="7569545" y="1668810"/>
                  </a:lnTo>
                  <a:lnTo>
                    <a:pt x="7570827" y="1668810"/>
                  </a:lnTo>
                  <a:lnTo>
                    <a:pt x="7572109" y="1668810"/>
                  </a:lnTo>
                  <a:lnTo>
                    <a:pt x="7573391" y="1668810"/>
                  </a:lnTo>
                  <a:lnTo>
                    <a:pt x="7574672" y="1668810"/>
                  </a:lnTo>
                  <a:lnTo>
                    <a:pt x="7575954" y="1668810"/>
                  </a:lnTo>
                  <a:lnTo>
                    <a:pt x="7577236" y="1668810"/>
                  </a:lnTo>
                  <a:lnTo>
                    <a:pt x="7578518" y="1668810"/>
                  </a:lnTo>
                  <a:lnTo>
                    <a:pt x="7579800" y="1668810"/>
                  </a:lnTo>
                  <a:lnTo>
                    <a:pt x="7581082" y="1668810"/>
                  </a:lnTo>
                  <a:lnTo>
                    <a:pt x="7582363" y="1668810"/>
                  </a:lnTo>
                  <a:lnTo>
                    <a:pt x="7583645" y="1668810"/>
                  </a:lnTo>
                  <a:lnTo>
                    <a:pt x="7584927" y="1668810"/>
                  </a:lnTo>
                  <a:lnTo>
                    <a:pt x="7586209" y="1668810"/>
                  </a:lnTo>
                  <a:lnTo>
                    <a:pt x="7587491" y="1668810"/>
                  </a:lnTo>
                  <a:lnTo>
                    <a:pt x="7588773" y="1667968"/>
                  </a:lnTo>
                  <a:lnTo>
                    <a:pt x="7590055" y="1656070"/>
                  </a:lnTo>
                  <a:lnTo>
                    <a:pt x="7591336" y="1647415"/>
                  </a:lnTo>
                  <a:lnTo>
                    <a:pt x="7592618" y="1647415"/>
                  </a:lnTo>
                  <a:lnTo>
                    <a:pt x="7593900" y="1647415"/>
                  </a:lnTo>
                  <a:lnTo>
                    <a:pt x="7595182" y="1646174"/>
                  </a:lnTo>
                  <a:lnTo>
                    <a:pt x="7596464" y="1641206"/>
                  </a:lnTo>
                  <a:lnTo>
                    <a:pt x="7597746" y="1641206"/>
                  </a:lnTo>
                  <a:lnTo>
                    <a:pt x="7599027" y="1642137"/>
                  </a:lnTo>
                  <a:lnTo>
                    <a:pt x="7600309" y="1630759"/>
                  </a:lnTo>
                  <a:lnTo>
                    <a:pt x="7601591" y="1629892"/>
                  </a:lnTo>
                  <a:lnTo>
                    <a:pt x="7602873" y="1635707"/>
                  </a:lnTo>
                  <a:lnTo>
                    <a:pt x="7604155" y="1629498"/>
                  </a:lnTo>
                  <a:lnTo>
                    <a:pt x="7605437" y="1644173"/>
                  </a:lnTo>
                  <a:lnTo>
                    <a:pt x="7606719" y="1640244"/>
                  </a:lnTo>
                  <a:lnTo>
                    <a:pt x="7608000" y="1618415"/>
                  </a:lnTo>
                  <a:lnTo>
                    <a:pt x="7609282" y="1635374"/>
                  </a:lnTo>
                  <a:lnTo>
                    <a:pt x="7610564" y="1636182"/>
                  </a:lnTo>
                  <a:lnTo>
                    <a:pt x="7611846" y="1636182"/>
                  </a:lnTo>
                  <a:lnTo>
                    <a:pt x="7613128" y="1636182"/>
                  </a:lnTo>
                  <a:lnTo>
                    <a:pt x="7614410" y="1639412"/>
                  </a:lnTo>
                  <a:lnTo>
                    <a:pt x="7615691" y="1652334"/>
                  </a:lnTo>
                  <a:lnTo>
                    <a:pt x="7616973" y="1652334"/>
                  </a:lnTo>
                  <a:lnTo>
                    <a:pt x="7618255" y="1653949"/>
                  </a:lnTo>
                  <a:lnTo>
                    <a:pt x="7619537" y="1668485"/>
                  </a:lnTo>
                  <a:lnTo>
                    <a:pt x="7620819" y="1668485"/>
                  </a:lnTo>
                  <a:lnTo>
                    <a:pt x="7622101" y="1668485"/>
                  </a:lnTo>
                  <a:lnTo>
                    <a:pt x="7623382" y="1668810"/>
                  </a:lnTo>
                  <a:lnTo>
                    <a:pt x="7624664" y="1668810"/>
                  </a:lnTo>
                  <a:lnTo>
                    <a:pt x="7625946" y="1668810"/>
                  </a:lnTo>
                  <a:lnTo>
                    <a:pt x="7627228" y="1668810"/>
                  </a:lnTo>
                  <a:lnTo>
                    <a:pt x="7628510" y="1668810"/>
                  </a:lnTo>
                  <a:lnTo>
                    <a:pt x="7629792" y="1668810"/>
                  </a:lnTo>
                  <a:lnTo>
                    <a:pt x="7631074" y="1668810"/>
                  </a:lnTo>
                  <a:lnTo>
                    <a:pt x="7632355" y="1668810"/>
                  </a:lnTo>
                  <a:lnTo>
                    <a:pt x="7633637" y="1668810"/>
                  </a:lnTo>
                  <a:lnTo>
                    <a:pt x="7634919" y="1668810"/>
                  </a:lnTo>
                  <a:lnTo>
                    <a:pt x="7636201" y="1668810"/>
                  </a:lnTo>
                  <a:lnTo>
                    <a:pt x="7637483" y="1668810"/>
                  </a:lnTo>
                  <a:lnTo>
                    <a:pt x="7638765" y="1668810"/>
                  </a:lnTo>
                  <a:lnTo>
                    <a:pt x="7640046" y="1668810"/>
                  </a:lnTo>
                  <a:lnTo>
                    <a:pt x="7641328" y="1668810"/>
                  </a:lnTo>
                  <a:lnTo>
                    <a:pt x="7642610" y="1668810"/>
                  </a:lnTo>
                  <a:lnTo>
                    <a:pt x="7643892" y="1668810"/>
                  </a:lnTo>
                  <a:lnTo>
                    <a:pt x="7645174" y="1668810"/>
                  </a:lnTo>
                  <a:lnTo>
                    <a:pt x="7646456" y="1668810"/>
                  </a:lnTo>
                  <a:lnTo>
                    <a:pt x="7647738" y="1668810"/>
                  </a:lnTo>
                  <a:lnTo>
                    <a:pt x="7649019" y="1668810"/>
                  </a:lnTo>
                  <a:lnTo>
                    <a:pt x="7650301" y="1668810"/>
                  </a:lnTo>
                  <a:lnTo>
                    <a:pt x="7651583" y="1662394"/>
                  </a:lnTo>
                  <a:lnTo>
                    <a:pt x="7652865" y="1668810"/>
                  </a:lnTo>
                  <a:lnTo>
                    <a:pt x="7654147" y="1668810"/>
                  </a:lnTo>
                  <a:lnTo>
                    <a:pt x="7655429" y="1668810"/>
                  </a:lnTo>
                  <a:lnTo>
                    <a:pt x="7656710" y="1644794"/>
                  </a:lnTo>
                  <a:lnTo>
                    <a:pt x="7657992" y="1624203"/>
                  </a:lnTo>
                  <a:lnTo>
                    <a:pt x="7659274" y="1635381"/>
                  </a:lnTo>
                  <a:lnTo>
                    <a:pt x="7660556" y="1632050"/>
                  </a:lnTo>
                  <a:lnTo>
                    <a:pt x="7661838" y="1633869"/>
                  </a:lnTo>
                  <a:lnTo>
                    <a:pt x="7663120" y="1641005"/>
                  </a:lnTo>
                  <a:lnTo>
                    <a:pt x="7664402" y="1603878"/>
                  </a:lnTo>
                  <a:lnTo>
                    <a:pt x="7665683" y="1603878"/>
                  </a:lnTo>
                  <a:lnTo>
                    <a:pt x="7666965" y="1611954"/>
                  </a:lnTo>
                  <a:lnTo>
                    <a:pt x="7668247" y="1620030"/>
                  </a:lnTo>
                  <a:lnTo>
                    <a:pt x="7669529" y="1620030"/>
                  </a:lnTo>
                  <a:lnTo>
                    <a:pt x="7670811" y="1620030"/>
                  </a:lnTo>
                  <a:lnTo>
                    <a:pt x="7672093" y="1620030"/>
                  </a:lnTo>
                  <a:lnTo>
                    <a:pt x="7673374" y="1620030"/>
                  </a:lnTo>
                  <a:lnTo>
                    <a:pt x="7674656" y="1611954"/>
                  </a:lnTo>
                  <a:lnTo>
                    <a:pt x="7675938" y="1624068"/>
                  </a:lnTo>
                  <a:lnTo>
                    <a:pt x="7677220" y="1652334"/>
                  </a:lnTo>
                  <a:lnTo>
                    <a:pt x="7678502" y="1652334"/>
                  </a:lnTo>
                  <a:lnTo>
                    <a:pt x="7679784" y="1652334"/>
                  </a:lnTo>
                  <a:lnTo>
                    <a:pt x="7681065" y="1652334"/>
                  </a:lnTo>
                  <a:lnTo>
                    <a:pt x="7682347" y="1652334"/>
                  </a:lnTo>
                  <a:lnTo>
                    <a:pt x="7683629" y="1652334"/>
                  </a:lnTo>
                  <a:lnTo>
                    <a:pt x="7684911" y="1652334"/>
                  </a:lnTo>
                  <a:lnTo>
                    <a:pt x="7686193" y="1652334"/>
                  </a:lnTo>
                  <a:lnTo>
                    <a:pt x="7687475" y="1652334"/>
                  </a:lnTo>
                  <a:lnTo>
                    <a:pt x="7688757" y="1652334"/>
                  </a:lnTo>
                  <a:lnTo>
                    <a:pt x="7690038" y="1652334"/>
                  </a:lnTo>
                  <a:lnTo>
                    <a:pt x="7691320" y="1649911"/>
                  </a:lnTo>
                  <a:lnTo>
                    <a:pt x="7692602" y="1628913"/>
                  </a:lnTo>
                  <a:lnTo>
                    <a:pt x="7693884" y="1630529"/>
                  </a:lnTo>
                  <a:lnTo>
                    <a:pt x="7695166" y="1668418"/>
                  </a:lnTo>
                  <a:lnTo>
                    <a:pt x="7696448" y="1662356"/>
                  </a:lnTo>
                  <a:lnTo>
                    <a:pt x="7697729" y="1656295"/>
                  </a:lnTo>
                  <a:lnTo>
                    <a:pt x="7699011" y="1659501"/>
                  </a:lnTo>
                  <a:lnTo>
                    <a:pt x="7700293" y="1659501"/>
                  </a:lnTo>
                  <a:lnTo>
                    <a:pt x="7701575" y="1659501"/>
                  </a:lnTo>
                  <a:lnTo>
                    <a:pt x="7702857" y="1659501"/>
                  </a:lnTo>
                  <a:lnTo>
                    <a:pt x="7704139" y="1659501"/>
                  </a:lnTo>
                  <a:lnTo>
                    <a:pt x="7705421" y="1659501"/>
                  </a:lnTo>
                  <a:lnTo>
                    <a:pt x="7706702" y="1659501"/>
                  </a:lnTo>
                  <a:lnTo>
                    <a:pt x="7707984" y="1659501"/>
                  </a:lnTo>
                  <a:lnTo>
                    <a:pt x="7709266" y="1659501"/>
                  </a:lnTo>
                  <a:lnTo>
                    <a:pt x="7710548" y="1661266"/>
                  </a:lnTo>
                  <a:lnTo>
                    <a:pt x="7711830" y="1668810"/>
                  </a:lnTo>
                  <a:lnTo>
                    <a:pt x="7713112" y="1668810"/>
                  </a:lnTo>
                  <a:lnTo>
                    <a:pt x="7714393" y="1668810"/>
                  </a:lnTo>
                  <a:lnTo>
                    <a:pt x="7715675" y="1668810"/>
                  </a:lnTo>
                  <a:lnTo>
                    <a:pt x="7716957" y="1668810"/>
                  </a:lnTo>
                  <a:lnTo>
                    <a:pt x="7718239" y="1668810"/>
                  </a:lnTo>
                  <a:lnTo>
                    <a:pt x="7719521" y="1668810"/>
                  </a:lnTo>
                  <a:lnTo>
                    <a:pt x="7720803" y="1668810"/>
                  </a:lnTo>
                  <a:lnTo>
                    <a:pt x="7722084" y="1668810"/>
                  </a:lnTo>
                  <a:lnTo>
                    <a:pt x="7723366" y="1668810"/>
                  </a:lnTo>
                  <a:lnTo>
                    <a:pt x="7724648" y="1668810"/>
                  </a:lnTo>
                  <a:lnTo>
                    <a:pt x="7725930" y="1668810"/>
                  </a:lnTo>
                  <a:lnTo>
                    <a:pt x="7727212" y="1668810"/>
                  </a:lnTo>
                  <a:lnTo>
                    <a:pt x="7728494" y="1668810"/>
                  </a:lnTo>
                  <a:lnTo>
                    <a:pt x="7729776" y="1668810"/>
                  </a:lnTo>
                  <a:lnTo>
                    <a:pt x="7731057" y="1668810"/>
                  </a:lnTo>
                  <a:lnTo>
                    <a:pt x="7732339" y="1668810"/>
                  </a:lnTo>
                  <a:lnTo>
                    <a:pt x="7733621" y="1652334"/>
                  </a:lnTo>
                  <a:lnTo>
                    <a:pt x="7734903" y="1668810"/>
                  </a:lnTo>
                  <a:lnTo>
                    <a:pt x="7736185" y="1668810"/>
                  </a:lnTo>
                  <a:lnTo>
                    <a:pt x="7737467" y="1668810"/>
                  </a:lnTo>
                  <a:lnTo>
                    <a:pt x="7738748" y="1668810"/>
                  </a:lnTo>
                  <a:lnTo>
                    <a:pt x="7740030" y="1668810"/>
                  </a:lnTo>
                  <a:lnTo>
                    <a:pt x="7741312" y="1668810"/>
                  </a:lnTo>
                  <a:lnTo>
                    <a:pt x="7742594" y="1668810"/>
                  </a:lnTo>
                  <a:lnTo>
                    <a:pt x="7743876" y="1668810"/>
                  </a:lnTo>
                  <a:lnTo>
                    <a:pt x="7745158" y="1668810"/>
                  </a:lnTo>
                  <a:lnTo>
                    <a:pt x="7746440" y="1668810"/>
                  </a:lnTo>
                  <a:lnTo>
                    <a:pt x="7747721" y="1668810"/>
                  </a:lnTo>
                  <a:lnTo>
                    <a:pt x="7749003" y="1668810"/>
                  </a:lnTo>
                  <a:lnTo>
                    <a:pt x="7750285" y="1668810"/>
                  </a:lnTo>
                  <a:lnTo>
                    <a:pt x="7751567" y="1668810"/>
                  </a:lnTo>
                  <a:lnTo>
                    <a:pt x="7752849" y="1668810"/>
                  </a:lnTo>
                  <a:lnTo>
                    <a:pt x="7754131" y="1668810"/>
                  </a:lnTo>
                  <a:lnTo>
                    <a:pt x="7755412" y="1652784"/>
                  </a:lnTo>
                  <a:lnTo>
                    <a:pt x="7756694" y="1636175"/>
                  </a:lnTo>
                  <a:lnTo>
                    <a:pt x="7757976" y="1608907"/>
                  </a:lnTo>
                  <a:lnTo>
                    <a:pt x="7759258" y="1606554"/>
                  </a:lnTo>
                  <a:lnTo>
                    <a:pt x="7760540" y="1600671"/>
                  </a:lnTo>
                  <a:lnTo>
                    <a:pt x="7761822" y="1600671"/>
                  </a:lnTo>
                  <a:lnTo>
                    <a:pt x="7763104" y="1595683"/>
                  </a:lnTo>
                  <a:lnTo>
                    <a:pt x="7764385" y="1595683"/>
                  </a:lnTo>
                  <a:lnTo>
                    <a:pt x="7765667" y="1607200"/>
                  </a:lnTo>
                  <a:lnTo>
                    <a:pt x="7766949" y="1608330"/>
                  </a:lnTo>
                  <a:lnTo>
                    <a:pt x="7768231" y="1608724"/>
                  </a:lnTo>
                  <a:lnTo>
                    <a:pt x="7769513" y="1620030"/>
                  </a:lnTo>
                  <a:lnTo>
                    <a:pt x="7770795" y="1636182"/>
                  </a:lnTo>
                  <a:lnTo>
                    <a:pt x="7772076" y="1636182"/>
                  </a:lnTo>
                  <a:lnTo>
                    <a:pt x="7773358" y="1636182"/>
                  </a:lnTo>
                  <a:lnTo>
                    <a:pt x="7774640" y="1636182"/>
                  </a:lnTo>
                  <a:lnTo>
                    <a:pt x="7775922" y="1636989"/>
                  </a:lnTo>
                  <a:lnTo>
                    <a:pt x="7777204" y="1652334"/>
                  </a:lnTo>
                  <a:lnTo>
                    <a:pt x="7778486" y="1649103"/>
                  </a:lnTo>
                  <a:lnTo>
                    <a:pt x="7779767" y="1668810"/>
                  </a:lnTo>
                  <a:lnTo>
                    <a:pt x="7781049" y="1668810"/>
                  </a:lnTo>
                  <a:lnTo>
                    <a:pt x="7782331" y="1668810"/>
                  </a:lnTo>
                  <a:lnTo>
                    <a:pt x="7783613" y="1668810"/>
                  </a:lnTo>
                  <a:lnTo>
                    <a:pt x="7784895" y="1665246"/>
                  </a:lnTo>
                  <a:lnTo>
                    <a:pt x="7786177" y="1666609"/>
                  </a:lnTo>
                  <a:lnTo>
                    <a:pt x="7787459" y="1665689"/>
                  </a:lnTo>
                  <a:lnTo>
                    <a:pt x="7788740" y="1664876"/>
                  </a:lnTo>
                  <a:lnTo>
                    <a:pt x="7790022" y="1668810"/>
                  </a:lnTo>
                  <a:lnTo>
                    <a:pt x="7791304" y="1667295"/>
                  </a:lnTo>
                  <a:lnTo>
                    <a:pt x="7792586" y="1662362"/>
                  </a:lnTo>
                  <a:lnTo>
                    <a:pt x="7793868" y="1657978"/>
                  </a:lnTo>
                  <a:lnTo>
                    <a:pt x="7795150" y="1662265"/>
                  </a:lnTo>
                  <a:lnTo>
                    <a:pt x="7796431" y="1657841"/>
                  </a:lnTo>
                  <a:lnTo>
                    <a:pt x="7797713" y="1652054"/>
                  </a:lnTo>
                  <a:lnTo>
                    <a:pt x="7798995" y="1654267"/>
                  </a:lnTo>
                  <a:lnTo>
                    <a:pt x="7800277" y="1659713"/>
                  </a:lnTo>
                  <a:lnTo>
                    <a:pt x="7801559" y="1668810"/>
                  </a:lnTo>
                  <a:lnTo>
                    <a:pt x="7802841" y="1668810"/>
                  </a:lnTo>
                  <a:lnTo>
                    <a:pt x="7804123" y="1668810"/>
                  </a:lnTo>
                  <a:lnTo>
                    <a:pt x="7805404" y="1668810"/>
                  </a:lnTo>
                  <a:lnTo>
                    <a:pt x="7806686" y="1668810"/>
                  </a:lnTo>
                  <a:lnTo>
                    <a:pt x="7807968" y="1668810"/>
                  </a:lnTo>
                  <a:lnTo>
                    <a:pt x="7809250" y="1668810"/>
                  </a:lnTo>
                  <a:lnTo>
                    <a:pt x="7810532" y="1668810"/>
                  </a:lnTo>
                  <a:lnTo>
                    <a:pt x="7811814" y="1668810"/>
                  </a:lnTo>
                  <a:lnTo>
                    <a:pt x="7813095" y="1668810"/>
                  </a:lnTo>
                  <a:lnTo>
                    <a:pt x="7814377" y="1668810"/>
                  </a:lnTo>
                  <a:lnTo>
                    <a:pt x="7815659" y="1668810"/>
                  </a:lnTo>
                  <a:lnTo>
                    <a:pt x="7816941" y="1668810"/>
                  </a:lnTo>
                  <a:lnTo>
                    <a:pt x="7818223" y="1668810"/>
                  </a:lnTo>
                  <a:lnTo>
                    <a:pt x="7819505" y="1668810"/>
                  </a:lnTo>
                  <a:lnTo>
                    <a:pt x="7820786" y="1668810"/>
                  </a:lnTo>
                  <a:lnTo>
                    <a:pt x="7822068" y="1668810"/>
                  </a:lnTo>
                  <a:lnTo>
                    <a:pt x="7823350" y="1668810"/>
                  </a:lnTo>
                  <a:lnTo>
                    <a:pt x="7824632" y="1668810"/>
                  </a:lnTo>
                  <a:lnTo>
                    <a:pt x="7825914" y="1668810"/>
                  </a:lnTo>
                  <a:lnTo>
                    <a:pt x="7827196" y="1668810"/>
                  </a:lnTo>
                  <a:lnTo>
                    <a:pt x="7828478" y="1668810"/>
                  </a:lnTo>
                  <a:lnTo>
                    <a:pt x="7829759" y="1668810"/>
                  </a:lnTo>
                  <a:lnTo>
                    <a:pt x="7831041" y="1668810"/>
                  </a:lnTo>
                  <a:lnTo>
                    <a:pt x="7832323" y="1668810"/>
                  </a:lnTo>
                  <a:lnTo>
                    <a:pt x="7833605" y="1668810"/>
                  </a:lnTo>
                  <a:lnTo>
                    <a:pt x="7834887" y="1668810"/>
                  </a:lnTo>
                  <a:lnTo>
                    <a:pt x="7836169" y="1668810"/>
                  </a:lnTo>
                  <a:lnTo>
                    <a:pt x="7837450" y="1668810"/>
                  </a:lnTo>
                  <a:lnTo>
                    <a:pt x="7838732" y="1668810"/>
                  </a:lnTo>
                  <a:lnTo>
                    <a:pt x="7840014" y="1668810"/>
                  </a:lnTo>
                  <a:lnTo>
                    <a:pt x="7841296" y="1668810"/>
                  </a:lnTo>
                  <a:lnTo>
                    <a:pt x="7842578" y="1668810"/>
                  </a:lnTo>
                  <a:lnTo>
                    <a:pt x="7843860" y="1668810"/>
                  </a:lnTo>
                  <a:lnTo>
                    <a:pt x="7845142" y="1668810"/>
                  </a:lnTo>
                  <a:lnTo>
                    <a:pt x="7846423" y="1668810"/>
                  </a:lnTo>
                  <a:lnTo>
                    <a:pt x="7847705" y="1668810"/>
                  </a:lnTo>
                  <a:lnTo>
                    <a:pt x="7848987" y="1668810"/>
                  </a:lnTo>
                  <a:lnTo>
                    <a:pt x="7850269" y="1668810"/>
                  </a:lnTo>
                  <a:lnTo>
                    <a:pt x="7851551" y="1668810"/>
                  </a:lnTo>
                  <a:lnTo>
                    <a:pt x="7852833" y="1668810"/>
                  </a:lnTo>
                  <a:lnTo>
                    <a:pt x="7854114" y="1668810"/>
                  </a:lnTo>
                  <a:lnTo>
                    <a:pt x="7855396" y="1668810"/>
                  </a:lnTo>
                  <a:lnTo>
                    <a:pt x="7856678" y="1668810"/>
                  </a:lnTo>
                  <a:lnTo>
                    <a:pt x="7857960" y="1668810"/>
                  </a:lnTo>
                  <a:lnTo>
                    <a:pt x="7859242" y="1668810"/>
                  </a:lnTo>
                  <a:lnTo>
                    <a:pt x="7860524" y="1668810"/>
                  </a:lnTo>
                  <a:lnTo>
                    <a:pt x="7861805" y="1668810"/>
                  </a:lnTo>
                  <a:lnTo>
                    <a:pt x="7863087" y="1668810"/>
                  </a:lnTo>
                  <a:lnTo>
                    <a:pt x="7864369" y="1668810"/>
                  </a:lnTo>
                  <a:lnTo>
                    <a:pt x="7865651" y="1668810"/>
                  </a:lnTo>
                  <a:lnTo>
                    <a:pt x="7866933" y="1668810"/>
                  </a:lnTo>
                  <a:lnTo>
                    <a:pt x="7868215" y="1668810"/>
                  </a:lnTo>
                  <a:lnTo>
                    <a:pt x="7869497" y="1668810"/>
                  </a:lnTo>
                  <a:lnTo>
                    <a:pt x="7870778" y="1668810"/>
                  </a:lnTo>
                  <a:lnTo>
                    <a:pt x="7872060" y="1668810"/>
                  </a:lnTo>
                  <a:lnTo>
                    <a:pt x="7873342" y="1668810"/>
                  </a:lnTo>
                  <a:lnTo>
                    <a:pt x="7874624" y="1668810"/>
                  </a:lnTo>
                  <a:lnTo>
                    <a:pt x="7875906" y="1668810"/>
                  </a:lnTo>
                  <a:lnTo>
                    <a:pt x="7877188" y="1668810"/>
                  </a:lnTo>
                  <a:lnTo>
                    <a:pt x="7878469" y="1668810"/>
                  </a:lnTo>
                  <a:lnTo>
                    <a:pt x="7879751" y="1668810"/>
                  </a:lnTo>
                  <a:lnTo>
                    <a:pt x="7881033" y="1668810"/>
                  </a:lnTo>
                  <a:lnTo>
                    <a:pt x="7882315" y="1668810"/>
                  </a:lnTo>
                  <a:lnTo>
                    <a:pt x="7883597" y="1668810"/>
                  </a:lnTo>
                  <a:lnTo>
                    <a:pt x="7884879" y="1668810"/>
                  </a:lnTo>
                  <a:lnTo>
                    <a:pt x="7886161" y="1668810"/>
                  </a:lnTo>
                  <a:lnTo>
                    <a:pt x="7887442" y="1668810"/>
                  </a:lnTo>
                  <a:lnTo>
                    <a:pt x="7888724" y="1668810"/>
                  </a:lnTo>
                  <a:lnTo>
                    <a:pt x="7890006" y="1668810"/>
                  </a:lnTo>
                  <a:lnTo>
                    <a:pt x="7891288" y="1668810"/>
                  </a:lnTo>
                  <a:lnTo>
                    <a:pt x="7892570" y="1668810"/>
                  </a:lnTo>
                  <a:lnTo>
                    <a:pt x="7893852" y="1668810"/>
                  </a:lnTo>
                  <a:lnTo>
                    <a:pt x="7895133" y="1668810"/>
                  </a:lnTo>
                  <a:lnTo>
                    <a:pt x="7896415" y="1668810"/>
                  </a:lnTo>
                  <a:lnTo>
                    <a:pt x="7897697" y="1668810"/>
                  </a:lnTo>
                  <a:lnTo>
                    <a:pt x="7898979" y="1668810"/>
                  </a:lnTo>
                  <a:lnTo>
                    <a:pt x="7900261" y="1668810"/>
                  </a:lnTo>
                  <a:lnTo>
                    <a:pt x="7901543" y="1668810"/>
                  </a:lnTo>
                  <a:lnTo>
                    <a:pt x="7902825" y="1668810"/>
                  </a:lnTo>
                  <a:lnTo>
                    <a:pt x="7904106" y="1668810"/>
                  </a:lnTo>
                  <a:lnTo>
                    <a:pt x="7905388" y="1668810"/>
                  </a:lnTo>
                  <a:lnTo>
                    <a:pt x="7906670" y="1668810"/>
                  </a:lnTo>
                  <a:lnTo>
                    <a:pt x="7907952" y="1668459"/>
                  </a:lnTo>
                  <a:lnTo>
                    <a:pt x="7909234" y="1668810"/>
                  </a:lnTo>
                  <a:lnTo>
                    <a:pt x="7910516" y="1668810"/>
                  </a:lnTo>
                  <a:lnTo>
                    <a:pt x="7911797" y="1668810"/>
                  </a:lnTo>
                  <a:lnTo>
                    <a:pt x="7913079" y="1668810"/>
                  </a:lnTo>
                  <a:lnTo>
                    <a:pt x="7914361" y="1668810"/>
                  </a:lnTo>
                  <a:lnTo>
                    <a:pt x="7915643" y="1668810"/>
                  </a:lnTo>
                  <a:lnTo>
                    <a:pt x="7916925" y="1668810"/>
                  </a:lnTo>
                  <a:lnTo>
                    <a:pt x="7918207" y="1668810"/>
                  </a:lnTo>
                  <a:lnTo>
                    <a:pt x="7919488" y="1668810"/>
                  </a:lnTo>
                  <a:lnTo>
                    <a:pt x="7920770" y="1668810"/>
                  </a:lnTo>
                  <a:lnTo>
                    <a:pt x="7922052" y="1668810"/>
                  </a:lnTo>
                  <a:lnTo>
                    <a:pt x="7923334" y="1668810"/>
                  </a:lnTo>
                  <a:lnTo>
                    <a:pt x="7924616" y="1668810"/>
                  </a:lnTo>
                  <a:lnTo>
                    <a:pt x="7925898" y="1668810"/>
                  </a:lnTo>
                  <a:lnTo>
                    <a:pt x="7927180" y="1668810"/>
                  </a:lnTo>
                  <a:lnTo>
                    <a:pt x="7928461" y="1668810"/>
                  </a:lnTo>
                  <a:lnTo>
                    <a:pt x="7929743" y="1668810"/>
                  </a:lnTo>
                  <a:lnTo>
                    <a:pt x="7931025" y="1668810"/>
                  </a:lnTo>
                  <a:lnTo>
                    <a:pt x="7932307" y="1668810"/>
                  </a:lnTo>
                  <a:lnTo>
                    <a:pt x="7933589" y="1668810"/>
                  </a:lnTo>
                  <a:lnTo>
                    <a:pt x="7934871" y="1668810"/>
                  </a:lnTo>
                  <a:lnTo>
                    <a:pt x="7936152" y="1668810"/>
                  </a:lnTo>
                  <a:lnTo>
                    <a:pt x="7937434" y="1668810"/>
                  </a:lnTo>
                  <a:lnTo>
                    <a:pt x="7938716" y="1668810"/>
                  </a:lnTo>
                  <a:lnTo>
                    <a:pt x="7939998" y="1652334"/>
                  </a:lnTo>
                  <a:lnTo>
                    <a:pt x="7941280" y="1652334"/>
                  </a:lnTo>
                  <a:lnTo>
                    <a:pt x="7942562" y="1652334"/>
                  </a:lnTo>
                  <a:lnTo>
                    <a:pt x="7943844" y="1652334"/>
                  </a:lnTo>
                  <a:lnTo>
                    <a:pt x="7945125" y="1652334"/>
                  </a:lnTo>
                  <a:lnTo>
                    <a:pt x="7946407" y="1666063"/>
                  </a:lnTo>
                  <a:lnTo>
                    <a:pt x="7947689" y="1668485"/>
                  </a:lnTo>
                  <a:lnTo>
                    <a:pt x="7948971" y="1668485"/>
                  </a:lnTo>
                  <a:lnTo>
                    <a:pt x="7950253" y="1668485"/>
                  </a:lnTo>
                  <a:lnTo>
                    <a:pt x="7951535" y="1668810"/>
                  </a:lnTo>
                  <a:lnTo>
                    <a:pt x="7952816" y="1668810"/>
                  </a:lnTo>
                  <a:lnTo>
                    <a:pt x="7954098" y="1668810"/>
                  </a:lnTo>
                  <a:lnTo>
                    <a:pt x="7955380" y="1668810"/>
                  </a:lnTo>
                  <a:lnTo>
                    <a:pt x="7956662" y="1668810"/>
                  </a:lnTo>
                  <a:lnTo>
                    <a:pt x="7957944" y="1668810"/>
                  </a:lnTo>
                  <a:lnTo>
                    <a:pt x="7959226" y="1668810"/>
                  </a:lnTo>
                  <a:lnTo>
                    <a:pt x="7960507" y="1668810"/>
                  </a:lnTo>
                  <a:lnTo>
                    <a:pt x="7961789" y="1668810"/>
                  </a:lnTo>
                  <a:lnTo>
                    <a:pt x="7963071" y="1668810"/>
                  </a:lnTo>
                  <a:lnTo>
                    <a:pt x="7964353" y="1668810"/>
                  </a:lnTo>
                  <a:lnTo>
                    <a:pt x="7965635" y="1668810"/>
                  </a:lnTo>
                  <a:lnTo>
                    <a:pt x="7966917" y="1668810"/>
                  </a:lnTo>
                  <a:lnTo>
                    <a:pt x="7968199" y="1665671"/>
                  </a:lnTo>
                  <a:lnTo>
                    <a:pt x="7969480" y="1662394"/>
                  </a:lnTo>
                  <a:lnTo>
                    <a:pt x="7970762" y="1654733"/>
                  </a:lnTo>
                  <a:lnTo>
                    <a:pt x="7972044" y="1644083"/>
                  </a:lnTo>
                  <a:lnTo>
                    <a:pt x="7973326" y="1635748"/>
                  </a:lnTo>
                  <a:lnTo>
                    <a:pt x="7974608" y="1600671"/>
                  </a:lnTo>
                  <a:lnTo>
                    <a:pt x="7975890" y="1595683"/>
                  </a:lnTo>
                  <a:lnTo>
                    <a:pt x="7977171" y="1604169"/>
                  </a:lnTo>
                  <a:lnTo>
                    <a:pt x="7978453" y="1610283"/>
                  </a:lnTo>
                  <a:lnTo>
                    <a:pt x="7979735" y="1621746"/>
                  </a:lnTo>
                  <a:lnTo>
                    <a:pt x="7981017" y="1632050"/>
                  </a:lnTo>
                  <a:lnTo>
                    <a:pt x="7982299" y="1632050"/>
                  </a:lnTo>
                  <a:lnTo>
                    <a:pt x="7983581" y="1622959"/>
                  </a:lnTo>
                  <a:lnTo>
                    <a:pt x="7984863" y="1625968"/>
                  </a:lnTo>
                  <a:lnTo>
                    <a:pt x="7986144" y="1645935"/>
                  </a:lnTo>
                  <a:lnTo>
                    <a:pt x="7987426" y="1649753"/>
                  </a:lnTo>
                  <a:lnTo>
                    <a:pt x="7988708" y="1665252"/>
                  </a:lnTo>
                  <a:lnTo>
                    <a:pt x="7989990" y="1668810"/>
                  </a:lnTo>
                  <a:lnTo>
                    <a:pt x="7991272" y="1668810"/>
                  </a:lnTo>
                  <a:lnTo>
                    <a:pt x="7992554" y="1668810"/>
                  </a:lnTo>
                  <a:lnTo>
                    <a:pt x="7993835" y="1668810"/>
                  </a:lnTo>
                  <a:lnTo>
                    <a:pt x="7995117" y="1668810"/>
                  </a:lnTo>
                  <a:lnTo>
                    <a:pt x="7996399" y="1668810"/>
                  </a:lnTo>
                  <a:lnTo>
                    <a:pt x="7997681" y="1668810"/>
                  </a:lnTo>
                  <a:lnTo>
                    <a:pt x="7998963" y="1668810"/>
                  </a:lnTo>
                  <a:lnTo>
                    <a:pt x="8000245" y="1668810"/>
                  </a:lnTo>
                  <a:lnTo>
                    <a:pt x="8001526" y="1668810"/>
                  </a:lnTo>
                  <a:lnTo>
                    <a:pt x="8002808" y="1668810"/>
                  </a:lnTo>
                  <a:lnTo>
                    <a:pt x="8004090" y="1668810"/>
                  </a:lnTo>
                  <a:lnTo>
                    <a:pt x="8005372" y="1668810"/>
                  </a:lnTo>
                  <a:lnTo>
                    <a:pt x="8006654" y="1668810"/>
                  </a:lnTo>
                  <a:lnTo>
                    <a:pt x="8007936" y="1668810"/>
                  </a:lnTo>
                  <a:lnTo>
                    <a:pt x="8009218" y="1668810"/>
                  </a:lnTo>
                  <a:lnTo>
                    <a:pt x="8010499" y="1668810"/>
                  </a:lnTo>
                  <a:lnTo>
                    <a:pt x="8011781" y="1668810"/>
                  </a:lnTo>
                  <a:lnTo>
                    <a:pt x="8013063" y="1668810"/>
                  </a:lnTo>
                  <a:lnTo>
                    <a:pt x="8014345" y="1668810"/>
                  </a:lnTo>
                  <a:lnTo>
                    <a:pt x="8015627" y="1668810"/>
                  </a:lnTo>
                  <a:lnTo>
                    <a:pt x="8016909" y="1668810"/>
                  </a:lnTo>
                  <a:lnTo>
                    <a:pt x="8018190" y="1668810"/>
                  </a:lnTo>
                  <a:lnTo>
                    <a:pt x="8019472" y="1668810"/>
                  </a:lnTo>
                  <a:lnTo>
                    <a:pt x="8020754" y="1668810"/>
                  </a:lnTo>
                  <a:lnTo>
                    <a:pt x="8022036" y="1668810"/>
                  </a:lnTo>
                  <a:lnTo>
                    <a:pt x="8023318" y="1668810"/>
                  </a:lnTo>
                  <a:lnTo>
                    <a:pt x="8024600" y="1668810"/>
                  </a:lnTo>
                  <a:lnTo>
                    <a:pt x="8025882" y="1668810"/>
                  </a:lnTo>
                  <a:lnTo>
                    <a:pt x="8027163" y="1668810"/>
                  </a:lnTo>
                  <a:lnTo>
                    <a:pt x="8028445" y="1668810"/>
                  </a:lnTo>
                  <a:lnTo>
                    <a:pt x="8029727" y="1668810"/>
                  </a:lnTo>
                  <a:lnTo>
                    <a:pt x="8031009" y="1668810"/>
                  </a:lnTo>
                  <a:lnTo>
                    <a:pt x="8032291" y="1668810"/>
                  </a:lnTo>
                  <a:lnTo>
                    <a:pt x="8033573" y="1668810"/>
                  </a:lnTo>
                  <a:lnTo>
                    <a:pt x="8034854" y="1668810"/>
                  </a:lnTo>
                  <a:lnTo>
                    <a:pt x="8036136" y="1668810"/>
                  </a:lnTo>
                  <a:lnTo>
                    <a:pt x="8037418" y="1668810"/>
                  </a:lnTo>
                  <a:lnTo>
                    <a:pt x="8038700" y="1668810"/>
                  </a:lnTo>
                  <a:lnTo>
                    <a:pt x="8039982" y="1668810"/>
                  </a:lnTo>
                  <a:lnTo>
                    <a:pt x="8041264" y="1668810"/>
                  </a:lnTo>
                  <a:lnTo>
                    <a:pt x="8042546" y="1666561"/>
                  </a:lnTo>
                  <a:lnTo>
                    <a:pt x="8043827" y="1659501"/>
                  </a:lnTo>
                  <a:lnTo>
                    <a:pt x="8045109" y="1659501"/>
                  </a:lnTo>
                  <a:lnTo>
                    <a:pt x="8046391" y="1659501"/>
                  </a:lnTo>
                  <a:lnTo>
                    <a:pt x="8047673" y="1659501"/>
                  </a:lnTo>
                  <a:lnTo>
                    <a:pt x="8048955" y="1656295"/>
                  </a:lnTo>
                  <a:lnTo>
                    <a:pt x="8050237" y="1656295"/>
                  </a:lnTo>
                  <a:lnTo>
                    <a:pt x="8051518" y="1652358"/>
                  </a:lnTo>
                  <a:lnTo>
                    <a:pt x="8052800" y="1620030"/>
                  </a:lnTo>
                  <a:lnTo>
                    <a:pt x="8054082" y="1620030"/>
                  </a:lnTo>
                  <a:lnTo>
                    <a:pt x="8055364" y="1618415"/>
                  </a:lnTo>
                  <a:lnTo>
                    <a:pt x="8056646" y="1620030"/>
                  </a:lnTo>
                  <a:lnTo>
                    <a:pt x="8057928" y="1656514"/>
                  </a:lnTo>
                  <a:lnTo>
                    <a:pt x="8059209" y="1668418"/>
                  </a:lnTo>
                  <a:lnTo>
                    <a:pt x="8060491" y="1667202"/>
                  </a:lnTo>
                  <a:lnTo>
                    <a:pt x="8061773" y="1664208"/>
                  </a:lnTo>
                  <a:lnTo>
                    <a:pt x="8063055" y="1668810"/>
                  </a:lnTo>
                  <a:lnTo>
                    <a:pt x="8064337" y="1668810"/>
                  </a:lnTo>
                  <a:lnTo>
                    <a:pt x="8065619" y="1668810"/>
                  </a:lnTo>
                  <a:lnTo>
                    <a:pt x="8066901" y="1668810"/>
                  </a:lnTo>
                  <a:lnTo>
                    <a:pt x="8068182" y="1668810"/>
                  </a:lnTo>
                  <a:lnTo>
                    <a:pt x="8069464" y="1668810"/>
                  </a:lnTo>
                  <a:lnTo>
                    <a:pt x="8070746" y="1668810"/>
                  </a:lnTo>
                  <a:lnTo>
                    <a:pt x="8072028" y="1668810"/>
                  </a:lnTo>
                  <a:lnTo>
                    <a:pt x="8073310" y="1668810"/>
                  </a:lnTo>
                  <a:lnTo>
                    <a:pt x="8074592" y="1668810"/>
                  </a:lnTo>
                  <a:lnTo>
                    <a:pt x="8075873" y="1668810"/>
                  </a:lnTo>
                  <a:lnTo>
                    <a:pt x="8077155" y="1668810"/>
                  </a:lnTo>
                  <a:lnTo>
                    <a:pt x="8078437" y="1668810"/>
                  </a:lnTo>
                  <a:lnTo>
                    <a:pt x="8079719" y="1668810"/>
                  </a:lnTo>
                  <a:lnTo>
                    <a:pt x="8081001" y="1668810"/>
                  </a:lnTo>
                  <a:lnTo>
                    <a:pt x="8082283" y="1668810"/>
                  </a:lnTo>
                  <a:lnTo>
                    <a:pt x="8083565" y="1668810"/>
                  </a:lnTo>
                  <a:lnTo>
                    <a:pt x="8084846" y="1668810"/>
                  </a:lnTo>
                  <a:lnTo>
                    <a:pt x="8086128" y="1668810"/>
                  </a:lnTo>
                  <a:lnTo>
                    <a:pt x="8087410" y="1668810"/>
                  </a:lnTo>
                  <a:lnTo>
                    <a:pt x="8088692" y="1668810"/>
                  </a:lnTo>
                  <a:lnTo>
                    <a:pt x="8089974" y="1668810"/>
                  </a:lnTo>
                  <a:lnTo>
                    <a:pt x="8091256" y="1668810"/>
                  </a:lnTo>
                  <a:lnTo>
                    <a:pt x="8092537" y="1668810"/>
                  </a:lnTo>
                  <a:lnTo>
                    <a:pt x="8093819" y="1668810"/>
                  </a:lnTo>
                  <a:lnTo>
                    <a:pt x="8095101" y="1668810"/>
                  </a:lnTo>
                  <a:lnTo>
                    <a:pt x="8096383" y="1668810"/>
                  </a:lnTo>
                  <a:lnTo>
                    <a:pt x="8097665" y="1668810"/>
                  </a:lnTo>
                  <a:lnTo>
                    <a:pt x="8098947" y="1668810"/>
                  </a:lnTo>
                  <a:lnTo>
                    <a:pt x="8100228" y="1668810"/>
                  </a:lnTo>
                  <a:lnTo>
                    <a:pt x="8101510" y="1636182"/>
                  </a:lnTo>
                  <a:lnTo>
                    <a:pt x="8102792" y="1636182"/>
                  </a:lnTo>
                  <a:lnTo>
                    <a:pt x="8104074" y="1636182"/>
                  </a:lnTo>
                  <a:lnTo>
                    <a:pt x="8105356" y="1636182"/>
                  </a:lnTo>
                  <a:lnTo>
                    <a:pt x="8106638" y="1636182"/>
                  </a:lnTo>
                  <a:lnTo>
                    <a:pt x="8107920" y="1636182"/>
                  </a:lnTo>
                  <a:lnTo>
                    <a:pt x="8109201" y="1649103"/>
                  </a:lnTo>
                  <a:lnTo>
                    <a:pt x="8110483" y="1652334"/>
                  </a:lnTo>
                  <a:lnTo>
                    <a:pt x="8111765" y="1652334"/>
                  </a:lnTo>
                  <a:lnTo>
                    <a:pt x="8113047" y="1652334"/>
                  </a:lnTo>
                  <a:lnTo>
                    <a:pt x="8114329" y="1652334"/>
                  </a:lnTo>
                  <a:lnTo>
                    <a:pt x="8115611" y="1652334"/>
                  </a:lnTo>
                  <a:lnTo>
                    <a:pt x="8116892" y="1652334"/>
                  </a:lnTo>
                  <a:lnTo>
                    <a:pt x="8118174" y="1652334"/>
                  </a:lnTo>
                  <a:lnTo>
                    <a:pt x="8119456" y="1662025"/>
                  </a:lnTo>
                  <a:lnTo>
                    <a:pt x="8120738" y="1668810"/>
                  </a:lnTo>
                  <a:lnTo>
                    <a:pt x="8122020" y="1668810"/>
                  </a:lnTo>
                  <a:lnTo>
                    <a:pt x="8123302" y="1668810"/>
                  </a:lnTo>
                  <a:lnTo>
                    <a:pt x="8124584" y="1668810"/>
                  </a:lnTo>
                  <a:lnTo>
                    <a:pt x="8125865" y="1668810"/>
                  </a:lnTo>
                  <a:lnTo>
                    <a:pt x="8127147" y="1668810"/>
                  </a:lnTo>
                  <a:lnTo>
                    <a:pt x="8128429" y="1668810"/>
                  </a:lnTo>
                  <a:lnTo>
                    <a:pt x="8129711" y="1668810"/>
                  </a:lnTo>
                  <a:lnTo>
                    <a:pt x="8130993" y="1668810"/>
                  </a:lnTo>
                  <a:lnTo>
                    <a:pt x="8132275" y="1668810"/>
                  </a:lnTo>
                  <a:lnTo>
                    <a:pt x="8133556" y="1668810"/>
                  </a:lnTo>
                  <a:lnTo>
                    <a:pt x="8134838" y="1668810"/>
                  </a:lnTo>
                  <a:lnTo>
                    <a:pt x="8136120" y="1668810"/>
                  </a:lnTo>
                  <a:lnTo>
                    <a:pt x="8137402" y="1666044"/>
                  </a:lnTo>
                  <a:lnTo>
                    <a:pt x="8138684" y="1668810"/>
                  </a:lnTo>
                  <a:lnTo>
                    <a:pt x="8139966" y="1668810"/>
                  </a:lnTo>
                  <a:lnTo>
                    <a:pt x="8141247" y="1668810"/>
                  </a:lnTo>
                  <a:lnTo>
                    <a:pt x="8142529" y="1668810"/>
                  </a:lnTo>
                  <a:lnTo>
                    <a:pt x="8143811" y="1667695"/>
                  </a:lnTo>
                  <a:lnTo>
                    <a:pt x="8145093" y="1668810"/>
                  </a:lnTo>
                  <a:lnTo>
                    <a:pt x="8146375" y="1668810"/>
                  </a:lnTo>
                  <a:lnTo>
                    <a:pt x="8147657" y="1668810"/>
                  </a:lnTo>
                  <a:lnTo>
                    <a:pt x="8148939" y="1668810"/>
                  </a:lnTo>
                  <a:lnTo>
                    <a:pt x="8150220" y="1668810"/>
                  </a:lnTo>
                  <a:lnTo>
                    <a:pt x="8151502" y="1668810"/>
                  </a:lnTo>
                  <a:lnTo>
                    <a:pt x="8152784" y="1668810"/>
                  </a:lnTo>
                  <a:lnTo>
                    <a:pt x="8154066" y="1668810"/>
                  </a:lnTo>
                  <a:lnTo>
                    <a:pt x="8155348" y="1668810"/>
                  </a:lnTo>
                  <a:lnTo>
                    <a:pt x="8156630" y="1668810"/>
                  </a:lnTo>
                  <a:lnTo>
                    <a:pt x="8157911" y="1668810"/>
                  </a:lnTo>
                  <a:lnTo>
                    <a:pt x="8159193" y="1668810"/>
                  </a:lnTo>
                  <a:lnTo>
                    <a:pt x="8160475" y="1668810"/>
                  </a:lnTo>
                  <a:lnTo>
                    <a:pt x="8161757" y="1668810"/>
                  </a:lnTo>
                  <a:lnTo>
                    <a:pt x="8163039" y="1668810"/>
                  </a:lnTo>
                  <a:lnTo>
                    <a:pt x="8164321" y="1668810"/>
                  </a:lnTo>
                  <a:lnTo>
                    <a:pt x="8165603" y="1665092"/>
                  </a:lnTo>
                  <a:lnTo>
                    <a:pt x="8166884" y="1668810"/>
                  </a:lnTo>
                  <a:lnTo>
                    <a:pt x="8168166" y="1668810"/>
                  </a:lnTo>
                  <a:lnTo>
                    <a:pt x="8169448" y="1668810"/>
                  </a:lnTo>
                  <a:lnTo>
                    <a:pt x="8170730" y="1668810"/>
                  </a:lnTo>
                  <a:lnTo>
                    <a:pt x="8172012" y="1667111"/>
                  </a:lnTo>
                  <a:lnTo>
                    <a:pt x="8173294" y="1655459"/>
                  </a:lnTo>
                  <a:lnTo>
                    <a:pt x="8174575" y="1632273"/>
                  </a:lnTo>
                  <a:lnTo>
                    <a:pt x="8175857" y="1630664"/>
                  </a:lnTo>
                  <a:lnTo>
                    <a:pt x="8177139" y="1624470"/>
                  </a:lnTo>
                  <a:lnTo>
                    <a:pt x="8178421" y="1622597"/>
                  </a:lnTo>
                  <a:lnTo>
                    <a:pt x="8179703" y="1619079"/>
                  </a:lnTo>
                  <a:lnTo>
                    <a:pt x="8180985" y="1626951"/>
                  </a:lnTo>
                  <a:lnTo>
                    <a:pt x="8182267" y="1634359"/>
                  </a:lnTo>
                  <a:lnTo>
                    <a:pt x="8183548" y="1660828"/>
                  </a:lnTo>
                  <a:lnTo>
                    <a:pt x="8184830" y="1656002"/>
                  </a:lnTo>
                  <a:lnTo>
                    <a:pt x="8186112" y="1654393"/>
                  </a:lnTo>
                  <a:lnTo>
                    <a:pt x="8187394" y="1652784"/>
                  </a:lnTo>
                  <a:lnTo>
                    <a:pt x="8188676" y="1652784"/>
                  </a:lnTo>
                  <a:lnTo>
                    <a:pt x="8189958" y="1652784"/>
                  </a:lnTo>
                  <a:lnTo>
                    <a:pt x="8191239" y="1657610"/>
                  </a:lnTo>
                  <a:lnTo>
                    <a:pt x="8192521" y="1661230"/>
                  </a:lnTo>
                  <a:lnTo>
                    <a:pt x="8193803" y="1668810"/>
                  </a:lnTo>
                  <a:lnTo>
                    <a:pt x="8195085" y="1668810"/>
                  </a:lnTo>
                  <a:lnTo>
                    <a:pt x="8196367" y="1668810"/>
                  </a:lnTo>
                  <a:lnTo>
                    <a:pt x="8197649" y="1668810"/>
                  </a:lnTo>
                  <a:lnTo>
                    <a:pt x="8198930" y="1668810"/>
                  </a:lnTo>
                  <a:lnTo>
                    <a:pt x="8200212" y="1668810"/>
                  </a:lnTo>
                  <a:lnTo>
                    <a:pt x="8201494" y="1661926"/>
                  </a:lnTo>
                  <a:lnTo>
                    <a:pt x="8202776" y="1625989"/>
                  </a:lnTo>
                  <a:lnTo>
                    <a:pt x="8204058" y="1615079"/>
                  </a:lnTo>
                  <a:lnTo>
                    <a:pt x="8205340" y="1604631"/>
                  </a:lnTo>
                  <a:lnTo>
                    <a:pt x="8206622" y="1619928"/>
                  </a:lnTo>
                  <a:lnTo>
                    <a:pt x="8207903" y="1619928"/>
                  </a:lnTo>
                  <a:lnTo>
                    <a:pt x="8209185" y="1623027"/>
                  </a:lnTo>
                  <a:lnTo>
                    <a:pt x="8210467" y="1612437"/>
                  </a:lnTo>
                  <a:lnTo>
                    <a:pt x="8211749" y="1639430"/>
                  </a:lnTo>
                  <a:lnTo>
                    <a:pt x="8213031" y="1635748"/>
                  </a:lnTo>
                  <a:lnTo>
                    <a:pt x="8214313" y="1635748"/>
                  </a:lnTo>
                  <a:lnTo>
                    <a:pt x="8215594" y="1635748"/>
                  </a:lnTo>
                  <a:lnTo>
                    <a:pt x="8216876" y="1638984"/>
                  </a:lnTo>
                  <a:lnTo>
                    <a:pt x="8218158" y="1632898"/>
                  </a:lnTo>
                  <a:lnTo>
                    <a:pt x="8219440" y="1615574"/>
                  </a:lnTo>
                  <a:lnTo>
                    <a:pt x="8220722" y="1614638"/>
                  </a:lnTo>
                  <a:lnTo>
                    <a:pt x="8222004" y="1610892"/>
                  </a:lnTo>
                  <a:lnTo>
                    <a:pt x="8223286" y="1624938"/>
                  </a:lnTo>
                  <a:lnTo>
                    <a:pt x="8224567" y="1632429"/>
                  </a:lnTo>
                  <a:lnTo>
                    <a:pt x="8225849" y="1627414"/>
                  </a:lnTo>
                  <a:lnTo>
                    <a:pt x="8227131" y="1624636"/>
                  </a:lnTo>
                  <a:lnTo>
                    <a:pt x="8228413" y="1611829"/>
                  </a:lnTo>
                  <a:lnTo>
                    <a:pt x="8229695" y="1638940"/>
                  </a:lnTo>
                  <a:lnTo>
                    <a:pt x="8230977" y="1639730"/>
                  </a:lnTo>
                  <a:lnTo>
                    <a:pt x="8232258" y="1646843"/>
                  </a:lnTo>
                  <a:lnTo>
                    <a:pt x="8233540" y="1645658"/>
                  </a:lnTo>
                  <a:lnTo>
                    <a:pt x="8234822" y="1638940"/>
                  </a:lnTo>
                  <a:lnTo>
                    <a:pt x="8236104" y="1609488"/>
                  </a:lnTo>
                  <a:lnTo>
                    <a:pt x="8237386" y="1626343"/>
                  </a:lnTo>
                  <a:lnTo>
                    <a:pt x="8238668" y="1643666"/>
                  </a:lnTo>
                  <a:lnTo>
                    <a:pt x="8239949" y="1644602"/>
                  </a:lnTo>
                  <a:lnTo>
                    <a:pt x="8241231" y="1653030"/>
                  </a:lnTo>
                  <a:lnTo>
                    <a:pt x="8242513" y="1653030"/>
                  </a:lnTo>
                  <a:lnTo>
                    <a:pt x="8243795" y="1653030"/>
                  </a:lnTo>
                  <a:lnTo>
                    <a:pt x="8245077" y="1661457"/>
                  </a:lnTo>
                  <a:lnTo>
                    <a:pt x="8246359" y="1653498"/>
                  </a:lnTo>
                  <a:lnTo>
                    <a:pt x="8247641" y="1658900"/>
                  </a:lnTo>
                  <a:lnTo>
                    <a:pt x="8248922" y="1659623"/>
                  </a:lnTo>
                  <a:lnTo>
                    <a:pt x="8250204" y="1635969"/>
                  </a:lnTo>
                  <a:lnTo>
                    <a:pt x="8251486" y="1635969"/>
                  </a:lnTo>
                  <a:lnTo>
                    <a:pt x="8252768" y="1637734"/>
                  </a:lnTo>
                  <a:lnTo>
                    <a:pt x="8254050" y="1647735"/>
                  </a:lnTo>
                  <a:lnTo>
                    <a:pt x="8255332" y="1648324"/>
                  </a:lnTo>
                  <a:lnTo>
                    <a:pt x="8256613" y="1659623"/>
                  </a:lnTo>
                  <a:lnTo>
                    <a:pt x="8257895" y="1658648"/>
                  </a:lnTo>
                  <a:lnTo>
                    <a:pt x="8259177" y="1668810"/>
                  </a:lnTo>
                  <a:lnTo>
                    <a:pt x="8260459" y="1668810"/>
                  </a:lnTo>
                  <a:lnTo>
                    <a:pt x="8261741" y="1668810"/>
                  </a:lnTo>
                  <a:lnTo>
                    <a:pt x="8263023" y="1668810"/>
                  </a:lnTo>
                  <a:lnTo>
                    <a:pt x="8264305" y="1661632"/>
                  </a:lnTo>
                  <a:lnTo>
                    <a:pt x="8265586" y="1668810"/>
                  </a:lnTo>
                  <a:lnTo>
                    <a:pt x="8266868" y="1668810"/>
                  </a:lnTo>
                  <a:lnTo>
                    <a:pt x="8268150" y="1653030"/>
                  </a:lnTo>
                  <a:lnTo>
                    <a:pt x="8269432" y="1648816"/>
                  </a:lnTo>
                  <a:lnTo>
                    <a:pt x="8270714" y="1643666"/>
                  </a:lnTo>
                  <a:lnTo>
                    <a:pt x="8271996" y="1643666"/>
                  </a:lnTo>
                  <a:lnTo>
                    <a:pt x="8273277" y="1662650"/>
                  </a:lnTo>
                  <a:lnTo>
                    <a:pt x="8274559" y="1668067"/>
                  </a:lnTo>
                  <a:lnTo>
                    <a:pt x="8275841" y="1668810"/>
                  </a:lnTo>
                  <a:lnTo>
                    <a:pt x="8277123" y="1668470"/>
                  </a:lnTo>
                  <a:lnTo>
                    <a:pt x="8278405" y="1668810"/>
                  </a:lnTo>
                  <a:lnTo>
                    <a:pt x="8279687" y="1665654"/>
                  </a:lnTo>
                  <a:lnTo>
                    <a:pt x="8280969" y="1660828"/>
                  </a:lnTo>
                  <a:lnTo>
                    <a:pt x="8282250" y="1660828"/>
                  </a:lnTo>
                  <a:lnTo>
                    <a:pt x="8283532" y="1668067"/>
                  </a:lnTo>
                  <a:lnTo>
                    <a:pt x="8284814" y="1668810"/>
                  </a:lnTo>
                  <a:lnTo>
                    <a:pt x="8286096" y="1666056"/>
                  </a:lnTo>
                  <a:lnTo>
                    <a:pt x="8287378" y="1668810"/>
                  </a:lnTo>
                  <a:lnTo>
                    <a:pt x="8288660" y="1668810"/>
                  </a:lnTo>
                  <a:lnTo>
                    <a:pt x="8289941" y="1668810"/>
                  </a:lnTo>
                  <a:lnTo>
                    <a:pt x="8291223" y="1663281"/>
                  </a:lnTo>
                  <a:lnTo>
                    <a:pt x="8292505" y="1655781"/>
                  </a:lnTo>
                  <a:lnTo>
                    <a:pt x="8293787" y="1650877"/>
                  </a:lnTo>
                  <a:lnTo>
                    <a:pt x="8295069" y="1647127"/>
                  </a:lnTo>
                  <a:lnTo>
                    <a:pt x="8296351" y="1651454"/>
                  </a:lnTo>
                  <a:lnTo>
                    <a:pt x="8297632" y="1650012"/>
                  </a:lnTo>
                  <a:lnTo>
                    <a:pt x="8298914" y="1656070"/>
                  </a:lnTo>
                  <a:lnTo>
                    <a:pt x="8300196" y="1656935"/>
                  </a:lnTo>
                  <a:lnTo>
                    <a:pt x="8301478" y="1655781"/>
                  </a:lnTo>
                  <a:lnTo>
                    <a:pt x="8302760" y="1648570"/>
                  </a:lnTo>
                  <a:lnTo>
                    <a:pt x="8304042" y="1641647"/>
                  </a:lnTo>
                  <a:lnTo>
                    <a:pt x="8305324" y="1634147"/>
                  </a:lnTo>
                  <a:lnTo>
                    <a:pt x="8306605" y="1638474"/>
                  </a:lnTo>
                  <a:lnTo>
                    <a:pt x="8307887" y="1640204"/>
                  </a:lnTo>
                  <a:lnTo>
                    <a:pt x="8309169" y="1647415"/>
                  </a:lnTo>
                  <a:lnTo>
                    <a:pt x="8310451" y="1646328"/>
                  </a:lnTo>
                  <a:lnTo>
                    <a:pt x="8311733" y="1655824"/>
                  </a:lnTo>
                  <a:lnTo>
                    <a:pt x="8313015" y="1662033"/>
                  </a:lnTo>
                  <a:lnTo>
                    <a:pt x="8314296" y="1668810"/>
                  </a:lnTo>
                  <a:lnTo>
                    <a:pt x="8315578" y="1668121"/>
                  </a:lnTo>
                  <a:lnTo>
                    <a:pt x="8316860" y="1657285"/>
                  </a:lnTo>
                  <a:lnTo>
                    <a:pt x="8318142" y="1649615"/>
                  </a:lnTo>
                  <a:lnTo>
                    <a:pt x="8319424" y="1647058"/>
                  </a:lnTo>
                  <a:lnTo>
                    <a:pt x="8320706" y="1648519"/>
                  </a:lnTo>
                  <a:lnTo>
                    <a:pt x="8321988" y="1666101"/>
                  </a:lnTo>
                  <a:lnTo>
                    <a:pt x="8323269" y="1668810"/>
                  </a:lnTo>
                  <a:lnTo>
                    <a:pt x="8324551" y="1668810"/>
                  </a:lnTo>
                  <a:lnTo>
                    <a:pt x="8325833" y="1668810"/>
                  </a:lnTo>
                  <a:lnTo>
                    <a:pt x="8327115" y="1663129"/>
                  </a:lnTo>
                  <a:lnTo>
                    <a:pt x="8328397" y="1648519"/>
                  </a:lnTo>
                  <a:lnTo>
                    <a:pt x="8329679" y="1648519"/>
                  </a:lnTo>
                  <a:lnTo>
                    <a:pt x="8330960" y="1648519"/>
                  </a:lnTo>
                  <a:lnTo>
                    <a:pt x="8332242" y="1636697"/>
                  </a:lnTo>
                  <a:lnTo>
                    <a:pt x="8333524" y="1638940"/>
                  </a:lnTo>
                  <a:lnTo>
                    <a:pt x="8334806" y="1632507"/>
                  </a:lnTo>
                  <a:lnTo>
                    <a:pt x="8336088" y="1638469"/>
                  </a:lnTo>
                  <a:lnTo>
                    <a:pt x="8337370" y="1622438"/>
                  </a:lnTo>
                  <a:lnTo>
                    <a:pt x="8338651" y="1635969"/>
                  </a:lnTo>
                  <a:lnTo>
                    <a:pt x="8339933" y="1625968"/>
                  </a:lnTo>
                  <a:lnTo>
                    <a:pt x="8341215" y="1609018"/>
                  </a:lnTo>
                  <a:lnTo>
                    <a:pt x="8342497" y="1591249"/>
                  </a:lnTo>
                  <a:lnTo>
                    <a:pt x="8343779" y="1540078"/>
                  </a:lnTo>
                  <a:lnTo>
                    <a:pt x="8345061" y="1555422"/>
                  </a:lnTo>
                  <a:lnTo>
                    <a:pt x="8346343" y="1587726"/>
                  </a:lnTo>
                  <a:lnTo>
                    <a:pt x="8347624" y="1653445"/>
                  </a:lnTo>
                  <a:lnTo>
                    <a:pt x="8348906" y="1656295"/>
                  </a:lnTo>
                  <a:lnTo>
                    <a:pt x="8350188" y="1659501"/>
                  </a:lnTo>
                  <a:lnTo>
                    <a:pt x="8351470" y="1659501"/>
                  </a:lnTo>
                  <a:lnTo>
                    <a:pt x="8352752" y="1659501"/>
                  </a:lnTo>
                  <a:lnTo>
                    <a:pt x="8354034" y="1659501"/>
                  </a:lnTo>
                  <a:lnTo>
                    <a:pt x="8355315" y="1658325"/>
                  </a:lnTo>
                  <a:lnTo>
                    <a:pt x="8356597" y="1647735"/>
                  </a:lnTo>
                  <a:lnTo>
                    <a:pt x="8357879" y="1647735"/>
                  </a:lnTo>
                  <a:lnTo>
                    <a:pt x="8359161" y="1657736"/>
                  </a:lnTo>
                  <a:lnTo>
                    <a:pt x="8360443" y="1668810"/>
                  </a:lnTo>
                  <a:lnTo>
                    <a:pt x="8361725" y="1668810"/>
                  </a:lnTo>
                  <a:lnTo>
                    <a:pt x="8363007" y="1668810"/>
                  </a:lnTo>
                  <a:lnTo>
                    <a:pt x="8364288" y="1668810"/>
                  </a:lnTo>
                  <a:lnTo>
                    <a:pt x="8365570" y="1668810"/>
                  </a:lnTo>
                  <a:lnTo>
                    <a:pt x="8366852" y="1668810"/>
                  </a:lnTo>
                  <a:lnTo>
                    <a:pt x="8368134" y="1664018"/>
                  </a:lnTo>
                  <a:lnTo>
                    <a:pt x="8369416" y="1651579"/>
                  </a:lnTo>
                  <a:lnTo>
                    <a:pt x="8370698" y="1644173"/>
                  </a:lnTo>
                  <a:lnTo>
                    <a:pt x="8371979" y="1644173"/>
                  </a:lnTo>
                  <a:lnTo>
                    <a:pt x="8373261" y="1644173"/>
                  </a:lnTo>
                  <a:lnTo>
                    <a:pt x="8374543" y="1648912"/>
                  </a:lnTo>
                  <a:lnTo>
                    <a:pt x="8375825" y="1668810"/>
                  </a:lnTo>
                  <a:lnTo>
                    <a:pt x="8374543" y="1668810"/>
                  </a:lnTo>
                  <a:lnTo>
                    <a:pt x="8373261" y="1668810"/>
                  </a:lnTo>
                  <a:lnTo>
                    <a:pt x="8371979" y="1668810"/>
                  </a:lnTo>
                  <a:lnTo>
                    <a:pt x="8370698" y="1668810"/>
                  </a:lnTo>
                  <a:lnTo>
                    <a:pt x="8369416" y="1668810"/>
                  </a:lnTo>
                  <a:lnTo>
                    <a:pt x="8368134" y="1668810"/>
                  </a:lnTo>
                  <a:lnTo>
                    <a:pt x="8366852" y="1668810"/>
                  </a:lnTo>
                  <a:lnTo>
                    <a:pt x="8365570" y="1668810"/>
                  </a:lnTo>
                  <a:lnTo>
                    <a:pt x="8364288" y="1668810"/>
                  </a:lnTo>
                  <a:lnTo>
                    <a:pt x="8363007" y="1668810"/>
                  </a:lnTo>
                  <a:lnTo>
                    <a:pt x="8361725" y="1668810"/>
                  </a:lnTo>
                  <a:lnTo>
                    <a:pt x="8360443" y="1668810"/>
                  </a:lnTo>
                  <a:lnTo>
                    <a:pt x="8359161" y="1668810"/>
                  </a:lnTo>
                  <a:lnTo>
                    <a:pt x="8357879" y="1668810"/>
                  </a:lnTo>
                  <a:lnTo>
                    <a:pt x="8356597" y="1668810"/>
                  </a:lnTo>
                  <a:lnTo>
                    <a:pt x="8355315" y="1668810"/>
                  </a:lnTo>
                  <a:lnTo>
                    <a:pt x="8354034" y="1668810"/>
                  </a:lnTo>
                  <a:lnTo>
                    <a:pt x="8352752" y="1668810"/>
                  </a:lnTo>
                  <a:lnTo>
                    <a:pt x="8351470" y="1668810"/>
                  </a:lnTo>
                  <a:lnTo>
                    <a:pt x="8350188" y="1668810"/>
                  </a:lnTo>
                  <a:lnTo>
                    <a:pt x="8348906" y="1668810"/>
                  </a:lnTo>
                  <a:lnTo>
                    <a:pt x="8347624" y="1668810"/>
                  </a:lnTo>
                  <a:lnTo>
                    <a:pt x="8346343" y="1668810"/>
                  </a:lnTo>
                  <a:lnTo>
                    <a:pt x="8345061" y="1668810"/>
                  </a:lnTo>
                  <a:lnTo>
                    <a:pt x="8343779" y="1668810"/>
                  </a:lnTo>
                  <a:lnTo>
                    <a:pt x="8342497" y="1668810"/>
                  </a:lnTo>
                  <a:lnTo>
                    <a:pt x="8341215" y="1668810"/>
                  </a:lnTo>
                  <a:lnTo>
                    <a:pt x="8339933" y="1668810"/>
                  </a:lnTo>
                  <a:lnTo>
                    <a:pt x="8338651" y="1668810"/>
                  </a:lnTo>
                  <a:lnTo>
                    <a:pt x="8337370" y="1668810"/>
                  </a:lnTo>
                  <a:lnTo>
                    <a:pt x="8336088" y="1668810"/>
                  </a:lnTo>
                  <a:lnTo>
                    <a:pt x="8334806" y="1668810"/>
                  </a:lnTo>
                  <a:lnTo>
                    <a:pt x="8333524" y="1668810"/>
                  </a:lnTo>
                  <a:lnTo>
                    <a:pt x="8332242" y="1668810"/>
                  </a:lnTo>
                  <a:lnTo>
                    <a:pt x="8330960" y="1668810"/>
                  </a:lnTo>
                  <a:lnTo>
                    <a:pt x="8329679" y="1668810"/>
                  </a:lnTo>
                  <a:lnTo>
                    <a:pt x="8328397" y="1668810"/>
                  </a:lnTo>
                  <a:lnTo>
                    <a:pt x="8327115" y="1668810"/>
                  </a:lnTo>
                  <a:lnTo>
                    <a:pt x="8325833" y="1668810"/>
                  </a:lnTo>
                  <a:lnTo>
                    <a:pt x="8324551" y="1668810"/>
                  </a:lnTo>
                  <a:lnTo>
                    <a:pt x="8323269" y="1668810"/>
                  </a:lnTo>
                  <a:lnTo>
                    <a:pt x="8321988" y="1668810"/>
                  </a:lnTo>
                  <a:lnTo>
                    <a:pt x="8320706" y="1668810"/>
                  </a:lnTo>
                  <a:lnTo>
                    <a:pt x="8319424" y="1668810"/>
                  </a:lnTo>
                  <a:lnTo>
                    <a:pt x="8318142" y="1668810"/>
                  </a:lnTo>
                  <a:lnTo>
                    <a:pt x="8316860" y="1668810"/>
                  </a:lnTo>
                  <a:lnTo>
                    <a:pt x="8315578" y="1668810"/>
                  </a:lnTo>
                  <a:lnTo>
                    <a:pt x="8314296" y="1668810"/>
                  </a:lnTo>
                  <a:lnTo>
                    <a:pt x="8313015" y="1668810"/>
                  </a:lnTo>
                  <a:lnTo>
                    <a:pt x="8311733" y="1668810"/>
                  </a:lnTo>
                  <a:lnTo>
                    <a:pt x="8310451" y="1668810"/>
                  </a:lnTo>
                  <a:lnTo>
                    <a:pt x="8309169" y="1668810"/>
                  </a:lnTo>
                  <a:lnTo>
                    <a:pt x="8307887" y="1668810"/>
                  </a:lnTo>
                  <a:lnTo>
                    <a:pt x="8306605" y="1668810"/>
                  </a:lnTo>
                  <a:lnTo>
                    <a:pt x="8305324" y="1668810"/>
                  </a:lnTo>
                  <a:lnTo>
                    <a:pt x="8304042" y="1668810"/>
                  </a:lnTo>
                  <a:lnTo>
                    <a:pt x="8302760" y="1668810"/>
                  </a:lnTo>
                  <a:lnTo>
                    <a:pt x="8301478" y="1668810"/>
                  </a:lnTo>
                  <a:lnTo>
                    <a:pt x="8300196" y="1668810"/>
                  </a:lnTo>
                  <a:lnTo>
                    <a:pt x="8298914" y="1668810"/>
                  </a:lnTo>
                  <a:lnTo>
                    <a:pt x="8297632" y="1668810"/>
                  </a:lnTo>
                  <a:lnTo>
                    <a:pt x="8296351" y="1668810"/>
                  </a:lnTo>
                  <a:lnTo>
                    <a:pt x="8295069" y="1668810"/>
                  </a:lnTo>
                  <a:lnTo>
                    <a:pt x="8293787" y="1668810"/>
                  </a:lnTo>
                  <a:lnTo>
                    <a:pt x="8292505" y="1668810"/>
                  </a:lnTo>
                  <a:lnTo>
                    <a:pt x="8291223" y="1668810"/>
                  </a:lnTo>
                  <a:lnTo>
                    <a:pt x="8289941" y="1668810"/>
                  </a:lnTo>
                  <a:lnTo>
                    <a:pt x="8288660" y="1668810"/>
                  </a:lnTo>
                  <a:lnTo>
                    <a:pt x="8287378" y="1668810"/>
                  </a:lnTo>
                  <a:lnTo>
                    <a:pt x="8286096" y="1668810"/>
                  </a:lnTo>
                  <a:lnTo>
                    <a:pt x="8284814" y="1668810"/>
                  </a:lnTo>
                  <a:lnTo>
                    <a:pt x="8283532" y="1668810"/>
                  </a:lnTo>
                  <a:lnTo>
                    <a:pt x="8282250" y="1668810"/>
                  </a:lnTo>
                  <a:lnTo>
                    <a:pt x="8280969" y="1668810"/>
                  </a:lnTo>
                  <a:lnTo>
                    <a:pt x="8279687" y="1668810"/>
                  </a:lnTo>
                  <a:lnTo>
                    <a:pt x="8278405" y="1668810"/>
                  </a:lnTo>
                  <a:lnTo>
                    <a:pt x="8277123" y="1668810"/>
                  </a:lnTo>
                  <a:lnTo>
                    <a:pt x="8275841" y="1668810"/>
                  </a:lnTo>
                  <a:lnTo>
                    <a:pt x="8274559" y="1668810"/>
                  </a:lnTo>
                  <a:lnTo>
                    <a:pt x="8273277" y="1668810"/>
                  </a:lnTo>
                  <a:lnTo>
                    <a:pt x="8271996" y="1668810"/>
                  </a:lnTo>
                  <a:lnTo>
                    <a:pt x="8270714" y="1668810"/>
                  </a:lnTo>
                  <a:lnTo>
                    <a:pt x="8269432" y="1668810"/>
                  </a:lnTo>
                  <a:lnTo>
                    <a:pt x="8268150" y="1668810"/>
                  </a:lnTo>
                  <a:lnTo>
                    <a:pt x="8266868" y="1668810"/>
                  </a:lnTo>
                  <a:lnTo>
                    <a:pt x="8265586" y="1668810"/>
                  </a:lnTo>
                  <a:lnTo>
                    <a:pt x="8264305" y="1668810"/>
                  </a:lnTo>
                  <a:lnTo>
                    <a:pt x="8263023" y="1668810"/>
                  </a:lnTo>
                  <a:lnTo>
                    <a:pt x="8261741" y="1668810"/>
                  </a:lnTo>
                  <a:lnTo>
                    <a:pt x="8260459" y="1668810"/>
                  </a:lnTo>
                  <a:lnTo>
                    <a:pt x="8259177" y="1668810"/>
                  </a:lnTo>
                  <a:lnTo>
                    <a:pt x="8257895" y="1668810"/>
                  </a:lnTo>
                  <a:lnTo>
                    <a:pt x="8256613" y="1668810"/>
                  </a:lnTo>
                  <a:lnTo>
                    <a:pt x="8255332" y="1668810"/>
                  </a:lnTo>
                  <a:lnTo>
                    <a:pt x="8254050" y="1668810"/>
                  </a:lnTo>
                  <a:lnTo>
                    <a:pt x="8252768" y="1668810"/>
                  </a:lnTo>
                  <a:lnTo>
                    <a:pt x="8251486" y="1668810"/>
                  </a:lnTo>
                  <a:lnTo>
                    <a:pt x="8250204" y="1668810"/>
                  </a:lnTo>
                  <a:lnTo>
                    <a:pt x="8248922" y="1668810"/>
                  </a:lnTo>
                  <a:lnTo>
                    <a:pt x="8247641" y="1668810"/>
                  </a:lnTo>
                  <a:lnTo>
                    <a:pt x="8246359" y="1668810"/>
                  </a:lnTo>
                  <a:lnTo>
                    <a:pt x="8245077" y="1668810"/>
                  </a:lnTo>
                  <a:lnTo>
                    <a:pt x="8243795" y="1668810"/>
                  </a:lnTo>
                  <a:lnTo>
                    <a:pt x="8242513" y="1668810"/>
                  </a:lnTo>
                  <a:lnTo>
                    <a:pt x="8241231" y="1668810"/>
                  </a:lnTo>
                  <a:lnTo>
                    <a:pt x="8239949" y="1668810"/>
                  </a:lnTo>
                  <a:lnTo>
                    <a:pt x="8238668" y="1668810"/>
                  </a:lnTo>
                  <a:lnTo>
                    <a:pt x="8237386" y="1668810"/>
                  </a:lnTo>
                  <a:lnTo>
                    <a:pt x="8236104" y="1668810"/>
                  </a:lnTo>
                  <a:lnTo>
                    <a:pt x="8234822" y="1668810"/>
                  </a:lnTo>
                  <a:lnTo>
                    <a:pt x="8233540" y="1668810"/>
                  </a:lnTo>
                  <a:lnTo>
                    <a:pt x="8232258" y="1668810"/>
                  </a:lnTo>
                  <a:lnTo>
                    <a:pt x="8230977" y="1668810"/>
                  </a:lnTo>
                  <a:lnTo>
                    <a:pt x="8229695" y="1668810"/>
                  </a:lnTo>
                  <a:lnTo>
                    <a:pt x="8228413" y="1668810"/>
                  </a:lnTo>
                  <a:lnTo>
                    <a:pt x="8227131" y="1668810"/>
                  </a:lnTo>
                  <a:lnTo>
                    <a:pt x="8225849" y="1668810"/>
                  </a:lnTo>
                  <a:lnTo>
                    <a:pt x="8224567" y="1668810"/>
                  </a:lnTo>
                  <a:lnTo>
                    <a:pt x="8223286" y="1668810"/>
                  </a:lnTo>
                  <a:lnTo>
                    <a:pt x="8222004" y="1668810"/>
                  </a:lnTo>
                  <a:lnTo>
                    <a:pt x="8220722" y="1668810"/>
                  </a:lnTo>
                  <a:lnTo>
                    <a:pt x="8219440" y="1668810"/>
                  </a:lnTo>
                  <a:lnTo>
                    <a:pt x="8218158" y="1668810"/>
                  </a:lnTo>
                  <a:lnTo>
                    <a:pt x="8216876" y="1668810"/>
                  </a:lnTo>
                  <a:lnTo>
                    <a:pt x="8215594" y="1668810"/>
                  </a:lnTo>
                  <a:lnTo>
                    <a:pt x="8214313" y="1668810"/>
                  </a:lnTo>
                  <a:lnTo>
                    <a:pt x="8213031" y="1668810"/>
                  </a:lnTo>
                  <a:lnTo>
                    <a:pt x="8211749" y="1668810"/>
                  </a:lnTo>
                  <a:lnTo>
                    <a:pt x="8210467" y="1668810"/>
                  </a:lnTo>
                  <a:lnTo>
                    <a:pt x="8209185" y="1668810"/>
                  </a:lnTo>
                  <a:lnTo>
                    <a:pt x="8207903" y="1668810"/>
                  </a:lnTo>
                  <a:lnTo>
                    <a:pt x="8206622" y="1668810"/>
                  </a:lnTo>
                  <a:lnTo>
                    <a:pt x="8205340" y="1668810"/>
                  </a:lnTo>
                  <a:lnTo>
                    <a:pt x="8204058" y="1668810"/>
                  </a:lnTo>
                  <a:lnTo>
                    <a:pt x="8202776" y="1668810"/>
                  </a:lnTo>
                  <a:lnTo>
                    <a:pt x="8201494" y="1668810"/>
                  </a:lnTo>
                  <a:lnTo>
                    <a:pt x="8200212" y="1668810"/>
                  </a:lnTo>
                  <a:lnTo>
                    <a:pt x="8198930" y="1668810"/>
                  </a:lnTo>
                  <a:lnTo>
                    <a:pt x="8197649" y="1668810"/>
                  </a:lnTo>
                  <a:lnTo>
                    <a:pt x="8196367" y="1668810"/>
                  </a:lnTo>
                  <a:lnTo>
                    <a:pt x="8195085" y="1668810"/>
                  </a:lnTo>
                  <a:lnTo>
                    <a:pt x="8193803" y="1668810"/>
                  </a:lnTo>
                  <a:lnTo>
                    <a:pt x="8192521" y="1668810"/>
                  </a:lnTo>
                  <a:lnTo>
                    <a:pt x="8191239" y="1668810"/>
                  </a:lnTo>
                  <a:lnTo>
                    <a:pt x="8189958" y="1668810"/>
                  </a:lnTo>
                  <a:lnTo>
                    <a:pt x="8188676" y="1668810"/>
                  </a:lnTo>
                  <a:lnTo>
                    <a:pt x="8187394" y="1668810"/>
                  </a:lnTo>
                  <a:lnTo>
                    <a:pt x="8186112" y="1668810"/>
                  </a:lnTo>
                  <a:lnTo>
                    <a:pt x="8184830" y="1668810"/>
                  </a:lnTo>
                  <a:lnTo>
                    <a:pt x="8183548" y="1668810"/>
                  </a:lnTo>
                  <a:lnTo>
                    <a:pt x="8182267" y="1668810"/>
                  </a:lnTo>
                  <a:lnTo>
                    <a:pt x="8180985" y="1668810"/>
                  </a:lnTo>
                  <a:lnTo>
                    <a:pt x="8179703" y="1668810"/>
                  </a:lnTo>
                  <a:lnTo>
                    <a:pt x="8178421" y="1668810"/>
                  </a:lnTo>
                  <a:lnTo>
                    <a:pt x="8177139" y="1668810"/>
                  </a:lnTo>
                  <a:lnTo>
                    <a:pt x="8175857" y="1668810"/>
                  </a:lnTo>
                  <a:lnTo>
                    <a:pt x="8174575" y="1668810"/>
                  </a:lnTo>
                  <a:lnTo>
                    <a:pt x="8173294" y="1668810"/>
                  </a:lnTo>
                  <a:lnTo>
                    <a:pt x="8172012" y="1668810"/>
                  </a:lnTo>
                  <a:lnTo>
                    <a:pt x="8170730" y="1668810"/>
                  </a:lnTo>
                  <a:lnTo>
                    <a:pt x="8169448" y="1668810"/>
                  </a:lnTo>
                  <a:lnTo>
                    <a:pt x="8168166" y="1668810"/>
                  </a:lnTo>
                  <a:lnTo>
                    <a:pt x="8166884" y="1668810"/>
                  </a:lnTo>
                  <a:lnTo>
                    <a:pt x="8165603" y="1668810"/>
                  </a:lnTo>
                  <a:lnTo>
                    <a:pt x="8164321" y="1668810"/>
                  </a:lnTo>
                  <a:lnTo>
                    <a:pt x="8163039" y="1668810"/>
                  </a:lnTo>
                  <a:lnTo>
                    <a:pt x="8161757" y="1668810"/>
                  </a:lnTo>
                  <a:lnTo>
                    <a:pt x="8160475" y="1668810"/>
                  </a:lnTo>
                  <a:lnTo>
                    <a:pt x="8159193" y="1668810"/>
                  </a:lnTo>
                  <a:lnTo>
                    <a:pt x="8157911" y="1668810"/>
                  </a:lnTo>
                  <a:lnTo>
                    <a:pt x="8156630" y="1668810"/>
                  </a:lnTo>
                  <a:lnTo>
                    <a:pt x="8155348" y="1668810"/>
                  </a:lnTo>
                  <a:lnTo>
                    <a:pt x="8154066" y="1668810"/>
                  </a:lnTo>
                  <a:lnTo>
                    <a:pt x="8152784" y="1668810"/>
                  </a:lnTo>
                  <a:lnTo>
                    <a:pt x="8151502" y="1668810"/>
                  </a:lnTo>
                  <a:lnTo>
                    <a:pt x="8150220" y="1668810"/>
                  </a:lnTo>
                  <a:lnTo>
                    <a:pt x="8148939" y="1668810"/>
                  </a:lnTo>
                  <a:lnTo>
                    <a:pt x="8147657" y="1668810"/>
                  </a:lnTo>
                  <a:lnTo>
                    <a:pt x="8146375" y="1668810"/>
                  </a:lnTo>
                  <a:lnTo>
                    <a:pt x="8145093" y="1668810"/>
                  </a:lnTo>
                  <a:lnTo>
                    <a:pt x="8143811" y="1668810"/>
                  </a:lnTo>
                  <a:lnTo>
                    <a:pt x="8142529" y="1668810"/>
                  </a:lnTo>
                  <a:lnTo>
                    <a:pt x="8141247" y="1668810"/>
                  </a:lnTo>
                  <a:lnTo>
                    <a:pt x="8139966" y="1668810"/>
                  </a:lnTo>
                  <a:lnTo>
                    <a:pt x="8138684" y="1668810"/>
                  </a:lnTo>
                  <a:lnTo>
                    <a:pt x="8137402" y="1668810"/>
                  </a:lnTo>
                  <a:lnTo>
                    <a:pt x="8136120" y="1668810"/>
                  </a:lnTo>
                  <a:lnTo>
                    <a:pt x="8134838" y="1668810"/>
                  </a:lnTo>
                  <a:lnTo>
                    <a:pt x="8133556" y="1668810"/>
                  </a:lnTo>
                  <a:lnTo>
                    <a:pt x="8132275" y="1668810"/>
                  </a:lnTo>
                  <a:lnTo>
                    <a:pt x="8130993" y="1668810"/>
                  </a:lnTo>
                  <a:lnTo>
                    <a:pt x="8129711" y="1668810"/>
                  </a:lnTo>
                  <a:lnTo>
                    <a:pt x="8128429" y="1668810"/>
                  </a:lnTo>
                  <a:lnTo>
                    <a:pt x="8127147" y="1668810"/>
                  </a:lnTo>
                  <a:lnTo>
                    <a:pt x="8125865" y="1668810"/>
                  </a:lnTo>
                  <a:lnTo>
                    <a:pt x="8124584" y="1668810"/>
                  </a:lnTo>
                  <a:lnTo>
                    <a:pt x="8123302" y="1668810"/>
                  </a:lnTo>
                  <a:lnTo>
                    <a:pt x="8122020" y="1668810"/>
                  </a:lnTo>
                  <a:lnTo>
                    <a:pt x="8120738" y="1668810"/>
                  </a:lnTo>
                  <a:lnTo>
                    <a:pt x="8119456" y="1668810"/>
                  </a:lnTo>
                  <a:lnTo>
                    <a:pt x="8118174" y="1668810"/>
                  </a:lnTo>
                  <a:lnTo>
                    <a:pt x="8116892" y="1668810"/>
                  </a:lnTo>
                  <a:lnTo>
                    <a:pt x="8115611" y="1668810"/>
                  </a:lnTo>
                  <a:lnTo>
                    <a:pt x="8114329" y="1668810"/>
                  </a:lnTo>
                  <a:lnTo>
                    <a:pt x="8113047" y="1668810"/>
                  </a:lnTo>
                  <a:lnTo>
                    <a:pt x="8111765" y="1668810"/>
                  </a:lnTo>
                  <a:lnTo>
                    <a:pt x="8110483" y="1668810"/>
                  </a:lnTo>
                  <a:lnTo>
                    <a:pt x="8109201" y="1668810"/>
                  </a:lnTo>
                  <a:lnTo>
                    <a:pt x="8107920" y="1668810"/>
                  </a:lnTo>
                  <a:lnTo>
                    <a:pt x="8106638" y="1668810"/>
                  </a:lnTo>
                  <a:lnTo>
                    <a:pt x="8105356" y="1668810"/>
                  </a:lnTo>
                  <a:lnTo>
                    <a:pt x="8104074" y="1668810"/>
                  </a:lnTo>
                  <a:lnTo>
                    <a:pt x="8102792" y="1668810"/>
                  </a:lnTo>
                  <a:lnTo>
                    <a:pt x="8101510" y="1668810"/>
                  </a:lnTo>
                  <a:lnTo>
                    <a:pt x="8100228" y="1668810"/>
                  </a:lnTo>
                  <a:lnTo>
                    <a:pt x="8098947" y="1668810"/>
                  </a:lnTo>
                  <a:lnTo>
                    <a:pt x="8097665" y="1668810"/>
                  </a:lnTo>
                  <a:lnTo>
                    <a:pt x="8096383" y="1668810"/>
                  </a:lnTo>
                  <a:lnTo>
                    <a:pt x="8095101" y="1668810"/>
                  </a:lnTo>
                  <a:lnTo>
                    <a:pt x="8093819" y="1668810"/>
                  </a:lnTo>
                  <a:lnTo>
                    <a:pt x="8092537" y="1668810"/>
                  </a:lnTo>
                  <a:lnTo>
                    <a:pt x="8091256" y="1668810"/>
                  </a:lnTo>
                  <a:lnTo>
                    <a:pt x="8089974" y="1668810"/>
                  </a:lnTo>
                  <a:lnTo>
                    <a:pt x="8088692" y="1668810"/>
                  </a:lnTo>
                  <a:lnTo>
                    <a:pt x="8087410" y="1668810"/>
                  </a:lnTo>
                  <a:lnTo>
                    <a:pt x="8086128" y="1668810"/>
                  </a:lnTo>
                  <a:lnTo>
                    <a:pt x="8084846" y="1668810"/>
                  </a:lnTo>
                  <a:lnTo>
                    <a:pt x="8083565" y="1668810"/>
                  </a:lnTo>
                  <a:lnTo>
                    <a:pt x="8082283" y="1668810"/>
                  </a:lnTo>
                  <a:lnTo>
                    <a:pt x="8081001" y="1668810"/>
                  </a:lnTo>
                  <a:lnTo>
                    <a:pt x="8079719" y="1668810"/>
                  </a:lnTo>
                  <a:lnTo>
                    <a:pt x="8078437" y="1668810"/>
                  </a:lnTo>
                  <a:lnTo>
                    <a:pt x="8077155" y="1668810"/>
                  </a:lnTo>
                  <a:lnTo>
                    <a:pt x="8075873" y="1668810"/>
                  </a:lnTo>
                  <a:lnTo>
                    <a:pt x="8074592" y="1668810"/>
                  </a:lnTo>
                  <a:lnTo>
                    <a:pt x="8073310" y="1668810"/>
                  </a:lnTo>
                  <a:lnTo>
                    <a:pt x="8072028" y="1668810"/>
                  </a:lnTo>
                  <a:lnTo>
                    <a:pt x="8070746" y="1668810"/>
                  </a:lnTo>
                  <a:lnTo>
                    <a:pt x="8069464" y="1668810"/>
                  </a:lnTo>
                  <a:lnTo>
                    <a:pt x="8068182" y="1668810"/>
                  </a:lnTo>
                  <a:lnTo>
                    <a:pt x="8066901" y="1668810"/>
                  </a:lnTo>
                  <a:lnTo>
                    <a:pt x="8065619" y="1668810"/>
                  </a:lnTo>
                  <a:lnTo>
                    <a:pt x="8064337" y="1668810"/>
                  </a:lnTo>
                  <a:lnTo>
                    <a:pt x="8063055" y="1668810"/>
                  </a:lnTo>
                  <a:lnTo>
                    <a:pt x="8061773" y="1668810"/>
                  </a:lnTo>
                  <a:lnTo>
                    <a:pt x="8060491" y="1668810"/>
                  </a:lnTo>
                  <a:lnTo>
                    <a:pt x="8059209" y="1668810"/>
                  </a:lnTo>
                  <a:lnTo>
                    <a:pt x="8057928" y="1668810"/>
                  </a:lnTo>
                  <a:lnTo>
                    <a:pt x="8056646" y="1668810"/>
                  </a:lnTo>
                  <a:lnTo>
                    <a:pt x="8055364" y="1668810"/>
                  </a:lnTo>
                  <a:lnTo>
                    <a:pt x="8054082" y="1668810"/>
                  </a:lnTo>
                  <a:lnTo>
                    <a:pt x="8052800" y="1668810"/>
                  </a:lnTo>
                  <a:lnTo>
                    <a:pt x="8051518" y="1668810"/>
                  </a:lnTo>
                  <a:lnTo>
                    <a:pt x="8050237" y="1668810"/>
                  </a:lnTo>
                  <a:lnTo>
                    <a:pt x="8048955" y="1668810"/>
                  </a:lnTo>
                  <a:lnTo>
                    <a:pt x="8047673" y="1668810"/>
                  </a:lnTo>
                  <a:lnTo>
                    <a:pt x="8046391" y="1668810"/>
                  </a:lnTo>
                  <a:lnTo>
                    <a:pt x="8045109" y="1668810"/>
                  </a:lnTo>
                  <a:lnTo>
                    <a:pt x="8043827" y="1668810"/>
                  </a:lnTo>
                  <a:lnTo>
                    <a:pt x="8042546" y="1668810"/>
                  </a:lnTo>
                  <a:lnTo>
                    <a:pt x="8041264" y="1668810"/>
                  </a:lnTo>
                  <a:lnTo>
                    <a:pt x="8039982" y="1668810"/>
                  </a:lnTo>
                  <a:lnTo>
                    <a:pt x="8038700" y="1668810"/>
                  </a:lnTo>
                  <a:lnTo>
                    <a:pt x="8037418" y="1668810"/>
                  </a:lnTo>
                  <a:lnTo>
                    <a:pt x="8036136" y="1668810"/>
                  </a:lnTo>
                  <a:lnTo>
                    <a:pt x="8034854" y="1668810"/>
                  </a:lnTo>
                  <a:lnTo>
                    <a:pt x="8033573" y="1668810"/>
                  </a:lnTo>
                  <a:lnTo>
                    <a:pt x="8032291" y="1668810"/>
                  </a:lnTo>
                  <a:lnTo>
                    <a:pt x="8031009" y="1668810"/>
                  </a:lnTo>
                  <a:lnTo>
                    <a:pt x="8029727" y="1668810"/>
                  </a:lnTo>
                  <a:lnTo>
                    <a:pt x="8028445" y="1668810"/>
                  </a:lnTo>
                  <a:lnTo>
                    <a:pt x="8027163" y="1668810"/>
                  </a:lnTo>
                  <a:lnTo>
                    <a:pt x="8025882" y="1668810"/>
                  </a:lnTo>
                  <a:lnTo>
                    <a:pt x="8024600" y="1668810"/>
                  </a:lnTo>
                  <a:lnTo>
                    <a:pt x="8023318" y="1668810"/>
                  </a:lnTo>
                  <a:lnTo>
                    <a:pt x="8022036" y="1668810"/>
                  </a:lnTo>
                  <a:lnTo>
                    <a:pt x="8020754" y="1668810"/>
                  </a:lnTo>
                  <a:lnTo>
                    <a:pt x="8019472" y="1668810"/>
                  </a:lnTo>
                  <a:lnTo>
                    <a:pt x="8018190" y="1668810"/>
                  </a:lnTo>
                  <a:lnTo>
                    <a:pt x="8016909" y="1668810"/>
                  </a:lnTo>
                  <a:lnTo>
                    <a:pt x="8015627" y="1668810"/>
                  </a:lnTo>
                  <a:lnTo>
                    <a:pt x="8014345" y="1668810"/>
                  </a:lnTo>
                  <a:lnTo>
                    <a:pt x="8013063" y="1668810"/>
                  </a:lnTo>
                  <a:lnTo>
                    <a:pt x="8011781" y="1668810"/>
                  </a:lnTo>
                  <a:lnTo>
                    <a:pt x="8010499" y="1668810"/>
                  </a:lnTo>
                  <a:lnTo>
                    <a:pt x="8009218" y="1668810"/>
                  </a:lnTo>
                  <a:lnTo>
                    <a:pt x="8007936" y="1668810"/>
                  </a:lnTo>
                  <a:lnTo>
                    <a:pt x="8006654" y="1668810"/>
                  </a:lnTo>
                  <a:lnTo>
                    <a:pt x="8005372" y="1668810"/>
                  </a:lnTo>
                  <a:lnTo>
                    <a:pt x="8004090" y="1668810"/>
                  </a:lnTo>
                  <a:lnTo>
                    <a:pt x="8002808" y="1668810"/>
                  </a:lnTo>
                  <a:lnTo>
                    <a:pt x="8001526" y="1668810"/>
                  </a:lnTo>
                  <a:lnTo>
                    <a:pt x="8000245" y="1668810"/>
                  </a:lnTo>
                  <a:lnTo>
                    <a:pt x="7998963" y="1668810"/>
                  </a:lnTo>
                  <a:lnTo>
                    <a:pt x="7997681" y="1668810"/>
                  </a:lnTo>
                  <a:lnTo>
                    <a:pt x="7996399" y="1668810"/>
                  </a:lnTo>
                  <a:lnTo>
                    <a:pt x="7995117" y="1668810"/>
                  </a:lnTo>
                  <a:lnTo>
                    <a:pt x="7993835" y="1668810"/>
                  </a:lnTo>
                  <a:lnTo>
                    <a:pt x="7992554" y="1668810"/>
                  </a:lnTo>
                  <a:lnTo>
                    <a:pt x="7991272" y="1668810"/>
                  </a:lnTo>
                  <a:lnTo>
                    <a:pt x="7989990" y="1668810"/>
                  </a:lnTo>
                  <a:lnTo>
                    <a:pt x="7988708" y="1668810"/>
                  </a:lnTo>
                  <a:lnTo>
                    <a:pt x="7987426" y="1668810"/>
                  </a:lnTo>
                  <a:lnTo>
                    <a:pt x="7986144" y="1668810"/>
                  </a:lnTo>
                  <a:lnTo>
                    <a:pt x="7984863" y="1668810"/>
                  </a:lnTo>
                  <a:lnTo>
                    <a:pt x="7983581" y="1668810"/>
                  </a:lnTo>
                  <a:lnTo>
                    <a:pt x="7982299" y="1668810"/>
                  </a:lnTo>
                  <a:lnTo>
                    <a:pt x="7981017" y="1668810"/>
                  </a:lnTo>
                  <a:lnTo>
                    <a:pt x="7979735" y="1668810"/>
                  </a:lnTo>
                  <a:lnTo>
                    <a:pt x="7978453" y="1668810"/>
                  </a:lnTo>
                  <a:lnTo>
                    <a:pt x="7977171" y="1668810"/>
                  </a:lnTo>
                  <a:lnTo>
                    <a:pt x="7975890" y="1668810"/>
                  </a:lnTo>
                  <a:lnTo>
                    <a:pt x="7974608" y="1668810"/>
                  </a:lnTo>
                  <a:lnTo>
                    <a:pt x="7973326" y="1668810"/>
                  </a:lnTo>
                  <a:lnTo>
                    <a:pt x="7972044" y="1668810"/>
                  </a:lnTo>
                  <a:lnTo>
                    <a:pt x="7970762" y="1668810"/>
                  </a:lnTo>
                  <a:lnTo>
                    <a:pt x="7969480" y="1668810"/>
                  </a:lnTo>
                  <a:lnTo>
                    <a:pt x="7968199" y="1668810"/>
                  </a:lnTo>
                  <a:lnTo>
                    <a:pt x="7966917" y="1668810"/>
                  </a:lnTo>
                  <a:lnTo>
                    <a:pt x="7965635" y="1668810"/>
                  </a:lnTo>
                  <a:lnTo>
                    <a:pt x="7964353" y="1668810"/>
                  </a:lnTo>
                  <a:lnTo>
                    <a:pt x="7963071" y="1668810"/>
                  </a:lnTo>
                  <a:lnTo>
                    <a:pt x="7961789" y="1668810"/>
                  </a:lnTo>
                  <a:lnTo>
                    <a:pt x="7960507" y="1668810"/>
                  </a:lnTo>
                  <a:lnTo>
                    <a:pt x="7959226" y="1668810"/>
                  </a:lnTo>
                  <a:lnTo>
                    <a:pt x="7957944" y="1668810"/>
                  </a:lnTo>
                  <a:lnTo>
                    <a:pt x="7956662" y="1668810"/>
                  </a:lnTo>
                  <a:lnTo>
                    <a:pt x="7955380" y="1668810"/>
                  </a:lnTo>
                  <a:lnTo>
                    <a:pt x="7954098" y="1668810"/>
                  </a:lnTo>
                  <a:lnTo>
                    <a:pt x="7952816" y="1668810"/>
                  </a:lnTo>
                  <a:lnTo>
                    <a:pt x="7951535" y="1668810"/>
                  </a:lnTo>
                  <a:lnTo>
                    <a:pt x="7950253" y="1668810"/>
                  </a:lnTo>
                  <a:lnTo>
                    <a:pt x="7948971" y="1668810"/>
                  </a:lnTo>
                  <a:lnTo>
                    <a:pt x="7947689" y="1668810"/>
                  </a:lnTo>
                  <a:lnTo>
                    <a:pt x="7946407" y="1668810"/>
                  </a:lnTo>
                  <a:lnTo>
                    <a:pt x="7945125" y="1668810"/>
                  </a:lnTo>
                  <a:lnTo>
                    <a:pt x="7943844" y="1668810"/>
                  </a:lnTo>
                  <a:lnTo>
                    <a:pt x="7942562" y="1668810"/>
                  </a:lnTo>
                  <a:lnTo>
                    <a:pt x="7941280" y="1668810"/>
                  </a:lnTo>
                  <a:lnTo>
                    <a:pt x="7939998" y="1668810"/>
                  </a:lnTo>
                  <a:lnTo>
                    <a:pt x="7938716" y="1668810"/>
                  </a:lnTo>
                  <a:lnTo>
                    <a:pt x="7937434" y="1668810"/>
                  </a:lnTo>
                  <a:lnTo>
                    <a:pt x="7936152" y="1668810"/>
                  </a:lnTo>
                  <a:lnTo>
                    <a:pt x="7934871" y="1668810"/>
                  </a:lnTo>
                  <a:lnTo>
                    <a:pt x="7933589" y="1668810"/>
                  </a:lnTo>
                  <a:lnTo>
                    <a:pt x="7932307" y="1668810"/>
                  </a:lnTo>
                  <a:lnTo>
                    <a:pt x="7931025" y="1668810"/>
                  </a:lnTo>
                  <a:lnTo>
                    <a:pt x="7929743" y="1668810"/>
                  </a:lnTo>
                  <a:lnTo>
                    <a:pt x="7928461" y="1668810"/>
                  </a:lnTo>
                  <a:lnTo>
                    <a:pt x="7927180" y="1668810"/>
                  </a:lnTo>
                  <a:lnTo>
                    <a:pt x="7925898" y="1668810"/>
                  </a:lnTo>
                  <a:lnTo>
                    <a:pt x="7924616" y="1668810"/>
                  </a:lnTo>
                  <a:lnTo>
                    <a:pt x="7923334" y="1668810"/>
                  </a:lnTo>
                  <a:lnTo>
                    <a:pt x="7922052" y="1668810"/>
                  </a:lnTo>
                  <a:lnTo>
                    <a:pt x="7920770" y="1668810"/>
                  </a:lnTo>
                  <a:lnTo>
                    <a:pt x="7919488" y="1668810"/>
                  </a:lnTo>
                  <a:lnTo>
                    <a:pt x="7918207" y="1668810"/>
                  </a:lnTo>
                  <a:lnTo>
                    <a:pt x="7916925" y="1668810"/>
                  </a:lnTo>
                  <a:lnTo>
                    <a:pt x="7915643" y="1668810"/>
                  </a:lnTo>
                  <a:lnTo>
                    <a:pt x="7914361" y="1668810"/>
                  </a:lnTo>
                  <a:lnTo>
                    <a:pt x="7913079" y="1668810"/>
                  </a:lnTo>
                  <a:lnTo>
                    <a:pt x="7911797" y="1668810"/>
                  </a:lnTo>
                  <a:lnTo>
                    <a:pt x="7910516" y="1668810"/>
                  </a:lnTo>
                  <a:lnTo>
                    <a:pt x="7909234" y="1668810"/>
                  </a:lnTo>
                  <a:lnTo>
                    <a:pt x="7907952" y="1668810"/>
                  </a:lnTo>
                  <a:lnTo>
                    <a:pt x="7906670" y="1668810"/>
                  </a:lnTo>
                  <a:lnTo>
                    <a:pt x="7905388" y="1668810"/>
                  </a:lnTo>
                  <a:lnTo>
                    <a:pt x="7904106" y="1668810"/>
                  </a:lnTo>
                  <a:lnTo>
                    <a:pt x="7902825" y="1668810"/>
                  </a:lnTo>
                  <a:lnTo>
                    <a:pt x="7901543" y="1668810"/>
                  </a:lnTo>
                  <a:lnTo>
                    <a:pt x="7900261" y="1668810"/>
                  </a:lnTo>
                  <a:lnTo>
                    <a:pt x="7898979" y="1668810"/>
                  </a:lnTo>
                  <a:lnTo>
                    <a:pt x="7897697" y="1668810"/>
                  </a:lnTo>
                  <a:lnTo>
                    <a:pt x="7896415" y="1668810"/>
                  </a:lnTo>
                  <a:lnTo>
                    <a:pt x="7895133" y="1668810"/>
                  </a:lnTo>
                  <a:lnTo>
                    <a:pt x="7893852" y="1668810"/>
                  </a:lnTo>
                  <a:lnTo>
                    <a:pt x="7892570" y="1668810"/>
                  </a:lnTo>
                  <a:lnTo>
                    <a:pt x="7891288" y="1668810"/>
                  </a:lnTo>
                  <a:lnTo>
                    <a:pt x="7890006" y="1668810"/>
                  </a:lnTo>
                  <a:lnTo>
                    <a:pt x="7888724" y="1668810"/>
                  </a:lnTo>
                  <a:lnTo>
                    <a:pt x="7887442" y="1668810"/>
                  </a:lnTo>
                  <a:lnTo>
                    <a:pt x="7886161" y="1668810"/>
                  </a:lnTo>
                  <a:lnTo>
                    <a:pt x="7884879" y="1668810"/>
                  </a:lnTo>
                  <a:lnTo>
                    <a:pt x="7883597" y="1668810"/>
                  </a:lnTo>
                  <a:lnTo>
                    <a:pt x="7882315" y="1668810"/>
                  </a:lnTo>
                  <a:lnTo>
                    <a:pt x="7881033" y="1668810"/>
                  </a:lnTo>
                  <a:lnTo>
                    <a:pt x="7879751" y="1668810"/>
                  </a:lnTo>
                  <a:lnTo>
                    <a:pt x="7878469" y="1668810"/>
                  </a:lnTo>
                  <a:lnTo>
                    <a:pt x="7877188" y="1668810"/>
                  </a:lnTo>
                  <a:lnTo>
                    <a:pt x="7875906" y="1668810"/>
                  </a:lnTo>
                  <a:lnTo>
                    <a:pt x="7874624" y="1668810"/>
                  </a:lnTo>
                  <a:lnTo>
                    <a:pt x="7873342" y="1668810"/>
                  </a:lnTo>
                  <a:lnTo>
                    <a:pt x="7872060" y="1668810"/>
                  </a:lnTo>
                  <a:lnTo>
                    <a:pt x="7870778" y="1668810"/>
                  </a:lnTo>
                  <a:lnTo>
                    <a:pt x="7869497" y="1668810"/>
                  </a:lnTo>
                  <a:lnTo>
                    <a:pt x="7868215" y="1668810"/>
                  </a:lnTo>
                  <a:lnTo>
                    <a:pt x="7866933" y="1668810"/>
                  </a:lnTo>
                  <a:lnTo>
                    <a:pt x="7865651" y="1668810"/>
                  </a:lnTo>
                  <a:lnTo>
                    <a:pt x="7864369" y="1668810"/>
                  </a:lnTo>
                  <a:lnTo>
                    <a:pt x="7863087" y="1668810"/>
                  </a:lnTo>
                  <a:lnTo>
                    <a:pt x="7861805" y="1668810"/>
                  </a:lnTo>
                  <a:lnTo>
                    <a:pt x="7860524" y="1668810"/>
                  </a:lnTo>
                  <a:lnTo>
                    <a:pt x="7859242" y="1668810"/>
                  </a:lnTo>
                  <a:lnTo>
                    <a:pt x="7857960" y="1668810"/>
                  </a:lnTo>
                  <a:lnTo>
                    <a:pt x="7856678" y="1668810"/>
                  </a:lnTo>
                  <a:lnTo>
                    <a:pt x="7855396" y="1668810"/>
                  </a:lnTo>
                  <a:lnTo>
                    <a:pt x="7854114" y="1668810"/>
                  </a:lnTo>
                  <a:lnTo>
                    <a:pt x="7852833" y="1668810"/>
                  </a:lnTo>
                  <a:lnTo>
                    <a:pt x="7851551" y="1668810"/>
                  </a:lnTo>
                  <a:lnTo>
                    <a:pt x="7850269" y="1668810"/>
                  </a:lnTo>
                  <a:lnTo>
                    <a:pt x="7848987" y="1668810"/>
                  </a:lnTo>
                  <a:lnTo>
                    <a:pt x="7847705" y="1668810"/>
                  </a:lnTo>
                  <a:lnTo>
                    <a:pt x="7846423" y="1668810"/>
                  </a:lnTo>
                  <a:lnTo>
                    <a:pt x="7845142" y="1668810"/>
                  </a:lnTo>
                  <a:lnTo>
                    <a:pt x="7843860" y="1668810"/>
                  </a:lnTo>
                  <a:lnTo>
                    <a:pt x="7842578" y="1668810"/>
                  </a:lnTo>
                  <a:lnTo>
                    <a:pt x="7841296" y="1668810"/>
                  </a:lnTo>
                  <a:lnTo>
                    <a:pt x="7840014" y="1668810"/>
                  </a:lnTo>
                  <a:lnTo>
                    <a:pt x="7838732" y="1668810"/>
                  </a:lnTo>
                  <a:lnTo>
                    <a:pt x="7837450" y="1668810"/>
                  </a:lnTo>
                  <a:lnTo>
                    <a:pt x="7836169" y="1668810"/>
                  </a:lnTo>
                  <a:lnTo>
                    <a:pt x="7834887" y="1668810"/>
                  </a:lnTo>
                  <a:lnTo>
                    <a:pt x="7833605" y="1668810"/>
                  </a:lnTo>
                  <a:lnTo>
                    <a:pt x="7832323" y="1668810"/>
                  </a:lnTo>
                  <a:lnTo>
                    <a:pt x="7831041" y="1668810"/>
                  </a:lnTo>
                  <a:lnTo>
                    <a:pt x="7829759" y="1668810"/>
                  </a:lnTo>
                  <a:lnTo>
                    <a:pt x="7828478" y="1668810"/>
                  </a:lnTo>
                  <a:lnTo>
                    <a:pt x="7827196" y="1668810"/>
                  </a:lnTo>
                  <a:lnTo>
                    <a:pt x="7825914" y="1668810"/>
                  </a:lnTo>
                  <a:lnTo>
                    <a:pt x="7824632" y="1668810"/>
                  </a:lnTo>
                  <a:lnTo>
                    <a:pt x="7823350" y="1668810"/>
                  </a:lnTo>
                  <a:lnTo>
                    <a:pt x="7822068" y="1668810"/>
                  </a:lnTo>
                  <a:lnTo>
                    <a:pt x="7820786" y="1668810"/>
                  </a:lnTo>
                  <a:lnTo>
                    <a:pt x="7819505" y="1668810"/>
                  </a:lnTo>
                  <a:lnTo>
                    <a:pt x="7818223" y="1668810"/>
                  </a:lnTo>
                  <a:lnTo>
                    <a:pt x="7816941" y="1668810"/>
                  </a:lnTo>
                  <a:lnTo>
                    <a:pt x="7815659" y="1668810"/>
                  </a:lnTo>
                  <a:lnTo>
                    <a:pt x="7814377" y="1668810"/>
                  </a:lnTo>
                  <a:lnTo>
                    <a:pt x="7813095" y="1668810"/>
                  </a:lnTo>
                  <a:lnTo>
                    <a:pt x="7811814" y="1668810"/>
                  </a:lnTo>
                  <a:lnTo>
                    <a:pt x="7810532" y="1668810"/>
                  </a:lnTo>
                  <a:lnTo>
                    <a:pt x="7809250" y="1668810"/>
                  </a:lnTo>
                  <a:lnTo>
                    <a:pt x="7807968" y="1668810"/>
                  </a:lnTo>
                  <a:lnTo>
                    <a:pt x="7806686" y="1668810"/>
                  </a:lnTo>
                  <a:lnTo>
                    <a:pt x="7805404" y="1668810"/>
                  </a:lnTo>
                  <a:lnTo>
                    <a:pt x="7804123" y="1668810"/>
                  </a:lnTo>
                  <a:lnTo>
                    <a:pt x="7802841" y="1668810"/>
                  </a:lnTo>
                  <a:lnTo>
                    <a:pt x="7801559" y="1668810"/>
                  </a:lnTo>
                  <a:lnTo>
                    <a:pt x="7800277" y="1668810"/>
                  </a:lnTo>
                  <a:lnTo>
                    <a:pt x="7798995" y="1668810"/>
                  </a:lnTo>
                  <a:lnTo>
                    <a:pt x="7797713" y="1668810"/>
                  </a:lnTo>
                  <a:lnTo>
                    <a:pt x="7796431" y="1668810"/>
                  </a:lnTo>
                  <a:lnTo>
                    <a:pt x="7795150" y="1668810"/>
                  </a:lnTo>
                  <a:lnTo>
                    <a:pt x="7793868" y="1668810"/>
                  </a:lnTo>
                  <a:lnTo>
                    <a:pt x="7792586" y="1668810"/>
                  </a:lnTo>
                  <a:lnTo>
                    <a:pt x="7791304" y="1668810"/>
                  </a:lnTo>
                  <a:lnTo>
                    <a:pt x="7790022" y="1668810"/>
                  </a:lnTo>
                  <a:lnTo>
                    <a:pt x="7788740" y="1668810"/>
                  </a:lnTo>
                  <a:lnTo>
                    <a:pt x="7787459" y="1668810"/>
                  </a:lnTo>
                  <a:lnTo>
                    <a:pt x="7786177" y="1668810"/>
                  </a:lnTo>
                  <a:lnTo>
                    <a:pt x="7784895" y="1668810"/>
                  </a:lnTo>
                  <a:lnTo>
                    <a:pt x="7783613" y="1668810"/>
                  </a:lnTo>
                  <a:lnTo>
                    <a:pt x="7782331" y="1668810"/>
                  </a:lnTo>
                  <a:lnTo>
                    <a:pt x="7781049" y="1668810"/>
                  </a:lnTo>
                  <a:lnTo>
                    <a:pt x="7779767" y="1668810"/>
                  </a:lnTo>
                  <a:lnTo>
                    <a:pt x="7778486" y="1668810"/>
                  </a:lnTo>
                  <a:lnTo>
                    <a:pt x="7777204" y="1668810"/>
                  </a:lnTo>
                  <a:lnTo>
                    <a:pt x="7775922" y="1668810"/>
                  </a:lnTo>
                  <a:lnTo>
                    <a:pt x="7774640" y="1668810"/>
                  </a:lnTo>
                  <a:lnTo>
                    <a:pt x="7773358" y="1668810"/>
                  </a:lnTo>
                  <a:lnTo>
                    <a:pt x="7772076" y="1668810"/>
                  </a:lnTo>
                  <a:lnTo>
                    <a:pt x="7770795" y="1668810"/>
                  </a:lnTo>
                  <a:lnTo>
                    <a:pt x="7769513" y="1668810"/>
                  </a:lnTo>
                  <a:lnTo>
                    <a:pt x="7768231" y="1668810"/>
                  </a:lnTo>
                  <a:lnTo>
                    <a:pt x="7766949" y="1668810"/>
                  </a:lnTo>
                  <a:lnTo>
                    <a:pt x="7765667" y="1668810"/>
                  </a:lnTo>
                  <a:lnTo>
                    <a:pt x="7764385" y="1668810"/>
                  </a:lnTo>
                  <a:lnTo>
                    <a:pt x="7763104" y="1668810"/>
                  </a:lnTo>
                  <a:lnTo>
                    <a:pt x="7761822" y="1668810"/>
                  </a:lnTo>
                  <a:lnTo>
                    <a:pt x="7760540" y="1668810"/>
                  </a:lnTo>
                  <a:lnTo>
                    <a:pt x="7759258" y="1668810"/>
                  </a:lnTo>
                  <a:lnTo>
                    <a:pt x="7757976" y="1668810"/>
                  </a:lnTo>
                  <a:lnTo>
                    <a:pt x="7756694" y="1668810"/>
                  </a:lnTo>
                  <a:lnTo>
                    <a:pt x="7755412" y="1668810"/>
                  </a:lnTo>
                  <a:lnTo>
                    <a:pt x="7754131" y="1668810"/>
                  </a:lnTo>
                  <a:lnTo>
                    <a:pt x="7752849" y="1668810"/>
                  </a:lnTo>
                  <a:lnTo>
                    <a:pt x="7751567" y="1668810"/>
                  </a:lnTo>
                  <a:lnTo>
                    <a:pt x="7750285" y="1668810"/>
                  </a:lnTo>
                  <a:lnTo>
                    <a:pt x="7749003" y="1668810"/>
                  </a:lnTo>
                  <a:lnTo>
                    <a:pt x="7747721" y="1668810"/>
                  </a:lnTo>
                  <a:lnTo>
                    <a:pt x="7746440" y="1668810"/>
                  </a:lnTo>
                  <a:lnTo>
                    <a:pt x="7745158" y="1668810"/>
                  </a:lnTo>
                  <a:lnTo>
                    <a:pt x="7743876" y="1668810"/>
                  </a:lnTo>
                  <a:lnTo>
                    <a:pt x="7742594" y="1668810"/>
                  </a:lnTo>
                  <a:lnTo>
                    <a:pt x="7741312" y="1668810"/>
                  </a:lnTo>
                  <a:lnTo>
                    <a:pt x="7740030" y="1668810"/>
                  </a:lnTo>
                  <a:lnTo>
                    <a:pt x="7738748" y="1668810"/>
                  </a:lnTo>
                  <a:lnTo>
                    <a:pt x="7737467" y="1668810"/>
                  </a:lnTo>
                  <a:lnTo>
                    <a:pt x="7736185" y="1668810"/>
                  </a:lnTo>
                  <a:lnTo>
                    <a:pt x="7734903" y="1668810"/>
                  </a:lnTo>
                  <a:lnTo>
                    <a:pt x="7733621" y="1668810"/>
                  </a:lnTo>
                  <a:lnTo>
                    <a:pt x="7732339" y="1668810"/>
                  </a:lnTo>
                  <a:lnTo>
                    <a:pt x="7731057" y="1668810"/>
                  </a:lnTo>
                  <a:lnTo>
                    <a:pt x="7729776" y="1668810"/>
                  </a:lnTo>
                  <a:lnTo>
                    <a:pt x="7728494" y="1668810"/>
                  </a:lnTo>
                  <a:lnTo>
                    <a:pt x="7727212" y="1668810"/>
                  </a:lnTo>
                  <a:lnTo>
                    <a:pt x="7725930" y="1668810"/>
                  </a:lnTo>
                  <a:lnTo>
                    <a:pt x="7724648" y="1668810"/>
                  </a:lnTo>
                  <a:lnTo>
                    <a:pt x="7723366" y="1668810"/>
                  </a:lnTo>
                  <a:lnTo>
                    <a:pt x="7722084" y="1668810"/>
                  </a:lnTo>
                  <a:lnTo>
                    <a:pt x="7720803" y="1668810"/>
                  </a:lnTo>
                  <a:lnTo>
                    <a:pt x="7719521" y="1668810"/>
                  </a:lnTo>
                  <a:lnTo>
                    <a:pt x="7718239" y="1668810"/>
                  </a:lnTo>
                  <a:lnTo>
                    <a:pt x="7716957" y="1668810"/>
                  </a:lnTo>
                  <a:lnTo>
                    <a:pt x="7715675" y="1668810"/>
                  </a:lnTo>
                  <a:lnTo>
                    <a:pt x="7714393" y="1668810"/>
                  </a:lnTo>
                  <a:lnTo>
                    <a:pt x="7713112" y="1668810"/>
                  </a:lnTo>
                  <a:lnTo>
                    <a:pt x="7711830" y="1668810"/>
                  </a:lnTo>
                  <a:lnTo>
                    <a:pt x="7710548" y="1668810"/>
                  </a:lnTo>
                  <a:lnTo>
                    <a:pt x="7709266" y="1668810"/>
                  </a:lnTo>
                  <a:lnTo>
                    <a:pt x="7707984" y="1668810"/>
                  </a:lnTo>
                  <a:lnTo>
                    <a:pt x="7706702" y="1668810"/>
                  </a:lnTo>
                  <a:lnTo>
                    <a:pt x="7705421" y="1668810"/>
                  </a:lnTo>
                  <a:lnTo>
                    <a:pt x="7704139" y="1668810"/>
                  </a:lnTo>
                  <a:lnTo>
                    <a:pt x="7702857" y="1668810"/>
                  </a:lnTo>
                  <a:lnTo>
                    <a:pt x="7701575" y="1668810"/>
                  </a:lnTo>
                  <a:lnTo>
                    <a:pt x="7700293" y="1668810"/>
                  </a:lnTo>
                  <a:lnTo>
                    <a:pt x="7699011" y="1668810"/>
                  </a:lnTo>
                  <a:lnTo>
                    <a:pt x="7697729" y="1668810"/>
                  </a:lnTo>
                  <a:lnTo>
                    <a:pt x="7696448" y="1668810"/>
                  </a:lnTo>
                  <a:lnTo>
                    <a:pt x="7695166" y="1668810"/>
                  </a:lnTo>
                  <a:lnTo>
                    <a:pt x="7693884" y="1668810"/>
                  </a:lnTo>
                  <a:lnTo>
                    <a:pt x="7692602" y="1668810"/>
                  </a:lnTo>
                  <a:lnTo>
                    <a:pt x="7691320" y="1668810"/>
                  </a:lnTo>
                  <a:lnTo>
                    <a:pt x="7690038" y="1668810"/>
                  </a:lnTo>
                  <a:lnTo>
                    <a:pt x="7688757" y="1668810"/>
                  </a:lnTo>
                  <a:lnTo>
                    <a:pt x="7687475" y="1668810"/>
                  </a:lnTo>
                  <a:lnTo>
                    <a:pt x="7686193" y="1668810"/>
                  </a:lnTo>
                  <a:lnTo>
                    <a:pt x="7684911" y="1668810"/>
                  </a:lnTo>
                  <a:lnTo>
                    <a:pt x="7683629" y="1668810"/>
                  </a:lnTo>
                  <a:lnTo>
                    <a:pt x="7682347" y="1668810"/>
                  </a:lnTo>
                  <a:lnTo>
                    <a:pt x="7681065" y="1668810"/>
                  </a:lnTo>
                  <a:lnTo>
                    <a:pt x="7679784" y="1668810"/>
                  </a:lnTo>
                  <a:lnTo>
                    <a:pt x="7678502" y="1668810"/>
                  </a:lnTo>
                  <a:lnTo>
                    <a:pt x="7677220" y="1668810"/>
                  </a:lnTo>
                  <a:lnTo>
                    <a:pt x="7675938" y="1668810"/>
                  </a:lnTo>
                  <a:lnTo>
                    <a:pt x="7674656" y="1668810"/>
                  </a:lnTo>
                  <a:lnTo>
                    <a:pt x="7673374" y="1668810"/>
                  </a:lnTo>
                  <a:lnTo>
                    <a:pt x="7672093" y="1668810"/>
                  </a:lnTo>
                  <a:lnTo>
                    <a:pt x="7670811" y="1668810"/>
                  </a:lnTo>
                  <a:lnTo>
                    <a:pt x="7669529" y="1668810"/>
                  </a:lnTo>
                  <a:lnTo>
                    <a:pt x="7668247" y="1668810"/>
                  </a:lnTo>
                  <a:lnTo>
                    <a:pt x="7666965" y="1668810"/>
                  </a:lnTo>
                  <a:lnTo>
                    <a:pt x="7665683" y="1668810"/>
                  </a:lnTo>
                  <a:lnTo>
                    <a:pt x="7664402" y="1668810"/>
                  </a:lnTo>
                  <a:lnTo>
                    <a:pt x="7663120" y="1668810"/>
                  </a:lnTo>
                  <a:lnTo>
                    <a:pt x="7661838" y="1668810"/>
                  </a:lnTo>
                  <a:lnTo>
                    <a:pt x="7660556" y="1668810"/>
                  </a:lnTo>
                  <a:lnTo>
                    <a:pt x="7659274" y="1668810"/>
                  </a:lnTo>
                  <a:lnTo>
                    <a:pt x="7657992" y="1668810"/>
                  </a:lnTo>
                  <a:lnTo>
                    <a:pt x="7656710" y="1668810"/>
                  </a:lnTo>
                  <a:lnTo>
                    <a:pt x="7655429" y="1668810"/>
                  </a:lnTo>
                  <a:lnTo>
                    <a:pt x="7654147" y="1668810"/>
                  </a:lnTo>
                  <a:lnTo>
                    <a:pt x="7652865" y="1668810"/>
                  </a:lnTo>
                  <a:lnTo>
                    <a:pt x="7651583" y="1668810"/>
                  </a:lnTo>
                  <a:lnTo>
                    <a:pt x="7650301" y="1668810"/>
                  </a:lnTo>
                  <a:lnTo>
                    <a:pt x="7649019" y="1668810"/>
                  </a:lnTo>
                  <a:lnTo>
                    <a:pt x="7647738" y="1668810"/>
                  </a:lnTo>
                  <a:lnTo>
                    <a:pt x="7646456" y="1668810"/>
                  </a:lnTo>
                  <a:lnTo>
                    <a:pt x="7645174" y="1668810"/>
                  </a:lnTo>
                  <a:lnTo>
                    <a:pt x="7643892" y="1668810"/>
                  </a:lnTo>
                  <a:lnTo>
                    <a:pt x="7642610" y="1668810"/>
                  </a:lnTo>
                  <a:lnTo>
                    <a:pt x="7641328" y="1668810"/>
                  </a:lnTo>
                  <a:lnTo>
                    <a:pt x="7640046" y="1668810"/>
                  </a:lnTo>
                  <a:lnTo>
                    <a:pt x="7638765" y="1668810"/>
                  </a:lnTo>
                  <a:lnTo>
                    <a:pt x="7637483" y="1668810"/>
                  </a:lnTo>
                  <a:lnTo>
                    <a:pt x="7636201" y="1668810"/>
                  </a:lnTo>
                  <a:lnTo>
                    <a:pt x="7634919" y="1668810"/>
                  </a:lnTo>
                  <a:lnTo>
                    <a:pt x="7633637" y="1668810"/>
                  </a:lnTo>
                  <a:lnTo>
                    <a:pt x="7632355" y="1668810"/>
                  </a:lnTo>
                  <a:lnTo>
                    <a:pt x="7631074" y="1668810"/>
                  </a:lnTo>
                  <a:lnTo>
                    <a:pt x="7629792" y="1668810"/>
                  </a:lnTo>
                  <a:lnTo>
                    <a:pt x="7628510" y="1668810"/>
                  </a:lnTo>
                  <a:lnTo>
                    <a:pt x="7627228" y="1668810"/>
                  </a:lnTo>
                  <a:lnTo>
                    <a:pt x="7625946" y="1668810"/>
                  </a:lnTo>
                  <a:lnTo>
                    <a:pt x="7624664" y="1668810"/>
                  </a:lnTo>
                  <a:lnTo>
                    <a:pt x="7623382" y="1668810"/>
                  </a:lnTo>
                  <a:lnTo>
                    <a:pt x="7622101" y="1668810"/>
                  </a:lnTo>
                  <a:lnTo>
                    <a:pt x="7620819" y="1668810"/>
                  </a:lnTo>
                  <a:lnTo>
                    <a:pt x="7619537" y="1668810"/>
                  </a:lnTo>
                  <a:lnTo>
                    <a:pt x="7618255" y="1668810"/>
                  </a:lnTo>
                  <a:lnTo>
                    <a:pt x="7616973" y="1668810"/>
                  </a:lnTo>
                  <a:lnTo>
                    <a:pt x="7615691" y="1668810"/>
                  </a:lnTo>
                  <a:lnTo>
                    <a:pt x="7614410" y="1668810"/>
                  </a:lnTo>
                  <a:lnTo>
                    <a:pt x="7613128" y="1668810"/>
                  </a:lnTo>
                  <a:lnTo>
                    <a:pt x="7611846" y="1668810"/>
                  </a:lnTo>
                  <a:lnTo>
                    <a:pt x="7610564" y="1668810"/>
                  </a:lnTo>
                  <a:lnTo>
                    <a:pt x="7609282" y="1668810"/>
                  </a:lnTo>
                  <a:lnTo>
                    <a:pt x="7608000" y="1668810"/>
                  </a:lnTo>
                  <a:lnTo>
                    <a:pt x="7606719" y="1668810"/>
                  </a:lnTo>
                  <a:lnTo>
                    <a:pt x="7605437" y="1668810"/>
                  </a:lnTo>
                  <a:lnTo>
                    <a:pt x="7604155" y="1668810"/>
                  </a:lnTo>
                  <a:lnTo>
                    <a:pt x="7602873" y="1668810"/>
                  </a:lnTo>
                  <a:lnTo>
                    <a:pt x="7601591" y="1668810"/>
                  </a:lnTo>
                  <a:lnTo>
                    <a:pt x="7600309" y="1668810"/>
                  </a:lnTo>
                  <a:lnTo>
                    <a:pt x="7599027" y="1668810"/>
                  </a:lnTo>
                  <a:lnTo>
                    <a:pt x="7597746" y="1668810"/>
                  </a:lnTo>
                  <a:lnTo>
                    <a:pt x="7596464" y="1668810"/>
                  </a:lnTo>
                  <a:lnTo>
                    <a:pt x="7595182" y="1668810"/>
                  </a:lnTo>
                  <a:lnTo>
                    <a:pt x="7593900" y="1668810"/>
                  </a:lnTo>
                  <a:lnTo>
                    <a:pt x="7592618" y="1668810"/>
                  </a:lnTo>
                  <a:lnTo>
                    <a:pt x="7591336" y="1668810"/>
                  </a:lnTo>
                  <a:lnTo>
                    <a:pt x="7590055" y="1668810"/>
                  </a:lnTo>
                  <a:lnTo>
                    <a:pt x="7588773" y="1668810"/>
                  </a:lnTo>
                  <a:lnTo>
                    <a:pt x="7587491" y="1668810"/>
                  </a:lnTo>
                  <a:lnTo>
                    <a:pt x="7586209" y="1668810"/>
                  </a:lnTo>
                  <a:lnTo>
                    <a:pt x="7584927" y="1668810"/>
                  </a:lnTo>
                  <a:lnTo>
                    <a:pt x="7583645" y="1668810"/>
                  </a:lnTo>
                  <a:lnTo>
                    <a:pt x="7582363" y="1668810"/>
                  </a:lnTo>
                  <a:lnTo>
                    <a:pt x="7581082" y="1668810"/>
                  </a:lnTo>
                  <a:lnTo>
                    <a:pt x="7579800" y="1668810"/>
                  </a:lnTo>
                  <a:lnTo>
                    <a:pt x="7578518" y="1668810"/>
                  </a:lnTo>
                  <a:lnTo>
                    <a:pt x="7577236" y="1668810"/>
                  </a:lnTo>
                  <a:lnTo>
                    <a:pt x="7575954" y="1668810"/>
                  </a:lnTo>
                  <a:lnTo>
                    <a:pt x="7574672" y="1668810"/>
                  </a:lnTo>
                  <a:lnTo>
                    <a:pt x="7573391" y="1668810"/>
                  </a:lnTo>
                  <a:lnTo>
                    <a:pt x="7572109" y="1668810"/>
                  </a:lnTo>
                  <a:lnTo>
                    <a:pt x="7570827" y="1668810"/>
                  </a:lnTo>
                  <a:lnTo>
                    <a:pt x="7569545" y="1668810"/>
                  </a:lnTo>
                  <a:lnTo>
                    <a:pt x="7568263" y="1668810"/>
                  </a:lnTo>
                  <a:lnTo>
                    <a:pt x="7566981" y="1668810"/>
                  </a:lnTo>
                  <a:lnTo>
                    <a:pt x="7565700" y="1668810"/>
                  </a:lnTo>
                  <a:lnTo>
                    <a:pt x="7564418" y="1668810"/>
                  </a:lnTo>
                  <a:lnTo>
                    <a:pt x="7563136" y="1668810"/>
                  </a:lnTo>
                  <a:lnTo>
                    <a:pt x="7561854" y="1668810"/>
                  </a:lnTo>
                  <a:lnTo>
                    <a:pt x="7560572" y="1668810"/>
                  </a:lnTo>
                  <a:lnTo>
                    <a:pt x="7559290" y="1668810"/>
                  </a:lnTo>
                  <a:lnTo>
                    <a:pt x="7558008" y="1668810"/>
                  </a:lnTo>
                  <a:lnTo>
                    <a:pt x="7556727" y="1668810"/>
                  </a:lnTo>
                  <a:lnTo>
                    <a:pt x="7555445" y="1668810"/>
                  </a:lnTo>
                  <a:lnTo>
                    <a:pt x="7554163" y="1668810"/>
                  </a:lnTo>
                  <a:lnTo>
                    <a:pt x="7552881" y="1668810"/>
                  </a:lnTo>
                  <a:lnTo>
                    <a:pt x="7551599" y="1668810"/>
                  </a:lnTo>
                  <a:lnTo>
                    <a:pt x="7550317" y="1668810"/>
                  </a:lnTo>
                  <a:lnTo>
                    <a:pt x="7549036" y="1668810"/>
                  </a:lnTo>
                  <a:lnTo>
                    <a:pt x="7547754" y="1668810"/>
                  </a:lnTo>
                  <a:lnTo>
                    <a:pt x="7546472" y="1668810"/>
                  </a:lnTo>
                  <a:lnTo>
                    <a:pt x="7545190" y="1668810"/>
                  </a:lnTo>
                  <a:lnTo>
                    <a:pt x="7543908" y="1668810"/>
                  </a:lnTo>
                  <a:lnTo>
                    <a:pt x="7542626" y="1668810"/>
                  </a:lnTo>
                  <a:lnTo>
                    <a:pt x="7541344" y="1668810"/>
                  </a:lnTo>
                  <a:lnTo>
                    <a:pt x="7540063" y="1668810"/>
                  </a:lnTo>
                  <a:lnTo>
                    <a:pt x="7538781" y="1668810"/>
                  </a:lnTo>
                  <a:lnTo>
                    <a:pt x="7537499" y="1668810"/>
                  </a:lnTo>
                  <a:lnTo>
                    <a:pt x="7536217" y="1668810"/>
                  </a:lnTo>
                  <a:lnTo>
                    <a:pt x="7534935" y="1668810"/>
                  </a:lnTo>
                  <a:lnTo>
                    <a:pt x="7533653" y="1668810"/>
                  </a:lnTo>
                  <a:lnTo>
                    <a:pt x="7532372" y="1668810"/>
                  </a:lnTo>
                  <a:lnTo>
                    <a:pt x="7531090" y="1668810"/>
                  </a:lnTo>
                  <a:lnTo>
                    <a:pt x="7529808" y="1668810"/>
                  </a:lnTo>
                  <a:lnTo>
                    <a:pt x="7528526" y="1668810"/>
                  </a:lnTo>
                  <a:lnTo>
                    <a:pt x="7527244" y="1668810"/>
                  </a:lnTo>
                  <a:lnTo>
                    <a:pt x="7525962" y="1668810"/>
                  </a:lnTo>
                  <a:lnTo>
                    <a:pt x="7524681" y="1668810"/>
                  </a:lnTo>
                  <a:lnTo>
                    <a:pt x="7523399" y="1668810"/>
                  </a:lnTo>
                  <a:lnTo>
                    <a:pt x="7522117" y="1668810"/>
                  </a:lnTo>
                  <a:lnTo>
                    <a:pt x="7520835" y="1668810"/>
                  </a:lnTo>
                  <a:lnTo>
                    <a:pt x="7519553" y="1668810"/>
                  </a:lnTo>
                  <a:lnTo>
                    <a:pt x="7518271" y="1668810"/>
                  </a:lnTo>
                  <a:lnTo>
                    <a:pt x="7516989" y="1668810"/>
                  </a:lnTo>
                  <a:lnTo>
                    <a:pt x="7515708" y="1668810"/>
                  </a:lnTo>
                  <a:lnTo>
                    <a:pt x="7514426" y="1668810"/>
                  </a:lnTo>
                  <a:lnTo>
                    <a:pt x="7513144" y="1668810"/>
                  </a:lnTo>
                  <a:lnTo>
                    <a:pt x="7511862" y="1668810"/>
                  </a:lnTo>
                  <a:lnTo>
                    <a:pt x="7510580" y="1668810"/>
                  </a:lnTo>
                  <a:lnTo>
                    <a:pt x="7509298" y="1668810"/>
                  </a:lnTo>
                  <a:lnTo>
                    <a:pt x="7508017" y="1668810"/>
                  </a:lnTo>
                  <a:lnTo>
                    <a:pt x="7506735" y="1668810"/>
                  </a:lnTo>
                  <a:lnTo>
                    <a:pt x="7505453" y="1668810"/>
                  </a:lnTo>
                  <a:lnTo>
                    <a:pt x="7504171" y="1668810"/>
                  </a:lnTo>
                  <a:lnTo>
                    <a:pt x="7502889" y="1668810"/>
                  </a:lnTo>
                  <a:lnTo>
                    <a:pt x="7501607" y="1668810"/>
                  </a:lnTo>
                  <a:lnTo>
                    <a:pt x="7500325" y="1668810"/>
                  </a:lnTo>
                  <a:lnTo>
                    <a:pt x="7499044" y="1668810"/>
                  </a:lnTo>
                  <a:lnTo>
                    <a:pt x="7497762" y="1668810"/>
                  </a:lnTo>
                  <a:lnTo>
                    <a:pt x="7496480" y="1668810"/>
                  </a:lnTo>
                  <a:lnTo>
                    <a:pt x="7495198" y="1668810"/>
                  </a:lnTo>
                  <a:lnTo>
                    <a:pt x="7493916" y="1668810"/>
                  </a:lnTo>
                  <a:lnTo>
                    <a:pt x="7492634" y="1668810"/>
                  </a:lnTo>
                  <a:lnTo>
                    <a:pt x="7491353" y="1668810"/>
                  </a:lnTo>
                  <a:lnTo>
                    <a:pt x="7490071" y="1668810"/>
                  </a:lnTo>
                  <a:lnTo>
                    <a:pt x="7488789" y="1668810"/>
                  </a:lnTo>
                  <a:lnTo>
                    <a:pt x="7487507" y="1668810"/>
                  </a:lnTo>
                  <a:lnTo>
                    <a:pt x="7486225" y="1668810"/>
                  </a:lnTo>
                  <a:lnTo>
                    <a:pt x="7484943" y="1668810"/>
                  </a:lnTo>
                  <a:lnTo>
                    <a:pt x="7483661" y="1668810"/>
                  </a:lnTo>
                  <a:lnTo>
                    <a:pt x="7482380" y="1668810"/>
                  </a:lnTo>
                  <a:lnTo>
                    <a:pt x="7481098" y="1668810"/>
                  </a:lnTo>
                  <a:lnTo>
                    <a:pt x="7479816" y="1668810"/>
                  </a:lnTo>
                  <a:lnTo>
                    <a:pt x="7478534" y="1668810"/>
                  </a:lnTo>
                  <a:lnTo>
                    <a:pt x="7477252" y="1668810"/>
                  </a:lnTo>
                  <a:lnTo>
                    <a:pt x="7475970" y="1668810"/>
                  </a:lnTo>
                  <a:lnTo>
                    <a:pt x="7474689" y="1668810"/>
                  </a:lnTo>
                  <a:lnTo>
                    <a:pt x="7473407" y="1668810"/>
                  </a:lnTo>
                  <a:lnTo>
                    <a:pt x="7472125" y="1668810"/>
                  </a:lnTo>
                  <a:lnTo>
                    <a:pt x="7470843" y="1668810"/>
                  </a:lnTo>
                  <a:lnTo>
                    <a:pt x="7469561" y="1668810"/>
                  </a:lnTo>
                  <a:lnTo>
                    <a:pt x="7468279" y="1668810"/>
                  </a:lnTo>
                  <a:lnTo>
                    <a:pt x="7466998" y="1668810"/>
                  </a:lnTo>
                  <a:lnTo>
                    <a:pt x="7465716" y="1668810"/>
                  </a:lnTo>
                  <a:lnTo>
                    <a:pt x="7464434" y="1668810"/>
                  </a:lnTo>
                  <a:lnTo>
                    <a:pt x="7463152" y="1668810"/>
                  </a:lnTo>
                  <a:lnTo>
                    <a:pt x="7461870" y="1668810"/>
                  </a:lnTo>
                  <a:lnTo>
                    <a:pt x="7460588" y="1668810"/>
                  </a:lnTo>
                  <a:lnTo>
                    <a:pt x="7459306" y="1668810"/>
                  </a:lnTo>
                  <a:lnTo>
                    <a:pt x="7458025" y="1668810"/>
                  </a:lnTo>
                  <a:lnTo>
                    <a:pt x="7456743" y="1668810"/>
                  </a:lnTo>
                  <a:lnTo>
                    <a:pt x="7455461" y="1668810"/>
                  </a:lnTo>
                  <a:lnTo>
                    <a:pt x="7454179" y="1668810"/>
                  </a:lnTo>
                  <a:lnTo>
                    <a:pt x="7452897" y="1668810"/>
                  </a:lnTo>
                  <a:lnTo>
                    <a:pt x="7451615" y="1668810"/>
                  </a:lnTo>
                  <a:lnTo>
                    <a:pt x="7450334" y="1668810"/>
                  </a:lnTo>
                  <a:lnTo>
                    <a:pt x="7449052" y="1668810"/>
                  </a:lnTo>
                  <a:lnTo>
                    <a:pt x="7447770" y="1668810"/>
                  </a:lnTo>
                  <a:lnTo>
                    <a:pt x="7446488" y="1668810"/>
                  </a:lnTo>
                  <a:lnTo>
                    <a:pt x="7445206" y="1668810"/>
                  </a:lnTo>
                  <a:lnTo>
                    <a:pt x="7443924" y="1668810"/>
                  </a:lnTo>
                  <a:lnTo>
                    <a:pt x="7442642" y="1668810"/>
                  </a:lnTo>
                  <a:lnTo>
                    <a:pt x="7441361" y="1668810"/>
                  </a:lnTo>
                  <a:lnTo>
                    <a:pt x="7440079" y="1668810"/>
                  </a:lnTo>
                  <a:lnTo>
                    <a:pt x="7438797" y="1668810"/>
                  </a:lnTo>
                  <a:lnTo>
                    <a:pt x="7437515" y="1668810"/>
                  </a:lnTo>
                  <a:lnTo>
                    <a:pt x="7436233" y="1668810"/>
                  </a:lnTo>
                  <a:lnTo>
                    <a:pt x="7434951" y="1668810"/>
                  </a:lnTo>
                  <a:lnTo>
                    <a:pt x="7433670" y="1668810"/>
                  </a:lnTo>
                  <a:lnTo>
                    <a:pt x="7432388" y="1668810"/>
                  </a:lnTo>
                  <a:lnTo>
                    <a:pt x="7431106" y="1668810"/>
                  </a:lnTo>
                  <a:lnTo>
                    <a:pt x="7429824" y="1668810"/>
                  </a:lnTo>
                  <a:lnTo>
                    <a:pt x="7428542" y="1668810"/>
                  </a:lnTo>
                  <a:lnTo>
                    <a:pt x="7427260" y="1668810"/>
                  </a:lnTo>
                  <a:lnTo>
                    <a:pt x="7425979" y="1668810"/>
                  </a:lnTo>
                  <a:lnTo>
                    <a:pt x="7424697" y="1668810"/>
                  </a:lnTo>
                  <a:lnTo>
                    <a:pt x="7423415" y="1668810"/>
                  </a:lnTo>
                  <a:lnTo>
                    <a:pt x="7422133" y="1668810"/>
                  </a:lnTo>
                  <a:lnTo>
                    <a:pt x="7420851" y="1668810"/>
                  </a:lnTo>
                  <a:lnTo>
                    <a:pt x="7419569" y="1668810"/>
                  </a:lnTo>
                  <a:lnTo>
                    <a:pt x="7418287" y="1668810"/>
                  </a:lnTo>
                  <a:lnTo>
                    <a:pt x="7417006" y="1668810"/>
                  </a:lnTo>
                  <a:lnTo>
                    <a:pt x="7415724" y="1668810"/>
                  </a:lnTo>
                  <a:lnTo>
                    <a:pt x="7414442" y="1668810"/>
                  </a:lnTo>
                  <a:lnTo>
                    <a:pt x="7413160" y="1668810"/>
                  </a:lnTo>
                  <a:lnTo>
                    <a:pt x="7411878" y="1668810"/>
                  </a:lnTo>
                  <a:lnTo>
                    <a:pt x="7410596" y="1668810"/>
                  </a:lnTo>
                  <a:lnTo>
                    <a:pt x="7409315" y="1668810"/>
                  </a:lnTo>
                  <a:lnTo>
                    <a:pt x="7408033" y="1668810"/>
                  </a:lnTo>
                  <a:lnTo>
                    <a:pt x="7406751" y="1668810"/>
                  </a:lnTo>
                  <a:lnTo>
                    <a:pt x="7405469" y="1668810"/>
                  </a:lnTo>
                  <a:lnTo>
                    <a:pt x="7404187" y="1668810"/>
                  </a:lnTo>
                  <a:lnTo>
                    <a:pt x="7402905" y="1668810"/>
                  </a:lnTo>
                  <a:lnTo>
                    <a:pt x="7401623" y="1668810"/>
                  </a:lnTo>
                  <a:lnTo>
                    <a:pt x="7400342" y="1668810"/>
                  </a:lnTo>
                  <a:lnTo>
                    <a:pt x="7399060" y="1668810"/>
                  </a:lnTo>
                  <a:lnTo>
                    <a:pt x="7397778" y="1668810"/>
                  </a:lnTo>
                  <a:lnTo>
                    <a:pt x="7396496" y="1668810"/>
                  </a:lnTo>
                  <a:lnTo>
                    <a:pt x="7395214" y="1668810"/>
                  </a:lnTo>
                  <a:lnTo>
                    <a:pt x="7393932" y="1668810"/>
                  </a:lnTo>
                  <a:lnTo>
                    <a:pt x="7392651" y="1668810"/>
                  </a:lnTo>
                  <a:lnTo>
                    <a:pt x="7391369" y="1668810"/>
                  </a:lnTo>
                  <a:lnTo>
                    <a:pt x="7390087" y="1668810"/>
                  </a:lnTo>
                  <a:lnTo>
                    <a:pt x="7388805" y="1668810"/>
                  </a:lnTo>
                  <a:lnTo>
                    <a:pt x="7387523" y="1668810"/>
                  </a:lnTo>
                  <a:lnTo>
                    <a:pt x="7386241" y="1668810"/>
                  </a:lnTo>
                  <a:lnTo>
                    <a:pt x="7384960" y="1668810"/>
                  </a:lnTo>
                  <a:lnTo>
                    <a:pt x="7383678" y="1668810"/>
                  </a:lnTo>
                  <a:lnTo>
                    <a:pt x="7382396" y="1668810"/>
                  </a:lnTo>
                  <a:lnTo>
                    <a:pt x="7381114" y="1668810"/>
                  </a:lnTo>
                  <a:lnTo>
                    <a:pt x="7379832" y="1668810"/>
                  </a:lnTo>
                  <a:lnTo>
                    <a:pt x="7378550" y="1668810"/>
                  </a:lnTo>
                  <a:lnTo>
                    <a:pt x="7377268" y="1668810"/>
                  </a:lnTo>
                  <a:lnTo>
                    <a:pt x="7375987" y="1668810"/>
                  </a:lnTo>
                  <a:lnTo>
                    <a:pt x="7374705" y="1668810"/>
                  </a:lnTo>
                  <a:lnTo>
                    <a:pt x="7373423" y="1668810"/>
                  </a:lnTo>
                  <a:lnTo>
                    <a:pt x="7372141" y="1668810"/>
                  </a:lnTo>
                  <a:lnTo>
                    <a:pt x="7370859" y="1668810"/>
                  </a:lnTo>
                  <a:lnTo>
                    <a:pt x="7369577" y="1668810"/>
                  </a:lnTo>
                  <a:lnTo>
                    <a:pt x="7368296" y="1668810"/>
                  </a:lnTo>
                  <a:lnTo>
                    <a:pt x="7367014" y="1668810"/>
                  </a:lnTo>
                  <a:lnTo>
                    <a:pt x="7365732" y="1668810"/>
                  </a:lnTo>
                  <a:lnTo>
                    <a:pt x="7364450" y="1668810"/>
                  </a:lnTo>
                  <a:lnTo>
                    <a:pt x="7363168" y="1668810"/>
                  </a:lnTo>
                  <a:lnTo>
                    <a:pt x="7361886" y="1668810"/>
                  </a:lnTo>
                  <a:lnTo>
                    <a:pt x="7360604" y="1668810"/>
                  </a:lnTo>
                  <a:lnTo>
                    <a:pt x="7359323" y="1668810"/>
                  </a:lnTo>
                  <a:lnTo>
                    <a:pt x="7358041" y="1668810"/>
                  </a:lnTo>
                  <a:lnTo>
                    <a:pt x="7356759" y="1668810"/>
                  </a:lnTo>
                  <a:lnTo>
                    <a:pt x="7355477" y="1668810"/>
                  </a:lnTo>
                  <a:lnTo>
                    <a:pt x="7354195" y="1668810"/>
                  </a:lnTo>
                  <a:lnTo>
                    <a:pt x="7352913" y="1668810"/>
                  </a:lnTo>
                  <a:lnTo>
                    <a:pt x="7351632" y="1668810"/>
                  </a:lnTo>
                  <a:lnTo>
                    <a:pt x="7350350" y="1668810"/>
                  </a:lnTo>
                  <a:lnTo>
                    <a:pt x="7349068" y="1668810"/>
                  </a:lnTo>
                  <a:lnTo>
                    <a:pt x="7347786" y="1668810"/>
                  </a:lnTo>
                  <a:lnTo>
                    <a:pt x="7346504" y="1668810"/>
                  </a:lnTo>
                  <a:lnTo>
                    <a:pt x="7345222" y="1668810"/>
                  </a:lnTo>
                  <a:lnTo>
                    <a:pt x="7343940" y="1668810"/>
                  </a:lnTo>
                  <a:lnTo>
                    <a:pt x="7342659" y="1668810"/>
                  </a:lnTo>
                  <a:lnTo>
                    <a:pt x="7341377" y="1668810"/>
                  </a:lnTo>
                  <a:lnTo>
                    <a:pt x="7340095" y="1668810"/>
                  </a:lnTo>
                  <a:lnTo>
                    <a:pt x="7338813" y="1668810"/>
                  </a:lnTo>
                  <a:lnTo>
                    <a:pt x="7337531" y="1668810"/>
                  </a:lnTo>
                  <a:lnTo>
                    <a:pt x="7336249" y="1668810"/>
                  </a:lnTo>
                  <a:lnTo>
                    <a:pt x="7334968" y="1668810"/>
                  </a:lnTo>
                  <a:lnTo>
                    <a:pt x="7333686" y="1668810"/>
                  </a:lnTo>
                  <a:lnTo>
                    <a:pt x="7332404" y="1668810"/>
                  </a:lnTo>
                  <a:lnTo>
                    <a:pt x="7331122" y="1668810"/>
                  </a:lnTo>
                  <a:lnTo>
                    <a:pt x="7329840" y="1668810"/>
                  </a:lnTo>
                  <a:lnTo>
                    <a:pt x="7328558" y="1668810"/>
                  </a:lnTo>
                  <a:lnTo>
                    <a:pt x="7327277" y="1668810"/>
                  </a:lnTo>
                  <a:lnTo>
                    <a:pt x="7325995" y="1668810"/>
                  </a:lnTo>
                  <a:lnTo>
                    <a:pt x="7324713" y="1668810"/>
                  </a:lnTo>
                  <a:lnTo>
                    <a:pt x="7323431" y="1668810"/>
                  </a:lnTo>
                  <a:lnTo>
                    <a:pt x="7322149" y="1668810"/>
                  </a:lnTo>
                  <a:lnTo>
                    <a:pt x="7320867" y="1668810"/>
                  </a:lnTo>
                  <a:lnTo>
                    <a:pt x="7319585" y="1668810"/>
                  </a:lnTo>
                  <a:lnTo>
                    <a:pt x="7318304" y="1668810"/>
                  </a:lnTo>
                  <a:lnTo>
                    <a:pt x="7317022" y="1668810"/>
                  </a:lnTo>
                  <a:lnTo>
                    <a:pt x="7315740" y="1668810"/>
                  </a:lnTo>
                  <a:lnTo>
                    <a:pt x="7314458" y="1668810"/>
                  </a:lnTo>
                  <a:lnTo>
                    <a:pt x="7313176" y="1668810"/>
                  </a:lnTo>
                  <a:lnTo>
                    <a:pt x="7311894" y="1668810"/>
                  </a:lnTo>
                  <a:lnTo>
                    <a:pt x="7310613" y="1668810"/>
                  </a:lnTo>
                  <a:lnTo>
                    <a:pt x="7309331" y="1668810"/>
                  </a:lnTo>
                  <a:lnTo>
                    <a:pt x="7308049" y="1668810"/>
                  </a:lnTo>
                  <a:lnTo>
                    <a:pt x="7306767" y="1668810"/>
                  </a:lnTo>
                  <a:lnTo>
                    <a:pt x="7305485" y="1668810"/>
                  </a:lnTo>
                  <a:lnTo>
                    <a:pt x="7304203" y="1668810"/>
                  </a:lnTo>
                  <a:lnTo>
                    <a:pt x="7302921" y="1668810"/>
                  </a:lnTo>
                  <a:lnTo>
                    <a:pt x="7301640" y="1668810"/>
                  </a:lnTo>
                  <a:lnTo>
                    <a:pt x="7300358" y="1668810"/>
                  </a:lnTo>
                  <a:lnTo>
                    <a:pt x="7299076" y="1668810"/>
                  </a:lnTo>
                  <a:lnTo>
                    <a:pt x="7297794" y="1668810"/>
                  </a:lnTo>
                  <a:lnTo>
                    <a:pt x="7296512" y="1668810"/>
                  </a:lnTo>
                  <a:lnTo>
                    <a:pt x="7295230" y="1668810"/>
                  </a:lnTo>
                  <a:lnTo>
                    <a:pt x="7293949" y="1668810"/>
                  </a:lnTo>
                  <a:lnTo>
                    <a:pt x="7292667" y="1668810"/>
                  </a:lnTo>
                  <a:lnTo>
                    <a:pt x="7291385" y="1668810"/>
                  </a:lnTo>
                  <a:lnTo>
                    <a:pt x="7290103" y="1668810"/>
                  </a:lnTo>
                  <a:lnTo>
                    <a:pt x="7288821" y="1668810"/>
                  </a:lnTo>
                  <a:lnTo>
                    <a:pt x="7287539" y="1668810"/>
                  </a:lnTo>
                  <a:lnTo>
                    <a:pt x="7286258" y="1668810"/>
                  </a:lnTo>
                  <a:lnTo>
                    <a:pt x="7284976" y="1668810"/>
                  </a:lnTo>
                  <a:lnTo>
                    <a:pt x="7283694" y="1668810"/>
                  </a:lnTo>
                  <a:lnTo>
                    <a:pt x="7282412" y="1668810"/>
                  </a:lnTo>
                  <a:lnTo>
                    <a:pt x="7281130" y="1668810"/>
                  </a:lnTo>
                  <a:lnTo>
                    <a:pt x="7279848" y="1668810"/>
                  </a:lnTo>
                  <a:lnTo>
                    <a:pt x="7278566" y="1668810"/>
                  </a:lnTo>
                  <a:lnTo>
                    <a:pt x="7277285" y="1668810"/>
                  </a:lnTo>
                  <a:lnTo>
                    <a:pt x="7276003" y="1668810"/>
                  </a:lnTo>
                  <a:lnTo>
                    <a:pt x="7274721" y="1668810"/>
                  </a:lnTo>
                  <a:lnTo>
                    <a:pt x="7273439" y="1668810"/>
                  </a:lnTo>
                  <a:lnTo>
                    <a:pt x="7272157" y="1668810"/>
                  </a:lnTo>
                  <a:lnTo>
                    <a:pt x="7270875" y="1668810"/>
                  </a:lnTo>
                  <a:lnTo>
                    <a:pt x="7269594" y="1668810"/>
                  </a:lnTo>
                  <a:lnTo>
                    <a:pt x="7268312" y="1668810"/>
                  </a:lnTo>
                  <a:lnTo>
                    <a:pt x="7267030" y="1668810"/>
                  </a:lnTo>
                  <a:lnTo>
                    <a:pt x="7265748" y="1668810"/>
                  </a:lnTo>
                  <a:lnTo>
                    <a:pt x="7264466" y="1668810"/>
                  </a:lnTo>
                  <a:lnTo>
                    <a:pt x="7263184" y="1668810"/>
                  </a:lnTo>
                  <a:lnTo>
                    <a:pt x="7261902" y="1668810"/>
                  </a:lnTo>
                  <a:lnTo>
                    <a:pt x="7260621" y="1668810"/>
                  </a:lnTo>
                  <a:lnTo>
                    <a:pt x="7259339" y="1668810"/>
                  </a:lnTo>
                  <a:lnTo>
                    <a:pt x="7258057" y="1668810"/>
                  </a:lnTo>
                  <a:lnTo>
                    <a:pt x="7256775" y="1668810"/>
                  </a:lnTo>
                  <a:lnTo>
                    <a:pt x="7255493" y="1668810"/>
                  </a:lnTo>
                  <a:lnTo>
                    <a:pt x="7254211" y="1668810"/>
                  </a:lnTo>
                  <a:lnTo>
                    <a:pt x="7252930" y="1668810"/>
                  </a:lnTo>
                  <a:lnTo>
                    <a:pt x="7251648" y="1668810"/>
                  </a:lnTo>
                  <a:lnTo>
                    <a:pt x="7250366" y="1668810"/>
                  </a:lnTo>
                  <a:lnTo>
                    <a:pt x="7249084" y="1668810"/>
                  </a:lnTo>
                  <a:lnTo>
                    <a:pt x="7247802" y="1668810"/>
                  </a:lnTo>
                  <a:lnTo>
                    <a:pt x="7246520" y="1668810"/>
                  </a:lnTo>
                  <a:lnTo>
                    <a:pt x="7245239" y="1668810"/>
                  </a:lnTo>
                  <a:lnTo>
                    <a:pt x="7243957" y="1668810"/>
                  </a:lnTo>
                  <a:lnTo>
                    <a:pt x="7242675" y="1668810"/>
                  </a:lnTo>
                  <a:lnTo>
                    <a:pt x="7241393" y="1668810"/>
                  </a:lnTo>
                  <a:lnTo>
                    <a:pt x="7240111" y="1668810"/>
                  </a:lnTo>
                  <a:lnTo>
                    <a:pt x="7238829" y="1668810"/>
                  </a:lnTo>
                  <a:lnTo>
                    <a:pt x="7237547" y="1668810"/>
                  </a:lnTo>
                  <a:lnTo>
                    <a:pt x="7236266" y="1668810"/>
                  </a:lnTo>
                  <a:lnTo>
                    <a:pt x="7234984" y="1668810"/>
                  </a:lnTo>
                  <a:lnTo>
                    <a:pt x="7233702" y="1668810"/>
                  </a:lnTo>
                  <a:lnTo>
                    <a:pt x="7232420" y="1668810"/>
                  </a:lnTo>
                  <a:lnTo>
                    <a:pt x="7231138" y="1668810"/>
                  </a:lnTo>
                  <a:lnTo>
                    <a:pt x="7229856" y="1668810"/>
                  </a:lnTo>
                  <a:lnTo>
                    <a:pt x="7228575" y="1668810"/>
                  </a:lnTo>
                  <a:lnTo>
                    <a:pt x="7227293" y="1668810"/>
                  </a:lnTo>
                  <a:lnTo>
                    <a:pt x="7226011" y="1668810"/>
                  </a:lnTo>
                  <a:lnTo>
                    <a:pt x="7224729" y="1668810"/>
                  </a:lnTo>
                  <a:lnTo>
                    <a:pt x="7223447" y="1668810"/>
                  </a:lnTo>
                  <a:lnTo>
                    <a:pt x="7222165" y="1668810"/>
                  </a:lnTo>
                  <a:lnTo>
                    <a:pt x="7220883" y="1668810"/>
                  </a:lnTo>
                  <a:lnTo>
                    <a:pt x="7219602" y="1668810"/>
                  </a:lnTo>
                  <a:lnTo>
                    <a:pt x="7218320" y="1668810"/>
                  </a:lnTo>
                  <a:lnTo>
                    <a:pt x="7217038" y="1668810"/>
                  </a:lnTo>
                  <a:lnTo>
                    <a:pt x="7215756" y="1668810"/>
                  </a:lnTo>
                  <a:lnTo>
                    <a:pt x="7214474" y="1668810"/>
                  </a:lnTo>
                  <a:lnTo>
                    <a:pt x="7213192" y="1668810"/>
                  </a:lnTo>
                  <a:lnTo>
                    <a:pt x="7211911" y="1668810"/>
                  </a:lnTo>
                  <a:lnTo>
                    <a:pt x="7210629" y="1668810"/>
                  </a:lnTo>
                  <a:lnTo>
                    <a:pt x="7209347" y="1668810"/>
                  </a:lnTo>
                  <a:lnTo>
                    <a:pt x="7208065" y="1668810"/>
                  </a:lnTo>
                  <a:lnTo>
                    <a:pt x="7206783" y="1668810"/>
                  </a:lnTo>
                  <a:lnTo>
                    <a:pt x="7205501" y="1668810"/>
                  </a:lnTo>
                  <a:lnTo>
                    <a:pt x="7204219" y="1668810"/>
                  </a:lnTo>
                  <a:lnTo>
                    <a:pt x="7202938" y="1668810"/>
                  </a:lnTo>
                  <a:lnTo>
                    <a:pt x="7201656" y="1668810"/>
                  </a:lnTo>
                  <a:lnTo>
                    <a:pt x="7200374" y="1668810"/>
                  </a:lnTo>
                  <a:lnTo>
                    <a:pt x="7199092" y="1668810"/>
                  </a:lnTo>
                  <a:lnTo>
                    <a:pt x="7197810" y="1668810"/>
                  </a:lnTo>
                  <a:lnTo>
                    <a:pt x="7196528" y="1668810"/>
                  </a:lnTo>
                  <a:lnTo>
                    <a:pt x="7195247" y="1668810"/>
                  </a:lnTo>
                  <a:lnTo>
                    <a:pt x="7193965" y="1668810"/>
                  </a:lnTo>
                  <a:lnTo>
                    <a:pt x="7192683" y="1668810"/>
                  </a:lnTo>
                  <a:lnTo>
                    <a:pt x="7191401" y="1668810"/>
                  </a:lnTo>
                  <a:lnTo>
                    <a:pt x="7190119" y="1668810"/>
                  </a:lnTo>
                  <a:lnTo>
                    <a:pt x="7188837" y="1668810"/>
                  </a:lnTo>
                  <a:lnTo>
                    <a:pt x="7187556" y="1668810"/>
                  </a:lnTo>
                  <a:lnTo>
                    <a:pt x="7186274" y="1668810"/>
                  </a:lnTo>
                  <a:lnTo>
                    <a:pt x="7184992" y="1668810"/>
                  </a:lnTo>
                  <a:lnTo>
                    <a:pt x="7183710" y="1668810"/>
                  </a:lnTo>
                  <a:lnTo>
                    <a:pt x="7182428" y="1668810"/>
                  </a:lnTo>
                  <a:lnTo>
                    <a:pt x="7181146" y="1668810"/>
                  </a:lnTo>
                  <a:lnTo>
                    <a:pt x="7179864" y="1668810"/>
                  </a:lnTo>
                  <a:lnTo>
                    <a:pt x="7178583" y="1668810"/>
                  </a:lnTo>
                  <a:lnTo>
                    <a:pt x="7177301" y="1668810"/>
                  </a:lnTo>
                  <a:lnTo>
                    <a:pt x="7176019" y="1668810"/>
                  </a:lnTo>
                  <a:lnTo>
                    <a:pt x="7174737" y="1668810"/>
                  </a:lnTo>
                  <a:lnTo>
                    <a:pt x="7173455" y="1668810"/>
                  </a:lnTo>
                  <a:lnTo>
                    <a:pt x="7172173" y="1668810"/>
                  </a:lnTo>
                  <a:lnTo>
                    <a:pt x="7170892" y="1668810"/>
                  </a:lnTo>
                  <a:lnTo>
                    <a:pt x="7169610" y="1668810"/>
                  </a:lnTo>
                  <a:lnTo>
                    <a:pt x="7168328" y="1668810"/>
                  </a:lnTo>
                  <a:lnTo>
                    <a:pt x="7167046" y="1668810"/>
                  </a:lnTo>
                  <a:lnTo>
                    <a:pt x="7165764" y="1668810"/>
                  </a:lnTo>
                  <a:lnTo>
                    <a:pt x="7164482" y="1668810"/>
                  </a:lnTo>
                  <a:lnTo>
                    <a:pt x="7163200" y="1668810"/>
                  </a:lnTo>
                  <a:lnTo>
                    <a:pt x="7161919" y="1668810"/>
                  </a:lnTo>
                  <a:lnTo>
                    <a:pt x="7160637" y="1668810"/>
                  </a:lnTo>
                  <a:lnTo>
                    <a:pt x="7159355" y="1668810"/>
                  </a:lnTo>
                  <a:lnTo>
                    <a:pt x="7158073" y="1668810"/>
                  </a:lnTo>
                  <a:lnTo>
                    <a:pt x="7156791" y="1668810"/>
                  </a:lnTo>
                  <a:lnTo>
                    <a:pt x="7155509" y="1668810"/>
                  </a:lnTo>
                  <a:lnTo>
                    <a:pt x="7154228" y="1668810"/>
                  </a:lnTo>
                  <a:lnTo>
                    <a:pt x="7152946" y="1668810"/>
                  </a:lnTo>
                  <a:lnTo>
                    <a:pt x="7151664" y="1668810"/>
                  </a:lnTo>
                  <a:lnTo>
                    <a:pt x="7150382" y="1668810"/>
                  </a:lnTo>
                  <a:lnTo>
                    <a:pt x="7149100" y="1668810"/>
                  </a:lnTo>
                  <a:lnTo>
                    <a:pt x="7147818" y="1668810"/>
                  </a:lnTo>
                  <a:lnTo>
                    <a:pt x="7146537" y="1668810"/>
                  </a:lnTo>
                  <a:lnTo>
                    <a:pt x="7145255" y="1668810"/>
                  </a:lnTo>
                  <a:lnTo>
                    <a:pt x="7143973" y="1668810"/>
                  </a:lnTo>
                  <a:lnTo>
                    <a:pt x="7142691" y="1668810"/>
                  </a:lnTo>
                  <a:lnTo>
                    <a:pt x="7141409" y="1668810"/>
                  </a:lnTo>
                  <a:lnTo>
                    <a:pt x="7140127" y="1668810"/>
                  </a:lnTo>
                  <a:lnTo>
                    <a:pt x="7138845" y="1668810"/>
                  </a:lnTo>
                  <a:lnTo>
                    <a:pt x="7137564" y="1668810"/>
                  </a:lnTo>
                  <a:lnTo>
                    <a:pt x="7136282" y="1668810"/>
                  </a:lnTo>
                  <a:lnTo>
                    <a:pt x="7135000" y="1668810"/>
                  </a:lnTo>
                  <a:lnTo>
                    <a:pt x="7133718" y="1668810"/>
                  </a:lnTo>
                  <a:lnTo>
                    <a:pt x="7132436" y="1668810"/>
                  </a:lnTo>
                  <a:lnTo>
                    <a:pt x="7131154" y="1668810"/>
                  </a:lnTo>
                  <a:lnTo>
                    <a:pt x="7129873" y="1668810"/>
                  </a:lnTo>
                  <a:lnTo>
                    <a:pt x="7128591" y="1668810"/>
                  </a:lnTo>
                  <a:lnTo>
                    <a:pt x="7127309" y="1668810"/>
                  </a:lnTo>
                  <a:lnTo>
                    <a:pt x="7126027" y="1668810"/>
                  </a:lnTo>
                  <a:lnTo>
                    <a:pt x="7124745" y="1668810"/>
                  </a:lnTo>
                  <a:lnTo>
                    <a:pt x="7123463" y="1668810"/>
                  </a:lnTo>
                  <a:lnTo>
                    <a:pt x="7122181" y="1668810"/>
                  </a:lnTo>
                  <a:lnTo>
                    <a:pt x="7120900" y="1668810"/>
                  </a:lnTo>
                  <a:lnTo>
                    <a:pt x="7119618" y="1668810"/>
                  </a:lnTo>
                  <a:lnTo>
                    <a:pt x="7118336" y="1668810"/>
                  </a:lnTo>
                  <a:lnTo>
                    <a:pt x="7117054" y="1668810"/>
                  </a:lnTo>
                  <a:lnTo>
                    <a:pt x="7115772" y="1668810"/>
                  </a:lnTo>
                  <a:lnTo>
                    <a:pt x="7114490" y="1668810"/>
                  </a:lnTo>
                  <a:lnTo>
                    <a:pt x="7113209" y="1668810"/>
                  </a:lnTo>
                  <a:lnTo>
                    <a:pt x="7111927" y="1668810"/>
                  </a:lnTo>
                  <a:lnTo>
                    <a:pt x="7110645" y="1668810"/>
                  </a:lnTo>
                  <a:lnTo>
                    <a:pt x="7109363" y="1668810"/>
                  </a:lnTo>
                  <a:lnTo>
                    <a:pt x="7108081" y="1668810"/>
                  </a:lnTo>
                  <a:lnTo>
                    <a:pt x="7106799" y="1668810"/>
                  </a:lnTo>
                  <a:lnTo>
                    <a:pt x="7105517" y="1668810"/>
                  </a:lnTo>
                  <a:lnTo>
                    <a:pt x="7104236" y="1668810"/>
                  </a:lnTo>
                  <a:lnTo>
                    <a:pt x="7102954" y="1668810"/>
                  </a:lnTo>
                  <a:lnTo>
                    <a:pt x="7101672" y="1668810"/>
                  </a:lnTo>
                  <a:lnTo>
                    <a:pt x="7100390" y="1668810"/>
                  </a:lnTo>
                  <a:lnTo>
                    <a:pt x="7099108" y="1668810"/>
                  </a:lnTo>
                  <a:lnTo>
                    <a:pt x="7097826" y="1668810"/>
                  </a:lnTo>
                  <a:lnTo>
                    <a:pt x="7096545" y="1668810"/>
                  </a:lnTo>
                  <a:lnTo>
                    <a:pt x="7095263" y="1668810"/>
                  </a:lnTo>
                  <a:lnTo>
                    <a:pt x="7093981" y="1668810"/>
                  </a:lnTo>
                  <a:lnTo>
                    <a:pt x="7092699" y="1668810"/>
                  </a:lnTo>
                  <a:lnTo>
                    <a:pt x="7091417" y="1668810"/>
                  </a:lnTo>
                  <a:lnTo>
                    <a:pt x="7090135" y="1668810"/>
                  </a:lnTo>
                  <a:lnTo>
                    <a:pt x="7088854" y="1668810"/>
                  </a:lnTo>
                  <a:lnTo>
                    <a:pt x="7087572" y="1668810"/>
                  </a:lnTo>
                  <a:lnTo>
                    <a:pt x="7086290" y="1668810"/>
                  </a:lnTo>
                  <a:lnTo>
                    <a:pt x="7085008" y="1668810"/>
                  </a:lnTo>
                  <a:lnTo>
                    <a:pt x="7083726" y="1668810"/>
                  </a:lnTo>
                  <a:lnTo>
                    <a:pt x="7082444" y="1668810"/>
                  </a:lnTo>
                  <a:lnTo>
                    <a:pt x="7081162" y="1668810"/>
                  </a:lnTo>
                  <a:lnTo>
                    <a:pt x="7079881" y="1668810"/>
                  </a:lnTo>
                  <a:lnTo>
                    <a:pt x="7078599" y="1668810"/>
                  </a:lnTo>
                  <a:lnTo>
                    <a:pt x="7077317" y="1668810"/>
                  </a:lnTo>
                  <a:lnTo>
                    <a:pt x="7076035" y="1668810"/>
                  </a:lnTo>
                  <a:lnTo>
                    <a:pt x="7074753" y="1668810"/>
                  </a:lnTo>
                  <a:lnTo>
                    <a:pt x="7073471" y="1668810"/>
                  </a:lnTo>
                  <a:lnTo>
                    <a:pt x="7072190" y="1668810"/>
                  </a:lnTo>
                  <a:lnTo>
                    <a:pt x="7070908" y="1668810"/>
                  </a:lnTo>
                  <a:lnTo>
                    <a:pt x="7069626" y="1668810"/>
                  </a:lnTo>
                  <a:lnTo>
                    <a:pt x="7068344" y="1668810"/>
                  </a:lnTo>
                  <a:lnTo>
                    <a:pt x="7067062" y="1668810"/>
                  </a:lnTo>
                  <a:lnTo>
                    <a:pt x="7065780" y="1668810"/>
                  </a:lnTo>
                  <a:lnTo>
                    <a:pt x="7064498" y="1668810"/>
                  </a:lnTo>
                  <a:lnTo>
                    <a:pt x="7063217" y="1668810"/>
                  </a:lnTo>
                  <a:lnTo>
                    <a:pt x="7061935" y="1668810"/>
                  </a:lnTo>
                  <a:lnTo>
                    <a:pt x="7060653" y="1668810"/>
                  </a:lnTo>
                  <a:lnTo>
                    <a:pt x="7059371" y="1668810"/>
                  </a:lnTo>
                  <a:lnTo>
                    <a:pt x="7058089" y="1668810"/>
                  </a:lnTo>
                  <a:lnTo>
                    <a:pt x="7056807" y="1668810"/>
                  </a:lnTo>
                  <a:lnTo>
                    <a:pt x="7055526" y="1668810"/>
                  </a:lnTo>
                  <a:lnTo>
                    <a:pt x="7054244" y="1668810"/>
                  </a:lnTo>
                  <a:lnTo>
                    <a:pt x="7052962" y="1668810"/>
                  </a:lnTo>
                  <a:lnTo>
                    <a:pt x="7051680" y="1668810"/>
                  </a:lnTo>
                  <a:lnTo>
                    <a:pt x="7050398" y="1668810"/>
                  </a:lnTo>
                  <a:lnTo>
                    <a:pt x="7049116" y="1668810"/>
                  </a:lnTo>
                  <a:lnTo>
                    <a:pt x="7047835" y="1668810"/>
                  </a:lnTo>
                  <a:lnTo>
                    <a:pt x="7046553" y="1668810"/>
                  </a:lnTo>
                  <a:lnTo>
                    <a:pt x="7045271" y="1668810"/>
                  </a:lnTo>
                  <a:lnTo>
                    <a:pt x="7043989" y="1668810"/>
                  </a:lnTo>
                  <a:lnTo>
                    <a:pt x="7042707" y="1668810"/>
                  </a:lnTo>
                  <a:lnTo>
                    <a:pt x="7041425" y="1668810"/>
                  </a:lnTo>
                  <a:lnTo>
                    <a:pt x="7040143" y="1668810"/>
                  </a:lnTo>
                  <a:lnTo>
                    <a:pt x="7038862" y="1668810"/>
                  </a:lnTo>
                  <a:lnTo>
                    <a:pt x="7037580" y="1668810"/>
                  </a:lnTo>
                  <a:lnTo>
                    <a:pt x="7036298" y="1668810"/>
                  </a:lnTo>
                  <a:lnTo>
                    <a:pt x="7035016" y="1668810"/>
                  </a:lnTo>
                  <a:lnTo>
                    <a:pt x="7033734" y="1668810"/>
                  </a:lnTo>
                  <a:lnTo>
                    <a:pt x="7032452" y="1668810"/>
                  </a:lnTo>
                  <a:lnTo>
                    <a:pt x="7031171" y="1668810"/>
                  </a:lnTo>
                  <a:lnTo>
                    <a:pt x="7029889" y="1668810"/>
                  </a:lnTo>
                  <a:lnTo>
                    <a:pt x="7028607" y="1668810"/>
                  </a:lnTo>
                  <a:lnTo>
                    <a:pt x="7027325" y="1668810"/>
                  </a:lnTo>
                  <a:lnTo>
                    <a:pt x="7026043" y="1668810"/>
                  </a:lnTo>
                  <a:lnTo>
                    <a:pt x="7024761" y="1668810"/>
                  </a:lnTo>
                  <a:lnTo>
                    <a:pt x="7023479" y="1668810"/>
                  </a:lnTo>
                  <a:lnTo>
                    <a:pt x="7022198" y="1668810"/>
                  </a:lnTo>
                  <a:lnTo>
                    <a:pt x="7020916" y="1668810"/>
                  </a:lnTo>
                  <a:lnTo>
                    <a:pt x="7019634" y="1668810"/>
                  </a:lnTo>
                  <a:lnTo>
                    <a:pt x="7018352" y="1668810"/>
                  </a:lnTo>
                  <a:lnTo>
                    <a:pt x="7017070" y="1668810"/>
                  </a:lnTo>
                  <a:lnTo>
                    <a:pt x="7015788" y="1668810"/>
                  </a:lnTo>
                  <a:lnTo>
                    <a:pt x="7014507" y="1668810"/>
                  </a:lnTo>
                  <a:lnTo>
                    <a:pt x="7013225" y="1668810"/>
                  </a:lnTo>
                  <a:lnTo>
                    <a:pt x="7011943" y="1668810"/>
                  </a:lnTo>
                  <a:lnTo>
                    <a:pt x="7010661" y="1668810"/>
                  </a:lnTo>
                  <a:lnTo>
                    <a:pt x="7009379" y="1668810"/>
                  </a:lnTo>
                  <a:lnTo>
                    <a:pt x="7008097" y="1668810"/>
                  </a:lnTo>
                  <a:lnTo>
                    <a:pt x="7006816" y="1668810"/>
                  </a:lnTo>
                  <a:lnTo>
                    <a:pt x="7005534" y="1668810"/>
                  </a:lnTo>
                  <a:lnTo>
                    <a:pt x="7004252" y="1668810"/>
                  </a:lnTo>
                  <a:lnTo>
                    <a:pt x="7002970" y="1668810"/>
                  </a:lnTo>
                  <a:lnTo>
                    <a:pt x="7001688" y="1668810"/>
                  </a:lnTo>
                  <a:lnTo>
                    <a:pt x="7000406" y="1668810"/>
                  </a:lnTo>
                  <a:lnTo>
                    <a:pt x="6999124" y="1668810"/>
                  </a:lnTo>
                  <a:lnTo>
                    <a:pt x="6997843" y="1668810"/>
                  </a:lnTo>
                  <a:lnTo>
                    <a:pt x="6996561" y="1668810"/>
                  </a:lnTo>
                  <a:lnTo>
                    <a:pt x="6995279" y="1668810"/>
                  </a:lnTo>
                  <a:lnTo>
                    <a:pt x="6993997" y="1668810"/>
                  </a:lnTo>
                  <a:lnTo>
                    <a:pt x="6992715" y="1668810"/>
                  </a:lnTo>
                  <a:lnTo>
                    <a:pt x="6991433" y="1668810"/>
                  </a:lnTo>
                  <a:lnTo>
                    <a:pt x="6990152" y="1668810"/>
                  </a:lnTo>
                  <a:lnTo>
                    <a:pt x="6988870" y="1668810"/>
                  </a:lnTo>
                  <a:lnTo>
                    <a:pt x="6987588" y="1668810"/>
                  </a:lnTo>
                  <a:lnTo>
                    <a:pt x="6986306" y="1668810"/>
                  </a:lnTo>
                  <a:lnTo>
                    <a:pt x="6985024" y="1668810"/>
                  </a:lnTo>
                  <a:lnTo>
                    <a:pt x="6983742" y="1668810"/>
                  </a:lnTo>
                  <a:lnTo>
                    <a:pt x="6982460" y="1668810"/>
                  </a:lnTo>
                  <a:lnTo>
                    <a:pt x="6981179" y="1668810"/>
                  </a:lnTo>
                  <a:lnTo>
                    <a:pt x="6979897" y="1668810"/>
                  </a:lnTo>
                  <a:lnTo>
                    <a:pt x="6978615" y="1668810"/>
                  </a:lnTo>
                  <a:lnTo>
                    <a:pt x="6977333" y="1668810"/>
                  </a:lnTo>
                  <a:lnTo>
                    <a:pt x="6976051" y="1668810"/>
                  </a:lnTo>
                  <a:lnTo>
                    <a:pt x="6974769" y="1668810"/>
                  </a:lnTo>
                  <a:lnTo>
                    <a:pt x="6973488" y="1668810"/>
                  </a:lnTo>
                  <a:lnTo>
                    <a:pt x="6972206" y="1668810"/>
                  </a:lnTo>
                  <a:lnTo>
                    <a:pt x="6970924" y="1668810"/>
                  </a:lnTo>
                  <a:lnTo>
                    <a:pt x="6969642" y="1668810"/>
                  </a:lnTo>
                  <a:lnTo>
                    <a:pt x="6968360" y="1668810"/>
                  </a:lnTo>
                  <a:lnTo>
                    <a:pt x="6967078" y="1668810"/>
                  </a:lnTo>
                  <a:lnTo>
                    <a:pt x="6965796" y="1668810"/>
                  </a:lnTo>
                  <a:lnTo>
                    <a:pt x="6964515" y="1668810"/>
                  </a:lnTo>
                  <a:lnTo>
                    <a:pt x="6963233" y="1668810"/>
                  </a:lnTo>
                  <a:lnTo>
                    <a:pt x="6961951" y="1668810"/>
                  </a:lnTo>
                  <a:lnTo>
                    <a:pt x="6960669" y="1668810"/>
                  </a:lnTo>
                  <a:lnTo>
                    <a:pt x="6959387" y="1668810"/>
                  </a:lnTo>
                  <a:lnTo>
                    <a:pt x="6958105" y="1668810"/>
                  </a:lnTo>
                  <a:lnTo>
                    <a:pt x="6956824" y="1668810"/>
                  </a:lnTo>
                  <a:lnTo>
                    <a:pt x="6955542" y="1668810"/>
                  </a:lnTo>
                  <a:lnTo>
                    <a:pt x="6954260" y="1668810"/>
                  </a:lnTo>
                  <a:lnTo>
                    <a:pt x="6952978" y="1668810"/>
                  </a:lnTo>
                  <a:lnTo>
                    <a:pt x="6951696" y="1668810"/>
                  </a:lnTo>
                  <a:lnTo>
                    <a:pt x="6950414" y="1668810"/>
                  </a:lnTo>
                  <a:lnTo>
                    <a:pt x="6949133" y="1668810"/>
                  </a:lnTo>
                  <a:lnTo>
                    <a:pt x="6947851" y="1668810"/>
                  </a:lnTo>
                  <a:lnTo>
                    <a:pt x="6946569" y="1668810"/>
                  </a:lnTo>
                  <a:lnTo>
                    <a:pt x="6945287" y="1668810"/>
                  </a:lnTo>
                  <a:lnTo>
                    <a:pt x="6944005" y="1668810"/>
                  </a:lnTo>
                  <a:lnTo>
                    <a:pt x="6942723" y="1668810"/>
                  </a:lnTo>
                  <a:lnTo>
                    <a:pt x="6941441" y="1668810"/>
                  </a:lnTo>
                  <a:lnTo>
                    <a:pt x="6940160" y="1668810"/>
                  </a:lnTo>
                  <a:lnTo>
                    <a:pt x="6938878" y="1668810"/>
                  </a:lnTo>
                  <a:lnTo>
                    <a:pt x="6937596" y="1668810"/>
                  </a:lnTo>
                  <a:lnTo>
                    <a:pt x="6936314" y="1668810"/>
                  </a:lnTo>
                  <a:lnTo>
                    <a:pt x="6935032" y="1668810"/>
                  </a:lnTo>
                  <a:lnTo>
                    <a:pt x="6933750" y="1668810"/>
                  </a:lnTo>
                  <a:lnTo>
                    <a:pt x="6932469" y="1668810"/>
                  </a:lnTo>
                  <a:lnTo>
                    <a:pt x="6931187" y="1668810"/>
                  </a:lnTo>
                  <a:lnTo>
                    <a:pt x="6929905" y="1668810"/>
                  </a:lnTo>
                  <a:lnTo>
                    <a:pt x="6928623" y="1668810"/>
                  </a:lnTo>
                  <a:lnTo>
                    <a:pt x="6927341" y="1668810"/>
                  </a:lnTo>
                  <a:lnTo>
                    <a:pt x="6926059" y="1668810"/>
                  </a:lnTo>
                  <a:lnTo>
                    <a:pt x="6924777" y="1668810"/>
                  </a:lnTo>
                  <a:lnTo>
                    <a:pt x="6923496" y="1668810"/>
                  </a:lnTo>
                  <a:lnTo>
                    <a:pt x="6922214" y="1668810"/>
                  </a:lnTo>
                  <a:lnTo>
                    <a:pt x="6920932" y="1668810"/>
                  </a:lnTo>
                  <a:lnTo>
                    <a:pt x="6919650" y="1668810"/>
                  </a:lnTo>
                  <a:lnTo>
                    <a:pt x="6918368" y="1668810"/>
                  </a:lnTo>
                  <a:lnTo>
                    <a:pt x="6917086" y="1668810"/>
                  </a:lnTo>
                  <a:lnTo>
                    <a:pt x="6915805" y="1668810"/>
                  </a:lnTo>
                  <a:lnTo>
                    <a:pt x="6914523" y="1668810"/>
                  </a:lnTo>
                  <a:lnTo>
                    <a:pt x="6913241" y="1668810"/>
                  </a:lnTo>
                  <a:lnTo>
                    <a:pt x="6911959" y="1668810"/>
                  </a:lnTo>
                  <a:lnTo>
                    <a:pt x="6910677" y="1668810"/>
                  </a:lnTo>
                  <a:lnTo>
                    <a:pt x="6909395" y="1668810"/>
                  </a:lnTo>
                  <a:lnTo>
                    <a:pt x="6908114" y="1668810"/>
                  </a:lnTo>
                  <a:lnTo>
                    <a:pt x="6906832" y="1668810"/>
                  </a:lnTo>
                  <a:lnTo>
                    <a:pt x="6905550" y="1668810"/>
                  </a:lnTo>
                  <a:lnTo>
                    <a:pt x="6904268" y="1668810"/>
                  </a:lnTo>
                  <a:lnTo>
                    <a:pt x="6902986" y="1668810"/>
                  </a:lnTo>
                  <a:lnTo>
                    <a:pt x="6901704" y="1668810"/>
                  </a:lnTo>
                  <a:lnTo>
                    <a:pt x="6900422" y="1668810"/>
                  </a:lnTo>
                  <a:lnTo>
                    <a:pt x="6899141" y="1668810"/>
                  </a:lnTo>
                  <a:lnTo>
                    <a:pt x="6897859" y="1668810"/>
                  </a:lnTo>
                  <a:lnTo>
                    <a:pt x="6896577" y="1668810"/>
                  </a:lnTo>
                  <a:lnTo>
                    <a:pt x="6895295" y="1668810"/>
                  </a:lnTo>
                  <a:lnTo>
                    <a:pt x="6894013" y="1668810"/>
                  </a:lnTo>
                  <a:lnTo>
                    <a:pt x="6892731" y="1668810"/>
                  </a:lnTo>
                  <a:lnTo>
                    <a:pt x="6891450" y="1668810"/>
                  </a:lnTo>
                  <a:lnTo>
                    <a:pt x="6890168" y="1668810"/>
                  </a:lnTo>
                  <a:lnTo>
                    <a:pt x="6888886" y="1668810"/>
                  </a:lnTo>
                  <a:lnTo>
                    <a:pt x="6887604" y="1668810"/>
                  </a:lnTo>
                  <a:lnTo>
                    <a:pt x="6886322" y="1668810"/>
                  </a:lnTo>
                  <a:lnTo>
                    <a:pt x="6885040" y="1668810"/>
                  </a:lnTo>
                  <a:lnTo>
                    <a:pt x="6883758" y="1668810"/>
                  </a:lnTo>
                  <a:lnTo>
                    <a:pt x="6882477" y="1668810"/>
                  </a:lnTo>
                  <a:lnTo>
                    <a:pt x="6881195" y="1668810"/>
                  </a:lnTo>
                  <a:lnTo>
                    <a:pt x="6879913" y="1668810"/>
                  </a:lnTo>
                  <a:lnTo>
                    <a:pt x="6878631" y="1668810"/>
                  </a:lnTo>
                  <a:lnTo>
                    <a:pt x="6877349" y="1668810"/>
                  </a:lnTo>
                  <a:lnTo>
                    <a:pt x="6876067" y="1668810"/>
                  </a:lnTo>
                  <a:lnTo>
                    <a:pt x="6874786" y="1668810"/>
                  </a:lnTo>
                  <a:lnTo>
                    <a:pt x="6873504" y="1668810"/>
                  </a:lnTo>
                  <a:lnTo>
                    <a:pt x="6872222" y="1668810"/>
                  </a:lnTo>
                  <a:lnTo>
                    <a:pt x="6870940" y="1668810"/>
                  </a:lnTo>
                  <a:lnTo>
                    <a:pt x="6869658" y="1668810"/>
                  </a:lnTo>
                  <a:lnTo>
                    <a:pt x="6868376" y="1668810"/>
                  </a:lnTo>
                  <a:lnTo>
                    <a:pt x="6867095" y="1668810"/>
                  </a:lnTo>
                  <a:lnTo>
                    <a:pt x="6865813" y="1668810"/>
                  </a:lnTo>
                  <a:lnTo>
                    <a:pt x="6864531" y="1668810"/>
                  </a:lnTo>
                  <a:lnTo>
                    <a:pt x="6863249" y="1668810"/>
                  </a:lnTo>
                  <a:lnTo>
                    <a:pt x="6861967" y="1668810"/>
                  </a:lnTo>
                  <a:lnTo>
                    <a:pt x="6860685" y="1668810"/>
                  </a:lnTo>
                  <a:lnTo>
                    <a:pt x="6859403" y="1668810"/>
                  </a:lnTo>
                  <a:lnTo>
                    <a:pt x="6858122" y="1668810"/>
                  </a:lnTo>
                  <a:lnTo>
                    <a:pt x="6856840" y="1668810"/>
                  </a:lnTo>
                  <a:lnTo>
                    <a:pt x="6855558" y="1668810"/>
                  </a:lnTo>
                  <a:lnTo>
                    <a:pt x="6854276" y="1668810"/>
                  </a:lnTo>
                  <a:lnTo>
                    <a:pt x="6852994" y="1668810"/>
                  </a:lnTo>
                  <a:lnTo>
                    <a:pt x="6851712" y="1668810"/>
                  </a:lnTo>
                  <a:lnTo>
                    <a:pt x="6850431" y="1668810"/>
                  </a:lnTo>
                  <a:lnTo>
                    <a:pt x="6849149" y="1668810"/>
                  </a:lnTo>
                  <a:lnTo>
                    <a:pt x="6847867" y="1668810"/>
                  </a:lnTo>
                  <a:lnTo>
                    <a:pt x="6846585" y="1668810"/>
                  </a:lnTo>
                  <a:lnTo>
                    <a:pt x="6845303" y="1668810"/>
                  </a:lnTo>
                  <a:lnTo>
                    <a:pt x="6844021" y="1668810"/>
                  </a:lnTo>
                  <a:lnTo>
                    <a:pt x="6842739" y="1668810"/>
                  </a:lnTo>
                  <a:lnTo>
                    <a:pt x="6841458" y="1668810"/>
                  </a:lnTo>
                  <a:lnTo>
                    <a:pt x="6840176" y="1668810"/>
                  </a:lnTo>
                  <a:lnTo>
                    <a:pt x="6838894" y="1668810"/>
                  </a:lnTo>
                  <a:lnTo>
                    <a:pt x="6837612" y="1668810"/>
                  </a:lnTo>
                  <a:lnTo>
                    <a:pt x="6836330" y="1668810"/>
                  </a:lnTo>
                  <a:lnTo>
                    <a:pt x="6835048" y="1668810"/>
                  </a:lnTo>
                  <a:lnTo>
                    <a:pt x="6833767" y="1668810"/>
                  </a:lnTo>
                  <a:lnTo>
                    <a:pt x="6832485" y="1668810"/>
                  </a:lnTo>
                  <a:lnTo>
                    <a:pt x="6831203" y="1668810"/>
                  </a:lnTo>
                  <a:lnTo>
                    <a:pt x="6829921" y="1668810"/>
                  </a:lnTo>
                  <a:lnTo>
                    <a:pt x="6828639" y="1668810"/>
                  </a:lnTo>
                  <a:lnTo>
                    <a:pt x="6827357" y="1668810"/>
                  </a:lnTo>
                  <a:lnTo>
                    <a:pt x="6826075" y="1668810"/>
                  </a:lnTo>
                  <a:lnTo>
                    <a:pt x="6824794" y="1668810"/>
                  </a:lnTo>
                  <a:lnTo>
                    <a:pt x="6823512" y="1668810"/>
                  </a:lnTo>
                  <a:lnTo>
                    <a:pt x="6822230" y="1668810"/>
                  </a:lnTo>
                  <a:lnTo>
                    <a:pt x="6820948" y="1668810"/>
                  </a:lnTo>
                  <a:lnTo>
                    <a:pt x="6819666" y="1668810"/>
                  </a:lnTo>
                  <a:lnTo>
                    <a:pt x="6818384" y="1668810"/>
                  </a:lnTo>
                  <a:lnTo>
                    <a:pt x="6817103" y="1668810"/>
                  </a:lnTo>
                  <a:lnTo>
                    <a:pt x="6815821" y="1668810"/>
                  </a:lnTo>
                  <a:lnTo>
                    <a:pt x="6814539" y="1668810"/>
                  </a:lnTo>
                  <a:lnTo>
                    <a:pt x="6813257" y="1668810"/>
                  </a:lnTo>
                  <a:lnTo>
                    <a:pt x="6811975" y="1668810"/>
                  </a:lnTo>
                  <a:lnTo>
                    <a:pt x="6810693" y="1668810"/>
                  </a:lnTo>
                  <a:lnTo>
                    <a:pt x="6809412" y="1668810"/>
                  </a:lnTo>
                  <a:lnTo>
                    <a:pt x="6808130" y="1668810"/>
                  </a:lnTo>
                  <a:lnTo>
                    <a:pt x="6806848" y="1668810"/>
                  </a:lnTo>
                  <a:lnTo>
                    <a:pt x="6805566" y="1668810"/>
                  </a:lnTo>
                  <a:lnTo>
                    <a:pt x="6804284" y="1668810"/>
                  </a:lnTo>
                  <a:lnTo>
                    <a:pt x="6803002" y="1668810"/>
                  </a:lnTo>
                  <a:lnTo>
                    <a:pt x="6801720" y="1668810"/>
                  </a:lnTo>
                  <a:lnTo>
                    <a:pt x="6800439" y="1668810"/>
                  </a:lnTo>
                  <a:lnTo>
                    <a:pt x="6799157" y="1668810"/>
                  </a:lnTo>
                  <a:lnTo>
                    <a:pt x="6797875" y="1668810"/>
                  </a:lnTo>
                  <a:lnTo>
                    <a:pt x="6796593" y="1668810"/>
                  </a:lnTo>
                  <a:lnTo>
                    <a:pt x="6795311" y="1668810"/>
                  </a:lnTo>
                  <a:lnTo>
                    <a:pt x="6794029" y="1668810"/>
                  </a:lnTo>
                  <a:lnTo>
                    <a:pt x="6792748" y="1668810"/>
                  </a:lnTo>
                  <a:lnTo>
                    <a:pt x="6791466" y="1668810"/>
                  </a:lnTo>
                  <a:lnTo>
                    <a:pt x="6790184" y="1668810"/>
                  </a:lnTo>
                  <a:lnTo>
                    <a:pt x="6788902" y="1668810"/>
                  </a:lnTo>
                  <a:lnTo>
                    <a:pt x="6787620" y="1668810"/>
                  </a:lnTo>
                  <a:lnTo>
                    <a:pt x="6786338" y="1668810"/>
                  </a:lnTo>
                  <a:lnTo>
                    <a:pt x="6785056" y="1668810"/>
                  </a:lnTo>
                  <a:lnTo>
                    <a:pt x="6783775" y="1668810"/>
                  </a:lnTo>
                  <a:lnTo>
                    <a:pt x="6782493" y="1668810"/>
                  </a:lnTo>
                  <a:lnTo>
                    <a:pt x="6781211" y="1668810"/>
                  </a:lnTo>
                  <a:lnTo>
                    <a:pt x="6779929" y="1668810"/>
                  </a:lnTo>
                  <a:lnTo>
                    <a:pt x="6778647" y="1668810"/>
                  </a:lnTo>
                  <a:lnTo>
                    <a:pt x="6777365" y="1668810"/>
                  </a:lnTo>
                  <a:lnTo>
                    <a:pt x="6776084" y="1668810"/>
                  </a:lnTo>
                  <a:lnTo>
                    <a:pt x="6774802" y="1668810"/>
                  </a:lnTo>
                  <a:lnTo>
                    <a:pt x="6773520" y="1668810"/>
                  </a:lnTo>
                  <a:lnTo>
                    <a:pt x="6772238" y="1668810"/>
                  </a:lnTo>
                  <a:lnTo>
                    <a:pt x="6770956" y="1668810"/>
                  </a:lnTo>
                  <a:lnTo>
                    <a:pt x="6769674" y="1668810"/>
                  </a:lnTo>
                  <a:lnTo>
                    <a:pt x="6768393" y="1668810"/>
                  </a:lnTo>
                  <a:lnTo>
                    <a:pt x="6767111" y="1668810"/>
                  </a:lnTo>
                  <a:lnTo>
                    <a:pt x="6765829" y="1668810"/>
                  </a:lnTo>
                  <a:lnTo>
                    <a:pt x="6764547" y="1668810"/>
                  </a:lnTo>
                  <a:lnTo>
                    <a:pt x="6763265" y="1668810"/>
                  </a:lnTo>
                  <a:lnTo>
                    <a:pt x="6761983" y="1668810"/>
                  </a:lnTo>
                  <a:lnTo>
                    <a:pt x="6760701" y="1668810"/>
                  </a:lnTo>
                  <a:lnTo>
                    <a:pt x="6759420" y="1668810"/>
                  </a:lnTo>
                  <a:lnTo>
                    <a:pt x="6758138" y="1668810"/>
                  </a:lnTo>
                  <a:lnTo>
                    <a:pt x="6756856" y="1668810"/>
                  </a:lnTo>
                  <a:lnTo>
                    <a:pt x="6755574" y="1668810"/>
                  </a:lnTo>
                  <a:lnTo>
                    <a:pt x="6754292" y="1668810"/>
                  </a:lnTo>
                  <a:lnTo>
                    <a:pt x="6753010" y="1668810"/>
                  </a:lnTo>
                  <a:lnTo>
                    <a:pt x="6751729" y="1668810"/>
                  </a:lnTo>
                  <a:lnTo>
                    <a:pt x="6750447" y="1668810"/>
                  </a:lnTo>
                  <a:lnTo>
                    <a:pt x="6749165" y="1668810"/>
                  </a:lnTo>
                  <a:lnTo>
                    <a:pt x="6747883" y="1668810"/>
                  </a:lnTo>
                  <a:lnTo>
                    <a:pt x="6746601" y="1668810"/>
                  </a:lnTo>
                  <a:lnTo>
                    <a:pt x="6745319" y="1668810"/>
                  </a:lnTo>
                  <a:lnTo>
                    <a:pt x="6744037" y="1668810"/>
                  </a:lnTo>
                  <a:lnTo>
                    <a:pt x="6742756" y="1668810"/>
                  </a:lnTo>
                  <a:lnTo>
                    <a:pt x="6741474" y="1668810"/>
                  </a:lnTo>
                  <a:lnTo>
                    <a:pt x="6740192" y="1668810"/>
                  </a:lnTo>
                  <a:lnTo>
                    <a:pt x="6738910" y="1668810"/>
                  </a:lnTo>
                  <a:lnTo>
                    <a:pt x="6737628" y="1668810"/>
                  </a:lnTo>
                  <a:lnTo>
                    <a:pt x="6736346" y="1668810"/>
                  </a:lnTo>
                  <a:lnTo>
                    <a:pt x="6735065" y="1668810"/>
                  </a:lnTo>
                  <a:lnTo>
                    <a:pt x="6733783" y="1668810"/>
                  </a:lnTo>
                  <a:lnTo>
                    <a:pt x="6732501" y="1668810"/>
                  </a:lnTo>
                  <a:lnTo>
                    <a:pt x="6731219" y="1668810"/>
                  </a:lnTo>
                  <a:lnTo>
                    <a:pt x="6729937" y="1668810"/>
                  </a:lnTo>
                  <a:lnTo>
                    <a:pt x="6728655" y="1668810"/>
                  </a:lnTo>
                  <a:lnTo>
                    <a:pt x="6727374" y="1668810"/>
                  </a:lnTo>
                  <a:lnTo>
                    <a:pt x="6726092" y="1668810"/>
                  </a:lnTo>
                  <a:lnTo>
                    <a:pt x="6724810" y="1668810"/>
                  </a:lnTo>
                  <a:lnTo>
                    <a:pt x="6723528" y="1668810"/>
                  </a:lnTo>
                  <a:lnTo>
                    <a:pt x="6722246" y="1668810"/>
                  </a:lnTo>
                  <a:lnTo>
                    <a:pt x="6720964" y="1668810"/>
                  </a:lnTo>
                  <a:lnTo>
                    <a:pt x="6719682" y="1668810"/>
                  </a:lnTo>
                  <a:lnTo>
                    <a:pt x="6718401" y="1668810"/>
                  </a:lnTo>
                  <a:lnTo>
                    <a:pt x="6717119" y="1668810"/>
                  </a:lnTo>
                  <a:lnTo>
                    <a:pt x="6715837" y="1668810"/>
                  </a:lnTo>
                  <a:lnTo>
                    <a:pt x="6714555" y="1668810"/>
                  </a:lnTo>
                  <a:lnTo>
                    <a:pt x="6713273" y="1668810"/>
                  </a:lnTo>
                  <a:lnTo>
                    <a:pt x="6711991" y="1668810"/>
                  </a:lnTo>
                  <a:lnTo>
                    <a:pt x="6710710" y="1668810"/>
                  </a:lnTo>
                  <a:lnTo>
                    <a:pt x="6709428" y="1668810"/>
                  </a:lnTo>
                  <a:lnTo>
                    <a:pt x="6708146" y="1668810"/>
                  </a:lnTo>
                  <a:lnTo>
                    <a:pt x="6706864" y="1668810"/>
                  </a:lnTo>
                  <a:lnTo>
                    <a:pt x="6705582" y="1668810"/>
                  </a:lnTo>
                  <a:lnTo>
                    <a:pt x="6704300" y="1668810"/>
                  </a:lnTo>
                  <a:lnTo>
                    <a:pt x="6703018" y="1668810"/>
                  </a:lnTo>
                  <a:lnTo>
                    <a:pt x="6701737" y="1668810"/>
                  </a:lnTo>
                  <a:lnTo>
                    <a:pt x="6700455" y="1668810"/>
                  </a:lnTo>
                  <a:lnTo>
                    <a:pt x="6699173" y="1668810"/>
                  </a:lnTo>
                  <a:lnTo>
                    <a:pt x="6697891" y="1668810"/>
                  </a:lnTo>
                  <a:lnTo>
                    <a:pt x="6696609" y="1668810"/>
                  </a:lnTo>
                  <a:lnTo>
                    <a:pt x="6695327" y="1668810"/>
                  </a:lnTo>
                  <a:lnTo>
                    <a:pt x="6694046" y="1668810"/>
                  </a:lnTo>
                  <a:lnTo>
                    <a:pt x="6692764" y="1668810"/>
                  </a:lnTo>
                  <a:lnTo>
                    <a:pt x="6691482" y="1668810"/>
                  </a:lnTo>
                  <a:lnTo>
                    <a:pt x="6690200" y="1668810"/>
                  </a:lnTo>
                  <a:lnTo>
                    <a:pt x="6688918" y="1668810"/>
                  </a:lnTo>
                  <a:lnTo>
                    <a:pt x="6687636" y="1668810"/>
                  </a:lnTo>
                  <a:lnTo>
                    <a:pt x="6686354" y="1668810"/>
                  </a:lnTo>
                  <a:lnTo>
                    <a:pt x="6685073" y="1668810"/>
                  </a:lnTo>
                  <a:lnTo>
                    <a:pt x="6683791" y="1668810"/>
                  </a:lnTo>
                  <a:lnTo>
                    <a:pt x="6682509" y="1668810"/>
                  </a:lnTo>
                  <a:lnTo>
                    <a:pt x="6681227" y="1668810"/>
                  </a:lnTo>
                  <a:lnTo>
                    <a:pt x="6679945" y="1668810"/>
                  </a:lnTo>
                  <a:lnTo>
                    <a:pt x="6678663" y="1668810"/>
                  </a:lnTo>
                  <a:lnTo>
                    <a:pt x="6677382" y="1668810"/>
                  </a:lnTo>
                  <a:lnTo>
                    <a:pt x="6676100" y="1668810"/>
                  </a:lnTo>
                  <a:lnTo>
                    <a:pt x="6674818" y="1668810"/>
                  </a:lnTo>
                  <a:lnTo>
                    <a:pt x="6673536" y="1668810"/>
                  </a:lnTo>
                  <a:lnTo>
                    <a:pt x="6672254" y="1668810"/>
                  </a:lnTo>
                  <a:lnTo>
                    <a:pt x="6670972" y="1668810"/>
                  </a:lnTo>
                  <a:lnTo>
                    <a:pt x="6669691" y="1668810"/>
                  </a:lnTo>
                  <a:lnTo>
                    <a:pt x="6668409" y="1668810"/>
                  </a:lnTo>
                  <a:lnTo>
                    <a:pt x="6667127" y="1668810"/>
                  </a:lnTo>
                  <a:lnTo>
                    <a:pt x="6665845" y="1668810"/>
                  </a:lnTo>
                  <a:lnTo>
                    <a:pt x="6664563" y="1668810"/>
                  </a:lnTo>
                  <a:lnTo>
                    <a:pt x="6663281" y="1668810"/>
                  </a:lnTo>
                  <a:lnTo>
                    <a:pt x="6661999" y="1668810"/>
                  </a:lnTo>
                  <a:lnTo>
                    <a:pt x="6660718" y="1668810"/>
                  </a:lnTo>
                  <a:lnTo>
                    <a:pt x="6659436" y="1668810"/>
                  </a:lnTo>
                  <a:lnTo>
                    <a:pt x="6658154" y="1668810"/>
                  </a:lnTo>
                  <a:lnTo>
                    <a:pt x="6656872" y="1668810"/>
                  </a:lnTo>
                  <a:lnTo>
                    <a:pt x="6655590" y="1668810"/>
                  </a:lnTo>
                  <a:lnTo>
                    <a:pt x="6654308" y="1668810"/>
                  </a:lnTo>
                  <a:lnTo>
                    <a:pt x="6653027" y="1668810"/>
                  </a:lnTo>
                  <a:lnTo>
                    <a:pt x="6651745" y="1668810"/>
                  </a:lnTo>
                  <a:lnTo>
                    <a:pt x="6650463" y="1668810"/>
                  </a:lnTo>
                  <a:lnTo>
                    <a:pt x="6649181" y="1668810"/>
                  </a:lnTo>
                  <a:lnTo>
                    <a:pt x="6647899" y="1668810"/>
                  </a:lnTo>
                  <a:lnTo>
                    <a:pt x="6646617" y="1668810"/>
                  </a:lnTo>
                  <a:lnTo>
                    <a:pt x="6645335" y="1668810"/>
                  </a:lnTo>
                  <a:lnTo>
                    <a:pt x="6644054" y="1668810"/>
                  </a:lnTo>
                  <a:lnTo>
                    <a:pt x="6642772" y="1668810"/>
                  </a:lnTo>
                  <a:lnTo>
                    <a:pt x="6641490" y="1668810"/>
                  </a:lnTo>
                  <a:lnTo>
                    <a:pt x="6640208" y="1668810"/>
                  </a:lnTo>
                  <a:lnTo>
                    <a:pt x="6638926" y="1668810"/>
                  </a:lnTo>
                  <a:lnTo>
                    <a:pt x="6637644" y="1668810"/>
                  </a:lnTo>
                  <a:lnTo>
                    <a:pt x="6636363" y="1668810"/>
                  </a:lnTo>
                  <a:lnTo>
                    <a:pt x="6635081" y="1668810"/>
                  </a:lnTo>
                  <a:lnTo>
                    <a:pt x="6633799" y="1668810"/>
                  </a:lnTo>
                  <a:lnTo>
                    <a:pt x="6632517" y="1668810"/>
                  </a:lnTo>
                  <a:lnTo>
                    <a:pt x="6631235" y="1668810"/>
                  </a:lnTo>
                  <a:lnTo>
                    <a:pt x="6629953" y="1668810"/>
                  </a:lnTo>
                  <a:lnTo>
                    <a:pt x="6628672" y="1668810"/>
                  </a:lnTo>
                  <a:lnTo>
                    <a:pt x="6627390" y="1668810"/>
                  </a:lnTo>
                  <a:lnTo>
                    <a:pt x="6626108" y="1668810"/>
                  </a:lnTo>
                  <a:lnTo>
                    <a:pt x="6624826" y="1668810"/>
                  </a:lnTo>
                  <a:lnTo>
                    <a:pt x="6623544" y="1668810"/>
                  </a:lnTo>
                  <a:lnTo>
                    <a:pt x="6622262" y="1668810"/>
                  </a:lnTo>
                  <a:lnTo>
                    <a:pt x="6620980" y="1668810"/>
                  </a:lnTo>
                  <a:lnTo>
                    <a:pt x="6619699" y="1668810"/>
                  </a:lnTo>
                  <a:lnTo>
                    <a:pt x="6618417" y="1668810"/>
                  </a:lnTo>
                  <a:lnTo>
                    <a:pt x="6617135" y="1668810"/>
                  </a:lnTo>
                  <a:lnTo>
                    <a:pt x="6615853" y="1668810"/>
                  </a:lnTo>
                  <a:lnTo>
                    <a:pt x="6614571" y="1668810"/>
                  </a:lnTo>
                  <a:lnTo>
                    <a:pt x="6613289" y="1668810"/>
                  </a:lnTo>
                  <a:lnTo>
                    <a:pt x="6612008" y="1668810"/>
                  </a:lnTo>
                  <a:lnTo>
                    <a:pt x="6610726" y="1668810"/>
                  </a:lnTo>
                  <a:lnTo>
                    <a:pt x="6609444" y="1668810"/>
                  </a:lnTo>
                  <a:lnTo>
                    <a:pt x="6608162" y="1668810"/>
                  </a:lnTo>
                  <a:lnTo>
                    <a:pt x="6606880" y="1668810"/>
                  </a:lnTo>
                  <a:lnTo>
                    <a:pt x="6605598" y="1668810"/>
                  </a:lnTo>
                  <a:lnTo>
                    <a:pt x="6604316" y="1668810"/>
                  </a:lnTo>
                  <a:lnTo>
                    <a:pt x="6603035" y="1668810"/>
                  </a:lnTo>
                  <a:lnTo>
                    <a:pt x="6601753" y="1668810"/>
                  </a:lnTo>
                  <a:lnTo>
                    <a:pt x="6600471" y="1668810"/>
                  </a:lnTo>
                  <a:lnTo>
                    <a:pt x="6599189" y="1668810"/>
                  </a:lnTo>
                  <a:lnTo>
                    <a:pt x="6597907" y="1668810"/>
                  </a:lnTo>
                  <a:lnTo>
                    <a:pt x="6596625" y="1668810"/>
                  </a:lnTo>
                  <a:lnTo>
                    <a:pt x="6595344" y="1668810"/>
                  </a:lnTo>
                  <a:lnTo>
                    <a:pt x="6594062" y="1668810"/>
                  </a:lnTo>
                  <a:lnTo>
                    <a:pt x="6592780" y="1668810"/>
                  </a:lnTo>
                  <a:lnTo>
                    <a:pt x="6591498" y="1668810"/>
                  </a:lnTo>
                  <a:lnTo>
                    <a:pt x="6590216" y="1668810"/>
                  </a:lnTo>
                  <a:lnTo>
                    <a:pt x="6588934" y="1668810"/>
                  </a:lnTo>
                  <a:lnTo>
                    <a:pt x="6587652" y="1668810"/>
                  </a:lnTo>
                  <a:lnTo>
                    <a:pt x="6586371" y="1668810"/>
                  </a:lnTo>
                  <a:lnTo>
                    <a:pt x="6585089" y="1668810"/>
                  </a:lnTo>
                  <a:lnTo>
                    <a:pt x="6583807" y="1668810"/>
                  </a:lnTo>
                  <a:lnTo>
                    <a:pt x="6582525" y="1668810"/>
                  </a:lnTo>
                  <a:lnTo>
                    <a:pt x="6581243" y="1668810"/>
                  </a:lnTo>
                  <a:lnTo>
                    <a:pt x="6579961" y="1668810"/>
                  </a:lnTo>
                  <a:lnTo>
                    <a:pt x="6578680" y="1668810"/>
                  </a:lnTo>
                  <a:lnTo>
                    <a:pt x="6577398" y="1668810"/>
                  </a:lnTo>
                  <a:lnTo>
                    <a:pt x="6576116" y="1668810"/>
                  </a:lnTo>
                  <a:lnTo>
                    <a:pt x="6574834" y="1668810"/>
                  </a:lnTo>
                  <a:lnTo>
                    <a:pt x="6573552" y="1668810"/>
                  </a:lnTo>
                  <a:lnTo>
                    <a:pt x="6572270" y="1668810"/>
                  </a:lnTo>
                  <a:lnTo>
                    <a:pt x="6570989" y="1668810"/>
                  </a:lnTo>
                  <a:lnTo>
                    <a:pt x="6569707" y="1668810"/>
                  </a:lnTo>
                  <a:lnTo>
                    <a:pt x="6568425" y="1668810"/>
                  </a:lnTo>
                  <a:lnTo>
                    <a:pt x="6567143" y="1668810"/>
                  </a:lnTo>
                  <a:lnTo>
                    <a:pt x="6565861" y="1668810"/>
                  </a:lnTo>
                  <a:lnTo>
                    <a:pt x="6564579" y="1668810"/>
                  </a:lnTo>
                  <a:lnTo>
                    <a:pt x="6563297" y="1668810"/>
                  </a:lnTo>
                  <a:lnTo>
                    <a:pt x="6562016" y="1668810"/>
                  </a:lnTo>
                  <a:lnTo>
                    <a:pt x="6560734" y="1668810"/>
                  </a:lnTo>
                  <a:lnTo>
                    <a:pt x="6559452" y="1668810"/>
                  </a:lnTo>
                  <a:lnTo>
                    <a:pt x="6558170" y="1668810"/>
                  </a:lnTo>
                  <a:lnTo>
                    <a:pt x="6556888" y="1668810"/>
                  </a:lnTo>
                  <a:lnTo>
                    <a:pt x="6555606" y="1668810"/>
                  </a:lnTo>
                  <a:lnTo>
                    <a:pt x="6554325" y="1668810"/>
                  </a:lnTo>
                  <a:lnTo>
                    <a:pt x="6553043" y="1668810"/>
                  </a:lnTo>
                  <a:lnTo>
                    <a:pt x="6551761" y="1668810"/>
                  </a:lnTo>
                  <a:lnTo>
                    <a:pt x="6550479" y="1668810"/>
                  </a:lnTo>
                  <a:lnTo>
                    <a:pt x="6549197" y="1668810"/>
                  </a:lnTo>
                  <a:lnTo>
                    <a:pt x="6547915" y="1668810"/>
                  </a:lnTo>
                  <a:lnTo>
                    <a:pt x="6546633" y="1668810"/>
                  </a:lnTo>
                  <a:lnTo>
                    <a:pt x="6545352" y="1668810"/>
                  </a:lnTo>
                  <a:lnTo>
                    <a:pt x="6544070" y="1668810"/>
                  </a:lnTo>
                  <a:lnTo>
                    <a:pt x="6542788" y="1668810"/>
                  </a:lnTo>
                  <a:lnTo>
                    <a:pt x="6541506" y="1668810"/>
                  </a:lnTo>
                  <a:lnTo>
                    <a:pt x="6540224" y="1668810"/>
                  </a:lnTo>
                  <a:lnTo>
                    <a:pt x="6538942" y="1668810"/>
                  </a:lnTo>
                  <a:lnTo>
                    <a:pt x="6537661" y="1668810"/>
                  </a:lnTo>
                  <a:lnTo>
                    <a:pt x="6536379" y="1668810"/>
                  </a:lnTo>
                  <a:lnTo>
                    <a:pt x="6535097" y="1668810"/>
                  </a:lnTo>
                  <a:lnTo>
                    <a:pt x="6533815" y="1668810"/>
                  </a:lnTo>
                  <a:lnTo>
                    <a:pt x="6532533" y="1668810"/>
                  </a:lnTo>
                  <a:lnTo>
                    <a:pt x="6531251" y="1668810"/>
                  </a:lnTo>
                  <a:lnTo>
                    <a:pt x="6529970" y="1668810"/>
                  </a:lnTo>
                  <a:lnTo>
                    <a:pt x="6528688" y="1668810"/>
                  </a:lnTo>
                  <a:lnTo>
                    <a:pt x="6527406" y="1668810"/>
                  </a:lnTo>
                  <a:lnTo>
                    <a:pt x="6526124" y="1668810"/>
                  </a:lnTo>
                  <a:lnTo>
                    <a:pt x="6524842" y="1668810"/>
                  </a:lnTo>
                  <a:lnTo>
                    <a:pt x="6523560" y="1668810"/>
                  </a:lnTo>
                  <a:lnTo>
                    <a:pt x="6522278" y="1668810"/>
                  </a:lnTo>
                  <a:lnTo>
                    <a:pt x="6520997" y="1668810"/>
                  </a:lnTo>
                  <a:lnTo>
                    <a:pt x="6519715" y="1668810"/>
                  </a:lnTo>
                  <a:lnTo>
                    <a:pt x="6518433" y="1668810"/>
                  </a:lnTo>
                  <a:lnTo>
                    <a:pt x="6517151" y="1668810"/>
                  </a:lnTo>
                  <a:lnTo>
                    <a:pt x="6515869" y="1668810"/>
                  </a:lnTo>
                  <a:lnTo>
                    <a:pt x="6514587" y="1668810"/>
                  </a:lnTo>
                  <a:lnTo>
                    <a:pt x="6513306" y="1668810"/>
                  </a:lnTo>
                  <a:lnTo>
                    <a:pt x="6512024" y="1668810"/>
                  </a:lnTo>
                  <a:lnTo>
                    <a:pt x="6510742" y="1668810"/>
                  </a:lnTo>
                  <a:lnTo>
                    <a:pt x="6509460" y="1668810"/>
                  </a:lnTo>
                  <a:lnTo>
                    <a:pt x="6508178" y="1668810"/>
                  </a:lnTo>
                  <a:lnTo>
                    <a:pt x="6506896" y="1668810"/>
                  </a:lnTo>
                  <a:lnTo>
                    <a:pt x="6505614" y="1668810"/>
                  </a:lnTo>
                  <a:lnTo>
                    <a:pt x="6504333" y="1668810"/>
                  </a:lnTo>
                  <a:lnTo>
                    <a:pt x="6503051" y="1668810"/>
                  </a:lnTo>
                  <a:lnTo>
                    <a:pt x="6501769" y="1668810"/>
                  </a:lnTo>
                  <a:lnTo>
                    <a:pt x="6500487" y="1668810"/>
                  </a:lnTo>
                  <a:lnTo>
                    <a:pt x="6499205" y="1668810"/>
                  </a:lnTo>
                  <a:lnTo>
                    <a:pt x="6497923" y="1668810"/>
                  </a:lnTo>
                  <a:lnTo>
                    <a:pt x="6496642" y="1668810"/>
                  </a:lnTo>
                  <a:lnTo>
                    <a:pt x="6495360" y="1668810"/>
                  </a:lnTo>
                  <a:lnTo>
                    <a:pt x="6494078" y="1668810"/>
                  </a:lnTo>
                  <a:lnTo>
                    <a:pt x="6492796" y="1668810"/>
                  </a:lnTo>
                  <a:lnTo>
                    <a:pt x="6491514" y="1668810"/>
                  </a:lnTo>
                  <a:lnTo>
                    <a:pt x="6490232" y="1668810"/>
                  </a:lnTo>
                  <a:lnTo>
                    <a:pt x="6488951" y="1668810"/>
                  </a:lnTo>
                  <a:lnTo>
                    <a:pt x="6487669" y="1668810"/>
                  </a:lnTo>
                  <a:lnTo>
                    <a:pt x="6486387" y="1668810"/>
                  </a:lnTo>
                  <a:lnTo>
                    <a:pt x="6485105" y="1668810"/>
                  </a:lnTo>
                  <a:lnTo>
                    <a:pt x="6483823" y="1668810"/>
                  </a:lnTo>
                  <a:lnTo>
                    <a:pt x="6482541" y="1668810"/>
                  </a:lnTo>
                  <a:lnTo>
                    <a:pt x="6481259" y="1668810"/>
                  </a:lnTo>
                  <a:lnTo>
                    <a:pt x="6479978" y="1668810"/>
                  </a:lnTo>
                  <a:lnTo>
                    <a:pt x="6478696" y="1668810"/>
                  </a:lnTo>
                  <a:lnTo>
                    <a:pt x="6477414" y="1668810"/>
                  </a:lnTo>
                  <a:lnTo>
                    <a:pt x="6476132" y="1668810"/>
                  </a:lnTo>
                  <a:lnTo>
                    <a:pt x="6474850" y="1668810"/>
                  </a:lnTo>
                  <a:lnTo>
                    <a:pt x="6473568" y="1668810"/>
                  </a:lnTo>
                  <a:lnTo>
                    <a:pt x="6472287" y="1668810"/>
                  </a:lnTo>
                  <a:lnTo>
                    <a:pt x="6471005" y="1668810"/>
                  </a:lnTo>
                  <a:lnTo>
                    <a:pt x="6469723" y="1668810"/>
                  </a:lnTo>
                  <a:lnTo>
                    <a:pt x="6468441" y="1668810"/>
                  </a:lnTo>
                  <a:lnTo>
                    <a:pt x="6467159" y="1668810"/>
                  </a:lnTo>
                  <a:lnTo>
                    <a:pt x="6465877" y="1668810"/>
                  </a:lnTo>
                  <a:lnTo>
                    <a:pt x="6464595" y="1668810"/>
                  </a:lnTo>
                  <a:lnTo>
                    <a:pt x="6463314" y="1668810"/>
                  </a:lnTo>
                  <a:lnTo>
                    <a:pt x="6462032" y="1668810"/>
                  </a:lnTo>
                  <a:lnTo>
                    <a:pt x="6460750" y="1668810"/>
                  </a:lnTo>
                  <a:lnTo>
                    <a:pt x="6459468" y="1668810"/>
                  </a:lnTo>
                  <a:lnTo>
                    <a:pt x="6458186" y="1668810"/>
                  </a:lnTo>
                  <a:lnTo>
                    <a:pt x="6456904" y="1668810"/>
                  </a:lnTo>
                  <a:lnTo>
                    <a:pt x="6455623" y="1668810"/>
                  </a:lnTo>
                  <a:lnTo>
                    <a:pt x="6454341" y="1668810"/>
                  </a:lnTo>
                  <a:lnTo>
                    <a:pt x="6453059" y="1668810"/>
                  </a:lnTo>
                  <a:lnTo>
                    <a:pt x="6451777" y="1668810"/>
                  </a:lnTo>
                  <a:lnTo>
                    <a:pt x="6450495" y="1668810"/>
                  </a:lnTo>
                  <a:lnTo>
                    <a:pt x="6449213" y="1668810"/>
                  </a:lnTo>
                  <a:lnTo>
                    <a:pt x="6447931" y="1668810"/>
                  </a:lnTo>
                  <a:lnTo>
                    <a:pt x="6446650" y="1668810"/>
                  </a:lnTo>
                  <a:lnTo>
                    <a:pt x="6445368" y="1668810"/>
                  </a:lnTo>
                  <a:lnTo>
                    <a:pt x="6444086" y="1668810"/>
                  </a:lnTo>
                  <a:lnTo>
                    <a:pt x="6442804" y="1668810"/>
                  </a:lnTo>
                  <a:lnTo>
                    <a:pt x="6441522" y="1668810"/>
                  </a:lnTo>
                  <a:lnTo>
                    <a:pt x="6440240" y="1668810"/>
                  </a:lnTo>
                  <a:lnTo>
                    <a:pt x="6438959" y="1668810"/>
                  </a:lnTo>
                  <a:lnTo>
                    <a:pt x="6437677" y="1668810"/>
                  </a:lnTo>
                  <a:lnTo>
                    <a:pt x="6436395" y="1668810"/>
                  </a:lnTo>
                  <a:lnTo>
                    <a:pt x="6435113" y="1668810"/>
                  </a:lnTo>
                  <a:lnTo>
                    <a:pt x="6433831" y="1668810"/>
                  </a:lnTo>
                  <a:lnTo>
                    <a:pt x="6432549" y="1668810"/>
                  </a:lnTo>
                  <a:lnTo>
                    <a:pt x="6431268" y="1668810"/>
                  </a:lnTo>
                  <a:lnTo>
                    <a:pt x="6429986" y="1668810"/>
                  </a:lnTo>
                  <a:lnTo>
                    <a:pt x="6428704" y="1668810"/>
                  </a:lnTo>
                  <a:lnTo>
                    <a:pt x="6427422" y="1668810"/>
                  </a:lnTo>
                  <a:lnTo>
                    <a:pt x="6426140" y="1668810"/>
                  </a:lnTo>
                  <a:lnTo>
                    <a:pt x="6424858" y="1668810"/>
                  </a:lnTo>
                  <a:lnTo>
                    <a:pt x="6423576" y="1668810"/>
                  </a:lnTo>
                  <a:lnTo>
                    <a:pt x="6422295" y="1668810"/>
                  </a:lnTo>
                  <a:lnTo>
                    <a:pt x="6421013" y="1668810"/>
                  </a:lnTo>
                  <a:lnTo>
                    <a:pt x="6419731" y="1668810"/>
                  </a:lnTo>
                  <a:lnTo>
                    <a:pt x="6418449" y="1668810"/>
                  </a:lnTo>
                  <a:lnTo>
                    <a:pt x="6417167" y="1668810"/>
                  </a:lnTo>
                  <a:lnTo>
                    <a:pt x="6415885" y="1668810"/>
                  </a:lnTo>
                  <a:lnTo>
                    <a:pt x="6414604" y="1668810"/>
                  </a:lnTo>
                  <a:lnTo>
                    <a:pt x="6413322" y="1668810"/>
                  </a:lnTo>
                  <a:lnTo>
                    <a:pt x="6412040" y="1668810"/>
                  </a:lnTo>
                  <a:lnTo>
                    <a:pt x="6410758" y="1668810"/>
                  </a:lnTo>
                  <a:lnTo>
                    <a:pt x="6409476" y="1668810"/>
                  </a:lnTo>
                  <a:lnTo>
                    <a:pt x="6408194" y="1668810"/>
                  </a:lnTo>
                  <a:lnTo>
                    <a:pt x="6406912" y="1668810"/>
                  </a:lnTo>
                  <a:lnTo>
                    <a:pt x="6405631" y="1668810"/>
                  </a:lnTo>
                  <a:lnTo>
                    <a:pt x="6404349" y="1668810"/>
                  </a:lnTo>
                  <a:lnTo>
                    <a:pt x="6403067" y="1668810"/>
                  </a:lnTo>
                  <a:lnTo>
                    <a:pt x="6401785" y="1668810"/>
                  </a:lnTo>
                  <a:lnTo>
                    <a:pt x="6400503" y="1668810"/>
                  </a:lnTo>
                  <a:lnTo>
                    <a:pt x="6399221" y="1668810"/>
                  </a:lnTo>
                  <a:lnTo>
                    <a:pt x="6397940" y="1668810"/>
                  </a:lnTo>
                  <a:lnTo>
                    <a:pt x="6396658" y="1668810"/>
                  </a:lnTo>
                  <a:lnTo>
                    <a:pt x="6395376" y="1668810"/>
                  </a:lnTo>
                  <a:lnTo>
                    <a:pt x="6394094" y="1668810"/>
                  </a:lnTo>
                  <a:lnTo>
                    <a:pt x="6392812" y="1668810"/>
                  </a:lnTo>
                  <a:lnTo>
                    <a:pt x="6391530" y="1668810"/>
                  </a:lnTo>
                  <a:lnTo>
                    <a:pt x="6390249" y="1668810"/>
                  </a:lnTo>
                  <a:lnTo>
                    <a:pt x="6388967" y="1668810"/>
                  </a:lnTo>
                  <a:lnTo>
                    <a:pt x="6387685" y="1668810"/>
                  </a:lnTo>
                  <a:lnTo>
                    <a:pt x="6386403" y="1668810"/>
                  </a:lnTo>
                  <a:lnTo>
                    <a:pt x="6385121" y="1668810"/>
                  </a:lnTo>
                  <a:lnTo>
                    <a:pt x="6383839" y="1668810"/>
                  </a:lnTo>
                  <a:lnTo>
                    <a:pt x="6382557" y="1668810"/>
                  </a:lnTo>
                  <a:lnTo>
                    <a:pt x="6381276" y="1668810"/>
                  </a:lnTo>
                  <a:lnTo>
                    <a:pt x="6379994" y="1668810"/>
                  </a:lnTo>
                  <a:lnTo>
                    <a:pt x="6378712" y="1668810"/>
                  </a:lnTo>
                  <a:lnTo>
                    <a:pt x="6377430" y="1668810"/>
                  </a:lnTo>
                  <a:lnTo>
                    <a:pt x="6376148" y="1668810"/>
                  </a:lnTo>
                  <a:lnTo>
                    <a:pt x="6374866" y="1668810"/>
                  </a:lnTo>
                  <a:lnTo>
                    <a:pt x="6373585" y="1668810"/>
                  </a:lnTo>
                  <a:lnTo>
                    <a:pt x="6372303" y="1668810"/>
                  </a:lnTo>
                  <a:lnTo>
                    <a:pt x="6371021" y="1668810"/>
                  </a:lnTo>
                  <a:lnTo>
                    <a:pt x="6369739" y="1668810"/>
                  </a:lnTo>
                  <a:lnTo>
                    <a:pt x="6368457" y="1668810"/>
                  </a:lnTo>
                  <a:lnTo>
                    <a:pt x="6367175" y="1668810"/>
                  </a:lnTo>
                  <a:lnTo>
                    <a:pt x="6365893" y="1668810"/>
                  </a:lnTo>
                  <a:lnTo>
                    <a:pt x="6364612" y="1668810"/>
                  </a:lnTo>
                  <a:lnTo>
                    <a:pt x="6363330" y="1668810"/>
                  </a:lnTo>
                  <a:lnTo>
                    <a:pt x="6362048" y="1668810"/>
                  </a:lnTo>
                  <a:lnTo>
                    <a:pt x="6360766" y="1668810"/>
                  </a:lnTo>
                  <a:lnTo>
                    <a:pt x="6359484" y="1668810"/>
                  </a:lnTo>
                  <a:lnTo>
                    <a:pt x="6358202" y="1668810"/>
                  </a:lnTo>
                  <a:lnTo>
                    <a:pt x="6356921" y="1668810"/>
                  </a:lnTo>
                  <a:lnTo>
                    <a:pt x="6355639" y="1668810"/>
                  </a:lnTo>
                  <a:lnTo>
                    <a:pt x="6354357" y="1668810"/>
                  </a:lnTo>
                  <a:lnTo>
                    <a:pt x="6353075" y="1668810"/>
                  </a:lnTo>
                  <a:lnTo>
                    <a:pt x="6351793" y="1668810"/>
                  </a:lnTo>
                  <a:lnTo>
                    <a:pt x="6350511" y="1668810"/>
                  </a:lnTo>
                  <a:lnTo>
                    <a:pt x="6349230" y="1668810"/>
                  </a:lnTo>
                  <a:lnTo>
                    <a:pt x="6347948" y="1668810"/>
                  </a:lnTo>
                  <a:lnTo>
                    <a:pt x="6346666" y="1668810"/>
                  </a:lnTo>
                  <a:lnTo>
                    <a:pt x="6345384" y="1668810"/>
                  </a:lnTo>
                  <a:lnTo>
                    <a:pt x="6344102" y="1668810"/>
                  </a:lnTo>
                  <a:lnTo>
                    <a:pt x="6342820" y="1668810"/>
                  </a:lnTo>
                  <a:lnTo>
                    <a:pt x="6341538" y="1668810"/>
                  </a:lnTo>
                  <a:lnTo>
                    <a:pt x="6340257" y="1668810"/>
                  </a:lnTo>
                  <a:lnTo>
                    <a:pt x="6338975" y="1668810"/>
                  </a:lnTo>
                  <a:lnTo>
                    <a:pt x="6337693" y="1668810"/>
                  </a:lnTo>
                  <a:lnTo>
                    <a:pt x="6336411" y="1668810"/>
                  </a:lnTo>
                  <a:lnTo>
                    <a:pt x="6335129" y="1668810"/>
                  </a:lnTo>
                  <a:lnTo>
                    <a:pt x="6333847" y="1668810"/>
                  </a:lnTo>
                  <a:lnTo>
                    <a:pt x="6332566" y="1668810"/>
                  </a:lnTo>
                  <a:lnTo>
                    <a:pt x="6331284" y="1668810"/>
                  </a:lnTo>
                  <a:lnTo>
                    <a:pt x="6330002" y="1668810"/>
                  </a:lnTo>
                  <a:lnTo>
                    <a:pt x="6328720" y="1668810"/>
                  </a:lnTo>
                  <a:lnTo>
                    <a:pt x="6327438" y="1668810"/>
                  </a:lnTo>
                  <a:lnTo>
                    <a:pt x="6326156" y="1668810"/>
                  </a:lnTo>
                  <a:lnTo>
                    <a:pt x="6324874" y="1668810"/>
                  </a:lnTo>
                  <a:lnTo>
                    <a:pt x="6323593" y="1668810"/>
                  </a:lnTo>
                  <a:lnTo>
                    <a:pt x="6322311" y="1668810"/>
                  </a:lnTo>
                  <a:lnTo>
                    <a:pt x="6321029" y="1668810"/>
                  </a:lnTo>
                  <a:lnTo>
                    <a:pt x="6319747" y="1668810"/>
                  </a:lnTo>
                  <a:lnTo>
                    <a:pt x="6318465" y="1668810"/>
                  </a:lnTo>
                  <a:lnTo>
                    <a:pt x="6317183" y="1668810"/>
                  </a:lnTo>
                  <a:lnTo>
                    <a:pt x="6315902" y="1668810"/>
                  </a:lnTo>
                  <a:lnTo>
                    <a:pt x="6314620" y="1668810"/>
                  </a:lnTo>
                  <a:lnTo>
                    <a:pt x="6313338" y="1668810"/>
                  </a:lnTo>
                  <a:lnTo>
                    <a:pt x="6312056" y="1668810"/>
                  </a:lnTo>
                  <a:lnTo>
                    <a:pt x="6310774" y="1668810"/>
                  </a:lnTo>
                  <a:lnTo>
                    <a:pt x="6309492" y="1668810"/>
                  </a:lnTo>
                  <a:lnTo>
                    <a:pt x="6308210" y="1668810"/>
                  </a:lnTo>
                  <a:lnTo>
                    <a:pt x="6306929" y="1668810"/>
                  </a:lnTo>
                  <a:lnTo>
                    <a:pt x="6305647" y="1668810"/>
                  </a:lnTo>
                  <a:lnTo>
                    <a:pt x="6304365" y="1668810"/>
                  </a:lnTo>
                  <a:lnTo>
                    <a:pt x="6303083" y="1668810"/>
                  </a:lnTo>
                  <a:lnTo>
                    <a:pt x="6301801" y="1668810"/>
                  </a:lnTo>
                  <a:lnTo>
                    <a:pt x="6300519" y="1668810"/>
                  </a:lnTo>
                  <a:lnTo>
                    <a:pt x="6299238" y="1668810"/>
                  </a:lnTo>
                  <a:lnTo>
                    <a:pt x="6297956" y="1668810"/>
                  </a:lnTo>
                  <a:lnTo>
                    <a:pt x="6296674" y="1668810"/>
                  </a:lnTo>
                  <a:lnTo>
                    <a:pt x="6295392" y="1668810"/>
                  </a:lnTo>
                  <a:lnTo>
                    <a:pt x="6294110" y="1668810"/>
                  </a:lnTo>
                  <a:lnTo>
                    <a:pt x="6292828" y="1668810"/>
                  </a:lnTo>
                  <a:lnTo>
                    <a:pt x="6291547" y="1668810"/>
                  </a:lnTo>
                  <a:lnTo>
                    <a:pt x="6290265" y="1668810"/>
                  </a:lnTo>
                  <a:lnTo>
                    <a:pt x="6288983" y="1668810"/>
                  </a:lnTo>
                  <a:lnTo>
                    <a:pt x="6287701" y="1668810"/>
                  </a:lnTo>
                  <a:lnTo>
                    <a:pt x="6286419" y="1668810"/>
                  </a:lnTo>
                  <a:lnTo>
                    <a:pt x="6285137" y="1668810"/>
                  </a:lnTo>
                  <a:lnTo>
                    <a:pt x="6283855" y="1668810"/>
                  </a:lnTo>
                  <a:lnTo>
                    <a:pt x="6282574" y="1668810"/>
                  </a:lnTo>
                  <a:lnTo>
                    <a:pt x="6281292" y="1668810"/>
                  </a:lnTo>
                  <a:lnTo>
                    <a:pt x="6280010" y="1668810"/>
                  </a:lnTo>
                  <a:lnTo>
                    <a:pt x="6278728" y="1668810"/>
                  </a:lnTo>
                  <a:lnTo>
                    <a:pt x="6277446" y="1668810"/>
                  </a:lnTo>
                  <a:lnTo>
                    <a:pt x="6276164" y="1668810"/>
                  </a:lnTo>
                  <a:lnTo>
                    <a:pt x="6274883" y="1668810"/>
                  </a:lnTo>
                  <a:lnTo>
                    <a:pt x="6273601" y="1668810"/>
                  </a:lnTo>
                  <a:lnTo>
                    <a:pt x="6272319" y="1668810"/>
                  </a:lnTo>
                  <a:lnTo>
                    <a:pt x="6271037" y="1668810"/>
                  </a:lnTo>
                  <a:lnTo>
                    <a:pt x="6269755" y="1668810"/>
                  </a:lnTo>
                  <a:lnTo>
                    <a:pt x="6268473" y="1668810"/>
                  </a:lnTo>
                  <a:lnTo>
                    <a:pt x="6267191" y="1668810"/>
                  </a:lnTo>
                  <a:lnTo>
                    <a:pt x="6265910" y="1668810"/>
                  </a:lnTo>
                  <a:lnTo>
                    <a:pt x="6264628" y="1668810"/>
                  </a:lnTo>
                  <a:lnTo>
                    <a:pt x="6263346" y="1668810"/>
                  </a:lnTo>
                  <a:lnTo>
                    <a:pt x="6262064" y="1668810"/>
                  </a:lnTo>
                  <a:lnTo>
                    <a:pt x="6260782" y="1668810"/>
                  </a:lnTo>
                  <a:lnTo>
                    <a:pt x="6259500" y="1668810"/>
                  </a:lnTo>
                  <a:lnTo>
                    <a:pt x="6258219" y="1668810"/>
                  </a:lnTo>
                  <a:lnTo>
                    <a:pt x="6256937" y="1668810"/>
                  </a:lnTo>
                  <a:lnTo>
                    <a:pt x="6255655" y="1668810"/>
                  </a:lnTo>
                  <a:lnTo>
                    <a:pt x="6254373" y="1668810"/>
                  </a:lnTo>
                  <a:lnTo>
                    <a:pt x="6253091" y="1668810"/>
                  </a:lnTo>
                  <a:lnTo>
                    <a:pt x="6251809" y="1668810"/>
                  </a:lnTo>
                  <a:lnTo>
                    <a:pt x="6250528" y="1668810"/>
                  </a:lnTo>
                  <a:lnTo>
                    <a:pt x="6249246" y="1668810"/>
                  </a:lnTo>
                  <a:lnTo>
                    <a:pt x="6247964" y="1668810"/>
                  </a:lnTo>
                  <a:lnTo>
                    <a:pt x="6246682" y="1668810"/>
                  </a:lnTo>
                  <a:lnTo>
                    <a:pt x="6245400" y="1668810"/>
                  </a:lnTo>
                  <a:lnTo>
                    <a:pt x="6244118" y="1668810"/>
                  </a:lnTo>
                  <a:lnTo>
                    <a:pt x="6242836" y="1668810"/>
                  </a:lnTo>
                  <a:lnTo>
                    <a:pt x="6241555" y="1668810"/>
                  </a:lnTo>
                  <a:lnTo>
                    <a:pt x="6240273" y="1668810"/>
                  </a:lnTo>
                  <a:lnTo>
                    <a:pt x="6238991" y="1668810"/>
                  </a:lnTo>
                  <a:lnTo>
                    <a:pt x="6237709" y="1668810"/>
                  </a:lnTo>
                  <a:lnTo>
                    <a:pt x="6236427" y="1668810"/>
                  </a:lnTo>
                  <a:lnTo>
                    <a:pt x="6235145" y="1668810"/>
                  </a:lnTo>
                  <a:lnTo>
                    <a:pt x="6233864" y="1668810"/>
                  </a:lnTo>
                  <a:lnTo>
                    <a:pt x="6232582" y="1668810"/>
                  </a:lnTo>
                  <a:lnTo>
                    <a:pt x="6231300" y="1668810"/>
                  </a:lnTo>
                  <a:lnTo>
                    <a:pt x="6230018" y="1668810"/>
                  </a:lnTo>
                  <a:lnTo>
                    <a:pt x="6228736" y="1668810"/>
                  </a:lnTo>
                  <a:lnTo>
                    <a:pt x="6227454" y="1668810"/>
                  </a:lnTo>
                  <a:lnTo>
                    <a:pt x="6226172" y="1668810"/>
                  </a:lnTo>
                  <a:lnTo>
                    <a:pt x="6224891" y="1668810"/>
                  </a:lnTo>
                  <a:lnTo>
                    <a:pt x="6223609" y="1668810"/>
                  </a:lnTo>
                  <a:lnTo>
                    <a:pt x="6222327" y="1668810"/>
                  </a:lnTo>
                  <a:lnTo>
                    <a:pt x="6221045" y="1668810"/>
                  </a:lnTo>
                  <a:lnTo>
                    <a:pt x="6219763" y="1668810"/>
                  </a:lnTo>
                  <a:lnTo>
                    <a:pt x="6218481" y="1668810"/>
                  </a:lnTo>
                  <a:lnTo>
                    <a:pt x="6217200" y="1668810"/>
                  </a:lnTo>
                  <a:lnTo>
                    <a:pt x="6215918" y="1668810"/>
                  </a:lnTo>
                  <a:lnTo>
                    <a:pt x="6214636" y="1668810"/>
                  </a:lnTo>
                  <a:lnTo>
                    <a:pt x="6213354" y="1668810"/>
                  </a:lnTo>
                  <a:lnTo>
                    <a:pt x="6212072" y="1668810"/>
                  </a:lnTo>
                  <a:lnTo>
                    <a:pt x="6210790" y="1668810"/>
                  </a:lnTo>
                  <a:lnTo>
                    <a:pt x="6209509" y="1668810"/>
                  </a:lnTo>
                  <a:lnTo>
                    <a:pt x="6208227" y="1668810"/>
                  </a:lnTo>
                  <a:lnTo>
                    <a:pt x="6206945" y="1668810"/>
                  </a:lnTo>
                  <a:lnTo>
                    <a:pt x="6205663" y="1668810"/>
                  </a:lnTo>
                  <a:lnTo>
                    <a:pt x="6204381" y="1668810"/>
                  </a:lnTo>
                  <a:lnTo>
                    <a:pt x="6203099" y="1668810"/>
                  </a:lnTo>
                  <a:lnTo>
                    <a:pt x="6201817" y="1668810"/>
                  </a:lnTo>
                  <a:lnTo>
                    <a:pt x="6200536" y="1668810"/>
                  </a:lnTo>
                  <a:lnTo>
                    <a:pt x="6199254" y="1668810"/>
                  </a:lnTo>
                  <a:lnTo>
                    <a:pt x="6197972" y="1668810"/>
                  </a:lnTo>
                  <a:lnTo>
                    <a:pt x="6196690" y="1668810"/>
                  </a:lnTo>
                  <a:lnTo>
                    <a:pt x="6195408" y="1668810"/>
                  </a:lnTo>
                  <a:lnTo>
                    <a:pt x="6194126" y="1668810"/>
                  </a:lnTo>
                  <a:lnTo>
                    <a:pt x="6192845" y="1668810"/>
                  </a:lnTo>
                  <a:lnTo>
                    <a:pt x="6191563" y="1668810"/>
                  </a:lnTo>
                  <a:lnTo>
                    <a:pt x="6190281" y="1668810"/>
                  </a:lnTo>
                  <a:lnTo>
                    <a:pt x="6188999" y="1668810"/>
                  </a:lnTo>
                  <a:lnTo>
                    <a:pt x="6187717" y="1668810"/>
                  </a:lnTo>
                  <a:lnTo>
                    <a:pt x="6186435" y="1668810"/>
                  </a:lnTo>
                  <a:lnTo>
                    <a:pt x="6185153" y="1668810"/>
                  </a:lnTo>
                  <a:lnTo>
                    <a:pt x="6183872" y="1668810"/>
                  </a:lnTo>
                  <a:lnTo>
                    <a:pt x="6182590" y="1668810"/>
                  </a:lnTo>
                  <a:lnTo>
                    <a:pt x="6181308" y="1668810"/>
                  </a:lnTo>
                  <a:lnTo>
                    <a:pt x="6180026" y="1668810"/>
                  </a:lnTo>
                  <a:lnTo>
                    <a:pt x="6178744" y="1668810"/>
                  </a:lnTo>
                  <a:lnTo>
                    <a:pt x="6177462" y="1668810"/>
                  </a:lnTo>
                  <a:lnTo>
                    <a:pt x="6176181" y="1668810"/>
                  </a:lnTo>
                  <a:lnTo>
                    <a:pt x="6174899" y="1668810"/>
                  </a:lnTo>
                  <a:lnTo>
                    <a:pt x="6173617" y="1668810"/>
                  </a:lnTo>
                  <a:lnTo>
                    <a:pt x="6172335" y="1668810"/>
                  </a:lnTo>
                  <a:lnTo>
                    <a:pt x="6171053" y="1668810"/>
                  </a:lnTo>
                  <a:lnTo>
                    <a:pt x="6169771" y="1668810"/>
                  </a:lnTo>
                  <a:lnTo>
                    <a:pt x="6168489" y="1668810"/>
                  </a:lnTo>
                  <a:lnTo>
                    <a:pt x="6167208" y="1668810"/>
                  </a:lnTo>
                  <a:lnTo>
                    <a:pt x="6165926" y="1668810"/>
                  </a:lnTo>
                  <a:lnTo>
                    <a:pt x="6164644" y="1668810"/>
                  </a:lnTo>
                  <a:lnTo>
                    <a:pt x="6163362" y="1668810"/>
                  </a:lnTo>
                  <a:lnTo>
                    <a:pt x="6162080" y="1668810"/>
                  </a:lnTo>
                  <a:lnTo>
                    <a:pt x="6160798" y="1668810"/>
                  </a:lnTo>
                  <a:lnTo>
                    <a:pt x="6159517" y="1668810"/>
                  </a:lnTo>
                  <a:lnTo>
                    <a:pt x="6158235" y="1668810"/>
                  </a:lnTo>
                  <a:lnTo>
                    <a:pt x="6156953" y="1668810"/>
                  </a:lnTo>
                  <a:lnTo>
                    <a:pt x="6155671" y="1668810"/>
                  </a:lnTo>
                  <a:lnTo>
                    <a:pt x="6154389" y="1668810"/>
                  </a:lnTo>
                  <a:lnTo>
                    <a:pt x="6153107" y="1668810"/>
                  </a:lnTo>
                  <a:lnTo>
                    <a:pt x="6151826" y="1668810"/>
                  </a:lnTo>
                  <a:lnTo>
                    <a:pt x="6150544" y="1668810"/>
                  </a:lnTo>
                  <a:lnTo>
                    <a:pt x="6149262" y="1668810"/>
                  </a:lnTo>
                  <a:lnTo>
                    <a:pt x="6147980" y="1668810"/>
                  </a:lnTo>
                  <a:lnTo>
                    <a:pt x="6146698" y="1668810"/>
                  </a:lnTo>
                  <a:lnTo>
                    <a:pt x="6145416" y="1668810"/>
                  </a:lnTo>
                  <a:lnTo>
                    <a:pt x="6144134" y="1668810"/>
                  </a:lnTo>
                  <a:lnTo>
                    <a:pt x="6142853" y="1668810"/>
                  </a:lnTo>
                  <a:lnTo>
                    <a:pt x="6141571" y="1668810"/>
                  </a:lnTo>
                  <a:lnTo>
                    <a:pt x="6140289" y="1668810"/>
                  </a:lnTo>
                  <a:lnTo>
                    <a:pt x="6139007" y="1668810"/>
                  </a:lnTo>
                  <a:lnTo>
                    <a:pt x="6137725" y="1668810"/>
                  </a:lnTo>
                  <a:lnTo>
                    <a:pt x="6136443" y="1668810"/>
                  </a:lnTo>
                  <a:lnTo>
                    <a:pt x="6135162" y="1668810"/>
                  </a:lnTo>
                  <a:lnTo>
                    <a:pt x="6133880" y="1668810"/>
                  </a:lnTo>
                  <a:lnTo>
                    <a:pt x="6132598" y="1668810"/>
                  </a:lnTo>
                  <a:lnTo>
                    <a:pt x="6131316" y="1668810"/>
                  </a:lnTo>
                  <a:lnTo>
                    <a:pt x="6130034" y="1668810"/>
                  </a:lnTo>
                  <a:lnTo>
                    <a:pt x="6128752" y="1668810"/>
                  </a:lnTo>
                  <a:lnTo>
                    <a:pt x="6127470" y="1668810"/>
                  </a:lnTo>
                  <a:lnTo>
                    <a:pt x="6126189" y="1668810"/>
                  </a:lnTo>
                  <a:lnTo>
                    <a:pt x="6124907" y="1668810"/>
                  </a:lnTo>
                  <a:lnTo>
                    <a:pt x="6123625" y="1668810"/>
                  </a:lnTo>
                  <a:lnTo>
                    <a:pt x="6122343" y="1668810"/>
                  </a:lnTo>
                  <a:lnTo>
                    <a:pt x="6121061" y="1668810"/>
                  </a:lnTo>
                  <a:lnTo>
                    <a:pt x="6119779" y="1668810"/>
                  </a:lnTo>
                  <a:lnTo>
                    <a:pt x="6118498" y="1668810"/>
                  </a:lnTo>
                  <a:lnTo>
                    <a:pt x="6117216" y="1668810"/>
                  </a:lnTo>
                  <a:lnTo>
                    <a:pt x="6115934" y="1668810"/>
                  </a:lnTo>
                  <a:lnTo>
                    <a:pt x="6114652" y="1668810"/>
                  </a:lnTo>
                  <a:lnTo>
                    <a:pt x="6113370" y="1668810"/>
                  </a:lnTo>
                  <a:lnTo>
                    <a:pt x="6112088" y="1668810"/>
                  </a:lnTo>
                  <a:lnTo>
                    <a:pt x="6110807" y="1668810"/>
                  </a:lnTo>
                  <a:lnTo>
                    <a:pt x="6109525" y="1668810"/>
                  </a:lnTo>
                  <a:lnTo>
                    <a:pt x="6108243" y="1668810"/>
                  </a:lnTo>
                  <a:lnTo>
                    <a:pt x="6106961" y="1668810"/>
                  </a:lnTo>
                  <a:lnTo>
                    <a:pt x="6105679" y="1668810"/>
                  </a:lnTo>
                  <a:lnTo>
                    <a:pt x="6104397" y="1668810"/>
                  </a:lnTo>
                  <a:lnTo>
                    <a:pt x="6103115" y="1668810"/>
                  </a:lnTo>
                  <a:lnTo>
                    <a:pt x="6101834" y="1668810"/>
                  </a:lnTo>
                  <a:lnTo>
                    <a:pt x="6100552" y="1668810"/>
                  </a:lnTo>
                  <a:lnTo>
                    <a:pt x="6099270" y="1668810"/>
                  </a:lnTo>
                  <a:lnTo>
                    <a:pt x="6097988" y="1668810"/>
                  </a:lnTo>
                  <a:lnTo>
                    <a:pt x="6096706" y="1668810"/>
                  </a:lnTo>
                  <a:lnTo>
                    <a:pt x="6095424" y="1668810"/>
                  </a:lnTo>
                  <a:lnTo>
                    <a:pt x="6094143" y="1668810"/>
                  </a:lnTo>
                  <a:lnTo>
                    <a:pt x="6092861" y="1668810"/>
                  </a:lnTo>
                  <a:lnTo>
                    <a:pt x="6091579" y="1668810"/>
                  </a:lnTo>
                  <a:lnTo>
                    <a:pt x="6090297" y="1668810"/>
                  </a:lnTo>
                  <a:lnTo>
                    <a:pt x="6089015" y="1668810"/>
                  </a:lnTo>
                  <a:lnTo>
                    <a:pt x="6087733" y="1668810"/>
                  </a:lnTo>
                  <a:lnTo>
                    <a:pt x="6086451" y="1668810"/>
                  </a:lnTo>
                  <a:lnTo>
                    <a:pt x="6085170" y="1668810"/>
                  </a:lnTo>
                  <a:lnTo>
                    <a:pt x="6083888" y="1668810"/>
                  </a:lnTo>
                  <a:lnTo>
                    <a:pt x="6082606" y="1668810"/>
                  </a:lnTo>
                  <a:lnTo>
                    <a:pt x="6081324" y="1668810"/>
                  </a:lnTo>
                  <a:lnTo>
                    <a:pt x="6080042" y="1668810"/>
                  </a:lnTo>
                  <a:lnTo>
                    <a:pt x="6078760" y="1668810"/>
                  </a:lnTo>
                  <a:lnTo>
                    <a:pt x="6077479" y="1668810"/>
                  </a:lnTo>
                  <a:lnTo>
                    <a:pt x="6076197" y="1668810"/>
                  </a:lnTo>
                  <a:lnTo>
                    <a:pt x="6074915" y="1668810"/>
                  </a:lnTo>
                  <a:lnTo>
                    <a:pt x="6073633" y="1668810"/>
                  </a:lnTo>
                  <a:lnTo>
                    <a:pt x="6072351" y="1668810"/>
                  </a:lnTo>
                  <a:lnTo>
                    <a:pt x="6071069" y="1668810"/>
                  </a:lnTo>
                  <a:lnTo>
                    <a:pt x="6069787" y="1668810"/>
                  </a:lnTo>
                  <a:lnTo>
                    <a:pt x="6068506" y="1668810"/>
                  </a:lnTo>
                  <a:lnTo>
                    <a:pt x="6067224" y="1668810"/>
                  </a:lnTo>
                  <a:lnTo>
                    <a:pt x="6065942" y="1668810"/>
                  </a:lnTo>
                  <a:lnTo>
                    <a:pt x="6064660" y="1668810"/>
                  </a:lnTo>
                  <a:lnTo>
                    <a:pt x="6063378" y="1668810"/>
                  </a:lnTo>
                  <a:lnTo>
                    <a:pt x="6062096" y="1668810"/>
                  </a:lnTo>
                  <a:lnTo>
                    <a:pt x="6060815" y="1668810"/>
                  </a:lnTo>
                  <a:lnTo>
                    <a:pt x="6059533" y="1668810"/>
                  </a:lnTo>
                  <a:lnTo>
                    <a:pt x="6058251" y="1668810"/>
                  </a:lnTo>
                  <a:lnTo>
                    <a:pt x="6056969" y="1668810"/>
                  </a:lnTo>
                  <a:lnTo>
                    <a:pt x="6055687" y="1668810"/>
                  </a:lnTo>
                  <a:lnTo>
                    <a:pt x="6054405" y="1668810"/>
                  </a:lnTo>
                  <a:lnTo>
                    <a:pt x="6053124" y="1668810"/>
                  </a:lnTo>
                  <a:lnTo>
                    <a:pt x="6051842" y="1668810"/>
                  </a:lnTo>
                  <a:lnTo>
                    <a:pt x="6050560" y="1668810"/>
                  </a:lnTo>
                  <a:lnTo>
                    <a:pt x="6049278" y="1668810"/>
                  </a:lnTo>
                  <a:lnTo>
                    <a:pt x="6047996" y="1668810"/>
                  </a:lnTo>
                  <a:lnTo>
                    <a:pt x="6046714" y="1668810"/>
                  </a:lnTo>
                  <a:lnTo>
                    <a:pt x="6045432" y="1668810"/>
                  </a:lnTo>
                  <a:lnTo>
                    <a:pt x="6044151" y="1668810"/>
                  </a:lnTo>
                  <a:lnTo>
                    <a:pt x="6042869" y="1668810"/>
                  </a:lnTo>
                  <a:lnTo>
                    <a:pt x="6041587" y="1668810"/>
                  </a:lnTo>
                  <a:lnTo>
                    <a:pt x="6040305" y="1668810"/>
                  </a:lnTo>
                  <a:lnTo>
                    <a:pt x="6039023" y="1668810"/>
                  </a:lnTo>
                  <a:lnTo>
                    <a:pt x="6037741" y="1668810"/>
                  </a:lnTo>
                  <a:lnTo>
                    <a:pt x="6036460" y="1668810"/>
                  </a:lnTo>
                  <a:lnTo>
                    <a:pt x="6035178" y="1668810"/>
                  </a:lnTo>
                  <a:lnTo>
                    <a:pt x="6033896" y="1668810"/>
                  </a:lnTo>
                  <a:lnTo>
                    <a:pt x="6032614" y="1668810"/>
                  </a:lnTo>
                  <a:lnTo>
                    <a:pt x="6031332" y="1668810"/>
                  </a:lnTo>
                  <a:lnTo>
                    <a:pt x="6030050" y="1668810"/>
                  </a:lnTo>
                  <a:lnTo>
                    <a:pt x="6028768" y="1668810"/>
                  </a:lnTo>
                  <a:lnTo>
                    <a:pt x="6027487" y="1668810"/>
                  </a:lnTo>
                  <a:lnTo>
                    <a:pt x="6026205" y="1668810"/>
                  </a:lnTo>
                  <a:lnTo>
                    <a:pt x="6024923" y="1668810"/>
                  </a:lnTo>
                  <a:lnTo>
                    <a:pt x="6023641" y="1668810"/>
                  </a:lnTo>
                  <a:lnTo>
                    <a:pt x="6022359" y="1668810"/>
                  </a:lnTo>
                  <a:lnTo>
                    <a:pt x="6021077" y="1668810"/>
                  </a:lnTo>
                  <a:lnTo>
                    <a:pt x="6019796" y="1668810"/>
                  </a:lnTo>
                  <a:lnTo>
                    <a:pt x="6018514" y="1668810"/>
                  </a:lnTo>
                  <a:lnTo>
                    <a:pt x="6017232" y="1668810"/>
                  </a:lnTo>
                  <a:lnTo>
                    <a:pt x="6015950" y="1668810"/>
                  </a:lnTo>
                  <a:lnTo>
                    <a:pt x="6014668" y="1668810"/>
                  </a:lnTo>
                  <a:lnTo>
                    <a:pt x="6013386" y="1668810"/>
                  </a:lnTo>
                  <a:lnTo>
                    <a:pt x="6012105" y="1668810"/>
                  </a:lnTo>
                  <a:lnTo>
                    <a:pt x="6010823" y="1668810"/>
                  </a:lnTo>
                  <a:lnTo>
                    <a:pt x="6009541" y="1668810"/>
                  </a:lnTo>
                  <a:lnTo>
                    <a:pt x="6008259" y="1668810"/>
                  </a:lnTo>
                  <a:lnTo>
                    <a:pt x="6006977" y="1668810"/>
                  </a:lnTo>
                  <a:lnTo>
                    <a:pt x="6005695" y="1668810"/>
                  </a:lnTo>
                  <a:lnTo>
                    <a:pt x="6004413" y="1668810"/>
                  </a:lnTo>
                  <a:lnTo>
                    <a:pt x="6003132" y="1668810"/>
                  </a:lnTo>
                  <a:lnTo>
                    <a:pt x="6001850" y="1668810"/>
                  </a:lnTo>
                  <a:lnTo>
                    <a:pt x="6000568" y="1668810"/>
                  </a:lnTo>
                  <a:lnTo>
                    <a:pt x="5999286" y="1668810"/>
                  </a:lnTo>
                  <a:lnTo>
                    <a:pt x="5998004" y="1668810"/>
                  </a:lnTo>
                  <a:lnTo>
                    <a:pt x="5996722" y="1668810"/>
                  </a:lnTo>
                  <a:lnTo>
                    <a:pt x="5995441" y="1668810"/>
                  </a:lnTo>
                  <a:lnTo>
                    <a:pt x="5994159" y="1668810"/>
                  </a:lnTo>
                  <a:lnTo>
                    <a:pt x="5992877" y="1668810"/>
                  </a:lnTo>
                  <a:lnTo>
                    <a:pt x="5991595" y="1668810"/>
                  </a:lnTo>
                  <a:lnTo>
                    <a:pt x="5990313" y="1668810"/>
                  </a:lnTo>
                  <a:lnTo>
                    <a:pt x="5989031" y="1668810"/>
                  </a:lnTo>
                  <a:lnTo>
                    <a:pt x="5987749" y="1668810"/>
                  </a:lnTo>
                  <a:lnTo>
                    <a:pt x="5986468" y="1668810"/>
                  </a:lnTo>
                  <a:lnTo>
                    <a:pt x="5985186" y="1668810"/>
                  </a:lnTo>
                  <a:lnTo>
                    <a:pt x="5983904" y="1668810"/>
                  </a:lnTo>
                  <a:lnTo>
                    <a:pt x="5982622" y="1668810"/>
                  </a:lnTo>
                  <a:lnTo>
                    <a:pt x="5981340" y="1668810"/>
                  </a:lnTo>
                  <a:lnTo>
                    <a:pt x="5980058" y="1668810"/>
                  </a:lnTo>
                  <a:lnTo>
                    <a:pt x="5978777" y="1668810"/>
                  </a:lnTo>
                  <a:lnTo>
                    <a:pt x="5977495" y="1668810"/>
                  </a:lnTo>
                  <a:lnTo>
                    <a:pt x="5976213" y="1668810"/>
                  </a:lnTo>
                  <a:lnTo>
                    <a:pt x="5974931" y="1668810"/>
                  </a:lnTo>
                  <a:lnTo>
                    <a:pt x="5973649" y="1668810"/>
                  </a:lnTo>
                  <a:lnTo>
                    <a:pt x="5972367" y="1668810"/>
                  </a:lnTo>
                  <a:lnTo>
                    <a:pt x="5971086" y="1668810"/>
                  </a:lnTo>
                  <a:lnTo>
                    <a:pt x="5969804" y="1668810"/>
                  </a:lnTo>
                  <a:lnTo>
                    <a:pt x="5968522" y="1668810"/>
                  </a:lnTo>
                  <a:lnTo>
                    <a:pt x="5967240" y="1668810"/>
                  </a:lnTo>
                  <a:lnTo>
                    <a:pt x="5965958" y="1668810"/>
                  </a:lnTo>
                  <a:lnTo>
                    <a:pt x="5964676" y="1668810"/>
                  </a:lnTo>
                  <a:lnTo>
                    <a:pt x="5963394" y="1668810"/>
                  </a:lnTo>
                  <a:lnTo>
                    <a:pt x="5962113" y="1668810"/>
                  </a:lnTo>
                  <a:lnTo>
                    <a:pt x="5960831" y="1668810"/>
                  </a:lnTo>
                  <a:lnTo>
                    <a:pt x="5959549" y="1668810"/>
                  </a:lnTo>
                  <a:lnTo>
                    <a:pt x="5958267" y="1668810"/>
                  </a:lnTo>
                  <a:lnTo>
                    <a:pt x="5956985" y="1668810"/>
                  </a:lnTo>
                  <a:lnTo>
                    <a:pt x="5955703" y="1668810"/>
                  </a:lnTo>
                  <a:lnTo>
                    <a:pt x="5954422" y="1668810"/>
                  </a:lnTo>
                  <a:lnTo>
                    <a:pt x="5953140" y="1668810"/>
                  </a:lnTo>
                  <a:lnTo>
                    <a:pt x="5951858" y="1668810"/>
                  </a:lnTo>
                  <a:lnTo>
                    <a:pt x="5950576" y="1668810"/>
                  </a:lnTo>
                  <a:lnTo>
                    <a:pt x="5949294" y="1668810"/>
                  </a:lnTo>
                  <a:lnTo>
                    <a:pt x="5948012" y="1668810"/>
                  </a:lnTo>
                  <a:lnTo>
                    <a:pt x="5946730" y="1668810"/>
                  </a:lnTo>
                  <a:lnTo>
                    <a:pt x="5945449" y="1668810"/>
                  </a:lnTo>
                  <a:lnTo>
                    <a:pt x="5944167" y="1668810"/>
                  </a:lnTo>
                  <a:lnTo>
                    <a:pt x="5942885" y="1668810"/>
                  </a:lnTo>
                  <a:lnTo>
                    <a:pt x="5941603" y="1668810"/>
                  </a:lnTo>
                  <a:lnTo>
                    <a:pt x="5940321" y="1668810"/>
                  </a:lnTo>
                  <a:lnTo>
                    <a:pt x="5939039" y="1668810"/>
                  </a:lnTo>
                  <a:lnTo>
                    <a:pt x="5937758" y="1668810"/>
                  </a:lnTo>
                  <a:lnTo>
                    <a:pt x="5936476" y="1668810"/>
                  </a:lnTo>
                  <a:lnTo>
                    <a:pt x="5935194" y="1668810"/>
                  </a:lnTo>
                  <a:lnTo>
                    <a:pt x="5933912" y="1668810"/>
                  </a:lnTo>
                  <a:lnTo>
                    <a:pt x="5932630" y="1668810"/>
                  </a:lnTo>
                  <a:lnTo>
                    <a:pt x="5931348" y="1668810"/>
                  </a:lnTo>
                  <a:lnTo>
                    <a:pt x="5930066" y="1668810"/>
                  </a:lnTo>
                  <a:lnTo>
                    <a:pt x="5928785" y="1668810"/>
                  </a:lnTo>
                  <a:lnTo>
                    <a:pt x="5927503" y="1668810"/>
                  </a:lnTo>
                  <a:lnTo>
                    <a:pt x="5926221" y="1668810"/>
                  </a:lnTo>
                  <a:lnTo>
                    <a:pt x="5924939" y="1668810"/>
                  </a:lnTo>
                  <a:lnTo>
                    <a:pt x="5923657" y="1668810"/>
                  </a:lnTo>
                  <a:lnTo>
                    <a:pt x="5922375" y="1668810"/>
                  </a:lnTo>
                  <a:lnTo>
                    <a:pt x="5921094" y="1668810"/>
                  </a:lnTo>
                  <a:lnTo>
                    <a:pt x="5919812" y="1668810"/>
                  </a:lnTo>
                  <a:lnTo>
                    <a:pt x="5918530" y="1668810"/>
                  </a:lnTo>
                  <a:lnTo>
                    <a:pt x="5917248" y="1668810"/>
                  </a:lnTo>
                  <a:lnTo>
                    <a:pt x="5915966" y="1668810"/>
                  </a:lnTo>
                  <a:lnTo>
                    <a:pt x="5914684" y="1668810"/>
                  </a:lnTo>
                  <a:lnTo>
                    <a:pt x="5913403" y="1668810"/>
                  </a:lnTo>
                  <a:lnTo>
                    <a:pt x="5912121" y="1668810"/>
                  </a:lnTo>
                  <a:lnTo>
                    <a:pt x="5910839" y="1668810"/>
                  </a:lnTo>
                  <a:lnTo>
                    <a:pt x="5909557" y="1668810"/>
                  </a:lnTo>
                  <a:lnTo>
                    <a:pt x="5908275" y="1668810"/>
                  </a:lnTo>
                  <a:lnTo>
                    <a:pt x="5906993" y="1668810"/>
                  </a:lnTo>
                  <a:lnTo>
                    <a:pt x="5905711" y="1668810"/>
                  </a:lnTo>
                  <a:lnTo>
                    <a:pt x="5904430" y="1668810"/>
                  </a:lnTo>
                  <a:lnTo>
                    <a:pt x="5903148" y="1668810"/>
                  </a:lnTo>
                  <a:lnTo>
                    <a:pt x="5901866" y="1668810"/>
                  </a:lnTo>
                  <a:lnTo>
                    <a:pt x="5900584" y="1668810"/>
                  </a:lnTo>
                  <a:lnTo>
                    <a:pt x="5899302" y="1668810"/>
                  </a:lnTo>
                  <a:lnTo>
                    <a:pt x="5898020" y="1668810"/>
                  </a:lnTo>
                  <a:lnTo>
                    <a:pt x="5896739" y="1668810"/>
                  </a:lnTo>
                  <a:lnTo>
                    <a:pt x="5895457" y="1668810"/>
                  </a:lnTo>
                  <a:lnTo>
                    <a:pt x="5894175" y="1668810"/>
                  </a:lnTo>
                  <a:lnTo>
                    <a:pt x="5892893" y="1668810"/>
                  </a:lnTo>
                  <a:lnTo>
                    <a:pt x="5891611" y="1668810"/>
                  </a:lnTo>
                  <a:lnTo>
                    <a:pt x="5890329" y="1668810"/>
                  </a:lnTo>
                  <a:lnTo>
                    <a:pt x="5889047" y="1668810"/>
                  </a:lnTo>
                  <a:lnTo>
                    <a:pt x="5887766" y="1668810"/>
                  </a:lnTo>
                  <a:lnTo>
                    <a:pt x="5886484" y="1668810"/>
                  </a:lnTo>
                  <a:lnTo>
                    <a:pt x="5885202" y="1668810"/>
                  </a:lnTo>
                  <a:lnTo>
                    <a:pt x="5883920" y="1668810"/>
                  </a:lnTo>
                  <a:lnTo>
                    <a:pt x="5882638" y="1668810"/>
                  </a:lnTo>
                  <a:lnTo>
                    <a:pt x="5881356" y="1668810"/>
                  </a:lnTo>
                  <a:lnTo>
                    <a:pt x="5880075" y="1668810"/>
                  </a:lnTo>
                  <a:lnTo>
                    <a:pt x="5878793" y="1668810"/>
                  </a:lnTo>
                  <a:lnTo>
                    <a:pt x="5877511" y="1668810"/>
                  </a:lnTo>
                  <a:lnTo>
                    <a:pt x="5876229" y="1668810"/>
                  </a:lnTo>
                  <a:lnTo>
                    <a:pt x="5874947" y="1668810"/>
                  </a:lnTo>
                  <a:lnTo>
                    <a:pt x="5873665" y="1668810"/>
                  </a:lnTo>
                  <a:lnTo>
                    <a:pt x="5872384" y="1668810"/>
                  </a:lnTo>
                  <a:lnTo>
                    <a:pt x="5871102" y="1668810"/>
                  </a:lnTo>
                  <a:lnTo>
                    <a:pt x="5869820" y="1668810"/>
                  </a:lnTo>
                  <a:lnTo>
                    <a:pt x="5868538" y="1668810"/>
                  </a:lnTo>
                  <a:lnTo>
                    <a:pt x="5867256" y="1668810"/>
                  </a:lnTo>
                  <a:lnTo>
                    <a:pt x="5865974" y="1668810"/>
                  </a:lnTo>
                  <a:lnTo>
                    <a:pt x="5864692" y="1668810"/>
                  </a:lnTo>
                  <a:lnTo>
                    <a:pt x="5863411" y="1668810"/>
                  </a:lnTo>
                  <a:lnTo>
                    <a:pt x="5862129" y="1668810"/>
                  </a:lnTo>
                  <a:lnTo>
                    <a:pt x="5860847" y="1668810"/>
                  </a:lnTo>
                  <a:lnTo>
                    <a:pt x="5859565" y="1668810"/>
                  </a:lnTo>
                  <a:lnTo>
                    <a:pt x="5858283" y="1668810"/>
                  </a:lnTo>
                  <a:lnTo>
                    <a:pt x="5857001" y="1668810"/>
                  </a:lnTo>
                  <a:lnTo>
                    <a:pt x="5855720" y="1668810"/>
                  </a:lnTo>
                  <a:lnTo>
                    <a:pt x="5854438" y="1668810"/>
                  </a:lnTo>
                  <a:lnTo>
                    <a:pt x="5853156" y="1668810"/>
                  </a:lnTo>
                  <a:lnTo>
                    <a:pt x="5851874" y="1668810"/>
                  </a:lnTo>
                  <a:lnTo>
                    <a:pt x="5850592" y="1668810"/>
                  </a:lnTo>
                  <a:lnTo>
                    <a:pt x="5849310" y="1668810"/>
                  </a:lnTo>
                  <a:lnTo>
                    <a:pt x="5848028" y="1668810"/>
                  </a:lnTo>
                  <a:lnTo>
                    <a:pt x="5846747" y="1668810"/>
                  </a:lnTo>
                  <a:lnTo>
                    <a:pt x="5845465" y="1668810"/>
                  </a:lnTo>
                  <a:lnTo>
                    <a:pt x="5844183" y="1668810"/>
                  </a:lnTo>
                  <a:lnTo>
                    <a:pt x="5842901" y="1668810"/>
                  </a:lnTo>
                  <a:lnTo>
                    <a:pt x="5841619" y="1668810"/>
                  </a:lnTo>
                  <a:lnTo>
                    <a:pt x="5840337" y="1668810"/>
                  </a:lnTo>
                  <a:lnTo>
                    <a:pt x="5839056" y="1668810"/>
                  </a:lnTo>
                  <a:lnTo>
                    <a:pt x="5837774" y="1668810"/>
                  </a:lnTo>
                  <a:lnTo>
                    <a:pt x="5836492" y="1668810"/>
                  </a:lnTo>
                  <a:lnTo>
                    <a:pt x="5835210" y="1668810"/>
                  </a:lnTo>
                  <a:lnTo>
                    <a:pt x="5833928" y="1668810"/>
                  </a:lnTo>
                  <a:lnTo>
                    <a:pt x="5832646" y="1668810"/>
                  </a:lnTo>
                  <a:lnTo>
                    <a:pt x="5831365" y="1668810"/>
                  </a:lnTo>
                  <a:lnTo>
                    <a:pt x="5830083" y="1668810"/>
                  </a:lnTo>
                  <a:lnTo>
                    <a:pt x="5828801" y="1668810"/>
                  </a:lnTo>
                  <a:lnTo>
                    <a:pt x="5827519" y="1668810"/>
                  </a:lnTo>
                  <a:lnTo>
                    <a:pt x="5826237" y="1668810"/>
                  </a:lnTo>
                  <a:lnTo>
                    <a:pt x="5824955" y="1668810"/>
                  </a:lnTo>
                  <a:lnTo>
                    <a:pt x="5823673" y="1668810"/>
                  </a:lnTo>
                  <a:lnTo>
                    <a:pt x="5822392" y="1668810"/>
                  </a:lnTo>
                  <a:lnTo>
                    <a:pt x="5821110" y="1668810"/>
                  </a:lnTo>
                  <a:lnTo>
                    <a:pt x="5819828" y="1668810"/>
                  </a:lnTo>
                  <a:lnTo>
                    <a:pt x="5818546" y="1668810"/>
                  </a:lnTo>
                  <a:lnTo>
                    <a:pt x="5817264" y="1668810"/>
                  </a:lnTo>
                  <a:lnTo>
                    <a:pt x="5815982" y="1668810"/>
                  </a:lnTo>
                  <a:lnTo>
                    <a:pt x="5814701" y="1668810"/>
                  </a:lnTo>
                  <a:lnTo>
                    <a:pt x="5813419" y="1668810"/>
                  </a:lnTo>
                  <a:lnTo>
                    <a:pt x="5812137" y="1668810"/>
                  </a:lnTo>
                  <a:lnTo>
                    <a:pt x="5810855" y="1668810"/>
                  </a:lnTo>
                  <a:lnTo>
                    <a:pt x="5809573" y="1668810"/>
                  </a:lnTo>
                  <a:lnTo>
                    <a:pt x="5808291" y="1668810"/>
                  </a:lnTo>
                  <a:lnTo>
                    <a:pt x="5807009" y="1668810"/>
                  </a:lnTo>
                  <a:lnTo>
                    <a:pt x="5805728" y="1668810"/>
                  </a:lnTo>
                  <a:lnTo>
                    <a:pt x="5804446" y="1668810"/>
                  </a:lnTo>
                  <a:lnTo>
                    <a:pt x="5803164" y="1668810"/>
                  </a:lnTo>
                  <a:lnTo>
                    <a:pt x="5801882" y="1668810"/>
                  </a:lnTo>
                  <a:lnTo>
                    <a:pt x="5800600" y="1668810"/>
                  </a:lnTo>
                  <a:lnTo>
                    <a:pt x="5799318" y="1668810"/>
                  </a:lnTo>
                  <a:lnTo>
                    <a:pt x="5798037" y="1668810"/>
                  </a:lnTo>
                  <a:lnTo>
                    <a:pt x="5796755" y="1668810"/>
                  </a:lnTo>
                  <a:lnTo>
                    <a:pt x="5795473" y="1668810"/>
                  </a:lnTo>
                  <a:lnTo>
                    <a:pt x="5794191" y="1668810"/>
                  </a:lnTo>
                  <a:lnTo>
                    <a:pt x="5792909" y="1668810"/>
                  </a:lnTo>
                  <a:lnTo>
                    <a:pt x="5791627" y="1668810"/>
                  </a:lnTo>
                  <a:lnTo>
                    <a:pt x="5790345" y="1668810"/>
                  </a:lnTo>
                  <a:lnTo>
                    <a:pt x="5789064" y="1668810"/>
                  </a:lnTo>
                  <a:lnTo>
                    <a:pt x="5787782" y="1668810"/>
                  </a:lnTo>
                  <a:lnTo>
                    <a:pt x="5786500" y="1668810"/>
                  </a:lnTo>
                  <a:lnTo>
                    <a:pt x="5785218" y="1668810"/>
                  </a:lnTo>
                  <a:lnTo>
                    <a:pt x="5783936" y="1668810"/>
                  </a:lnTo>
                  <a:lnTo>
                    <a:pt x="5782654" y="1668810"/>
                  </a:lnTo>
                  <a:lnTo>
                    <a:pt x="5781373" y="1668810"/>
                  </a:lnTo>
                  <a:lnTo>
                    <a:pt x="5780091" y="1668810"/>
                  </a:lnTo>
                  <a:lnTo>
                    <a:pt x="5778809" y="1668810"/>
                  </a:lnTo>
                  <a:lnTo>
                    <a:pt x="5777527" y="1668810"/>
                  </a:lnTo>
                  <a:lnTo>
                    <a:pt x="5776245" y="1668810"/>
                  </a:lnTo>
                  <a:lnTo>
                    <a:pt x="5774963" y="1668810"/>
                  </a:lnTo>
                  <a:lnTo>
                    <a:pt x="5773682" y="1668810"/>
                  </a:lnTo>
                  <a:lnTo>
                    <a:pt x="5772400" y="1668810"/>
                  </a:lnTo>
                  <a:lnTo>
                    <a:pt x="5771118" y="1668810"/>
                  </a:lnTo>
                  <a:lnTo>
                    <a:pt x="5769836" y="1668810"/>
                  </a:lnTo>
                  <a:lnTo>
                    <a:pt x="5768554" y="1668810"/>
                  </a:lnTo>
                  <a:lnTo>
                    <a:pt x="5767272" y="1668810"/>
                  </a:lnTo>
                  <a:lnTo>
                    <a:pt x="5765990" y="1668810"/>
                  </a:lnTo>
                  <a:lnTo>
                    <a:pt x="5764709" y="1668810"/>
                  </a:lnTo>
                  <a:lnTo>
                    <a:pt x="5763427" y="1668810"/>
                  </a:lnTo>
                  <a:lnTo>
                    <a:pt x="5762145" y="1668810"/>
                  </a:lnTo>
                  <a:lnTo>
                    <a:pt x="5760863" y="1668810"/>
                  </a:lnTo>
                  <a:lnTo>
                    <a:pt x="5759581" y="1668810"/>
                  </a:lnTo>
                  <a:lnTo>
                    <a:pt x="5758299" y="1668810"/>
                  </a:lnTo>
                  <a:lnTo>
                    <a:pt x="5757018" y="1668810"/>
                  </a:lnTo>
                  <a:lnTo>
                    <a:pt x="5755736" y="1668810"/>
                  </a:lnTo>
                  <a:lnTo>
                    <a:pt x="5754454" y="1668810"/>
                  </a:lnTo>
                  <a:lnTo>
                    <a:pt x="5753172" y="1668810"/>
                  </a:lnTo>
                  <a:lnTo>
                    <a:pt x="5751890" y="1668810"/>
                  </a:lnTo>
                  <a:lnTo>
                    <a:pt x="5750608" y="1668810"/>
                  </a:lnTo>
                  <a:lnTo>
                    <a:pt x="5749326" y="1668810"/>
                  </a:lnTo>
                  <a:lnTo>
                    <a:pt x="5748045" y="1668810"/>
                  </a:lnTo>
                  <a:lnTo>
                    <a:pt x="5746763" y="1668810"/>
                  </a:lnTo>
                  <a:lnTo>
                    <a:pt x="5745481" y="1668810"/>
                  </a:lnTo>
                  <a:lnTo>
                    <a:pt x="5744199" y="1668810"/>
                  </a:lnTo>
                  <a:lnTo>
                    <a:pt x="5742917" y="1668810"/>
                  </a:lnTo>
                  <a:lnTo>
                    <a:pt x="5741635" y="1668810"/>
                  </a:lnTo>
                  <a:lnTo>
                    <a:pt x="5740354" y="1668810"/>
                  </a:lnTo>
                  <a:lnTo>
                    <a:pt x="5739072" y="1668810"/>
                  </a:lnTo>
                  <a:lnTo>
                    <a:pt x="5737790" y="1668810"/>
                  </a:lnTo>
                  <a:lnTo>
                    <a:pt x="5736508" y="1668810"/>
                  </a:lnTo>
                  <a:lnTo>
                    <a:pt x="5735226" y="1668810"/>
                  </a:lnTo>
                  <a:lnTo>
                    <a:pt x="5733944" y="1668810"/>
                  </a:lnTo>
                  <a:lnTo>
                    <a:pt x="5732663" y="1668810"/>
                  </a:lnTo>
                  <a:lnTo>
                    <a:pt x="5731381" y="1668810"/>
                  </a:lnTo>
                  <a:lnTo>
                    <a:pt x="5730099" y="1668810"/>
                  </a:lnTo>
                  <a:lnTo>
                    <a:pt x="5728817" y="1668810"/>
                  </a:lnTo>
                  <a:lnTo>
                    <a:pt x="5727535" y="1668810"/>
                  </a:lnTo>
                  <a:lnTo>
                    <a:pt x="5726253" y="1668810"/>
                  </a:lnTo>
                  <a:lnTo>
                    <a:pt x="5724971" y="1668810"/>
                  </a:lnTo>
                  <a:lnTo>
                    <a:pt x="5723690" y="1668810"/>
                  </a:lnTo>
                  <a:lnTo>
                    <a:pt x="5722408" y="1668810"/>
                  </a:lnTo>
                  <a:lnTo>
                    <a:pt x="5721126" y="1668810"/>
                  </a:lnTo>
                  <a:lnTo>
                    <a:pt x="5719844" y="1668810"/>
                  </a:lnTo>
                  <a:lnTo>
                    <a:pt x="5718562" y="1668810"/>
                  </a:lnTo>
                  <a:lnTo>
                    <a:pt x="5717280" y="1668810"/>
                  </a:lnTo>
                  <a:lnTo>
                    <a:pt x="5715999" y="1668810"/>
                  </a:lnTo>
                  <a:lnTo>
                    <a:pt x="5714717" y="1668810"/>
                  </a:lnTo>
                  <a:lnTo>
                    <a:pt x="5713435" y="1668810"/>
                  </a:lnTo>
                  <a:lnTo>
                    <a:pt x="5712153" y="1668810"/>
                  </a:lnTo>
                  <a:lnTo>
                    <a:pt x="5710871" y="1668810"/>
                  </a:lnTo>
                  <a:lnTo>
                    <a:pt x="5709589" y="1668810"/>
                  </a:lnTo>
                  <a:lnTo>
                    <a:pt x="5708307" y="1668810"/>
                  </a:lnTo>
                  <a:lnTo>
                    <a:pt x="5707026" y="1668810"/>
                  </a:lnTo>
                  <a:lnTo>
                    <a:pt x="5705744" y="1668810"/>
                  </a:lnTo>
                  <a:lnTo>
                    <a:pt x="5704462" y="1668810"/>
                  </a:lnTo>
                  <a:lnTo>
                    <a:pt x="5703180" y="1668810"/>
                  </a:lnTo>
                  <a:lnTo>
                    <a:pt x="5701898" y="1668810"/>
                  </a:lnTo>
                  <a:lnTo>
                    <a:pt x="5700616" y="1668810"/>
                  </a:lnTo>
                  <a:lnTo>
                    <a:pt x="5699335" y="1668810"/>
                  </a:lnTo>
                  <a:lnTo>
                    <a:pt x="5698053" y="1668810"/>
                  </a:lnTo>
                  <a:lnTo>
                    <a:pt x="5696771" y="1668810"/>
                  </a:lnTo>
                  <a:lnTo>
                    <a:pt x="5695489" y="1668810"/>
                  </a:lnTo>
                  <a:lnTo>
                    <a:pt x="5694207" y="1668810"/>
                  </a:lnTo>
                  <a:lnTo>
                    <a:pt x="5692925" y="1668810"/>
                  </a:lnTo>
                  <a:lnTo>
                    <a:pt x="5691643" y="1668810"/>
                  </a:lnTo>
                  <a:lnTo>
                    <a:pt x="5690362" y="1668810"/>
                  </a:lnTo>
                  <a:lnTo>
                    <a:pt x="5689080" y="1668810"/>
                  </a:lnTo>
                  <a:lnTo>
                    <a:pt x="5687798" y="1668810"/>
                  </a:lnTo>
                  <a:lnTo>
                    <a:pt x="5686516" y="1668810"/>
                  </a:lnTo>
                  <a:lnTo>
                    <a:pt x="5685234" y="1668810"/>
                  </a:lnTo>
                  <a:lnTo>
                    <a:pt x="5683952" y="1668810"/>
                  </a:lnTo>
                  <a:lnTo>
                    <a:pt x="5682671" y="1668810"/>
                  </a:lnTo>
                  <a:lnTo>
                    <a:pt x="5681389" y="1668810"/>
                  </a:lnTo>
                  <a:lnTo>
                    <a:pt x="5680107" y="1668810"/>
                  </a:lnTo>
                  <a:lnTo>
                    <a:pt x="5678825" y="1668810"/>
                  </a:lnTo>
                  <a:lnTo>
                    <a:pt x="5677543" y="1668810"/>
                  </a:lnTo>
                  <a:lnTo>
                    <a:pt x="5676261" y="1668810"/>
                  </a:lnTo>
                  <a:lnTo>
                    <a:pt x="5674980" y="1668810"/>
                  </a:lnTo>
                  <a:lnTo>
                    <a:pt x="5673698" y="1668810"/>
                  </a:lnTo>
                  <a:lnTo>
                    <a:pt x="5672416" y="1668810"/>
                  </a:lnTo>
                  <a:lnTo>
                    <a:pt x="5671134" y="1668810"/>
                  </a:lnTo>
                  <a:lnTo>
                    <a:pt x="5669852" y="1668810"/>
                  </a:lnTo>
                  <a:lnTo>
                    <a:pt x="5668570" y="1668810"/>
                  </a:lnTo>
                  <a:lnTo>
                    <a:pt x="5667288" y="1668810"/>
                  </a:lnTo>
                  <a:lnTo>
                    <a:pt x="5666007" y="1668810"/>
                  </a:lnTo>
                  <a:lnTo>
                    <a:pt x="5664725" y="1668810"/>
                  </a:lnTo>
                  <a:lnTo>
                    <a:pt x="5663443" y="1668810"/>
                  </a:lnTo>
                  <a:lnTo>
                    <a:pt x="5662161" y="1668810"/>
                  </a:lnTo>
                  <a:lnTo>
                    <a:pt x="5660879" y="1668810"/>
                  </a:lnTo>
                  <a:lnTo>
                    <a:pt x="5659597" y="1668810"/>
                  </a:lnTo>
                  <a:lnTo>
                    <a:pt x="5658316" y="1668810"/>
                  </a:lnTo>
                  <a:lnTo>
                    <a:pt x="5657034" y="1668810"/>
                  </a:lnTo>
                  <a:lnTo>
                    <a:pt x="5655752" y="1668810"/>
                  </a:lnTo>
                  <a:lnTo>
                    <a:pt x="5654470" y="1668810"/>
                  </a:lnTo>
                  <a:lnTo>
                    <a:pt x="5653188" y="1668810"/>
                  </a:lnTo>
                  <a:lnTo>
                    <a:pt x="5651906" y="1668810"/>
                  </a:lnTo>
                  <a:lnTo>
                    <a:pt x="5650624" y="1668810"/>
                  </a:lnTo>
                  <a:lnTo>
                    <a:pt x="5649343" y="1668810"/>
                  </a:lnTo>
                  <a:lnTo>
                    <a:pt x="5648061" y="1668810"/>
                  </a:lnTo>
                  <a:lnTo>
                    <a:pt x="5646779" y="1668810"/>
                  </a:lnTo>
                  <a:lnTo>
                    <a:pt x="5645497" y="1668810"/>
                  </a:lnTo>
                  <a:lnTo>
                    <a:pt x="5644215" y="1668810"/>
                  </a:lnTo>
                  <a:lnTo>
                    <a:pt x="5642933" y="1668810"/>
                  </a:lnTo>
                  <a:lnTo>
                    <a:pt x="5641652" y="1668810"/>
                  </a:lnTo>
                  <a:lnTo>
                    <a:pt x="5640370" y="1668810"/>
                  </a:lnTo>
                  <a:lnTo>
                    <a:pt x="5639088" y="1668810"/>
                  </a:lnTo>
                  <a:lnTo>
                    <a:pt x="5637806" y="1668810"/>
                  </a:lnTo>
                  <a:lnTo>
                    <a:pt x="5636524" y="1668810"/>
                  </a:lnTo>
                  <a:lnTo>
                    <a:pt x="5635242" y="1668810"/>
                  </a:lnTo>
                  <a:lnTo>
                    <a:pt x="5633961" y="1668810"/>
                  </a:lnTo>
                  <a:lnTo>
                    <a:pt x="5632679" y="1668810"/>
                  </a:lnTo>
                  <a:lnTo>
                    <a:pt x="5631397" y="1668810"/>
                  </a:lnTo>
                  <a:lnTo>
                    <a:pt x="5630115" y="1668810"/>
                  </a:lnTo>
                  <a:lnTo>
                    <a:pt x="5628833" y="1668810"/>
                  </a:lnTo>
                  <a:lnTo>
                    <a:pt x="5627551" y="1668810"/>
                  </a:lnTo>
                  <a:lnTo>
                    <a:pt x="5626269" y="1668810"/>
                  </a:lnTo>
                  <a:lnTo>
                    <a:pt x="5624988" y="1668810"/>
                  </a:lnTo>
                  <a:lnTo>
                    <a:pt x="5623706" y="1668810"/>
                  </a:lnTo>
                  <a:lnTo>
                    <a:pt x="5622424" y="1668810"/>
                  </a:lnTo>
                  <a:lnTo>
                    <a:pt x="5621142" y="1668810"/>
                  </a:lnTo>
                  <a:lnTo>
                    <a:pt x="5619860" y="1668810"/>
                  </a:lnTo>
                  <a:lnTo>
                    <a:pt x="5618578" y="1668810"/>
                  </a:lnTo>
                  <a:lnTo>
                    <a:pt x="5617297" y="1668810"/>
                  </a:lnTo>
                  <a:lnTo>
                    <a:pt x="5616015" y="1668810"/>
                  </a:lnTo>
                  <a:lnTo>
                    <a:pt x="5614733" y="1668810"/>
                  </a:lnTo>
                  <a:lnTo>
                    <a:pt x="5613451" y="1668810"/>
                  </a:lnTo>
                  <a:lnTo>
                    <a:pt x="5612169" y="1668810"/>
                  </a:lnTo>
                  <a:lnTo>
                    <a:pt x="5610887" y="1668810"/>
                  </a:lnTo>
                  <a:lnTo>
                    <a:pt x="5609605" y="1668810"/>
                  </a:lnTo>
                  <a:lnTo>
                    <a:pt x="5608324" y="1668810"/>
                  </a:lnTo>
                  <a:lnTo>
                    <a:pt x="5607042" y="1668810"/>
                  </a:lnTo>
                  <a:lnTo>
                    <a:pt x="5605760" y="1668810"/>
                  </a:lnTo>
                  <a:lnTo>
                    <a:pt x="5604478" y="1668810"/>
                  </a:lnTo>
                  <a:lnTo>
                    <a:pt x="5603196" y="1668810"/>
                  </a:lnTo>
                  <a:lnTo>
                    <a:pt x="5601914" y="1668810"/>
                  </a:lnTo>
                  <a:lnTo>
                    <a:pt x="5600633" y="1668810"/>
                  </a:lnTo>
                  <a:lnTo>
                    <a:pt x="5599351" y="1668810"/>
                  </a:lnTo>
                  <a:lnTo>
                    <a:pt x="5598069" y="1668810"/>
                  </a:lnTo>
                  <a:lnTo>
                    <a:pt x="5596787" y="1668810"/>
                  </a:lnTo>
                  <a:lnTo>
                    <a:pt x="5595505" y="1668810"/>
                  </a:lnTo>
                  <a:lnTo>
                    <a:pt x="5594223" y="1668810"/>
                  </a:lnTo>
                  <a:lnTo>
                    <a:pt x="5592942" y="1668810"/>
                  </a:lnTo>
                  <a:lnTo>
                    <a:pt x="5591660" y="1668810"/>
                  </a:lnTo>
                  <a:lnTo>
                    <a:pt x="5590378" y="1668810"/>
                  </a:lnTo>
                  <a:lnTo>
                    <a:pt x="5589096" y="1668810"/>
                  </a:lnTo>
                  <a:lnTo>
                    <a:pt x="5587814" y="1668810"/>
                  </a:lnTo>
                  <a:lnTo>
                    <a:pt x="5586532" y="1668810"/>
                  </a:lnTo>
                  <a:lnTo>
                    <a:pt x="5585250" y="1668810"/>
                  </a:lnTo>
                  <a:lnTo>
                    <a:pt x="5583969" y="1668810"/>
                  </a:lnTo>
                  <a:lnTo>
                    <a:pt x="5582687" y="1668810"/>
                  </a:lnTo>
                  <a:lnTo>
                    <a:pt x="5581405" y="1668810"/>
                  </a:lnTo>
                  <a:lnTo>
                    <a:pt x="5580123" y="1668810"/>
                  </a:lnTo>
                  <a:lnTo>
                    <a:pt x="5578841" y="1668810"/>
                  </a:lnTo>
                  <a:lnTo>
                    <a:pt x="5577559" y="1668810"/>
                  </a:lnTo>
                  <a:lnTo>
                    <a:pt x="5576278" y="1668810"/>
                  </a:lnTo>
                  <a:lnTo>
                    <a:pt x="5574996" y="1668810"/>
                  </a:lnTo>
                  <a:lnTo>
                    <a:pt x="5573714" y="1668810"/>
                  </a:lnTo>
                  <a:lnTo>
                    <a:pt x="5572432" y="1668810"/>
                  </a:lnTo>
                  <a:lnTo>
                    <a:pt x="5571150" y="1668810"/>
                  </a:lnTo>
                  <a:lnTo>
                    <a:pt x="5569868" y="1668810"/>
                  </a:lnTo>
                  <a:lnTo>
                    <a:pt x="5568586" y="1668810"/>
                  </a:lnTo>
                  <a:lnTo>
                    <a:pt x="5567305" y="1668810"/>
                  </a:lnTo>
                  <a:lnTo>
                    <a:pt x="5566023" y="1668810"/>
                  </a:lnTo>
                  <a:lnTo>
                    <a:pt x="5564741" y="1668810"/>
                  </a:lnTo>
                  <a:lnTo>
                    <a:pt x="5563459" y="1668810"/>
                  </a:lnTo>
                  <a:lnTo>
                    <a:pt x="5562177" y="1668810"/>
                  </a:lnTo>
                  <a:lnTo>
                    <a:pt x="5560895" y="1668810"/>
                  </a:lnTo>
                  <a:lnTo>
                    <a:pt x="5559614" y="1668810"/>
                  </a:lnTo>
                  <a:lnTo>
                    <a:pt x="5558332" y="1668810"/>
                  </a:lnTo>
                  <a:lnTo>
                    <a:pt x="5557050" y="1668810"/>
                  </a:lnTo>
                  <a:lnTo>
                    <a:pt x="5555768" y="1668810"/>
                  </a:lnTo>
                  <a:lnTo>
                    <a:pt x="5554486" y="1668810"/>
                  </a:lnTo>
                  <a:lnTo>
                    <a:pt x="5553204" y="1668810"/>
                  </a:lnTo>
                  <a:lnTo>
                    <a:pt x="5551922" y="1668810"/>
                  </a:lnTo>
                  <a:lnTo>
                    <a:pt x="5550641" y="1668810"/>
                  </a:lnTo>
                  <a:lnTo>
                    <a:pt x="5549359" y="1668810"/>
                  </a:lnTo>
                  <a:lnTo>
                    <a:pt x="5548077" y="1668810"/>
                  </a:lnTo>
                  <a:lnTo>
                    <a:pt x="5546795" y="1668810"/>
                  </a:lnTo>
                  <a:lnTo>
                    <a:pt x="5545513" y="1668810"/>
                  </a:lnTo>
                  <a:lnTo>
                    <a:pt x="5544231" y="1668810"/>
                  </a:lnTo>
                  <a:lnTo>
                    <a:pt x="5542950" y="1668810"/>
                  </a:lnTo>
                  <a:lnTo>
                    <a:pt x="5541668" y="1668810"/>
                  </a:lnTo>
                  <a:lnTo>
                    <a:pt x="5540386" y="1668810"/>
                  </a:lnTo>
                  <a:lnTo>
                    <a:pt x="5539104" y="1668810"/>
                  </a:lnTo>
                  <a:lnTo>
                    <a:pt x="5537822" y="1668810"/>
                  </a:lnTo>
                  <a:lnTo>
                    <a:pt x="5536540" y="1668810"/>
                  </a:lnTo>
                  <a:lnTo>
                    <a:pt x="5535259" y="1668810"/>
                  </a:lnTo>
                  <a:lnTo>
                    <a:pt x="5533977" y="1668810"/>
                  </a:lnTo>
                  <a:lnTo>
                    <a:pt x="5532695" y="1668810"/>
                  </a:lnTo>
                  <a:lnTo>
                    <a:pt x="5531413" y="1668810"/>
                  </a:lnTo>
                  <a:lnTo>
                    <a:pt x="5530131" y="1668810"/>
                  </a:lnTo>
                  <a:lnTo>
                    <a:pt x="5528849" y="1668810"/>
                  </a:lnTo>
                  <a:lnTo>
                    <a:pt x="5527567" y="1668810"/>
                  </a:lnTo>
                  <a:lnTo>
                    <a:pt x="5526286" y="1668810"/>
                  </a:lnTo>
                  <a:lnTo>
                    <a:pt x="5525004" y="1668810"/>
                  </a:lnTo>
                  <a:lnTo>
                    <a:pt x="5523722" y="1668810"/>
                  </a:lnTo>
                  <a:lnTo>
                    <a:pt x="5522440" y="1668810"/>
                  </a:lnTo>
                  <a:lnTo>
                    <a:pt x="5521158" y="1668810"/>
                  </a:lnTo>
                  <a:lnTo>
                    <a:pt x="5519876" y="1668810"/>
                  </a:lnTo>
                  <a:lnTo>
                    <a:pt x="5518595" y="1668810"/>
                  </a:lnTo>
                  <a:lnTo>
                    <a:pt x="5517313" y="1668810"/>
                  </a:lnTo>
                  <a:lnTo>
                    <a:pt x="5516031" y="1668810"/>
                  </a:lnTo>
                  <a:lnTo>
                    <a:pt x="5514749" y="1668810"/>
                  </a:lnTo>
                  <a:lnTo>
                    <a:pt x="5513467" y="1668810"/>
                  </a:lnTo>
                  <a:lnTo>
                    <a:pt x="5512185" y="1668810"/>
                  </a:lnTo>
                  <a:lnTo>
                    <a:pt x="5510903" y="1668810"/>
                  </a:lnTo>
                  <a:lnTo>
                    <a:pt x="5509622" y="1668810"/>
                  </a:lnTo>
                  <a:lnTo>
                    <a:pt x="5508340" y="1668810"/>
                  </a:lnTo>
                  <a:lnTo>
                    <a:pt x="5507058" y="1668810"/>
                  </a:lnTo>
                  <a:lnTo>
                    <a:pt x="5505776" y="1668810"/>
                  </a:lnTo>
                  <a:lnTo>
                    <a:pt x="5504494" y="1668810"/>
                  </a:lnTo>
                  <a:lnTo>
                    <a:pt x="5503212" y="1668810"/>
                  </a:lnTo>
                  <a:lnTo>
                    <a:pt x="5501931" y="1668810"/>
                  </a:lnTo>
                  <a:lnTo>
                    <a:pt x="5500649" y="1668810"/>
                  </a:lnTo>
                  <a:lnTo>
                    <a:pt x="5499367" y="1668810"/>
                  </a:lnTo>
                  <a:lnTo>
                    <a:pt x="5498085" y="1668810"/>
                  </a:lnTo>
                  <a:lnTo>
                    <a:pt x="5496803" y="1668810"/>
                  </a:lnTo>
                  <a:lnTo>
                    <a:pt x="5495521" y="1668810"/>
                  </a:lnTo>
                  <a:lnTo>
                    <a:pt x="5494240" y="1668810"/>
                  </a:lnTo>
                  <a:lnTo>
                    <a:pt x="5492958" y="1668810"/>
                  </a:lnTo>
                  <a:lnTo>
                    <a:pt x="5491676" y="1668810"/>
                  </a:lnTo>
                  <a:lnTo>
                    <a:pt x="5490394" y="1668810"/>
                  </a:lnTo>
                  <a:lnTo>
                    <a:pt x="5489112" y="1668810"/>
                  </a:lnTo>
                  <a:lnTo>
                    <a:pt x="5487830" y="1668810"/>
                  </a:lnTo>
                  <a:lnTo>
                    <a:pt x="5486548" y="1668810"/>
                  </a:lnTo>
                  <a:lnTo>
                    <a:pt x="5485267" y="1668810"/>
                  </a:lnTo>
                  <a:lnTo>
                    <a:pt x="5483985" y="1668810"/>
                  </a:lnTo>
                  <a:lnTo>
                    <a:pt x="5482703" y="1668810"/>
                  </a:lnTo>
                  <a:lnTo>
                    <a:pt x="5481421" y="1668810"/>
                  </a:lnTo>
                  <a:lnTo>
                    <a:pt x="5480139" y="1668810"/>
                  </a:lnTo>
                  <a:lnTo>
                    <a:pt x="5478857" y="1668810"/>
                  </a:lnTo>
                  <a:lnTo>
                    <a:pt x="5477576" y="1668810"/>
                  </a:lnTo>
                  <a:lnTo>
                    <a:pt x="5476294" y="1668810"/>
                  </a:lnTo>
                  <a:lnTo>
                    <a:pt x="5475012" y="1668810"/>
                  </a:lnTo>
                  <a:lnTo>
                    <a:pt x="5473730" y="1668810"/>
                  </a:lnTo>
                  <a:lnTo>
                    <a:pt x="5472448" y="1668810"/>
                  </a:lnTo>
                  <a:lnTo>
                    <a:pt x="5471166" y="1668810"/>
                  </a:lnTo>
                  <a:lnTo>
                    <a:pt x="5469884" y="1668810"/>
                  </a:lnTo>
                  <a:lnTo>
                    <a:pt x="5468603" y="1668810"/>
                  </a:lnTo>
                  <a:lnTo>
                    <a:pt x="5467321" y="1668810"/>
                  </a:lnTo>
                  <a:lnTo>
                    <a:pt x="5466039" y="1668810"/>
                  </a:lnTo>
                  <a:lnTo>
                    <a:pt x="5464757" y="1668810"/>
                  </a:lnTo>
                  <a:lnTo>
                    <a:pt x="5463475" y="1668810"/>
                  </a:lnTo>
                  <a:lnTo>
                    <a:pt x="5462193" y="1668810"/>
                  </a:lnTo>
                  <a:lnTo>
                    <a:pt x="5460912" y="1668810"/>
                  </a:lnTo>
                  <a:lnTo>
                    <a:pt x="5459630" y="1668810"/>
                  </a:lnTo>
                  <a:lnTo>
                    <a:pt x="5458348" y="1668810"/>
                  </a:lnTo>
                  <a:lnTo>
                    <a:pt x="5457066" y="1668810"/>
                  </a:lnTo>
                  <a:lnTo>
                    <a:pt x="5455784" y="1668810"/>
                  </a:lnTo>
                  <a:lnTo>
                    <a:pt x="5454502" y="1668810"/>
                  </a:lnTo>
                  <a:lnTo>
                    <a:pt x="5453221" y="1668810"/>
                  </a:lnTo>
                  <a:lnTo>
                    <a:pt x="5451939" y="1668810"/>
                  </a:lnTo>
                  <a:lnTo>
                    <a:pt x="5450657" y="1668810"/>
                  </a:lnTo>
                  <a:lnTo>
                    <a:pt x="5449375" y="1668810"/>
                  </a:lnTo>
                  <a:lnTo>
                    <a:pt x="5448093" y="1668810"/>
                  </a:lnTo>
                  <a:lnTo>
                    <a:pt x="5446811" y="1668810"/>
                  </a:lnTo>
                  <a:lnTo>
                    <a:pt x="5445529" y="1668810"/>
                  </a:lnTo>
                  <a:lnTo>
                    <a:pt x="5444248" y="1668810"/>
                  </a:lnTo>
                  <a:lnTo>
                    <a:pt x="5442966" y="1668810"/>
                  </a:lnTo>
                  <a:lnTo>
                    <a:pt x="5441684" y="1668810"/>
                  </a:lnTo>
                  <a:lnTo>
                    <a:pt x="5440402" y="1668810"/>
                  </a:lnTo>
                  <a:lnTo>
                    <a:pt x="5439120" y="1668810"/>
                  </a:lnTo>
                  <a:lnTo>
                    <a:pt x="5437838" y="1668810"/>
                  </a:lnTo>
                  <a:lnTo>
                    <a:pt x="5436557" y="1668810"/>
                  </a:lnTo>
                  <a:lnTo>
                    <a:pt x="5435275" y="1668810"/>
                  </a:lnTo>
                  <a:lnTo>
                    <a:pt x="5433993" y="1668810"/>
                  </a:lnTo>
                  <a:lnTo>
                    <a:pt x="5432711" y="1668810"/>
                  </a:lnTo>
                  <a:lnTo>
                    <a:pt x="5431429" y="1668810"/>
                  </a:lnTo>
                  <a:lnTo>
                    <a:pt x="5430147" y="1668810"/>
                  </a:lnTo>
                  <a:lnTo>
                    <a:pt x="5428865" y="1668810"/>
                  </a:lnTo>
                  <a:lnTo>
                    <a:pt x="5427584" y="1668810"/>
                  </a:lnTo>
                  <a:lnTo>
                    <a:pt x="5426302" y="1668810"/>
                  </a:lnTo>
                  <a:lnTo>
                    <a:pt x="5425020" y="1668810"/>
                  </a:lnTo>
                  <a:lnTo>
                    <a:pt x="5423738" y="1668810"/>
                  </a:lnTo>
                  <a:lnTo>
                    <a:pt x="5422456" y="1668810"/>
                  </a:lnTo>
                  <a:lnTo>
                    <a:pt x="5421174" y="1668810"/>
                  </a:lnTo>
                  <a:lnTo>
                    <a:pt x="5419893" y="1668810"/>
                  </a:lnTo>
                  <a:lnTo>
                    <a:pt x="5418611" y="1668810"/>
                  </a:lnTo>
                  <a:lnTo>
                    <a:pt x="5417329" y="1668810"/>
                  </a:lnTo>
                  <a:lnTo>
                    <a:pt x="5416047" y="1668810"/>
                  </a:lnTo>
                  <a:lnTo>
                    <a:pt x="5414765" y="1668810"/>
                  </a:lnTo>
                  <a:lnTo>
                    <a:pt x="5413483" y="1668810"/>
                  </a:lnTo>
                  <a:lnTo>
                    <a:pt x="5412201" y="1668810"/>
                  </a:lnTo>
                  <a:lnTo>
                    <a:pt x="5410920" y="1668810"/>
                  </a:lnTo>
                  <a:lnTo>
                    <a:pt x="5409638" y="1668810"/>
                  </a:lnTo>
                  <a:lnTo>
                    <a:pt x="5408356" y="1668810"/>
                  </a:lnTo>
                  <a:lnTo>
                    <a:pt x="5407074" y="1668810"/>
                  </a:lnTo>
                  <a:lnTo>
                    <a:pt x="5405792" y="1668810"/>
                  </a:lnTo>
                  <a:lnTo>
                    <a:pt x="5404510" y="1668810"/>
                  </a:lnTo>
                  <a:lnTo>
                    <a:pt x="5403229" y="1668810"/>
                  </a:lnTo>
                  <a:lnTo>
                    <a:pt x="5401947" y="1668810"/>
                  </a:lnTo>
                  <a:lnTo>
                    <a:pt x="5400665" y="1668810"/>
                  </a:lnTo>
                  <a:lnTo>
                    <a:pt x="5399383" y="1668810"/>
                  </a:lnTo>
                  <a:lnTo>
                    <a:pt x="5398101" y="1668810"/>
                  </a:lnTo>
                  <a:lnTo>
                    <a:pt x="5396819" y="1668810"/>
                  </a:lnTo>
                  <a:lnTo>
                    <a:pt x="5395538" y="1668810"/>
                  </a:lnTo>
                  <a:lnTo>
                    <a:pt x="5394256" y="1668810"/>
                  </a:lnTo>
                  <a:lnTo>
                    <a:pt x="5392974" y="1668810"/>
                  </a:lnTo>
                  <a:lnTo>
                    <a:pt x="5391692" y="1668810"/>
                  </a:lnTo>
                  <a:lnTo>
                    <a:pt x="5390410" y="1668810"/>
                  </a:lnTo>
                  <a:lnTo>
                    <a:pt x="5389128" y="1668810"/>
                  </a:lnTo>
                  <a:lnTo>
                    <a:pt x="5387846" y="1668810"/>
                  </a:lnTo>
                  <a:lnTo>
                    <a:pt x="5386565" y="1668810"/>
                  </a:lnTo>
                  <a:lnTo>
                    <a:pt x="5385283" y="1668810"/>
                  </a:lnTo>
                  <a:lnTo>
                    <a:pt x="5384001" y="1668810"/>
                  </a:lnTo>
                  <a:lnTo>
                    <a:pt x="5382719" y="1668810"/>
                  </a:lnTo>
                  <a:lnTo>
                    <a:pt x="5381437" y="1668810"/>
                  </a:lnTo>
                  <a:lnTo>
                    <a:pt x="5380155" y="1668810"/>
                  </a:lnTo>
                  <a:lnTo>
                    <a:pt x="5378874" y="1668810"/>
                  </a:lnTo>
                  <a:lnTo>
                    <a:pt x="5377592" y="1668810"/>
                  </a:lnTo>
                  <a:lnTo>
                    <a:pt x="5376310" y="1668810"/>
                  </a:lnTo>
                  <a:lnTo>
                    <a:pt x="5375028" y="1668810"/>
                  </a:lnTo>
                  <a:lnTo>
                    <a:pt x="5373746" y="1668810"/>
                  </a:lnTo>
                  <a:lnTo>
                    <a:pt x="5372464" y="1668810"/>
                  </a:lnTo>
                  <a:lnTo>
                    <a:pt x="5371182" y="1668810"/>
                  </a:lnTo>
                  <a:lnTo>
                    <a:pt x="5369901" y="1668810"/>
                  </a:lnTo>
                  <a:lnTo>
                    <a:pt x="5368619" y="1668810"/>
                  </a:lnTo>
                  <a:lnTo>
                    <a:pt x="5367337" y="1668810"/>
                  </a:lnTo>
                  <a:lnTo>
                    <a:pt x="5366055" y="1668810"/>
                  </a:lnTo>
                  <a:lnTo>
                    <a:pt x="5364773" y="1668810"/>
                  </a:lnTo>
                  <a:lnTo>
                    <a:pt x="5363491" y="1668810"/>
                  </a:lnTo>
                  <a:lnTo>
                    <a:pt x="5362210" y="1668810"/>
                  </a:lnTo>
                  <a:lnTo>
                    <a:pt x="5360928" y="1668810"/>
                  </a:lnTo>
                  <a:lnTo>
                    <a:pt x="5359646" y="1668810"/>
                  </a:lnTo>
                  <a:lnTo>
                    <a:pt x="5358364" y="1668810"/>
                  </a:lnTo>
                  <a:lnTo>
                    <a:pt x="5357082" y="1668810"/>
                  </a:lnTo>
                  <a:lnTo>
                    <a:pt x="5355800" y="1668810"/>
                  </a:lnTo>
                  <a:lnTo>
                    <a:pt x="5354519" y="1668810"/>
                  </a:lnTo>
                  <a:lnTo>
                    <a:pt x="5353237" y="1668810"/>
                  </a:lnTo>
                  <a:lnTo>
                    <a:pt x="5351955" y="1668810"/>
                  </a:lnTo>
                  <a:lnTo>
                    <a:pt x="5350673" y="1668810"/>
                  </a:lnTo>
                  <a:lnTo>
                    <a:pt x="5349391" y="1668810"/>
                  </a:lnTo>
                  <a:lnTo>
                    <a:pt x="5348109" y="1668810"/>
                  </a:lnTo>
                  <a:lnTo>
                    <a:pt x="5346827" y="1668810"/>
                  </a:lnTo>
                  <a:lnTo>
                    <a:pt x="5345546" y="1668810"/>
                  </a:lnTo>
                  <a:lnTo>
                    <a:pt x="5344264" y="1668810"/>
                  </a:lnTo>
                  <a:lnTo>
                    <a:pt x="5342982" y="1668810"/>
                  </a:lnTo>
                  <a:lnTo>
                    <a:pt x="5341700" y="1668810"/>
                  </a:lnTo>
                  <a:lnTo>
                    <a:pt x="5340418" y="1668810"/>
                  </a:lnTo>
                  <a:lnTo>
                    <a:pt x="5339136" y="1668810"/>
                  </a:lnTo>
                  <a:lnTo>
                    <a:pt x="5337855" y="1668810"/>
                  </a:lnTo>
                  <a:lnTo>
                    <a:pt x="5336573" y="1668810"/>
                  </a:lnTo>
                  <a:lnTo>
                    <a:pt x="5335291" y="1668810"/>
                  </a:lnTo>
                  <a:lnTo>
                    <a:pt x="5334009" y="1668810"/>
                  </a:lnTo>
                  <a:lnTo>
                    <a:pt x="5332727" y="1668810"/>
                  </a:lnTo>
                  <a:lnTo>
                    <a:pt x="5331445" y="1668810"/>
                  </a:lnTo>
                  <a:lnTo>
                    <a:pt x="5330163" y="1668810"/>
                  </a:lnTo>
                  <a:lnTo>
                    <a:pt x="5328882" y="1668810"/>
                  </a:lnTo>
                  <a:lnTo>
                    <a:pt x="5327600" y="1668810"/>
                  </a:lnTo>
                  <a:lnTo>
                    <a:pt x="5326318" y="1668810"/>
                  </a:lnTo>
                  <a:lnTo>
                    <a:pt x="5325036" y="1668810"/>
                  </a:lnTo>
                  <a:lnTo>
                    <a:pt x="5323754" y="1668810"/>
                  </a:lnTo>
                  <a:lnTo>
                    <a:pt x="5322472" y="1668810"/>
                  </a:lnTo>
                  <a:lnTo>
                    <a:pt x="5321191" y="1668810"/>
                  </a:lnTo>
                  <a:lnTo>
                    <a:pt x="5319909" y="1668810"/>
                  </a:lnTo>
                  <a:lnTo>
                    <a:pt x="5318627" y="1668810"/>
                  </a:lnTo>
                  <a:lnTo>
                    <a:pt x="5317345" y="1668810"/>
                  </a:lnTo>
                  <a:lnTo>
                    <a:pt x="5316063" y="1668810"/>
                  </a:lnTo>
                  <a:lnTo>
                    <a:pt x="5314781" y="1668810"/>
                  </a:lnTo>
                  <a:lnTo>
                    <a:pt x="5313500" y="1668810"/>
                  </a:lnTo>
                  <a:lnTo>
                    <a:pt x="5312218" y="1668810"/>
                  </a:lnTo>
                  <a:lnTo>
                    <a:pt x="5310936" y="1668810"/>
                  </a:lnTo>
                  <a:lnTo>
                    <a:pt x="5309654" y="1668810"/>
                  </a:lnTo>
                  <a:lnTo>
                    <a:pt x="5308372" y="1668810"/>
                  </a:lnTo>
                  <a:lnTo>
                    <a:pt x="5307090" y="1668810"/>
                  </a:lnTo>
                  <a:lnTo>
                    <a:pt x="5305808" y="1668810"/>
                  </a:lnTo>
                  <a:lnTo>
                    <a:pt x="5304527" y="1668810"/>
                  </a:lnTo>
                  <a:lnTo>
                    <a:pt x="5303245" y="1668810"/>
                  </a:lnTo>
                  <a:lnTo>
                    <a:pt x="5301963" y="1668810"/>
                  </a:lnTo>
                  <a:lnTo>
                    <a:pt x="5300681" y="1668810"/>
                  </a:lnTo>
                  <a:lnTo>
                    <a:pt x="5299399" y="1668810"/>
                  </a:lnTo>
                  <a:lnTo>
                    <a:pt x="5298117" y="1668810"/>
                  </a:lnTo>
                  <a:lnTo>
                    <a:pt x="5296836" y="1668810"/>
                  </a:lnTo>
                  <a:lnTo>
                    <a:pt x="5295554" y="1668810"/>
                  </a:lnTo>
                  <a:lnTo>
                    <a:pt x="5294272" y="1668810"/>
                  </a:lnTo>
                  <a:lnTo>
                    <a:pt x="5292990" y="1668810"/>
                  </a:lnTo>
                  <a:lnTo>
                    <a:pt x="5291708" y="1668810"/>
                  </a:lnTo>
                  <a:lnTo>
                    <a:pt x="5290426" y="1668810"/>
                  </a:lnTo>
                  <a:lnTo>
                    <a:pt x="5289144" y="1668810"/>
                  </a:lnTo>
                  <a:lnTo>
                    <a:pt x="5287863" y="1668810"/>
                  </a:lnTo>
                  <a:lnTo>
                    <a:pt x="5286581" y="1668810"/>
                  </a:lnTo>
                  <a:lnTo>
                    <a:pt x="5285299" y="1668810"/>
                  </a:lnTo>
                  <a:lnTo>
                    <a:pt x="5284017" y="1668810"/>
                  </a:lnTo>
                  <a:lnTo>
                    <a:pt x="5282735" y="1668810"/>
                  </a:lnTo>
                  <a:lnTo>
                    <a:pt x="5281453" y="1668810"/>
                  </a:lnTo>
                  <a:lnTo>
                    <a:pt x="5280172" y="1668810"/>
                  </a:lnTo>
                  <a:lnTo>
                    <a:pt x="5278890" y="1668810"/>
                  </a:lnTo>
                  <a:lnTo>
                    <a:pt x="5277608" y="1668810"/>
                  </a:lnTo>
                  <a:lnTo>
                    <a:pt x="5276326" y="1668810"/>
                  </a:lnTo>
                  <a:lnTo>
                    <a:pt x="5275044" y="1668810"/>
                  </a:lnTo>
                  <a:lnTo>
                    <a:pt x="5273762" y="1668810"/>
                  </a:lnTo>
                  <a:lnTo>
                    <a:pt x="5272480" y="1668810"/>
                  </a:lnTo>
                  <a:lnTo>
                    <a:pt x="5271199" y="1668810"/>
                  </a:lnTo>
                  <a:lnTo>
                    <a:pt x="5269917" y="1668810"/>
                  </a:lnTo>
                  <a:lnTo>
                    <a:pt x="5268635" y="1668810"/>
                  </a:lnTo>
                  <a:lnTo>
                    <a:pt x="5267353" y="1668810"/>
                  </a:lnTo>
                  <a:lnTo>
                    <a:pt x="5266071" y="1668810"/>
                  </a:lnTo>
                  <a:lnTo>
                    <a:pt x="5264789" y="1668810"/>
                  </a:lnTo>
                  <a:lnTo>
                    <a:pt x="5263508" y="1668810"/>
                  </a:lnTo>
                  <a:lnTo>
                    <a:pt x="5262226" y="1668810"/>
                  </a:lnTo>
                  <a:lnTo>
                    <a:pt x="5260944" y="1668810"/>
                  </a:lnTo>
                  <a:lnTo>
                    <a:pt x="5259662" y="1668810"/>
                  </a:lnTo>
                  <a:lnTo>
                    <a:pt x="5258380" y="1668810"/>
                  </a:lnTo>
                  <a:lnTo>
                    <a:pt x="5257098" y="1668810"/>
                  </a:lnTo>
                  <a:lnTo>
                    <a:pt x="5255817" y="1668810"/>
                  </a:lnTo>
                  <a:lnTo>
                    <a:pt x="5254535" y="1668810"/>
                  </a:lnTo>
                  <a:lnTo>
                    <a:pt x="5253253" y="1668810"/>
                  </a:lnTo>
                  <a:lnTo>
                    <a:pt x="5251971" y="1668810"/>
                  </a:lnTo>
                  <a:lnTo>
                    <a:pt x="5250689" y="1668810"/>
                  </a:lnTo>
                  <a:lnTo>
                    <a:pt x="5249407" y="1668810"/>
                  </a:lnTo>
                  <a:lnTo>
                    <a:pt x="5248125" y="1668810"/>
                  </a:lnTo>
                  <a:lnTo>
                    <a:pt x="5246844" y="1668810"/>
                  </a:lnTo>
                  <a:lnTo>
                    <a:pt x="5245562" y="1668810"/>
                  </a:lnTo>
                  <a:lnTo>
                    <a:pt x="5244280" y="1668810"/>
                  </a:lnTo>
                  <a:lnTo>
                    <a:pt x="5242998" y="1668810"/>
                  </a:lnTo>
                  <a:lnTo>
                    <a:pt x="5241716" y="1668810"/>
                  </a:lnTo>
                  <a:lnTo>
                    <a:pt x="5240434" y="1668810"/>
                  </a:lnTo>
                  <a:lnTo>
                    <a:pt x="5239153" y="1668810"/>
                  </a:lnTo>
                  <a:lnTo>
                    <a:pt x="5237871" y="1668810"/>
                  </a:lnTo>
                  <a:lnTo>
                    <a:pt x="5236589" y="1668810"/>
                  </a:lnTo>
                  <a:lnTo>
                    <a:pt x="5235307" y="1668810"/>
                  </a:lnTo>
                  <a:lnTo>
                    <a:pt x="5234025" y="1668810"/>
                  </a:lnTo>
                  <a:lnTo>
                    <a:pt x="5232743" y="1668810"/>
                  </a:lnTo>
                  <a:lnTo>
                    <a:pt x="5231461" y="1668810"/>
                  </a:lnTo>
                  <a:lnTo>
                    <a:pt x="5230180" y="1668810"/>
                  </a:lnTo>
                  <a:lnTo>
                    <a:pt x="5228898" y="1668810"/>
                  </a:lnTo>
                  <a:lnTo>
                    <a:pt x="5227616" y="1668810"/>
                  </a:lnTo>
                  <a:lnTo>
                    <a:pt x="5226334" y="1668810"/>
                  </a:lnTo>
                  <a:lnTo>
                    <a:pt x="5225052" y="1668810"/>
                  </a:lnTo>
                  <a:lnTo>
                    <a:pt x="5223770" y="1668810"/>
                  </a:lnTo>
                  <a:lnTo>
                    <a:pt x="5222489" y="1668810"/>
                  </a:lnTo>
                  <a:lnTo>
                    <a:pt x="5221207" y="1668810"/>
                  </a:lnTo>
                  <a:lnTo>
                    <a:pt x="5219925" y="1668810"/>
                  </a:lnTo>
                  <a:lnTo>
                    <a:pt x="5218643" y="1668810"/>
                  </a:lnTo>
                  <a:lnTo>
                    <a:pt x="5217361" y="1668810"/>
                  </a:lnTo>
                  <a:lnTo>
                    <a:pt x="5216079" y="1668810"/>
                  </a:lnTo>
                  <a:lnTo>
                    <a:pt x="5214798" y="1668810"/>
                  </a:lnTo>
                  <a:lnTo>
                    <a:pt x="5213516" y="1668810"/>
                  </a:lnTo>
                  <a:lnTo>
                    <a:pt x="5212234" y="1668810"/>
                  </a:lnTo>
                  <a:lnTo>
                    <a:pt x="5210952" y="1668810"/>
                  </a:lnTo>
                  <a:lnTo>
                    <a:pt x="5209670" y="1668810"/>
                  </a:lnTo>
                  <a:lnTo>
                    <a:pt x="5208388" y="1668810"/>
                  </a:lnTo>
                  <a:lnTo>
                    <a:pt x="5207106" y="1668810"/>
                  </a:lnTo>
                  <a:lnTo>
                    <a:pt x="5205825" y="1668810"/>
                  </a:lnTo>
                  <a:lnTo>
                    <a:pt x="5204543" y="1668810"/>
                  </a:lnTo>
                  <a:lnTo>
                    <a:pt x="5203261" y="1668810"/>
                  </a:lnTo>
                  <a:lnTo>
                    <a:pt x="5201979" y="1668810"/>
                  </a:lnTo>
                  <a:lnTo>
                    <a:pt x="5200697" y="1668810"/>
                  </a:lnTo>
                  <a:lnTo>
                    <a:pt x="5199415" y="1668810"/>
                  </a:lnTo>
                  <a:lnTo>
                    <a:pt x="5198134" y="1668810"/>
                  </a:lnTo>
                  <a:lnTo>
                    <a:pt x="5196852" y="1668810"/>
                  </a:lnTo>
                  <a:lnTo>
                    <a:pt x="5195570" y="1668810"/>
                  </a:lnTo>
                  <a:lnTo>
                    <a:pt x="5194288" y="1668810"/>
                  </a:lnTo>
                  <a:lnTo>
                    <a:pt x="5193006" y="1668810"/>
                  </a:lnTo>
                  <a:lnTo>
                    <a:pt x="5191724" y="1668810"/>
                  </a:lnTo>
                  <a:lnTo>
                    <a:pt x="5190442" y="1668810"/>
                  </a:lnTo>
                  <a:lnTo>
                    <a:pt x="5189161" y="1668810"/>
                  </a:lnTo>
                  <a:lnTo>
                    <a:pt x="5187879" y="1668810"/>
                  </a:lnTo>
                  <a:lnTo>
                    <a:pt x="5186597" y="1668810"/>
                  </a:lnTo>
                  <a:lnTo>
                    <a:pt x="5185315" y="1668810"/>
                  </a:lnTo>
                  <a:lnTo>
                    <a:pt x="5184033" y="1668810"/>
                  </a:lnTo>
                  <a:lnTo>
                    <a:pt x="5182751" y="1668810"/>
                  </a:lnTo>
                  <a:lnTo>
                    <a:pt x="5181470" y="1668810"/>
                  </a:lnTo>
                  <a:lnTo>
                    <a:pt x="5180188" y="1668810"/>
                  </a:lnTo>
                  <a:lnTo>
                    <a:pt x="5178906" y="1668810"/>
                  </a:lnTo>
                  <a:lnTo>
                    <a:pt x="5177624" y="1668810"/>
                  </a:lnTo>
                  <a:lnTo>
                    <a:pt x="5176342" y="1668810"/>
                  </a:lnTo>
                  <a:lnTo>
                    <a:pt x="5175060" y="1668810"/>
                  </a:lnTo>
                  <a:lnTo>
                    <a:pt x="5173778" y="1668810"/>
                  </a:lnTo>
                  <a:lnTo>
                    <a:pt x="5172497" y="1668810"/>
                  </a:lnTo>
                  <a:lnTo>
                    <a:pt x="5171215" y="1668810"/>
                  </a:lnTo>
                  <a:lnTo>
                    <a:pt x="5169933" y="1668810"/>
                  </a:lnTo>
                  <a:lnTo>
                    <a:pt x="5168651" y="1668810"/>
                  </a:lnTo>
                  <a:lnTo>
                    <a:pt x="5167369" y="1668810"/>
                  </a:lnTo>
                  <a:lnTo>
                    <a:pt x="5166087" y="1668810"/>
                  </a:lnTo>
                  <a:lnTo>
                    <a:pt x="5164806" y="1668810"/>
                  </a:lnTo>
                  <a:lnTo>
                    <a:pt x="5163524" y="1668810"/>
                  </a:lnTo>
                  <a:lnTo>
                    <a:pt x="5162242" y="1668810"/>
                  </a:lnTo>
                  <a:lnTo>
                    <a:pt x="5160960" y="1668810"/>
                  </a:lnTo>
                  <a:lnTo>
                    <a:pt x="5159678" y="1668810"/>
                  </a:lnTo>
                  <a:lnTo>
                    <a:pt x="5158396" y="1668810"/>
                  </a:lnTo>
                  <a:lnTo>
                    <a:pt x="5157115" y="1668810"/>
                  </a:lnTo>
                  <a:lnTo>
                    <a:pt x="5155833" y="1668810"/>
                  </a:lnTo>
                  <a:lnTo>
                    <a:pt x="5154551" y="1668810"/>
                  </a:lnTo>
                  <a:lnTo>
                    <a:pt x="5153269" y="1668810"/>
                  </a:lnTo>
                  <a:lnTo>
                    <a:pt x="5151987" y="1668810"/>
                  </a:lnTo>
                  <a:lnTo>
                    <a:pt x="5150705" y="1668810"/>
                  </a:lnTo>
                  <a:lnTo>
                    <a:pt x="5149423" y="1668810"/>
                  </a:lnTo>
                  <a:lnTo>
                    <a:pt x="5148142" y="1668810"/>
                  </a:lnTo>
                  <a:lnTo>
                    <a:pt x="5146860" y="1668810"/>
                  </a:lnTo>
                  <a:lnTo>
                    <a:pt x="5145578" y="1668810"/>
                  </a:lnTo>
                  <a:lnTo>
                    <a:pt x="5144296" y="1668810"/>
                  </a:lnTo>
                  <a:lnTo>
                    <a:pt x="5143014" y="1668810"/>
                  </a:lnTo>
                  <a:lnTo>
                    <a:pt x="5141732" y="1668810"/>
                  </a:lnTo>
                  <a:lnTo>
                    <a:pt x="5140451" y="1668810"/>
                  </a:lnTo>
                  <a:lnTo>
                    <a:pt x="5139169" y="1668810"/>
                  </a:lnTo>
                  <a:lnTo>
                    <a:pt x="5137887" y="1668810"/>
                  </a:lnTo>
                  <a:lnTo>
                    <a:pt x="5136605" y="1668810"/>
                  </a:lnTo>
                  <a:lnTo>
                    <a:pt x="5135323" y="1668810"/>
                  </a:lnTo>
                  <a:lnTo>
                    <a:pt x="5134041" y="1668810"/>
                  </a:lnTo>
                  <a:lnTo>
                    <a:pt x="5132759" y="1668810"/>
                  </a:lnTo>
                  <a:lnTo>
                    <a:pt x="5131478" y="1668810"/>
                  </a:lnTo>
                  <a:lnTo>
                    <a:pt x="5130196" y="1668810"/>
                  </a:lnTo>
                  <a:lnTo>
                    <a:pt x="5128914" y="1668810"/>
                  </a:lnTo>
                  <a:lnTo>
                    <a:pt x="5127632" y="1668810"/>
                  </a:lnTo>
                  <a:lnTo>
                    <a:pt x="5126350" y="1668810"/>
                  </a:lnTo>
                  <a:lnTo>
                    <a:pt x="5125068" y="1668810"/>
                  </a:lnTo>
                  <a:lnTo>
                    <a:pt x="5123787" y="1668810"/>
                  </a:lnTo>
                  <a:lnTo>
                    <a:pt x="5122505" y="1668810"/>
                  </a:lnTo>
                  <a:lnTo>
                    <a:pt x="5121223" y="1668810"/>
                  </a:lnTo>
                  <a:lnTo>
                    <a:pt x="5119941" y="1668810"/>
                  </a:lnTo>
                  <a:lnTo>
                    <a:pt x="5118659" y="1668810"/>
                  </a:lnTo>
                  <a:lnTo>
                    <a:pt x="5117377" y="1668810"/>
                  </a:lnTo>
                  <a:lnTo>
                    <a:pt x="5116096" y="1668810"/>
                  </a:lnTo>
                  <a:lnTo>
                    <a:pt x="5114814" y="1668810"/>
                  </a:lnTo>
                  <a:lnTo>
                    <a:pt x="5113532" y="1668810"/>
                  </a:lnTo>
                  <a:lnTo>
                    <a:pt x="5112250" y="1668810"/>
                  </a:lnTo>
                  <a:lnTo>
                    <a:pt x="5110968" y="1668810"/>
                  </a:lnTo>
                  <a:lnTo>
                    <a:pt x="5109686" y="1668810"/>
                  </a:lnTo>
                  <a:lnTo>
                    <a:pt x="5108404" y="1668810"/>
                  </a:lnTo>
                  <a:lnTo>
                    <a:pt x="5107123" y="1668810"/>
                  </a:lnTo>
                  <a:lnTo>
                    <a:pt x="5105841" y="1668810"/>
                  </a:lnTo>
                  <a:lnTo>
                    <a:pt x="5104559" y="1668810"/>
                  </a:lnTo>
                  <a:lnTo>
                    <a:pt x="5103277" y="1668810"/>
                  </a:lnTo>
                  <a:lnTo>
                    <a:pt x="5101995" y="1668810"/>
                  </a:lnTo>
                  <a:lnTo>
                    <a:pt x="5100713" y="1668810"/>
                  </a:lnTo>
                  <a:lnTo>
                    <a:pt x="5099432" y="1668810"/>
                  </a:lnTo>
                  <a:lnTo>
                    <a:pt x="5098150" y="1668810"/>
                  </a:lnTo>
                  <a:lnTo>
                    <a:pt x="5096868" y="1668810"/>
                  </a:lnTo>
                  <a:lnTo>
                    <a:pt x="5095586" y="1668810"/>
                  </a:lnTo>
                  <a:lnTo>
                    <a:pt x="5094304" y="1668810"/>
                  </a:lnTo>
                  <a:lnTo>
                    <a:pt x="5093022" y="1668810"/>
                  </a:lnTo>
                  <a:lnTo>
                    <a:pt x="5091740" y="1668810"/>
                  </a:lnTo>
                  <a:lnTo>
                    <a:pt x="5090459" y="1668810"/>
                  </a:lnTo>
                  <a:lnTo>
                    <a:pt x="5089177" y="1668810"/>
                  </a:lnTo>
                  <a:lnTo>
                    <a:pt x="5087895" y="1668810"/>
                  </a:lnTo>
                  <a:lnTo>
                    <a:pt x="5086613" y="1668810"/>
                  </a:lnTo>
                  <a:lnTo>
                    <a:pt x="5085331" y="1668810"/>
                  </a:lnTo>
                  <a:lnTo>
                    <a:pt x="5084049" y="1668810"/>
                  </a:lnTo>
                  <a:lnTo>
                    <a:pt x="5082768" y="1668810"/>
                  </a:lnTo>
                  <a:lnTo>
                    <a:pt x="5081486" y="1668810"/>
                  </a:lnTo>
                  <a:lnTo>
                    <a:pt x="5080204" y="1668810"/>
                  </a:lnTo>
                  <a:lnTo>
                    <a:pt x="5078922" y="1668810"/>
                  </a:lnTo>
                  <a:lnTo>
                    <a:pt x="5077640" y="1668810"/>
                  </a:lnTo>
                  <a:lnTo>
                    <a:pt x="5076358" y="1668810"/>
                  </a:lnTo>
                  <a:lnTo>
                    <a:pt x="5075077" y="1668810"/>
                  </a:lnTo>
                  <a:lnTo>
                    <a:pt x="5073795" y="1668810"/>
                  </a:lnTo>
                  <a:lnTo>
                    <a:pt x="5072513" y="1668810"/>
                  </a:lnTo>
                  <a:lnTo>
                    <a:pt x="5071231" y="1668810"/>
                  </a:lnTo>
                  <a:lnTo>
                    <a:pt x="5069949" y="1668810"/>
                  </a:lnTo>
                  <a:lnTo>
                    <a:pt x="5068667" y="1668810"/>
                  </a:lnTo>
                  <a:lnTo>
                    <a:pt x="5067385" y="1668810"/>
                  </a:lnTo>
                  <a:lnTo>
                    <a:pt x="5066104" y="1668810"/>
                  </a:lnTo>
                  <a:lnTo>
                    <a:pt x="5064822" y="1668810"/>
                  </a:lnTo>
                  <a:lnTo>
                    <a:pt x="5063540" y="1668810"/>
                  </a:lnTo>
                  <a:lnTo>
                    <a:pt x="5062258" y="1668810"/>
                  </a:lnTo>
                  <a:lnTo>
                    <a:pt x="5060976" y="1668810"/>
                  </a:lnTo>
                  <a:lnTo>
                    <a:pt x="5059694" y="1668810"/>
                  </a:lnTo>
                  <a:lnTo>
                    <a:pt x="5058413" y="1668810"/>
                  </a:lnTo>
                  <a:lnTo>
                    <a:pt x="5057131" y="1668810"/>
                  </a:lnTo>
                  <a:lnTo>
                    <a:pt x="5055849" y="1668810"/>
                  </a:lnTo>
                  <a:lnTo>
                    <a:pt x="5054567" y="1668810"/>
                  </a:lnTo>
                  <a:lnTo>
                    <a:pt x="5053285" y="1668810"/>
                  </a:lnTo>
                  <a:lnTo>
                    <a:pt x="5052003" y="1668810"/>
                  </a:lnTo>
                  <a:lnTo>
                    <a:pt x="5050721" y="1668810"/>
                  </a:lnTo>
                  <a:lnTo>
                    <a:pt x="5049440" y="1668810"/>
                  </a:lnTo>
                  <a:lnTo>
                    <a:pt x="5048158" y="1668810"/>
                  </a:lnTo>
                  <a:lnTo>
                    <a:pt x="5046876" y="1668810"/>
                  </a:lnTo>
                  <a:lnTo>
                    <a:pt x="5045594" y="1668810"/>
                  </a:lnTo>
                  <a:lnTo>
                    <a:pt x="5044312" y="1668810"/>
                  </a:lnTo>
                  <a:lnTo>
                    <a:pt x="5043030" y="1668810"/>
                  </a:lnTo>
                  <a:lnTo>
                    <a:pt x="5041749" y="1668810"/>
                  </a:lnTo>
                  <a:lnTo>
                    <a:pt x="5040467" y="1668810"/>
                  </a:lnTo>
                  <a:lnTo>
                    <a:pt x="5039185" y="1668810"/>
                  </a:lnTo>
                  <a:lnTo>
                    <a:pt x="5037903" y="1668810"/>
                  </a:lnTo>
                  <a:lnTo>
                    <a:pt x="5036621" y="1668810"/>
                  </a:lnTo>
                  <a:lnTo>
                    <a:pt x="5035339" y="1668810"/>
                  </a:lnTo>
                  <a:lnTo>
                    <a:pt x="5034057" y="1668810"/>
                  </a:lnTo>
                  <a:lnTo>
                    <a:pt x="5032776" y="1668810"/>
                  </a:lnTo>
                  <a:lnTo>
                    <a:pt x="5031494" y="1668810"/>
                  </a:lnTo>
                  <a:lnTo>
                    <a:pt x="5030212" y="1668810"/>
                  </a:lnTo>
                  <a:lnTo>
                    <a:pt x="5028930" y="1668810"/>
                  </a:lnTo>
                  <a:lnTo>
                    <a:pt x="5027648" y="1668810"/>
                  </a:lnTo>
                  <a:lnTo>
                    <a:pt x="5026366" y="1668810"/>
                  </a:lnTo>
                  <a:lnTo>
                    <a:pt x="5025085" y="1668810"/>
                  </a:lnTo>
                  <a:lnTo>
                    <a:pt x="5023803" y="1668810"/>
                  </a:lnTo>
                  <a:lnTo>
                    <a:pt x="5022521" y="1668810"/>
                  </a:lnTo>
                  <a:lnTo>
                    <a:pt x="5021239" y="1668810"/>
                  </a:lnTo>
                  <a:lnTo>
                    <a:pt x="5019957" y="1668810"/>
                  </a:lnTo>
                  <a:lnTo>
                    <a:pt x="5018675" y="1668810"/>
                  </a:lnTo>
                  <a:lnTo>
                    <a:pt x="5017394" y="1668810"/>
                  </a:lnTo>
                  <a:lnTo>
                    <a:pt x="5016112" y="1668810"/>
                  </a:lnTo>
                  <a:lnTo>
                    <a:pt x="5014830" y="1668810"/>
                  </a:lnTo>
                  <a:lnTo>
                    <a:pt x="5013548" y="1668810"/>
                  </a:lnTo>
                  <a:lnTo>
                    <a:pt x="5012266" y="1668810"/>
                  </a:lnTo>
                  <a:lnTo>
                    <a:pt x="5010984" y="1668810"/>
                  </a:lnTo>
                  <a:lnTo>
                    <a:pt x="5009702" y="1668810"/>
                  </a:lnTo>
                  <a:lnTo>
                    <a:pt x="5008421" y="1668810"/>
                  </a:lnTo>
                  <a:lnTo>
                    <a:pt x="5007139" y="1668810"/>
                  </a:lnTo>
                  <a:lnTo>
                    <a:pt x="5005857" y="1668810"/>
                  </a:lnTo>
                  <a:lnTo>
                    <a:pt x="5004575" y="1668810"/>
                  </a:lnTo>
                  <a:lnTo>
                    <a:pt x="5003293" y="1668810"/>
                  </a:lnTo>
                  <a:lnTo>
                    <a:pt x="5002011" y="1668810"/>
                  </a:lnTo>
                  <a:lnTo>
                    <a:pt x="5000730" y="1668810"/>
                  </a:lnTo>
                  <a:lnTo>
                    <a:pt x="4999448" y="1668810"/>
                  </a:lnTo>
                  <a:lnTo>
                    <a:pt x="4998166" y="1668810"/>
                  </a:lnTo>
                  <a:lnTo>
                    <a:pt x="4996884" y="1668810"/>
                  </a:lnTo>
                  <a:lnTo>
                    <a:pt x="4995602" y="1668810"/>
                  </a:lnTo>
                  <a:lnTo>
                    <a:pt x="4994320" y="1668810"/>
                  </a:lnTo>
                  <a:lnTo>
                    <a:pt x="4993038" y="1668810"/>
                  </a:lnTo>
                  <a:lnTo>
                    <a:pt x="4991757" y="1668810"/>
                  </a:lnTo>
                  <a:lnTo>
                    <a:pt x="4990475" y="1668810"/>
                  </a:lnTo>
                  <a:lnTo>
                    <a:pt x="4989193" y="1668810"/>
                  </a:lnTo>
                  <a:lnTo>
                    <a:pt x="4987911" y="1668810"/>
                  </a:lnTo>
                  <a:lnTo>
                    <a:pt x="4986629" y="1668810"/>
                  </a:lnTo>
                  <a:lnTo>
                    <a:pt x="4985347" y="1668810"/>
                  </a:lnTo>
                  <a:lnTo>
                    <a:pt x="4984066" y="1668810"/>
                  </a:lnTo>
                  <a:lnTo>
                    <a:pt x="4982784" y="1668810"/>
                  </a:lnTo>
                  <a:lnTo>
                    <a:pt x="4981502" y="1668810"/>
                  </a:lnTo>
                  <a:lnTo>
                    <a:pt x="4980220" y="1668810"/>
                  </a:lnTo>
                  <a:lnTo>
                    <a:pt x="4978938" y="1668810"/>
                  </a:lnTo>
                  <a:lnTo>
                    <a:pt x="4977656" y="1668810"/>
                  </a:lnTo>
                  <a:lnTo>
                    <a:pt x="4976375" y="1668810"/>
                  </a:lnTo>
                  <a:lnTo>
                    <a:pt x="4975093" y="1668810"/>
                  </a:lnTo>
                  <a:lnTo>
                    <a:pt x="4973811" y="1668810"/>
                  </a:lnTo>
                  <a:lnTo>
                    <a:pt x="4972529" y="1668810"/>
                  </a:lnTo>
                  <a:lnTo>
                    <a:pt x="4971247" y="1668810"/>
                  </a:lnTo>
                  <a:lnTo>
                    <a:pt x="4969965" y="1668810"/>
                  </a:lnTo>
                  <a:lnTo>
                    <a:pt x="4968683" y="1668810"/>
                  </a:lnTo>
                  <a:lnTo>
                    <a:pt x="4967402" y="1668810"/>
                  </a:lnTo>
                  <a:lnTo>
                    <a:pt x="4966120" y="1668810"/>
                  </a:lnTo>
                  <a:lnTo>
                    <a:pt x="4964838" y="1668810"/>
                  </a:lnTo>
                  <a:lnTo>
                    <a:pt x="4963556" y="1668810"/>
                  </a:lnTo>
                  <a:lnTo>
                    <a:pt x="4962274" y="1668810"/>
                  </a:lnTo>
                  <a:lnTo>
                    <a:pt x="4960992" y="1668810"/>
                  </a:lnTo>
                  <a:lnTo>
                    <a:pt x="4959711" y="1668810"/>
                  </a:lnTo>
                  <a:lnTo>
                    <a:pt x="4958429" y="1668810"/>
                  </a:lnTo>
                  <a:lnTo>
                    <a:pt x="4957147" y="1668810"/>
                  </a:lnTo>
                  <a:lnTo>
                    <a:pt x="4955865" y="1668810"/>
                  </a:lnTo>
                  <a:lnTo>
                    <a:pt x="4954583" y="1668810"/>
                  </a:lnTo>
                  <a:lnTo>
                    <a:pt x="4953301" y="1668810"/>
                  </a:lnTo>
                  <a:lnTo>
                    <a:pt x="4952019" y="1668810"/>
                  </a:lnTo>
                  <a:lnTo>
                    <a:pt x="4950738" y="1668810"/>
                  </a:lnTo>
                  <a:lnTo>
                    <a:pt x="4949456" y="1668810"/>
                  </a:lnTo>
                  <a:lnTo>
                    <a:pt x="4948174" y="1668810"/>
                  </a:lnTo>
                  <a:lnTo>
                    <a:pt x="4946892" y="1668810"/>
                  </a:lnTo>
                  <a:lnTo>
                    <a:pt x="4945610" y="1668810"/>
                  </a:lnTo>
                  <a:lnTo>
                    <a:pt x="4944328" y="1668810"/>
                  </a:lnTo>
                  <a:lnTo>
                    <a:pt x="4943047" y="1668810"/>
                  </a:lnTo>
                  <a:lnTo>
                    <a:pt x="4941765" y="1668810"/>
                  </a:lnTo>
                  <a:lnTo>
                    <a:pt x="4940483" y="1668810"/>
                  </a:lnTo>
                  <a:lnTo>
                    <a:pt x="4939201" y="1668810"/>
                  </a:lnTo>
                  <a:lnTo>
                    <a:pt x="4937919" y="1668810"/>
                  </a:lnTo>
                  <a:lnTo>
                    <a:pt x="4936637" y="1668810"/>
                  </a:lnTo>
                  <a:lnTo>
                    <a:pt x="4935356" y="1668810"/>
                  </a:lnTo>
                  <a:lnTo>
                    <a:pt x="4934074" y="1668810"/>
                  </a:lnTo>
                  <a:lnTo>
                    <a:pt x="4932792" y="1668810"/>
                  </a:lnTo>
                  <a:lnTo>
                    <a:pt x="4931510" y="1668810"/>
                  </a:lnTo>
                  <a:lnTo>
                    <a:pt x="4930228" y="1668810"/>
                  </a:lnTo>
                  <a:lnTo>
                    <a:pt x="4928946" y="1668810"/>
                  </a:lnTo>
                  <a:lnTo>
                    <a:pt x="4927664" y="1668810"/>
                  </a:lnTo>
                  <a:lnTo>
                    <a:pt x="4926383" y="1668810"/>
                  </a:lnTo>
                  <a:lnTo>
                    <a:pt x="4925101" y="1668810"/>
                  </a:lnTo>
                  <a:lnTo>
                    <a:pt x="4923819" y="1668810"/>
                  </a:lnTo>
                  <a:lnTo>
                    <a:pt x="4922537" y="1668810"/>
                  </a:lnTo>
                  <a:lnTo>
                    <a:pt x="4921255" y="1668810"/>
                  </a:lnTo>
                  <a:lnTo>
                    <a:pt x="4919973" y="1668810"/>
                  </a:lnTo>
                  <a:lnTo>
                    <a:pt x="4918692" y="1668810"/>
                  </a:lnTo>
                  <a:lnTo>
                    <a:pt x="4917410" y="1668810"/>
                  </a:lnTo>
                  <a:lnTo>
                    <a:pt x="4916128" y="1668810"/>
                  </a:lnTo>
                  <a:lnTo>
                    <a:pt x="4914846" y="1668810"/>
                  </a:lnTo>
                  <a:lnTo>
                    <a:pt x="4913564" y="1668810"/>
                  </a:lnTo>
                  <a:lnTo>
                    <a:pt x="4912282" y="1668810"/>
                  </a:lnTo>
                  <a:lnTo>
                    <a:pt x="4911000" y="1668810"/>
                  </a:lnTo>
                  <a:lnTo>
                    <a:pt x="4909719" y="1668810"/>
                  </a:lnTo>
                  <a:lnTo>
                    <a:pt x="4908437" y="1668810"/>
                  </a:lnTo>
                  <a:lnTo>
                    <a:pt x="4907155" y="1668810"/>
                  </a:lnTo>
                  <a:lnTo>
                    <a:pt x="4905873" y="1668810"/>
                  </a:lnTo>
                  <a:lnTo>
                    <a:pt x="4904591" y="1668810"/>
                  </a:lnTo>
                  <a:lnTo>
                    <a:pt x="4903309" y="1668810"/>
                  </a:lnTo>
                  <a:lnTo>
                    <a:pt x="4902028" y="1668810"/>
                  </a:lnTo>
                  <a:lnTo>
                    <a:pt x="4900746" y="1668810"/>
                  </a:lnTo>
                  <a:lnTo>
                    <a:pt x="4899464" y="1668810"/>
                  </a:lnTo>
                  <a:lnTo>
                    <a:pt x="4898182" y="1668810"/>
                  </a:lnTo>
                  <a:lnTo>
                    <a:pt x="4896900" y="1668810"/>
                  </a:lnTo>
                  <a:lnTo>
                    <a:pt x="4895618" y="1668810"/>
                  </a:lnTo>
                  <a:lnTo>
                    <a:pt x="4894336" y="1668810"/>
                  </a:lnTo>
                  <a:lnTo>
                    <a:pt x="4893055" y="1668810"/>
                  </a:lnTo>
                  <a:lnTo>
                    <a:pt x="4891773" y="1668810"/>
                  </a:lnTo>
                  <a:lnTo>
                    <a:pt x="4890491" y="1668810"/>
                  </a:lnTo>
                  <a:lnTo>
                    <a:pt x="4889209" y="1668810"/>
                  </a:lnTo>
                  <a:lnTo>
                    <a:pt x="4887927" y="1668810"/>
                  </a:lnTo>
                  <a:lnTo>
                    <a:pt x="4886645" y="1668810"/>
                  </a:lnTo>
                  <a:lnTo>
                    <a:pt x="4885364" y="1668810"/>
                  </a:lnTo>
                  <a:lnTo>
                    <a:pt x="4884082" y="1668810"/>
                  </a:lnTo>
                  <a:lnTo>
                    <a:pt x="4882800" y="1668810"/>
                  </a:lnTo>
                  <a:lnTo>
                    <a:pt x="4881518" y="1668810"/>
                  </a:lnTo>
                  <a:lnTo>
                    <a:pt x="4880236" y="1668810"/>
                  </a:lnTo>
                  <a:lnTo>
                    <a:pt x="4878954" y="1668810"/>
                  </a:lnTo>
                  <a:lnTo>
                    <a:pt x="4877673" y="1668810"/>
                  </a:lnTo>
                  <a:lnTo>
                    <a:pt x="4876391" y="1668810"/>
                  </a:lnTo>
                  <a:lnTo>
                    <a:pt x="4875109" y="1668810"/>
                  </a:lnTo>
                  <a:lnTo>
                    <a:pt x="4873827" y="1668810"/>
                  </a:lnTo>
                  <a:lnTo>
                    <a:pt x="4872545" y="1668810"/>
                  </a:lnTo>
                  <a:lnTo>
                    <a:pt x="4871263" y="1668810"/>
                  </a:lnTo>
                  <a:lnTo>
                    <a:pt x="4869981" y="1668810"/>
                  </a:lnTo>
                  <a:lnTo>
                    <a:pt x="4868700" y="1668810"/>
                  </a:lnTo>
                  <a:lnTo>
                    <a:pt x="4867418" y="1668810"/>
                  </a:lnTo>
                  <a:lnTo>
                    <a:pt x="4866136" y="1668810"/>
                  </a:lnTo>
                  <a:lnTo>
                    <a:pt x="4864854" y="1668810"/>
                  </a:lnTo>
                  <a:lnTo>
                    <a:pt x="4863572" y="1668810"/>
                  </a:lnTo>
                  <a:lnTo>
                    <a:pt x="4862290" y="1668810"/>
                  </a:lnTo>
                  <a:lnTo>
                    <a:pt x="4861009" y="1668810"/>
                  </a:lnTo>
                  <a:lnTo>
                    <a:pt x="4859727" y="1668810"/>
                  </a:lnTo>
                  <a:lnTo>
                    <a:pt x="4858445" y="1668810"/>
                  </a:lnTo>
                  <a:lnTo>
                    <a:pt x="4857163" y="1668810"/>
                  </a:lnTo>
                  <a:lnTo>
                    <a:pt x="4855881" y="1668810"/>
                  </a:lnTo>
                  <a:lnTo>
                    <a:pt x="4854599" y="1668810"/>
                  </a:lnTo>
                  <a:lnTo>
                    <a:pt x="4853317" y="1668810"/>
                  </a:lnTo>
                  <a:lnTo>
                    <a:pt x="4852036" y="1668810"/>
                  </a:lnTo>
                  <a:lnTo>
                    <a:pt x="4850754" y="1668810"/>
                  </a:lnTo>
                  <a:lnTo>
                    <a:pt x="4849472" y="1668810"/>
                  </a:lnTo>
                  <a:lnTo>
                    <a:pt x="4848190" y="1668810"/>
                  </a:lnTo>
                  <a:lnTo>
                    <a:pt x="4846908" y="1668810"/>
                  </a:lnTo>
                  <a:lnTo>
                    <a:pt x="4845626" y="1668810"/>
                  </a:lnTo>
                  <a:lnTo>
                    <a:pt x="4844345" y="1668810"/>
                  </a:lnTo>
                  <a:lnTo>
                    <a:pt x="4843063" y="1668810"/>
                  </a:lnTo>
                  <a:lnTo>
                    <a:pt x="4841781" y="1668810"/>
                  </a:lnTo>
                  <a:lnTo>
                    <a:pt x="4840499" y="1668810"/>
                  </a:lnTo>
                  <a:lnTo>
                    <a:pt x="4839217" y="1668810"/>
                  </a:lnTo>
                  <a:lnTo>
                    <a:pt x="4837935" y="1668810"/>
                  </a:lnTo>
                  <a:lnTo>
                    <a:pt x="4836654" y="1668810"/>
                  </a:lnTo>
                  <a:lnTo>
                    <a:pt x="4835372" y="1668810"/>
                  </a:lnTo>
                  <a:lnTo>
                    <a:pt x="4834090" y="1668810"/>
                  </a:lnTo>
                  <a:lnTo>
                    <a:pt x="4832808" y="1668810"/>
                  </a:lnTo>
                  <a:lnTo>
                    <a:pt x="4831526" y="1668810"/>
                  </a:lnTo>
                  <a:lnTo>
                    <a:pt x="4830244" y="1668810"/>
                  </a:lnTo>
                  <a:lnTo>
                    <a:pt x="4828962" y="1668810"/>
                  </a:lnTo>
                  <a:lnTo>
                    <a:pt x="4827681" y="1668810"/>
                  </a:lnTo>
                  <a:lnTo>
                    <a:pt x="4826399" y="1668810"/>
                  </a:lnTo>
                  <a:lnTo>
                    <a:pt x="4825117" y="1668810"/>
                  </a:lnTo>
                  <a:lnTo>
                    <a:pt x="4823835" y="1668810"/>
                  </a:lnTo>
                  <a:lnTo>
                    <a:pt x="4822553" y="1668810"/>
                  </a:lnTo>
                  <a:lnTo>
                    <a:pt x="4821271" y="1668810"/>
                  </a:lnTo>
                  <a:lnTo>
                    <a:pt x="4819990" y="1668810"/>
                  </a:lnTo>
                  <a:lnTo>
                    <a:pt x="4818708" y="1668810"/>
                  </a:lnTo>
                  <a:lnTo>
                    <a:pt x="4817426" y="1668810"/>
                  </a:lnTo>
                  <a:lnTo>
                    <a:pt x="4816144" y="1668810"/>
                  </a:lnTo>
                  <a:lnTo>
                    <a:pt x="4814862" y="1668810"/>
                  </a:lnTo>
                  <a:lnTo>
                    <a:pt x="4813580" y="1668810"/>
                  </a:lnTo>
                  <a:lnTo>
                    <a:pt x="4812298" y="1668810"/>
                  </a:lnTo>
                  <a:lnTo>
                    <a:pt x="4811017" y="1668810"/>
                  </a:lnTo>
                  <a:lnTo>
                    <a:pt x="4809735" y="1668810"/>
                  </a:lnTo>
                  <a:lnTo>
                    <a:pt x="4808453" y="1668810"/>
                  </a:lnTo>
                  <a:lnTo>
                    <a:pt x="4807171" y="1668810"/>
                  </a:lnTo>
                  <a:lnTo>
                    <a:pt x="4805889" y="1668810"/>
                  </a:lnTo>
                  <a:lnTo>
                    <a:pt x="4804607" y="1668810"/>
                  </a:lnTo>
                  <a:lnTo>
                    <a:pt x="4803326" y="1668810"/>
                  </a:lnTo>
                  <a:lnTo>
                    <a:pt x="4802044" y="1668810"/>
                  </a:lnTo>
                  <a:lnTo>
                    <a:pt x="4800762" y="1668810"/>
                  </a:lnTo>
                  <a:lnTo>
                    <a:pt x="4799480" y="1668810"/>
                  </a:lnTo>
                  <a:lnTo>
                    <a:pt x="4798198" y="1668810"/>
                  </a:lnTo>
                  <a:lnTo>
                    <a:pt x="4796916" y="1668810"/>
                  </a:lnTo>
                  <a:lnTo>
                    <a:pt x="4795635" y="1668810"/>
                  </a:lnTo>
                  <a:lnTo>
                    <a:pt x="4794353" y="1668810"/>
                  </a:lnTo>
                  <a:lnTo>
                    <a:pt x="4793071" y="1668810"/>
                  </a:lnTo>
                  <a:lnTo>
                    <a:pt x="4791789" y="1668810"/>
                  </a:lnTo>
                  <a:lnTo>
                    <a:pt x="4790507" y="1668810"/>
                  </a:lnTo>
                  <a:lnTo>
                    <a:pt x="4789225" y="1668810"/>
                  </a:lnTo>
                  <a:lnTo>
                    <a:pt x="4787943" y="1668810"/>
                  </a:lnTo>
                  <a:lnTo>
                    <a:pt x="4786662" y="1668810"/>
                  </a:lnTo>
                  <a:lnTo>
                    <a:pt x="4785380" y="1668810"/>
                  </a:lnTo>
                  <a:lnTo>
                    <a:pt x="4784098" y="1668810"/>
                  </a:lnTo>
                  <a:lnTo>
                    <a:pt x="4782816" y="1668810"/>
                  </a:lnTo>
                  <a:lnTo>
                    <a:pt x="4781534" y="1668810"/>
                  </a:lnTo>
                  <a:lnTo>
                    <a:pt x="4780252" y="1668810"/>
                  </a:lnTo>
                  <a:lnTo>
                    <a:pt x="4778971" y="1668810"/>
                  </a:lnTo>
                  <a:lnTo>
                    <a:pt x="4777689" y="1668810"/>
                  </a:lnTo>
                  <a:lnTo>
                    <a:pt x="4776407" y="1668810"/>
                  </a:lnTo>
                  <a:lnTo>
                    <a:pt x="4775125" y="1668810"/>
                  </a:lnTo>
                  <a:lnTo>
                    <a:pt x="4773843" y="1668810"/>
                  </a:lnTo>
                  <a:lnTo>
                    <a:pt x="4772561" y="1668810"/>
                  </a:lnTo>
                  <a:lnTo>
                    <a:pt x="4771279" y="1668810"/>
                  </a:lnTo>
                  <a:lnTo>
                    <a:pt x="4769998" y="1668810"/>
                  </a:lnTo>
                  <a:lnTo>
                    <a:pt x="4768716" y="1668810"/>
                  </a:lnTo>
                  <a:lnTo>
                    <a:pt x="4767434" y="1668810"/>
                  </a:lnTo>
                  <a:lnTo>
                    <a:pt x="4766152" y="1668810"/>
                  </a:lnTo>
                  <a:lnTo>
                    <a:pt x="4764870" y="1668810"/>
                  </a:lnTo>
                  <a:lnTo>
                    <a:pt x="4763588" y="1668810"/>
                  </a:lnTo>
                  <a:lnTo>
                    <a:pt x="4762307" y="1668810"/>
                  </a:lnTo>
                  <a:lnTo>
                    <a:pt x="4761025" y="1668810"/>
                  </a:lnTo>
                  <a:lnTo>
                    <a:pt x="4759743" y="1668810"/>
                  </a:lnTo>
                  <a:lnTo>
                    <a:pt x="4758461" y="1668810"/>
                  </a:lnTo>
                  <a:lnTo>
                    <a:pt x="4757179" y="1668810"/>
                  </a:lnTo>
                  <a:lnTo>
                    <a:pt x="4755897" y="1668810"/>
                  </a:lnTo>
                  <a:lnTo>
                    <a:pt x="4754615" y="1668810"/>
                  </a:lnTo>
                  <a:lnTo>
                    <a:pt x="4753334" y="1668810"/>
                  </a:lnTo>
                  <a:lnTo>
                    <a:pt x="4752052" y="1668810"/>
                  </a:lnTo>
                  <a:lnTo>
                    <a:pt x="4750770" y="1668810"/>
                  </a:lnTo>
                  <a:lnTo>
                    <a:pt x="4749488" y="1668810"/>
                  </a:lnTo>
                  <a:lnTo>
                    <a:pt x="4748206" y="1668810"/>
                  </a:lnTo>
                  <a:lnTo>
                    <a:pt x="4746924" y="1668810"/>
                  </a:lnTo>
                  <a:lnTo>
                    <a:pt x="4745643" y="1668810"/>
                  </a:lnTo>
                  <a:lnTo>
                    <a:pt x="4744361" y="1668810"/>
                  </a:lnTo>
                  <a:lnTo>
                    <a:pt x="4743079" y="1668810"/>
                  </a:lnTo>
                  <a:lnTo>
                    <a:pt x="4741797" y="1668810"/>
                  </a:lnTo>
                  <a:lnTo>
                    <a:pt x="4740515" y="1668810"/>
                  </a:lnTo>
                  <a:lnTo>
                    <a:pt x="4739233" y="1668810"/>
                  </a:lnTo>
                  <a:lnTo>
                    <a:pt x="4737952" y="1668810"/>
                  </a:lnTo>
                  <a:lnTo>
                    <a:pt x="4736670" y="1668810"/>
                  </a:lnTo>
                  <a:lnTo>
                    <a:pt x="4735388" y="1668810"/>
                  </a:lnTo>
                  <a:lnTo>
                    <a:pt x="4734106" y="1668810"/>
                  </a:lnTo>
                  <a:lnTo>
                    <a:pt x="4732824" y="1668810"/>
                  </a:lnTo>
                  <a:lnTo>
                    <a:pt x="4731542" y="1668810"/>
                  </a:lnTo>
                  <a:lnTo>
                    <a:pt x="4730260" y="1668810"/>
                  </a:lnTo>
                  <a:lnTo>
                    <a:pt x="4728979" y="1668810"/>
                  </a:lnTo>
                  <a:lnTo>
                    <a:pt x="4727697" y="1668810"/>
                  </a:lnTo>
                  <a:lnTo>
                    <a:pt x="4726415" y="1668810"/>
                  </a:lnTo>
                  <a:lnTo>
                    <a:pt x="4725133" y="1668810"/>
                  </a:lnTo>
                  <a:lnTo>
                    <a:pt x="4723851" y="1668810"/>
                  </a:lnTo>
                  <a:lnTo>
                    <a:pt x="4722569" y="1668810"/>
                  </a:lnTo>
                  <a:lnTo>
                    <a:pt x="4721288" y="1668810"/>
                  </a:lnTo>
                  <a:lnTo>
                    <a:pt x="4720006" y="1668810"/>
                  </a:lnTo>
                  <a:lnTo>
                    <a:pt x="4718724" y="1668810"/>
                  </a:lnTo>
                  <a:lnTo>
                    <a:pt x="4717442" y="1668810"/>
                  </a:lnTo>
                  <a:lnTo>
                    <a:pt x="4716160" y="1668810"/>
                  </a:lnTo>
                  <a:lnTo>
                    <a:pt x="4714878" y="1668810"/>
                  </a:lnTo>
                  <a:lnTo>
                    <a:pt x="4713596" y="1668810"/>
                  </a:lnTo>
                  <a:lnTo>
                    <a:pt x="4712315" y="1668810"/>
                  </a:lnTo>
                  <a:lnTo>
                    <a:pt x="4711033" y="1668810"/>
                  </a:lnTo>
                  <a:lnTo>
                    <a:pt x="4709751" y="1668810"/>
                  </a:lnTo>
                  <a:lnTo>
                    <a:pt x="4708469" y="1668810"/>
                  </a:lnTo>
                  <a:lnTo>
                    <a:pt x="4707187" y="1668810"/>
                  </a:lnTo>
                  <a:lnTo>
                    <a:pt x="4705905" y="1668810"/>
                  </a:lnTo>
                  <a:lnTo>
                    <a:pt x="4704624" y="1668810"/>
                  </a:lnTo>
                  <a:lnTo>
                    <a:pt x="4703342" y="1668810"/>
                  </a:lnTo>
                  <a:lnTo>
                    <a:pt x="4702060" y="1668810"/>
                  </a:lnTo>
                  <a:lnTo>
                    <a:pt x="4700778" y="1668810"/>
                  </a:lnTo>
                  <a:lnTo>
                    <a:pt x="4699496" y="1668810"/>
                  </a:lnTo>
                  <a:lnTo>
                    <a:pt x="4698214" y="1668810"/>
                  </a:lnTo>
                  <a:lnTo>
                    <a:pt x="4696933" y="1668810"/>
                  </a:lnTo>
                  <a:lnTo>
                    <a:pt x="4695651" y="1668810"/>
                  </a:lnTo>
                  <a:lnTo>
                    <a:pt x="4694369" y="1668810"/>
                  </a:lnTo>
                  <a:lnTo>
                    <a:pt x="4693087" y="1668810"/>
                  </a:lnTo>
                  <a:lnTo>
                    <a:pt x="4691805" y="1668810"/>
                  </a:lnTo>
                  <a:lnTo>
                    <a:pt x="4690523" y="1668810"/>
                  </a:lnTo>
                  <a:lnTo>
                    <a:pt x="4689241" y="1668810"/>
                  </a:lnTo>
                  <a:lnTo>
                    <a:pt x="4687960" y="1668810"/>
                  </a:lnTo>
                  <a:lnTo>
                    <a:pt x="4686678" y="1668810"/>
                  </a:lnTo>
                  <a:lnTo>
                    <a:pt x="4685396" y="1668810"/>
                  </a:lnTo>
                  <a:lnTo>
                    <a:pt x="4684114" y="1668810"/>
                  </a:lnTo>
                  <a:lnTo>
                    <a:pt x="4682832" y="1668810"/>
                  </a:lnTo>
                  <a:lnTo>
                    <a:pt x="4681550" y="1668810"/>
                  </a:lnTo>
                  <a:lnTo>
                    <a:pt x="4680269" y="1668810"/>
                  </a:lnTo>
                  <a:lnTo>
                    <a:pt x="4678987" y="1668810"/>
                  </a:lnTo>
                  <a:lnTo>
                    <a:pt x="4677705" y="1668810"/>
                  </a:lnTo>
                  <a:lnTo>
                    <a:pt x="4676423" y="1668810"/>
                  </a:lnTo>
                  <a:lnTo>
                    <a:pt x="4675141" y="1668810"/>
                  </a:lnTo>
                  <a:lnTo>
                    <a:pt x="4673859" y="1668810"/>
                  </a:lnTo>
                  <a:lnTo>
                    <a:pt x="4672577" y="1668810"/>
                  </a:lnTo>
                  <a:lnTo>
                    <a:pt x="4671296" y="1668810"/>
                  </a:lnTo>
                  <a:lnTo>
                    <a:pt x="4670014" y="1668810"/>
                  </a:lnTo>
                  <a:lnTo>
                    <a:pt x="4668732" y="1668810"/>
                  </a:lnTo>
                  <a:lnTo>
                    <a:pt x="4667450" y="1668810"/>
                  </a:lnTo>
                  <a:lnTo>
                    <a:pt x="4666168" y="1668810"/>
                  </a:lnTo>
                  <a:lnTo>
                    <a:pt x="4664886" y="1668810"/>
                  </a:lnTo>
                  <a:lnTo>
                    <a:pt x="4663605" y="1668810"/>
                  </a:lnTo>
                  <a:lnTo>
                    <a:pt x="4662323" y="1668810"/>
                  </a:lnTo>
                  <a:lnTo>
                    <a:pt x="4661041" y="1668810"/>
                  </a:lnTo>
                  <a:lnTo>
                    <a:pt x="4659759" y="1668810"/>
                  </a:lnTo>
                  <a:lnTo>
                    <a:pt x="4658477" y="1668810"/>
                  </a:lnTo>
                  <a:lnTo>
                    <a:pt x="4657195" y="1668810"/>
                  </a:lnTo>
                  <a:lnTo>
                    <a:pt x="4655913" y="1668810"/>
                  </a:lnTo>
                  <a:lnTo>
                    <a:pt x="4654632" y="1668810"/>
                  </a:lnTo>
                  <a:lnTo>
                    <a:pt x="4653350" y="1668810"/>
                  </a:lnTo>
                  <a:lnTo>
                    <a:pt x="4652068" y="1668810"/>
                  </a:lnTo>
                  <a:lnTo>
                    <a:pt x="4650786" y="1668810"/>
                  </a:lnTo>
                  <a:lnTo>
                    <a:pt x="4649504" y="1668810"/>
                  </a:lnTo>
                  <a:lnTo>
                    <a:pt x="4648222" y="1668810"/>
                  </a:lnTo>
                  <a:lnTo>
                    <a:pt x="4646941" y="1668810"/>
                  </a:lnTo>
                  <a:lnTo>
                    <a:pt x="4645659" y="1668810"/>
                  </a:lnTo>
                  <a:lnTo>
                    <a:pt x="4644377" y="1668810"/>
                  </a:lnTo>
                  <a:lnTo>
                    <a:pt x="4643095" y="1668810"/>
                  </a:lnTo>
                  <a:lnTo>
                    <a:pt x="4641813" y="1668810"/>
                  </a:lnTo>
                  <a:lnTo>
                    <a:pt x="4640531" y="1668810"/>
                  </a:lnTo>
                  <a:lnTo>
                    <a:pt x="4639250" y="1668810"/>
                  </a:lnTo>
                  <a:lnTo>
                    <a:pt x="4637968" y="1668810"/>
                  </a:lnTo>
                  <a:lnTo>
                    <a:pt x="4636686" y="1668810"/>
                  </a:lnTo>
                  <a:lnTo>
                    <a:pt x="4635404" y="1668810"/>
                  </a:lnTo>
                  <a:lnTo>
                    <a:pt x="4634122" y="1668810"/>
                  </a:lnTo>
                  <a:lnTo>
                    <a:pt x="4632840" y="1668810"/>
                  </a:lnTo>
                  <a:lnTo>
                    <a:pt x="4631558" y="1668810"/>
                  </a:lnTo>
                  <a:lnTo>
                    <a:pt x="4630277" y="1668810"/>
                  </a:lnTo>
                  <a:lnTo>
                    <a:pt x="4628995" y="1668810"/>
                  </a:lnTo>
                  <a:lnTo>
                    <a:pt x="4627713" y="1668810"/>
                  </a:lnTo>
                  <a:lnTo>
                    <a:pt x="4626431" y="1668810"/>
                  </a:lnTo>
                  <a:lnTo>
                    <a:pt x="4625149" y="1668810"/>
                  </a:lnTo>
                  <a:lnTo>
                    <a:pt x="4623867" y="1668810"/>
                  </a:lnTo>
                  <a:lnTo>
                    <a:pt x="4622586" y="1668810"/>
                  </a:lnTo>
                  <a:lnTo>
                    <a:pt x="4621304" y="1668810"/>
                  </a:lnTo>
                  <a:lnTo>
                    <a:pt x="4620022" y="1668810"/>
                  </a:lnTo>
                  <a:lnTo>
                    <a:pt x="4618740" y="1668810"/>
                  </a:lnTo>
                  <a:lnTo>
                    <a:pt x="4617458" y="1668810"/>
                  </a:lnTo>
                  <a:lnTo>
                    <a:pt x="4616176" y="1668810"/>
                  </a:lnTo>
                  <a:lnTo>
                    <a:pt x="4614894" y="1668810"/>
                  </a:lnTo>
                  <a:lnTo>
                    <a:pt x="4613613" y="1668810"/>
                  </a:lnTo>
                  <a:lnTo>
                    <a:pt x="4612331" y="1668810"/>
                  </a:lnTo>
                  <a:lnTo>
                    <a:pt x="4611049" y="1668810"/>
                  </a:lnTo>
                  <a:lnTo>
                    <a:pt x="4609767" y="1668810"/>
                  </a:lnTo>
                  <a:lnTo>
                    <a:pt x="4608485" y="1668810"/>
                  </a:lnTo>
                  <a:lnTo>
                    <a:pt x="4607203" y="1668810"/>
                  </a:lnTo>
                  <a:lnTo>
                    <a:pt x="4605922" y="1668810"/>
                  </a:lnTo>
                  <a:lnTo>
                    <a:pt x="4604640" y="1668810"/>
                  </a:lnTo>
                  <a:lnTo>
                    <a:pt x="4603358" y="1668810"/>
                  </a:lnTo>
                  <a:lnTo>
                    <a:pt x="4602076" y="1668810"/>
                  </a:lnTo>
                  <a:lnTo>
                    <a:pt x="4600794" y="1668810"/>
                  </a:lnTo>
                  <a:lnTo>
                    <a:pt x="4599512" y="1668810"/>
                  </a:lnTo>
                  <a:lnTo>
                    <a:pt x="4598231" y="1668810"/>
                  </a:lnTo>
                  <a:lnTo>
                    <a:pt x="4596949" y="1668810"/>
                  </a:lnTo>
                  <a:lnTo>
                    <a:pt x="4595667" y="1668810"/>
                  </a:lnTo>
                  <a:lnTo>
                    <a:pt x="4594385" y="1668810"/>
                  </a:lnTo>
                  <a:lnTo>
                    <a:pt x="4593103" y="1668810"/>
                  </a:lnTo>
                  <a:lnTo>
                    <a:pt x="4591821" y="1668810"/>
                  </a:lnTo>
                  <a:lnTo>
                    <a:pt x="4590539" y="1668810"/>
                  </a:lnTo>
                  <a:lnTo>
                    <a:pt x="4589258" y="1668810"/>
                  </a:lnTo>
                  <a:lnTo>
                    <a:pt x="4587976" y="1668810"/>
                  </a:lnTo>
                  <a:lnTo>
                    <a:pt x="4586694" y="1668810"/>
                  </a:lnTo>
                  <a:lnTo>
                    <a:pt x="4585412" y="1668810"/>
                  </a:lnTo>
                  <a:lnTo>
                    <a:pt x="4584130" y="1668810"/>
                  </a:lnTo>
                  <a:lnTo>
                    <a:pt x="4582848" y="1668810"/>
                  </a:lnTo>
                  <a:lnTo>
                    <a:pt x="4581567" y="1668810"/>
                  </a:lnTo>
                  <a:lnTo>
                    <a:pt x="4580285" y="1668810"/>
                  </a:lnTo>
                  <a:lnTo>
                    <a:pt x="4579003" y="1668810"/>
                  </a:lnTo>
                  <a:lnTo>
                    <a:pt x="4577721" y="1668810"/>
                  </a:lnTo>
                  <a:lnTo>
                    <a:pt x="4576439" y="1668810"/>
                  </a:lnTo>
                  <a:lnTo>
                    <a:pt x="4575157" y="1668810"/>
                  </a:lnTo>
                  <a:lnTo>
                    <a:pt x="4573875" y="1668810"/>
                  </a:lnTo>
                  <a:lnTo>
                    <a:pt x="4572594" y="1668810"/>
                  </a:lnTo>
                  <a:lnTo>
                    <a:pt x="4571312" y="1668810"/>
                  </a:lnTo>
                  <a:lnTo>
                    <a:pt x="4570030" y="1668810"/>
                  </a:lnTo>
                  <a:lnTo>
                    <a:pt x="4568748" y="1668810"/>
                  </a:lnTo>
                  <a:lnTo>
                    <a:pt x="4567466" y="1668810"/>
                  </a:lnTo>
                  <a:lnTo>
                    <a:pt x="4566184" y="1668810"/>
                  </a:lnTo>
                  <a:lnTo>
                    <a:pt x="4564903" y="1668810"/>
                  </a:lnTo>
                  <a:lnTo>
                    <a:pt x="4563621" y="1668810"/>
                  </a:lnTo>
                  <a:lnTo>
                    <a:pt x="4562339" y="1668810"/>
                  </a:lnTo>
                  <a:lnTo>
                    <a:pt x="4561057" y="1668810"/>
                  </a:lnTo>
                  <a:lnTo>
                    <a:pt x="4559775" y="1668810"/>
                  </a:lnTo>
                  <a:lnTo>
                    <a:pt x="4558493" y="1668810"/>
                  </a:lnTo>
                  <a:lnTo>
                    <a:pt x="4557212" y="1668810"/>
                  </a:lnTo>
                  <a:lnTo>
                    <a:pt x="4555930" y="1668810"/>
                  </a:lnTo>
                  <a:lnTo>
                    <a:pt x="4554648" y="1668810"/>
                  </a:lnTo>
                  <a:lnTo>
                    <a:pt x="4553366" y="1668810"/>
                  </a:lnTo>
                  <a:lnTo>
                    <a:pt x="4552084" y="1668810"/>
                  </a:lnTo>
                  <a:lnTo>
                    <a:pt x="4550802" y="1668810"/>
                  </a:lnTo>
                  <a:lnTo>
                    <a:pt x="4549520" y="1668810"/>
                  </a:lnTo>
                  <a:lnTo>
                    <a:pt x="4548239" y="1668810"/>
                  </a:lnTo>
                  <a:lnTo>
                    <a:pt x="4546957" y="1668810"/>
                  </a:lnTo>
                  <a:lnTo>
                    <a:pt x="4545675" y="1668810"/>
                  </a:lnTo>
                  <a:lnTo>
                    <a:pt x="4544393" y="1668810"/>
                  </a:lnTo>
                  <a:lnTo>
                    <a:pt x="4543111" y="1668810"/>
                  </a:lnTo>
                  <a:lnTo>
                    <a:pt x="4541829" y="1668810"/>
                  </a:lnTo>
                  <a:lnTo>
                    <a:pt x="4540548" y="1668810"/>
                  </a:lnTo>
                  <a:lnTo>
                    <a:pt x="4539266" y="1668810"/>
                  </a:lnTo>
                  <a:lnTo>
                    <a:pt x="4537984" y="1668810"/>
                  </a:lnTo>
                  <a:lnTo>
                    <a:pt x="4536702" y="1668810"/>
                  </a:lnTo>
                  <a:lnTo>
                    <a:pt x="4535420" y="1668810"/>
                  </a:lnTo>
                  <a:lnTo>
                    <a:pt x="4534138" y="1668810"/>
                  </a:lnTo>
                  <a:lnTo>
                    <a:pt x="4532856" y="1668810"/>
                  </a:lnTo>
                  <a:lnTo>
                    <a:pt x="4531575" y="1668810"/>
                  </a:lnTo>
                  <a:lnTo>
                    <a:pt x="4530293" y="1668810"/>
                  </a:lnTo>
                  <a:lnTo>
                    <a:pt x="4529011" y="1668810"/>
                  </a:lnTo>
                  <a:lnTo>
                    <a:pt x="4527729" y="1668810"/>
                  </a:lnTo>
                  <a:lnTo>
                    <a:pt x="4526447" y="1668810"/>
                  </a:lnTo>
                  <a:lnTo>
                    <a:pt x="4525165" y="1668810"/>
                  </a:lnTo>
                  <a:lnTo>
                    <a:pt x="4523884" y="1668810"/>
                  </a:lnTo>
                  <a:lnTo>
                    <a:pt x="4522602" y="1668810"/>
                  </a:lnTo>
                  <a:lnTo>
                    <a:pt x="4521320" y="1668810"/>
                  </a:lnTo>
                  <a:lnTo>
                    <a:pt x="4520038" y="1668810"/>
                  </a:lnTo>
                  <a:lnTo>
                    <a:pt x="4518756" y="1668810"/>
                  </a:lnTo>
                  <a:lnTo>
                    <a:pt x="4517474" y="1668810"/>
                  </a:lnTo>
                  <a:lnTo>
                    <a:pt x="4516192" y="1668810"/>
                  </a:lnTo>
                  <a:lnTo>
                    <a:pt x="4514911" y="1668810"/>
                  </a:lnTo>
                  <a:lnTo>
                    <a:pt x="4513629" y="1668810"/>
                  </a:lnTo>
                  <a:lnTo>
                    <a:pt x="4512347" y="1668810"/>
                  </a:lnTo>
                  <a:lnTo>
                    <a:pt x="4511065" y="1668810"/>
                  </a:lnTo>
                  <a:lnTo>
                    <a:pt x="4509783" y="1668810"/>
                  </a:lnTo>
                  <a:lnTo>
                    <a:pt x="4508501" y="1668810"/>
                  </a:lnTo>
                  <a:lnTo>
                    <a:pt x="4507220" y="1668810"/>
                  </a:lnTo>
                  <a:lnTo>
                    <a:pt x="4505938" y="1668810"/>
                  </a:lnTo>
                  <a:lnTo>
                    <a:pt x="4504656" y="1668810"/>
                  </a:lnTo>
                  <a:lnTo>
                    <a:pt x="4503374" y="1668810"/>
                  </a:lnTo>
                  <a:lnTo>
                    <a:pt x="4502092" y="1668810"/>
                  </a:lnTo>
                  <a:lnTo>
                    <a:pt x="4500810" y="1668810"/>
                  </a:lnTo>
                  <a:lnTo>
                    <a:pt x="4499529" y="1668810"/>
                  </a:lnTo>
                  <a:lnTo>
                    <a:pt x="4498247" y="1668810"/>
                  </a:lnTo>
                  <a:lnTo>
                    <a:pt x="4496965" y="1668810"/>
                  </a:lnTo>
                  <a:lnTo>
                    <a:pt x="4495683" y="1668810"/>
                  </a:lnTo>
                  <a:lnTo>
                    <a:pt x="4494401" y="1668810"/>
                  </a:lnTo>
                  <a:lnTo>
                    <a:pt x="4493119" y="1668810"/>
                  </a:lnTo>
                  <a:lnTo>
                    <a:pt x="4491837" y="1668810"/>
                  </a:lnTo>
                  <a:lnTo>
                    <a:pt x="4490556" y="1668810"/>
                  </a:lnTo>
                  <a:lnTo>
                    <a:pt x="4489274" y="1668810"/>
                  </a:lnTo>
                  <a:lnTo>
                    <a:pt x="4487992" y="1668810"/>
                  </a:lnTo>
                  <a:lnTo>
                    <a:pt x="4486710" y="1668810"/>
                  </a:lnTo>
                  <a:lnTo>
                    <a:pt x="4485428" y="1668810"/>
                  </a:lnTo>
                  <a:lnTo>
                    <a:pt x="4484146" y="1668810"/>
                  </a:lnTo>
                  <a:lnTo>
                    <a:pt x="4482865" y="1668810"/>
                  </a:lnTo>
                  <a:lnTo>
                    <a:pt x="4481583" y="1668810"/>
                  </a:lnTo>
                  <a:lnTo>
                    <a:pt x="4480301" y="1668810"/>
                  </a:lnTo>
                  <a:lnTo>
                    <a:pt x="4479019" y="1668810"/>
                  </a:lnTo>
                  <a:lnTo>
                    <a:pt x="4477737" y="1668810"/>
                  </a:lnTo>
                  <a:lnTo>
                    <a:pt x="4476455" y="1668810"/>
                  </a:lnTo>
                  <a:lnTo>
                    <a:pt x="4475173" y="1668810"/>
                  </a:lnTo>
                  <a:lnTo>
                    <a:pt x="4473892" y="1668810"/>
                  </a:lnTo>
                  <a:lnTo>
                    <a:pt x="4472610" y="1668810"/>
                  </a:lnTo>
                  <a:lnTo>
                    <a:pt x="4471328" y="1668810"/>
                  </a:lnTo>
                  <a:lnTo>
                    <a:pt x="4470046" y="1668810"/>
                  </a:lnTo>
                  <a:lnTo>
                    <a:pt x="4468764" y="1668810"/>
                  </a:lnTo>
                  <a:lnTo>
                    <a:pt x="4467482" y="1668810"/>
                  </a:lnTo>
                  <a:lnTo>
                    <a:pt x="4466201" y="1668810"/>
                  </a:lnTo>
                  <a:lnTo>
                    <a:pt x="4464919" y="1668810"/>
                  </a:lnTo>
                  <a:lnTo>
                    <a:pt x="4463637" y="1668810"/>
                  </a:lnTo>
                  <a:lnTo>
                    <a:pt x="4462355" y="1668810"/>
                  </a:lnTo>
                  <a:lnTo>
                    <a:pt x="4461073" y="1668810"/>
                  </a:lnTo>
                  <a:lnTo>
                    <a:pt x="4459791" y="1668810"/>
                  </a:lnTo>
                  <a:lnTo>
                    <a:pt x="4458510" y="1668810"/>
                  </a:lnTo>
                  <a:lnTo>
                    <a:pt x="4457228" y="1668810"/>
                  </a:lnTo>
                  <a:lnTo>
                    <a:pt x="4455946" y="1668810"/>
                  </a:lnTo>
                  <a:lnTo>
                    <a:pt x="4454664" y="1668810"/>
                  </a:lnTo>
                  <a:lnTo>
                    <a:pt x="4453382" y="1668810"/>
                  </a:lnTo>
                  <a:lnTo>
                    <a:pt x="4452100" y="1668810"/>
                  </a:lnTo>
                  <a:lnTo>
                    <a:pt x="4450818" y="1668810"/>
                  </a:lnTo>
                  <a:lnTo>
                    <a:pt x="4449537" y="1668810"/>
                  </a:lnTo>
                  <a:lnTo>
                    <a:pt x="4448255" y="1668810"/>
                  </a:lnTo>
                  <a:lnTo>
                    <a:pt x="4446973" y="1668810"/>
                  </a:lnTo>
                  <a:lnTo>
                    <a:pt x="4445691" y="1668810"/>
                  </a:lnTo>
                  <a:lnTo>
                    <a:pt x="4444409" y="1668810"/>
                  </a:lnTo>
                  <a:lnTo>
                    <a:pt x="4443127" y="1668810"/>
                  </a:lnTo>
                  <a:lnTo>
                    <a:pt x="4441846" y="1668810"/>
                  </a:lnTo>
                  <a:lnTo>
                    <a:pt x="4440564" y="1668810"/>
                  </a:lnTo>
                  <a:lnTo>
                    <a:pt x="4439282" y="1668810"/>
                  </a:lnTo>
                  <a:lnTo>
                    <a:pt x="4438000" y="1668810"/>
                  </a:lnTo>
                  <a:lnTo>
                    <a:pt x="4436718" y="1668810"/>
                  </a:lnTo>
                  <a:lnTo>
                    <a:pt x="4435436" y="1668810"/>
                  </a:lnTo>
                  <a:lnTo>
                    <a:pt x="4434154" y="1668810"/>
                  </a:lnTo>
                  <a:lnTo>
                    <a:pt x="4432873" y="1668810"/>
                  </a:lnTo>
                  <a:lnTo>
                    <a:pt x="4431591" y="1668810"/>
                  </a:lnTo>
                  <a:lnTo>
                    <a:pt x="4430309" y="1668810"/>
                  </a:lnTo>
                  <a:lnTo>
                    <a:pt x="4429027" y="1668810"/>
                  </a:lnTo>
                  <a:lnTo>
                    <a:pt x="4427745" y="1668810"/>
                  </a:lnTo>
                  <a:lnTo>
                    <a:pt x="4426463" y="1668810"/>
                  </a:lnTo>
                  <a:lnTo>
                    <a:pt x="4425182" y="1668810"/>
                  </a:lnTo>
                  <a:lnTo>
                    <a:pt x="4423900" y="1668810"/>
                  </a:lnTo>
                  <a:lnTo>
                    <a:pt x="4422618" y="1668810"/>
                  </a:lnTo>
                  <a:lnTo>
                    <a:pt x="4421336" y="1668810"/>
                  </a:lnTo>
                  <a:lnTo>
                    <a:pt x="4420054" y="1668810"/>
                  </a:lnTo>
                  <a:lnTo>
                    <a:pt x="4418772" y="1668810"/>
                  </a:lnTo>
                  <a:lnTo>
                    <a:pt x="4417491" y="1668810"/>
                  </a:lnTo>
                  <a:lnTo>
                    <a:pt x="4416209" y="1668810"/>
                  </a:lnTo>
                  <a:lnTo>
                    <a:pt x="4414927" y="1668810"/>
                  </a:lnTo>
                  <a:lnTo>
                    <a:pt x="4413645" y="1668810"/>
                  </a:lnTo>
                  <a:lnTo>
                    <a:pt x="4412363" y="1668810"/>
                  </a:lnTo>
                  <a:lnTo>
                    <a:pt x="4411081" y="1668810"/>
                  </a:lnTo>
                  <a:lnTo>
                    <a:pt x="4409799" y="1668810"/>
                  </a:lnTo>
                  <a:lnTo>
                    <a:pt x="4408518" y="1668810"/>
                  </a:lnTo>
                  <a:lnTo>
                    <a:pt x="4407236" y="1668810"/>
                  </a:lnTo>
                  <a:lnTo>
                    <a:pt x="4405954" y="1668810"/>
                  </a:lnTo>
                  <a:lnTo>
                    <a:pt x="4404672" y="1668810"/>
                  </a:lnTo>
                  <a:lnTo>
                    <a:pt x="4403390" y="1668810"/>
                  </a:lnTo>
                  <a:lnTo>
                    <a:pt x="4402108" y="1668810"/>
                  </a:lnTo>
                  <a:lnTo>
                    <a:pt x="4400827" y="1668810"/>
                  </a:lnTo>
                  <a:lnTo>
                    <a:pt x="4399545" y="1668810"/>
                  </a:lnTo>
                  <a:lnTo>
                    <a:pt x="4398263" y="1668810"/>
                  </a:lnTo>
                  <a:lnTo>
                    <a:pt x="4396981" y="1668810"/>
                  </a:lnTo>
                  <a:lnTo>
                    <a:pt x="4395699" y="1668810"/>
                  </a:lnTo>
                  <a:lnTo>
                    <a:pt x="4394417" y="1668810"/>
                  </a:lnTo>
                  <a:lnTo>
                    <a:pt x="4393135" y="1668810"/>
                  </a:lnTo>
                  <a:lnTo>
                    <a:pt x="4391854" y="1668810"/>
                  </a:lnTo>
                  <a:lnTo>
                    <a:pt x="4390572" y="1668810"/>
                  </a:lnTo>
                  <a:lnTo>
                    <a:pt x="4389290" y="1668810"/>
                  </a:lnTo>
                  <a:lnTo>
                    <a:pt x="4388008" y="1668810"/>
                  </a:lnTo>
                  <a:lnTo>
                    <a:pt x="4386726" y="1668810"/>
                  </a:lnTo>
                  <a:lnTo>
                    <a:pt x="4385444" y="1668810"/>
                  </a:lnTo>
                  <a:lnTo>
                    <a:pt x="4384163" y="1668810"/>
                  </a:lnTo>
                  <a:lnTo>
                    <a:pt x="4382881" y="1668810"/>
                  </a:lnTo>
                  <a:lnTo>
                    <a:pt x="4381599" y="1668810"/>
                  </a:lnTo>
                  <a:lnTo>
                    <a:pt x="4380317" y="1668810"/>
                  </a:lnTo>
                  <a:lnTo>
                    <a:pt x="4379035" y="1668810"/>
                  </a:lnTo>
                  <a:lnTo>
                    <a:pt x="4377753" y="1668810"/>
                  </a:lnTo>
                  <a:lnTo>
                    <a:pt x="4376471" y="1668810"/>
                  </a:lnTo>
                  <a:lnTo>
                    <a:pt x="4375190" y="1668810"/>
                  </a:lnTo>
                  <a:lnTo>
                    <a:pt x="4373908" y="1668810"/>
                  </a:lnTo>
                  <a:lnTo>
                    <a:pt x="4372626" y="1668810"/>
                  </a:lnTo>
                  <a:lnTo>
                    <a:pt x="4371344" y="1668810"/>
                  </a:lnTo>
                  <a:lnTo>
                    <a:pt x="4370062" y="1668810"/>
                  </a:lnTo>
                  <a:lnTo>
                    <a:pt x="4368780" y="1668810"/>
                  </a:lnTo>
                  <a:lnTo>
                    <a:pt x="4367499" y="1668810"/>
                  </a:lnTo>
                  <a:lnTo>
                    <a:pt x="4366217" y="1668810"/>
                  </a:lnTo>
                  <a:lnTo>
                    <a:pt x="4364935" y="1668810"/>
                  </a:lnTo>
                  <a:lnTo>
                    <a:pt x="4363653" y="1668810"/>
                  </a:lnTo>
                  <a:lnTo>
                    <a:pt x="4362371" y="1668810"/>
                  </a:lnTo>
                  <a:lnTo>
                    <a:pt x="4361089" y="1668810"/>
                  </a:lnTo>
                  <a:lnTo>
                    <a:pt x="4359808" y="1668810"/>
                  </a:lnTo>
                  <a:lnTo>
                    <a:pt x="4358526" y="1668810"/>
                  </a:lnTo>
                  <a:lnTo>
                    <a:pt x="4357244" y="1668810"/>
                  </a:lnTo>
                  <a:lnTo>
                    <a:pt x="4355962" y="1668810"/>
                  </a:lnTo>
                  <a:lnTo>
                    <a:pt x="4354680" y="1668810"/>
                  </a:lnTo>
                  <a:lnTo>
                    <a:pt x="4353398" y="1668810"/>
                  </a:lnTo>
                  <a:lnTo>
                    <a:pt x="4352116" y="1668810"/>
                  </a:lnTo>
                  <a:lnTo>
                    <a:pt x="4350835" y="1668810"/>
                  </a:lnTo>
                  <a:lnTo>
                    <a:pt x="4349553" y="1668810"/>
                  </a:lnTo>
                  <a:lnTo>
                    <a:pt x="4348271" y="1668810"/>
                  </a:lnTo>
                  <a:lnTo>
                    <a:pt x="4346989" y="1668810"/>
                  </a:lnTo>
                  <a:lnTo>
                    <a:pt x="4345707" y="1668810"/>
                  </a:lnTo>
                  <a:lnTo>
                    <a:pt x="4344425" y="1668810"/>
                  </a:lnTo>
                  <a:lnTo>
                    <a:pt x="4343144" y="1668810"/>
                  </a:lnTo>
                  <a:lnTo>
                    <a:pt x="4341862" y="1668810"/>
                  </a:lnTo>
                  <a:lnTo>
                    <a:pt x="4340580" y="1668810"/>
                  </a:lnTo>
                  <a:lnTo>
                    <a:pt x="4339298" y="1668810"/>
                  </a:lnTo>
                  <a:lnTo>
                    <a:pt x="4338016" y="1668810"/>
                  </a:lnTo>
                  <a:lnTo>
                    <a:pt x="4336734" y="1668810"/>
                  </a:lnTo>
                  <a:lnTo>
                    <a:pt x="4335452" y="1668810"/>
                  </a:lnTo>
                  <a:lnTo>
                    <a:pt x="4334171" y="1668810"/>
                  </a:lnTo>
                  <a:lnTo>
                    <a:pt x="4332889" y="1668810"/>
                  </a:lnTo>
                  <a:lnTo>
                    <a:pt x="4331607" y="1668810"/>
                  </a:lnTo>
                  <a:lnTo>
                    <a:pt x="4330325" y="1668810"/>
                  </a:lnTo>
                  <a:lnTo>
                    <a:pt x="4329043" y="1668810"/>
                  </a:lnTo>
                  <a:lnTo>
                    <a:pt x="4327761" y="1668810"/>
                  </a:lnTo>
                  <a:lnTo>
                    <a:pt x="4326480" y="1668810"/>
                  </a:lnTo>
                  <a:lnTo>
                    <a:pt x="4325198" y="1668810"/>
                  </a:lnTo>
                  <a:lnTo>
                    <a:pt x="4323916" y="1668810"/>
                  </a:lnTo>
                  <a:lnTo>
                    <a:pt x="4322634" y="1668810"/>
                  </a:lnTo>
                  <a:lnTo>
                    <a:pt x="4321352" y="1668810"/>
                  </a:lnTo>
                  <a:lnTo>
                    <a:pt x="4320070" y="1668810"/>
                  </a:lnTo>
                  <a:lnTo>
                    <a:pt x="4318789" y="1668810"/>
                  </a:lnTo>
                  <a:lnTo>
                    <a:pt x="4317507" y="1668810"/>
                  </a:lnTo>
                  <a:lnTo>
                    <a:pt x="4316225" y="1668810"/>
                  </a:lnTo>
                  <a:lnTo>
                    <a:pt x="4314943" y="1668810"/>
                  </a:lnTo>
                  <a:lnTo>
                    <a:pt x="4313661" y="1668810"/>
                  </a:lnTo>
                  <a:lnTo>
                    <a:pt x="4312379" y="1668810"/>
                  </a:lnTo>
                  <a:lnTo>
                    <a:pt x="4311097" y="1668810"/>
                  </a:lnTo>
                  <a:lnTo>
                    <a:pt x="4309816" y="1668810"/>
                  </a:lnTo>
                  <a:lnTo>
                    <a:pt x="4308534" y="1668810"/>
                  </a:lnTo>
                  <a:lnTo>
                    <a:pt x="4307252" y="1668810"/>
                  </a:lnTo>
                  <a:lnTo>
                    <a:pt x="4305970" y="1668810"/>
                  </a:lnTo>
                  <a:lnTo>
                    <a:pt x="4304688" y="1668810"/>
                  </a:lnTo>
                  <a:lnTo>
                    <a:pt x="4303406" y="1668810"/>
                  </a:lnTo>
                  <a:lnTo>
                    <a:pt x="4302125" y="1668810"/>
                  </a:lnTo>
                  <a:lnTo>
                    <a:pt x="4300843" y="1668810"/>
                  </a:lnTo>
                  <a:lnTo>
                    <a:pt x="4299561" y="1668810"/>
                  </a:lnTo>
                  <a:lnTo>
                    <a:pt x="4298279" y="1668810"/>
                  </a:lnTo>
                  <a:lnTo>
                    <a:pt x="4296997" y="1668810"/>
                  </a:lnTo>
                  <a:lnTo>
                    <a:pt x="4295715" y="1668810"/>
                  </a:lnTo>
                  <a:lnTo>
                    <a:pt x="4294433" y="1668810"/>
                  </a:lnTo>
                  <a:lnTo>
                    <a:pt x="4293152" y="1668810"/>
                  </a:lnTo>
                  <a:lnTo>
                    <a:pt x="4291870" y="1668810"/>
                  </a:lnTo>
                  <a:lnTo>
                    <a:pt x="4290588" y="1668810"/>
                  </a:lnTo>
                  <a:lnTo>
                    <a:pt x="4289306" y="1668810"/>
                  </a:lnTo>
                  <a:lnTo>
                    <a:pt x="4288024" y="1668810"/>
                  </a:lnTo>
                  <a:lnTo>
                    <a:pt x="4286742" y="1668810"/>
                  </a:lnTo>
                  <a:lnTo>
                    <a:pt x="4285461" y="1668810"/>
                  </a:lnTo>
                  <a:lnTo>
                    <a:pt x="4284179" y="1668810"/>
                  </a:lnTo>
                  <a:lnTo>
                    <a:pt x="4282897" y="1668810"/>
                  </a:lnTo>
                  <a:lnTo>
                    <a:pt x="4281615" y="1668810"/>
                  </a:lnTo>
                  <a:lnTo>
                    <a:pt x="4280333" y="1668810"/>
                  </a:lnTo>
                  <a:lnTo>
                    <a:pt x="4279051" y="1668810"/>
                  </a:lnTo>
                  <a:lnTo>
                    <a:pt x="4277770" y="1668810"/>
                  </a:lnTo>
                  <a:lnTo>
                    <a:pt x="4276488" y="1668810"/>
                  </a:lnTo>
                  <a:lnTo>
                    <a:pt x="4275206" y="1668810"/>
                  </a:lnTo>
                  <a:lnTo>
                    <a:pt x="4273924" y="1668810"/>
                  </a:lnTo>
                  <a:lnTo>
                    <a:pt x="4272642" y="1668810"/>
                  </a:lnTo>
                  <a:lnTo>
                    <a:pt x="4271360" y="1668810"/>
                  </a:lnTo>
                  <a:lnTo>
                    <a:pt x="4270078" y="1668810"/>
                  </a:lnTo>
                  <a:lnTo>
                    <a:pt x="4268797" y="1668810"/>
                  </a:lnTo>
                  <a:lnTo>
                    <a:pt x="4267515" y="1668810"/>
                  </a:lnTo>
                  <a:lnTo>
                    <a:pt x="4266233" y="1668810"/>
                  </a:lnTo>
                  <a:lnTo>
                    <a:pt x="4264951" y="1668810"/>
                  </a:lnTo>
                  <a:lnTo>
                    <a:pt x="4263669" y="1668810"/>
                  </a:lnTo>
                  <a:lnTo>
                    <a:pt x="4262387" y="1668810"/>
                  </a:lnTo>
                  <a:lnTo>
                    <a:pt x="4261106" y="1668810"/>
                  </a:lnTo>
                  <a:lnTo>
                    <a:pt x="4259824" y="1668810"/>
                  </a:lnTo>
                  <a:lnTo>
                    <a:pt x="4258542" y="1668810"/>
                  </a:lnTo>
                  <a:lnTo>
                    <a:pt x="4257260" y="1668810"/>
                  </a:lnTo>
                  <a:lnTo>
                    <a:pt x="4255978" y="1668810"/>
                  </a:lnTo>
                  <a:lnTo>
                    <a:pt x="4254696" y="1668810"/>
                  </a:lnTo>
                  <a:lnTo>
                    <a:pt x="4253414" y="1668810"/>
                  </a:lnTo>
                  <a:lnTo>
                    <a:pt x="4252133" y="1668810"/>
                  </a:lnTo>
                  <a:lnTo>
                    <a:pt x="4250851" y="1668810"/>
                  </a:lnTo>
                  <a:lnTo>
                    <a:pt x="4249569" y="1668810"/>
                  </a:lnTo>
                  <a:lnTo>
                    <a:pt x="4248287" y="1668810"/>
                  </a:lnTo>
                  <a:lnTo>
                    <a:pt x="4247005" y="1668810"/>
                  </a:lnTo>
                  <a:lnTo>
                    <a:pt x="4245723" y="1668810"/>
                  </a:lnTo>
                  <a:lnTo>
                    <a:pt x="4244442" y="1668810"/>
                  </a:lnTo>
                  <a:lnTo>
                    <a:pt x="4243160" y="1668810"/>
                  </a:lnTo>
                  <a:lnTo>
                    <a:pt x="4241878" y="1668810"/>
                  </a:lnTo>
                  <a:lnTo>
                    <a:pt x="4240596" y="1668810"/>
                  </a:lnTo>
                  <a:lnTo>
                    <a:pt x="4239314" y="1668810"/>
                  </a:lnTo>
                  <a:lnTo>
                    <a:pt x="4238032" y="1668810"/>
                  </a:lnTo>
                  <a:lnTo>
                    <a:pt x="4236750" y="1668810"/>
                  </a:lnTo>
                  <a:lnTo>
                    <a:pt x="4235469" y="1668810"/>
                  </a:lnTo>
                  <a:lnTo>
                    <a:pt x="4234187" y="1668810"/>
                  </a:lnTo>
                  <a:lnTo>
                    <a:pt x="4232905" y="1668810"/>
                  </a:lnTo>
                  <a:lnTo>
                    <a:pt x="4231623" y="1668810"/>
                  </a:lnTo>
                  <a:lnTo>
                    <a:pt x="4230341" y="1668810"/>
                  </a:lnTo>
                  <a:lnTo>
                    <a:pt x="4229059" y="1668810"/>
                  </a:lnTo>
                  <a:lnTo>
                    <a:pt x="4227778" y="1668810"/>
                  </a:lnTo>
                  <a:lnTo>
                    <a:pt x="4226496" y="1668810"/>
                  </a:lnTo>
                  <a:lnTo>
                    <a:pt x="4225214" y="1668810"/>
                  </a:lnTo>
                  <a:lnTo>
                    <a:pt x="4223932" y="1668810"/>
                  </a:lnTo>
                  <a:lnTo>
                    <a:pt x="4222650" y="1668810"/>
                  </a:lnTo>
                  <a:lnTo>
                    <a:pt x="4221368" y="1668810"/>
                  </a:lnTo>
                  <a:lnTo>
                    <a:pt x="4220087" y="1668810"/>
                  </a:lnTo>
                  <a:lnTo>
                    <a:pt x="4218805" y="1668810"/>
                  </a:lnTo>
                  <a:lnTo>
                    <a:pt x="4217523" y="1668810"/>
                  </a:lnTo>
                  <a:lnTo>
                    <a:pt x="4216241" y="1668810"/>
                  </a:lnTo>
                  <a:lnTo>
                    <a:pt x="4214959" y="1668810"/>
                  </a:lnTo>
                  <a:lnTo>
                    <a:pt x="4213677" y="1668810"/>
                  </a:lnTo>
                  <a:lnTo>
                    <a:pt x="4212395" y="1668810"/>
                  </a:lnTo>
                  <a:lnTo>
                    <a:pt x="4211114" y="1668810"/>
                  </a:lnTo>
                  <a:lnTo>
                    <a:pt x="4209832" y="1668810"/>
                  </a:lnTo>
                  <a:lnTo>
                    <a:pt x="4208550" y="1668810"/>
                  </a:lnTo>
                  <a:lnTo>
                    <a:pt x="4207268" y="1668810"/>
                  </a:lnTo>
                  <a:lnTo>
                    <a:pt x="4205986" y="1668810"/>
                  </a:lnTo>
                  <a:lnTo>
                    <a:pt x="4204704" y="1668810"/>
                  </a:lnTo>
                  <a:lnTo>
                    <a:pt x="4203423" y="1668810"/>
                  </a:lnTo>
                  <a:lnTo>
                    <a:pt x="4202141" y="1668810"/>
                  </a:lnTo>
                  <a:lnTo>
                    <a:pt x="4200859" y="1668810"/>
                  </a:lnTo>
                  <a:lnTo>
                    <a:pt x="4199577" y="1668810"/>
                  </a:lnTo>
                  <a:lnTo>
                    <a:pt x="4198295" y="1668810"/>
                  </a:lnTo>
                  <a:lnTo>
                    <a:pt x="4197013" y="1668810"/>
                  </a:lnTo>
                  <a:lnTo>
                    <a:pt x="4195731" y="1668810"/>
                  </a:lnTo>
                  <a:lnTo>
                    <a:pt x="4194450" y="1668810"/>
                  </a:lnTo>
                  <a:lnTo>
                    <a:pt x="4193168" y="1668810"/>
                  </a:lnTo>
                  <a:lnTo>
                    <a:pt x="4191886" y="1668810"/>
                  </a:lnTo>
                  <a:lnTo>
                    <a:pt x="4190604" y="1668810"/>
                  </a:lnTo>
                  <a:lnTo>
                    <a:pt x="4189322" y="1668810"/>
                  </a:lnTo>
                  <a:lnTo>
                    <a:pt x="4188040" y="1668810"/>
                  </a:lnTo>
                  <a:lnTo>
                    <a:pt x="4186759" y="1668810"/>
                  </a:lnTo>
                  <a:lnTo>
                    <a:pt x="4185477" y="1668810"/>
                  </a:lnTo>
                  <a:lnTo>
                    <a:pt x="4184195" y="1668810"/>
                  </a:lnTo>
                  <a:lnTo>
                    <a:pt x="4182913" y="1668810"/>
                  </a:lnTo>
                  <a:lnTo>
                    <a:pt x="4181631" y="1668810"/>
                  </a:lnTo>
                  <a:lnTo>
                    <a:pt x="4180349" y="1668810"/>
                  </a:lnTo>
                  <a:lnTo>
                    <a:pt x="4179068" y="1668810"/>
                  </a:lnTo>
                  <a:lnTo>
                    <a:pt x="4177786" y="1668810"/>
                  </a:lnTo>
                  <a:lnTo>
                    <a:pt x="4176504" y="1668810"/>
                  </a:lnTo>
                  <a:lnTo>
                    <a:pt x="4175222" y="1668810"/>
                  </a:lnTo>
                  <a:lnTo>
                    <a:pt x="4173940" y="1668810"/>
                  </a:lnTo>
                  <a:lnTo>
                    <a:pt x="4172658" y="1668810"/>
                  </a:lnTo>
                  <a:lnTo>
                    <a:pt x="4171376" y="1668810"/>
                  </a:lnTo>
                  <a:lnTo>
                    <a:pt x="4170095" y="1668810"/>
                  </a:lnTo>
                  <a:lnTo>
                    <a:pt x="4168813" y="1668810"/>
                  </a:lnTo>
                  <a:lnTo>
                    <a:pt x="4167531" y="1668810"/>
                  </a:lnTo>
                  <a:lnTo>
                    <a:pt x="4166249" y="1668810"/>
                  </a:lnTo>
                  <a:lnTo>
                    <a:pt x="4164967" y="1668810"/>
                  </a:lnTo>
                  <a:lnTo>
                    <a:pt x="4163685" y="1668810"/>
                  </a:lnTo>
                  <a:lnTo>
                    <a:pt x="4162404" y="1668810"/>
                  </a:lnTo>
                  <a:lnTo>
                    <a:pt x="4161122" y="1668810"/>
                  </a:lnTo>
                  <a:lnTo>
                    <a:pt x="4159840" y="1668810"/>
                  </a:lnTo>
                  <a:lnTo>
                    <a:pt x="4158558" y="1668810"/>
                  </a:lnTo>
                  <a:lnTo>
                    <a:pt x="4157276" y="1668810"/>
                  </a:lnTo>
                  <a:lnTo>
                    <a:pt x="4155994" y="1668810"/>
                  </a:lnTo>
                  <a:lnTo>
                    <a:pt x="4154712" y="1668810"/>
                  </a:lnTo>
                  <a:lnTo>
                    <a:pt x="4153431" y="1668810"/>
                  </a:lnTo>
                  <a:lnTo>
                    <a:pt x="4152149" y="1668810"/>
                  </a:lnTo>
                  <a:lnTo>
                    <a:pt x="4150867" y="1668810"/>
                  </a:lnTo>
                  <a:lnTo>
                    <a:pt x="4149585" y="1668810"/>
                  </a:lnTo>
                  <a:lnTo>
                    <a:pt x="4148303" y="1668810"/>
                  </a:lnTo>
                  <a:lnTo>
                    <a:pt x="4147021" y="1668810"/>
                  </a:lnTo>
                  <a:lnTo>
                    <a:pt x="4145740" y="1668810"/>
                  </a:lnTo>
                  <a:lnTo>
                    <a:pt x="4144458" y="1668810"/>
                  </a:lnTo>
                  <a:lnTo>
                    <a:pt x="4143176" y="1668810"/>
                  </a:lnTo>
                  <a:lnTo>
                    <a:pt x="4141894" y="1668810"/>
                  </a:lnTo>
                  <a:lnTo>
                    <a:pt x="4140612" y="1668810"/>
                  </a:lnTo>
                  <a:lnTo>
                    <a:pt x="4139330" y="1668810"/>
                  </a:lnTo>
                  <a:lnTo>
                    <a:pt x="4138048" y="1668810"/>
                  </a:lnTo>
                  <a:lnTo>
                    <a:pt x="4136767" y="1668810"/>
                  </a:lnTo>
                  <a:lnTo>
                    <a:pt x="4135485" y="1668810"/>
                  </a:lnTo>
                  <a:lnTo>
                    <a:pt x="4134203" y="1668810"/>
                  </a:lnTo>
                  <a:lnTo>
                    <a:pt x="4132921" y="1668810"/>
                  </a:lnTo>
                  <a:lnTo>
                    <a:pt x="4131639" y="1668810"/>
                  </a:lnTo>
                  <a:lnTo>
                    <a:pt x="4130357" y="1668810"/>
                  </a:lnTo>
                  <a:lnTo>
                    <a:pt x="4129076" y="1668810"/>
                  </a:lnTo>
                  <a:lnTo>
                    <a:pt x="4127794" y="1668810"/>
                  </a:lnTo>
                  <a:lnTo>
                    <a:pt x="4126512" y="1668810"/>
                  </a:lnTo>
                  <a:lnTo>
                    <a:pt x="4125230" y="1668810"/>
                  </a:lnTo>
                  <a:lnTo>
                    <a:pt x="4123948" y="1668810"/>
                  </a:lnTo>
                  <a:lnTo>
                    <a:pt x="4122666" y="1668810"/>
                  </a:lnTo>
                  <a:lnTo>
                    <a:pt x="4121385" y="1668810"/>
                  </a:lnTo>
                  <a:lnTo>
                    <a:pt x="4120103" y="1668810"/>
                  </a:lnTo>
                  <a:lnTo>
                    <a:pt x="4118821" y="1668810"/>
                  </a:lnTo>
                  <a:lnTo>
                    <a:pt x="4117539" y="1668810"/>
                  </a:lnTo>
                  <a:lnTo>
                    <a:pt x="4116257" y="1668810"/>
                  </a:lnTo>
                  <a:lnTo>
                    <a:pt x="4114975" y="1668810"/>
                  </a:lnTo>
                  <a:lnTo>
                    <a:pt x="4113693" y="1668810"/>
                  </a:lnTo>
                  <a:lnTo>
                    <a:pt x="4112412" y="1668810"/>
                  </a:lnTo>
                  <a:lnTo>
                    <a:pt x="4111130" y="1668810"/>
                  </a:lnTo>
                  <a:lnTo>
                    <a:pt x="4109848" y="1668810"/>
                  </a:lnTo>
                  <a:lnTo>
                    <a:pt x="4108566" y="1668810"/>
                  </a:lnTo>
                  <a:lnTo>
                    <a:pt x="4107284" y="1668810"/>
                  </a:lnTo>
                  <a:lnTo>
                    <a:pt x="4106002" y="1668810"/>
                  </a:lnTo>
                  <a:lnTo>
                    <a:pt x="4104721" y="1668810"/>
                  </a:lnTo>
                  <a:lnTo>
                    <a:pt x="4103439" y="1668810"/>
                  </a:lnTo>
                  <a:lnTo>
                    <a:pt x="4102157" y="1668810"/>
                  </a:lnTo>
                  <a:lnTo>
                    <a:pt x="4100875" y="1668810"/>
                  </a:lnTo>
                  <a:lnTo>
                    <a:pt x="4099593" y="1668810"/>
                  </a:lnTo>
                  <a:lnTo>
                    <a:pt x="4098311" y="1668810"/>
                  </a:lnTo>
                  <a:lnTo>
                    <a:pt x="4097029" y="1668810"/>
                  </a:lnTo>
                  <a:lnTo>
                    <a:pt x="4095748" y="1668810"/>
                  </a:lnTo>
                  <a:lnTo>
                    <a:pt x="4094466" y="1668810"/>
                  </a:lnTo>
                  <a:lnTo>
                    <a:pt x="4093184" y="1668810"/>
                  </a:lnTo>
                  <a:lnTo>
                    <a:pt x="4091902" y="1668810"/>
                  </a:lnTo>
                  <a:lnTo>
                    <a:pt x="4090620" y="1668810"/>
                  </a:lnTo>
                  <a:lnTo>
                    <a:pt x="4089338" y="1668810"/>
                  </a:lnTo>
                  <a:lnTo>
                    <a:pt x="4088057" y="1668810"/>
                  </a:lnTo>
                  <a:lnTo>
                    <a:pt x="4086775" y="1668810"/>
                  </a:lnTo>
                  <a:lnTo>
                    <a:pt x="4085493" y="1668810"/>
                  </a:lnTo>
                  <a:lnTo>
                    <a:pt x="4084211" y="1668810"/>
                  </a:lnTo>
                  <a:lnTo>
                    <a:pt x="4082929" y="1668810"/>
                  </a:lnTo>
                  <a:lnTo>
                    <a:pt x="4081647" y="1668810"/>
                  </a:lnTo>
                  <a:lnTo>
                    <a:pt x="4080366" y="1668810"/>
                  </a:lnTo>
                  <a:lnTo>
                    <a:pt x="4079084" y="1668810"/>
                  </a:lnTo>
                  <a:lnTo>
                    <a:pt x="4077802" y="1668810"/>
                  </a:lnTo>
                  <a:lnTo>
                    <a:pt x="4076520" y="1668810"/>
                  </a:lnTo>
                  <a:lnTo>
                    <a:pt x="4075238" y="1668810"/>
                  </a:lnTo>
                  <a:lnTo>
                    <a:pt x="4073956" y="1668810"/>
                  </a:lnTo>
                  <a:lnTo>
                    <a:pt x="4072674" y="1668810"/>
                  </a:lnTo>
                  <a:lnTo>
                    <a:pt x="4071393" y="1668810"/>
                  </a:lnTo>
                  <a:lnTo>
                    <a:pt x="4070111" y="1668810"/>
                  </a:lnTo>
                  <a:lnTo>
                    <a:pt x="4068829" y="1668810"/>
                  </a:lnTo>
                  <a:lnTo>
                    <a:pt x="4067547" y="1668810"/>
                  </a:lnTo>
                  <a:lnTo>
                    <a:pt x="4066265" y="1668810"/>
                  </a:lnTo>
                  <a:lnTo>
                    <a:pt x="4064983" y="1668810"/>
                  </a:lnTo>
                  <a:lnTo>
                    <a:pt x="4063702" y="1668810"/>
                  </a:lnTo>
                  <a:lnTo>
                    <a:pt x="4062420" y="1668810"/>
                  </a:lnTo>
                  <a:lnTo>
                    <a:pt x="4061138" y="1668810"/>
                  </a:lnTo>
                  <a:lnTo>
                    <a:pt x="4059856" y="1668810"/>
                  </a:lnTo>
                  <a:lnTo>
                    <a:pt x="4058574" y="1668810"/>
                  </a:lnTo>
                  <a:lnTo>
                    <a:pt x="4057292" y="1668810"/>
                  </a:lnTo>
                  <a:lnTo>
                    <a:pt x="4056010" y="1668810"/>
                  </a:lnTo>
                  <a:lnTo>
                    <a:pt x="4054729" y="1668810"/>
                  </a:lnTo>
                  <a:lnTo>
                    <a:pt x="4053447" y="1668810"/>
                  </a:lnTo>
                  <a:lnTo>
                    <a:pt x="4052165" y="1668810"/>
                  </a:lnTo>
                  <a:lnTo>
                    <a:pt x="4050883" y="1668810"/>
                  </a:lnTo>
                  <a:lnTo>
                    <a:pt x="4049601" y="1668810"/>
                  </a:lnTo>
                  <a:lnTo>
                    <a:pt x="4048319" y="1668810"/>
                  </a:lnTo>
                  <a:lnTo>
                    <a:pt x="4047038" y="1668810"/>
                  </a:lnTo>
                  <a:lnTo>
                    <a:pt x="4045756" y="1668810"/>
                  </a:lnTo>
                  <a:lnTo>
                    <a:pt x="4044474" y="1668810"/>
                  </a:lnTo>
                  <a:lnTo>
                    <a:pt x="4043192" y="1668810"/>
                  </a:lnTo>
                  <a:lnTo>
                    <a:pt x="4041910" y="1668810"/>
                  </a:lnTo>
                  <a:lnTo>
                    <a:pt x="4040628" y="1668810"/>
                  </a:lnTo>
                  <a:lnTo>
                    <a:pt x="4039347" y="1668810"/>
                  </a:lnTo>
                  <a:lnTo>
                    <a:pt x="4038065" y="1668810"/>
                  </a:lnTo>
                  <a:lnTo>
                    <a:pt x="4036783" y="1668810"/>
                  </a:lnTo>
                  <a:lnTo>
                    <a:pt x="4035501" y="1668810"/>
                  </a:lnTo>
                  <a:lnTo>
                    <a:pt x="4034219" y="1668810"/>
                  </a:lnTo>
                  <a:lnTo>
                    <a:pt x="4032937" y="1668810"/>
                  </a:lnTo>
                  <a:lnTo>
                    <a:pt x="4031655" y="1668810"/>
                  </a:lnTo>
                  <a:lnTo>
                    <a:pt x="4030374" y="1668810"/>
                  </a:lnTo>
                  <a:lnTo>
                    <a:pt x="4029092" y="1668810"/>
                  </a:lnTo>
                  <a:lnTo>
                    <a:pt x="4027810" y="1668810"/>
                  </a:lnTo>
                  <a:lnTo>
                    <a:pt x="4026528" y="1668810"/>
                  </a:lnTo>
                  <a:lnTo>
                    <a:pt x="4025246" y="1668810"/>
                  </a:lnTo>
                  <a:lnTo>
                    <a:pt x="4023964" y="1668810"/>
                  </a:lnTo>
                  <a:lnTo>
                    <a:pt x="4022683" y="1668810"/>
                  </a:lnTo>
                  <a:lnTo>
                    <a:pt x="4021401" y="1668810"/>
                  </a:lnTo>
                  <a:lnTo>
                    <a:pt x="4020119" y="1668810"/>
                  </a:lnTo>
                  <a:lnTo>
                    <a:pt x="4018837" y="1668810"/>
                  </a:lnTo>
                  <a:lnTo>
                    <a:pt x="4017555" y="1668810"/>
                  </a:lnTo>
                  <a:lnTo>
                    <a:pt x="4016273" y="1668810"/>
                  </a:lnTo>
                  <a:lnTo>
                    <a:pt x="4014991" y="1668810"/>
                  </a:lnTo>
                  <a:lnTo>
                    <a:pt x="4013710" y="1668810"/>
                  </a:lnTo>
                  <a:lnTo>
                    <a:pt x="4012428" y="1668810"/>
                  </a:lnTo>
                  <a:lnTo>
                    <a:pt x="4011146" y="1668810"/>
                  </a:lnTo>
                  <a:lnTo>
                    <a:pt x="4009864" y="1668810"/>
                  </a:lnTo>
                  <a:lnTo>
                    <a:pt x="4008582" y="1668810"/>
                  </a:lnTo>
                  <a:lnTo>
                    <a:pt x="4007300" y="1668810"/>
                  </a:lnTo>
                  <a:lnTo>
                    <a:pt x="4006019" y="1668810"/>
                  </a:lnTo>
                  <a:lnTo>
                    <a:pt x="4004737" y="1668810"/>
                  </a:lnTo>
                  <a:lnTo>
                    <a:pt x="4003455" y="1668810"/>
                  </a:lnTo>
                  <a:lnTo>
                    <a:pt x="4002173" y="1668810"/>
                  </a:lnTo>
                  <a:lnTo>
                    <a:pt x="4000891" y="1668810"/>
                  </a:lnTo>
                  <a:lnTo>
                    <a:pt x="3999609" y="1668810"/>
                  </a:lnTo>
                  <a:lnTo>
                    <a:pt x="3998327" y="1668810"/>
                  </a:lnTo>
                  <a:lnTo>
                    <a:pt x="3997046" y="1668810"/>
                  </a:lnTo>
                  <a:lnTo>
                    <a:pt x="3995764" y="1668810"/>
                  </a:lnTo>
                  <a:lnTo>
                    <a:pt x="3994482" y="1668810"/>
                  </a:lnTo>
                  <a:lnTo>
                    <a:pt x="3993200" y="1668810"/>
                  </a:lnTo>
                  <a:lnTo>
                    <a:pt x="3991918" y="1668810"/>
                  </a:lnTo>
                  <a:lnTo>
                    <a:pt x="3990636" y="1668810"/>
                  </a:lnTo>
                  <a:lnTo>
                    <a:pt x="3989355" y="1668810"/>
                  </a:lnTo>
                  <a:lnTo>
                    <a:pt x="3988073" y="1668810"/>
                  </a:lnTo>
                  <a:lnTo>
                    <a:pt x="3986791" y="1668810"/>
                  </a:lnTo>
                  <a:lnTo>
                    <a:pt x="3985509" y="1668810"/>
                  </a:lnTo>
                  <a:lnTo>
                    <a:pt x="3984227" y="1668810"/>
                  </a:lnTo>
                  <a:lnTo>
                    <a:pt x="3982945" y="1668810"/>
                  </a:lnTo>
                  <a:lnTo>
                    <a:pt x="3981664" y="1668810"/>
                  </a:lnTo>
                  <a:lnTo>
                    <a:pt x="3980382" y="1668810"/>
                  </a:lnTo>
                  <a:lnTo>
                    <a:pt x="3979100" y="1668810"/>
                  </a:lnTo>
                  <a:lnTo>
                    <a:pt x="3977818" y="1668810"/>
                  </a:lnTo>
                  <a:lnTo>
                    <a:pt x="3976536" y="1668810"/>
                  </a:lnTo>
                  <a:lnTo>
                    <a:pt x="3975254" y="1668810"/>
                  </a:lnTo>
                  <a:lnTo>
                    <a:pt x="3973972" y="1668810"/>
                  </a:lnTo>
                  <a:lnTo>
                    <a:pt x="3972691" y="1668810"/>
                  </a:lnTo>
                  <a:lnTo>
                    <a:pt x="3971409" y="1668810"/>
                  </a:lnTo>
                  <a:lnTo>
                    <a:pt x="3970127" y="1668810"/>
                  </a:lnTo>
                  <a:lnTo>
                    <a:pt x="3968845" y="1668810"/>
                  </a:lnTo>
                  <a:lnTo>
                    <a:pt x="3967563" y="1668810"/>
                  </a:lnTo>
                  <a:lnTo>
                    <a:pt x="3966281" y="1668810"/>
                  </a:lnTo>
                  <a:lnTo>
                    <a:pt x="3965000" y="1668810"/>
                  </a:lnTo>
                  <a:lnTo>
                    <a:pt x="3963718" y="1668810"/>
                  </a:lnTo>
                  <a:lnTo>
                    <a:pt x="3962436" y="1668810"/>
                  </a:lnTo>
                  <a:lnTo>
                    <a:pt x="3961154" y="1668810"/>
                  </a:lnTo>
                  <a:lnTo>
                    <a:pt x="3959872" y="1668810"/>
                  </a:lnTo>
                  <a:lnTo>
                    <a:pt x="3958590" y="1668810"/>
                  </a:lnTo>
                  <a:lnTo>
                    <a:pt x="3957308" y="1668810"/>
                  </a:lnTo>
                  <a:lnTo>
                    <a:pt x="3956027" y="1668810"/>
                  </a:lnTo>
                  <a:lnTo>
                    <a:pt x="3954745" y="1668810"/>
                  </a:lnTo>
                  <a:lnTo>
                    <a:pt x="3953463" y="1668810"/>
                  </a:lnTo>
                  <a:lnTo>
                    <a:pt x="3952181" y="1668810"/>
                  </a:lnTo>
                  <a:lnTo>
                    <a:pt x="3950899" y="1668810"/>
                  </a:lnTo>
                  <a:lnTo>
                    <a:pt x="3949617" y="1668810"/>
                  </a:lnTo>
                  <a:lnTo>
                    <a:pt x="3948336" y="1668810"/>
                  </a:lnTo>
                  <a:lnTo>
                    <a:pt x="3947054" y="1668810"/>
                  </a:lnTo>
                  <a:lnTo>
                    <a:pt x="3945772" y="1668810"/>
                  </a:lnTo>
                  <a:lnTo>
                    <a:pt x="3944490" y="1668810"/>
                  </a:lnTo>
                  <a:lnTo>
                    <a:pt x="3943208" y="1668810"/>
                  </a:lnTo>
                  <a:lnTo>
                    <a:pt x="3941926" y="1668810"/>
                  </a:lnTo>
                  <a:lnTo>
                    <a:pt x="3940645" y="1668810"/>
                  </a:lnTo>
                  <a:lnTo>
                    <a:pt x="3939363" y="1668810"/>
                  </a:lnTo>
                  <a:lnTo>
                    <a:pt x="3938081" y="1668810"/>
                  </a:lnTo>
                  <a:lnTo>
                    <a:pt x="3936799" y="1668810"/>
                  </a:lnTo>
                  <a:lnTo>
                    <a:pt x="3935517" y="1668810"/>
                  </a:lnTo>
                  <a:lnTo>
                    <a:pt x="3934235" y="1668810"/>
                  </a:lnTo>
                  <a:lnTo>
                    <a:pt x="3932953" y="1668810"/>
                  </a:lnTo>
                  <a:lnTo>
                    <a:pt x="3931672" y="1668810"/>
                  </a:lnTo>
                  <a:lnTo>
                    <a:pt x="3930390" y="1668810"/>
                  </a:lnTo>
                  <a:lnTo>
                    <a:pt x="3929108" y="1668810"/>
                  </a:lnTo>
                  <a:lnTo>
                    <a:pt x="3927826" y="1668810"/>
                  </a:lnTo>
                  <a:lnTo>
                    <a:pt x="3926544" y="1668810"/>
                  </a:lnTo>
                  <a:lnTo>
                    <a:pt x="3925262" y="1668810"/>
                  </a:lnTo>
                  <a:lnTo>
                    <a:pt x="3923981" y="1668810"/>
                  </a:lnTo>
                  <a:lnTo>
                    <a:pt x="3922699" y="1668810"/>
                  </a:lnTo>
                  <a:lnTo>
                    <a:pt x="3921417" y="1668810"/>
                  </a:lnTo>
                  <a:lnTo>
                    <a:pt x="3920135" y="1668810"/>
                  </a:lnTo>
                  <a:lnTo>
                    <a:pt x="3918853" y="1668810"/>
                  </a:lnTo>
                  <a:lnTo>
                    <a:pt x="3917571" y="1668810"/>
                  </a:lnTo>
                  <a:lnTo>
                    <a:pt x="3916289" y="1668810"/>
                  </a:lnTo>
                  <a:lnTo>
                    <a:pt x="3915008" y="1668810"/>
                  </a:lnTo>
                  <a:lnTo>
                    <a:pt x="3913726" y="1668810"/>
                  </a:lnTo>
                  <a:lnTo>
                    <a:pt x="3912444" y="1668810"/>
                  </a:lnTo>
                  <a:lnTo>
                    <a:pt x="3911162" y="1668810"/>
                  </a:lnTo>
                  <a:lnTo>
                    <a:pt x="3909880" y="1668810"/>
                  </a:lnTo>
                  <a:lnTo>
                    <a:pt x="3908598" y="1668810"/>
                  </a:lnTo>
                  <a:lnTo>
                    <a:pt x="3907317" y="1668810"/>
                  </a:lnTo>
                  <a:lnTo>
                    <a:pt x="3906035" y="1668810"/>
                  </a:lnTo>
                  <a:lnTo>
                    <a:pt x="3904753" y="1668810"/>
                  </a:lnTo>
                  <a:lnTo>
                    <a:pt x="3903471" y="1668810"/>
                  </a:lnTo>
                  <a:lnTo>
                    <a:pt x="3902189" y="1668810"/>
                  </a:lnTo>
                  <a:lnTo>
                    <a:pt x="3900907" y="1668810"/>
                  </a:lnTo>
                  <a:lnTo>
                    <a:pt x="3899626" y="1668810"/>
                  </a:lnTo>
                  <a:lnTo>
                    <a:pt x="3898344" y="1668810"/>
                  </a:lnTo>
                  <a:lnTo>
                    <a:pt x="3897062" y="1668810"/>
                  </a:lnTo>
                  <a:lnTo>
                    <a:pt x="3895780" y="1668810"/>
                  </a:lnTo>
                  <a:lnTo>
                    <a:pt x="3894498" y="1668810"/>
                  </a:lnTo>
                  <a:lnTo>
                    <a:pt x="3893216" y="1668810"/>
                  </a:lnTo>
                  <a:lnTo>
                    <a:pt x="3891934" y="1668810"/>
                  </a:lnTo>
                  <a:lnTo>
                    <a:pt x="3890653" y="1668810"/>
                  </a:lnTo>
                  <a:lnTo>
                    <a:pt x="3889371" y="1668810"/>
                  </a:lnTo>
                  <a:lnTo>
                    <a:pt x="3888089" y="1668810"/>
                  </a:lnTo>
                  <a:lnTo>
                    <a:pt x="3886807" y="1668810"/>
                  </a:lnTo>
                  <a:lnTo>
                    <a:pt x="3885525" y="1668810"/>
                  </a:lnTo>
                  <a:lnTo>
                    <a:pt x="3884243" y="1668810"/>
                  </a:lnTo>
                  <a:lnTo>
                    <a:pt x="3882962" y="1668810"/>
                  </a:lnTo>
                  <a:lnTo>
                    <a:pt x="3881680" y="1668810"/>
                  </a:lnTo>
                  <a:lnTo>
                    <a:pt x="3880398" y="1668810"/>
                  </a:lnTo>
                  <a:lnTo>
                    <a:pt x="3879116" y="1668810"/>
                  </a:lnTo>
                  <a:lnTo>
                    <a:pt x="3877834" y="1668810"/>
                  </a:lnTo>
                  <a:lnTo>
                    <a:pt x="3876552" y="1668810"/>
                  </a:lnTo>
                  <a:lnTo>
                    <a:pt x="3875270" y="1668810"/>
                  </a:lnTo>
                  <a:lnTo>
                    <a:pt x="3873989" y="1668810"/>
                  </a:lnTo>
                  <a:lnTo>
                    <a:pt x="3872707" y="1668810"/>
                  </a:lnTo>
                  <a:lnTo>
                    <a:pt x="3871425" y="1668810"/>
                  </a:lnTo>
                  <a:lnTo>
                    <a:pt x="3870143" y="1668810"/>
                  </a:lnTo>
                  <a:lnTo>
                    <a:pt x="3868861" y="1668810"/>
                  </a:lnTo>
                  <a:lnTo>
                    <a:pt x="3867579" y="1668810"/>
                  </a:lnTo>
                  <a:lnTo>
                    <a:pt x="3866298" y="1668810"/>
                  </a:lnTo>
                  <a:lnTo>
                    <a:pt x="3865016" y="1668810"/>
                  </a:lnTo>
                  <a:lnTo>
                    <a:pt x="3863734" y="1668810"/>
                  </a:lnTo>
                  <a:lnTo>
                    <a:pt x="3862452" y="1668810"/>
                  </a:lnTo>
                  <a:lnTo>
                    <a:pt x="3861170" y="1668810"/>
                  </a:lnTo>
                  <a:lnTo>
                    <a:pt x="3859888" y="1668810"/>
                  </a:lnTo>
                  <a:lnTo>
                    <a:pt x="3858606" y="1668810"/>
                  </a:lnTo>
                  <a:lnTo>
                    <a:pt x="3857325" y="1668810"/>
                  </a:lnTo>
                  <a:lnTo>
                    <a:pt x="3856043" y="1668810"/>
                  </a:lnTo>
                  <a:lnTo>
                    <a:pt x="3854761" y="1668810"/>
                  </a:lnTo>
                  <a:lnTo>
                    <a:pt x="3853479" y="1668810"/>
                  </a:lnTo>
                  <a:lnTo>
                    <a:pt x="3852197" y="1668810"/>
                  </a:lnTo>
                  <a:lnTo>
                    <a:pt x="3850915" y="1668810"/>
                  </a:lnTo>
                  <a:lnTo>
                    <a:pt x="3849634" y="1668810"/>
                  </a:lnTo>
                  <a:lnTo>
                    <a:pt x="3848352" y="1668810"/>
                  </a:lnTo>
                  <a:lnTo>
                    <a:pt x="3847070" y="1668810"/>
                  </a:lnTo>
                  <a:lnTo>
                    <a:pt x="3845788" y="1668810"/>
                  </a:lnTo>
                  <a:lnTo>
                    <a:pt x="3844506" y="1668810"/>
                  </a:lnTo>
                  <a:lnTo>
                    <a:pt x="3843224" y="1668810"/>
                  </a:lnTo>
                  <a:lnTo>
                    <a:pt x="3841943" y="1668810"/>
                  </a:lnTo>
                  <a:lnTo>
                    <a:pt x="3840661" y="1668810"/>
                  </a:lnTo>
                  <a:lnTo>
                    <a:pt x="3839379" y="1668810"/>
                  </a:lnTo>
                  <a:lnTo>
                    <a:pt x="3838097" y="1668810"/>
                  </a:lnTo>
                  <a:lnTo>
                    <a:pt x="3836815" y="1668810"/>
                  </a:lnTo>
                  <a:lnTo>
                    <a:pt x="3835533" y="1668810"/>
                  </a:lnTo>
                  <a:lnTo>
                    <a:pt x="3834251" y="1668810"/>
                  </a:lnTo>
                  <a:lnTo>
                    <a:pt x="3832970" y="1668810"/>
                  </a:lnTo>
                  <a:lnTo>
                    <a:pt x="3831688" y="1668810"/>
                  </a:lnTo>
                  <a:lnTo>
                    <a:pt x="3830406" y="1668810"/>
                  </a:lnTo>
                  <a:lnTo>
                    <a:pt x="3829124" y="1668810"/>
                  </a:lnTo>
                  <a:lnTo>
                    <a:pt x="3827842" y="1668810"/>
                  </a:lnTo>
                  <a:lnTo>
                    <a:pt x="3826560" y="1668810"/>
                  </a:lnTo>
                  <a:lnTo>
                    <a:pt x="3825279" y="1668810"/>
                  </a:lnTo>
                  <a:lnTo>
                    <a:pt x="3823997" y="1668810"/>
                  </a:lnTo>
                  <a:lnTo>
                    <a:pt x="3822715" y="1668810"/>
                  </a:lnTo>
                  <a:lnTo>
                    <a:pt x="3821433" y="1668810"/>
                  </a:lnTo>
                  <a:lnTo>
                    <a:pt x="3820151" y="1668810"/>
                  </a:lnTo>
                  <a:lnTo>
                    <a:pt x="3818869" y="1668810"/>
                  </a:lnTo>
                  <a:lnTo>
                    <a:pt x="3817587" y="1668810"/>
                  </a:lnTo>
                  <a:lnTo>
                    <a:pt x="3816306" y="1668810"/>
                  </a:lnTo>
                  <a:lnTo>
                    <a:pt x="3815024" y="1668810"/>
                  </a:lnTo>
                  <a:lnTo>
                    <a:pt x="3813742" y="1668810"/>
                  </a:lnTo>
                  <a:lnTo>
                    <a:pt x="3812460" y="1668810"/>
                  </a:lnTo>
                  <a:lnTo>
                    <a:pt x="3811178" y="1668810"/>
                  </a:lnTo>
                  <a:lnTo>
                    <a:pt x="3809896" y="1668810"/>
                  </a:lnTo>
                  <a:lnTo>
                    <a:pt x="3808615" y="1668810"/>
                  </a:lnTo>
                  <a:lnTo>
                    <a:pt x="3807333" y="1668810"/>
                  </a:lnTo>
                  <a:lnTo>
                    <a:pt x="3806051" y="1668810"/>
                  </a:lnTo>
                  <a:lnTo>
                    <a:pt x="3804769" y="1668810"/>
                  </a:lnTo>
                  <a:lnTo>
                    <a:pt x="3803487" y="1668810"/>
                  </a:lnTo>
                  <a:lnTo>
                    <a:pt x="3802205" y="1668810"/>
                  </a:lnTo>
                  <a:lnTo>
                    <a:pt x="3800924" y="1668810"/>
                  </a:lnTo>
                  <a:lnTo>
                    <a:pt x="3799642" y="1668810"/>
                  </a:lnTo>
                  <a:lnTo>
                    <a:pt x="3798360" y="1668810"/>
                  </a:lnTo>
                  <a:lnTo>
                    <a:pt x="3797078" y="1668810"/>
                  </a:lnTo>
                  <a:lnTo>
                    <a:pt x="3795796" y="1668810"/>
                  </a:lnTo>
                  <a:lnTo>
                    <a:pt x="3794514" y="1668810"/>
                  </a:lnTo>
                  <a:lnTo>
                    <a:pt x="3793232" y="1668810"/>
                  </a:lnTo>
                  <a:lnTo>
                    <a:pt x="3791951" y="1668810"/>
                  </a:lnTo>
                  <a:lnTo>
                    <a:pt x="3790669" y="1668810"/>
                  </a:lnTo>
                  <a:lnTo>
                    <a:pt x="3789387" y="1668810"/>
                  </a:lnTo>
                  <a:lnTo>
                    <a:pt x="3788105" y="1668810"/>
                  </a:lnTo>
                  <a:lnTo>
                    <a:pt x="3786823" y="1668810"/>
                  </a:lnTo>
                  <a:lnTo>
                    <a:pt x="3785541" y="1668810"/>
                  </a:lnTo>
                  <a:lnTo>
                    <a:pt x="3784260" y="1668810"/>
                  </a:lnTo>
                  <a:lnTo>
                    <a:pt x="3782978" y="1668810"/>
                  </a:lnTo>
                  <a:lnTo>
                    <a:pt x="3781696" y="1668810"/>
                  </a:lnTo>
                  <a:lnTo>
                    <a:pt x="3780414" y="1668810"/>
                  </a:lnTo>
                  <a:lnTo>
                    <a:pt x="3779132" y="1668810"/>
                  </a:lnTo>
                  <a:lnTo>
                    <a:pt x="3777850" y="1668810"/>
                  </a:lnTo>
                  <a:lnTo>
                    <a:pt x="3776568" y="1668810"/>
                  </a:lnTo>
                  <a:lnTo>
                    <a:pt x="3775287" y="1668810"/>
                  </a:lnTo>
                  <a:lnTo>
                    <a:pt x="3774005" y="1668810"/>
                  </a:lnTo>
                  <a:lnTo>
                    <a:pt x="3772723" y="1668810"/>
                  </a:lnTo>
                  <a:lnTo>
                    <a:pt x="3771441" y="1668810"/>
                  </a:lnTo>
                  <a:lnTo>
                    <a:pt x="3770159" y="1668810"/>
                  </a:lnTo>
                  <a:lnTo>
                    <a:pt x="3768877" y="1668810"/>
                  </a:lnTo>
                  <a:lnTo>
                    <a:pt x="3767596" y="1668810"/>
                  </a:lnTo>
                  <a:lnTo>
                    <a:pt x="3766314" y="1668810"/>
                  </a:lnTo>
                  <a:lnTo>
                    <a:pt x="3765032" y="1668810"/>
                  </a:lnTo>
                  <a:lnTo>
                    <a:pt x="3763750" y="1668810"/>
                  </a:lnTo>
                  <a:lnTo>
                    <a:pt x="3762468" y="1668810"/>
                  </a:lnTo>
                  <a:lnTo>
                    <a:pt x="3761186" y="1668810"/>
                  </a:lnTo>
                  <a:lnTo>
                    <a:pt x="3759904" y="1668810"/>
                  </a:lnTo>
                  <a:lnTo>
                    <a:pt x="3758623" y="1668810"/>
                  </a:lnTo>
                  <a:lnTo>
                    <a:pt x="3757341" y="1668810"/>
                  </a:lnTo>
                  <a:lnTo>
                    <a:pt x="3756059" y="1668810"/>
                  </a:lnTo>
                  <a:lnTo>
                    <a:pt x="3754777" y="1668810"/>
                  </a:lnTo>
                  <a:lnTo>
                    <a:pt x="3753495" y="1668810"/>
                  </a:lnTo>
                  <a:lnTo>
                    <a:pt x="3752213" y="1668810"/>
                  </a:lnTo>
                  <a:lnTo>
                    <a:pt x="3750932" y="1668810"/>
                  </a:lnTo>
                  <a:lnTo>
                    <a:pt x="3749650" y="1668810"/>
                  </a:lnTo>
                  <a:lnTo>
                    <a:pt x="3748368" y="1668810"/>
                  </a:lnTo>
                  <a:lnTo>
                    <a:pt x="3747086" y="1668810"/>
                  </a:lnTo>
                  <a:lnTo>
                    <a:pt x="3745804" y="1668810"/>
                  </a:lnTo>
                  <a:lnTo>
                    <a:pt x="3744522" y="1668810"/>
                  </a:lnTo>
                  <a:lnTo>
                    <a:pt x="3743241" y="1668810"/>
                  </a:lnTo>
                  <a:lnTo>
                    <a:pt x="3741959" y="1668810"/>
                  </a:lnTo>
                  <a:lnTo>
                    <a:pt x="3740677" y="1668810"/>
                  </a:lnTo>
                  <a:lnTo>
                    <a:pt x="3739395" y="1668810"/>
                  </a:lnTo>
                  <a:lnTo>
                    <a:pt x="3738113" y="1668810"/>
                  </a:lnTo>
                  <a:lnTo>
                    <a:pt x="3736831" y="1668810"/>
                  </a:lnTo>
                  <a:lnTo>
                    <a:pt x="3735549" y="1668810"/>
                  </a:lnTo>
                  <a:lnTo>
                    <a:pt x="3734268" y="1668810"/>
                  </a:lnTo>
                  <a:lnTo>
                    <a:pt x="3732986" y="1668810"/>
                  </a:lnTo>
                  <a:lnTo>
                    <a:pt x="3731704" y="1668810"/>
                  </a:lnTo>
                  <a:lnTo>
                    <a:pt x="3730422" y="1668810"/>
                  </a:lnTo>
                  <a:lnTo>
                    <a:pt x="3729140" y="1668810"/>
                  </a:lnTo>
                  <a:lnTo>
                    <a:pt x="3727858" y="1668810"/>
                  </a:lnTo>
                  <a:lnTo>
                    <a:pt x="3726577" y="1668810"/>
                  </a:lnTo>
                  <a:lnTo>
                    <a:pt x="3725295" y="1668810"/>
                  </a:lnTo>
                  <a:lnTo>
                    <a:pt x="3724013" y="1668810"/>
                  </a:lnTo>
                  <a:lnTo>
                    <a:pt x="3722731" y="1668810"/>
                  </a:lnTo>
                  <a:lnTo>
                    <a:pt x="3721449" y="1668810"/>
                  </a:lnTo>
                  <a:lnTo>
                    <a:pt x="3720167" y="1668810"/>
                  </a:lnTo>
                  <a:lnTo>
                    <a:pt x="3718885" y="1668810"/>
                  </a:lnTo>
                  <a:lnTo>
                    <a:pt x="3717604" y="1668810"/>
                  </a:lnTo>
                  <a:lnTo>
                    <a:pt x="3716322" y="1668810"/>
                  </a:lnTo>
                  <a:lnTo>
                    <a:pt x="3715040" y="1668810"/>
                  </a:lnTo>
                  <a:lnTo>
                    <a:pt x="3713758" y="1668810"/>
                  </a:lnTo>
                  <a:lnTo>
                    <a:pt x="3712476" y="1668810"/>
                  </a:lnTo>
                  <a:lnTo>
                    <a:pt x="3711194" y="1668810"/>
                  </a:lnTo>
                  <a:lnTo>
                    <a:pt x="3709913" y="1668810"/>
                  </a:lnTo>
                  <a:lnTo>
                    <a:pt x="3708631" y="1668810"/>
                  </a:lnTo>
                  <a:lnTo>
                    <a:pt x="3707349" y="1668810"/>
                  </a:lnTo>
                  <a:lnTo>
                    <a:pt x="3706067" y="1668810"/>
                  </a:lnTo>
                  <a:lnTo>
                    <a:pt x="3704785" y="1668810"/>
                  </a:lnTo>
                  <a:lnTo>
                    <a:pt x="3703503" y="1668810"/>
                  </a:lnTo>
                  <a:lnTo>
                    <a:pt x="3702222" y="1668810"/>
                  </a:lnTo>
                  <a:lnTo>
                    <a:pt x="3700940" y="1668810"/>
                  </a:lnTo>
                  <a:lnTo>
                    <a:pt x="3699658" y="1668810"/>
                  </a:lnTo>
                  <a:lnTo>
                    <a:pt x="3698376" y="1668810"/>
                  </a:lnTo>
                  <a:lnTo>
                    <a:pt x="3697094" y="1668810"/>
                  </a:lnTo>
                  <a:lnTo>
                    <a:pt x="3695812" y="1668810"/>
                  </a:lnTo>
                  <a:lnTo>
                    <a:pt x="3694530" y="1668810"/>
                  </a:lnTo>
                  <a:lnTo>
                    <a:pt x="3693249" y="1668810"/>
                  </a:lnTo>
                  <a:lnTo>
                    <a:pt x="3691967" y="1668810"/>
                  </a:lnTo>
                  <a:lnTo>
                    <a:pt x="3690685" y="1668810"/>
                  </a:lnTo>
                  <a:lnTo>
                    <a:pt x="3689403" y="1668810"/>
                  </a:lnTo>
                  <a:lnTo>
                    <a:pt x="3688121" y="1668810"/>
                  </a:lnTo>
                  <a:lnTo>
                    <a:pt x="3686839" y="1668810"/>
                  </a:lnTo>
                  <a:lnTo>
                    <a:pt x="3685558" y="1668810"/>
                  </a:lnTo>
                  <a:lnTo>
                    <a:pt x="3684276" y="1668810"/>
                  </a:lnTo>
                  <a:lnTo>
                    <a:pt x="3682994" y="1668810"/>
                  </a:lnTo>
                  <a:lnTo>
                    <a:pt x="3681712" y="1668810"/>
                  </a:lnTo>
                  <a:lnTo>
                    <a:pt x="3680430" y="1668810"/>
                  </a:lnTo>
                  <a:lnTo>
                    <a:pt x="3679148" y="1668810"/>
                  </a:lnTo>
                  <a:lnTo>
                    <a:pt x="3677866" y="1668810"/>
                  </a:lnTo>
                  <a:lnTo>
                    <a:pt x="3676585" y="1668810"/>
                  </a:lnTo>
                  <a:lnTo>
                    <a:pt x="3675303" y="1668810"/>
                  </a:lnTo>
                  <a:lnTo>
                    <a:pt x="3674021" y="1668810"/>
                  </a:lnTo>
                  <a:lnTo>
                    <a:pt x="3672739" y="1668810"/>
                  </a:lnTo>
                  <a:lnTo>
                    <a:pt x="3671457" y="1668810"/>
                  </a:lnTo>
                  <a:lnTo>
                    <a:pt x="3670175" y="1668810"/>
                  </a:lnTo>
                  <a:lnTo>
                    <a:pt x="3668894" y="1668810"/>
                  </a:lnTo>
                  <a:lnTo>
                    <a:pt x="3667612" y="1668810"/>
                  </a:lnTo>
                  <a:lnTo>
                    <a:pt x="3666330" y="1668810"/>
                  </a:lnTo>
                  <a:lnTo>
                    <a:pt x="3665048" y="1668810"/>
                  </a:lnTo>
                  <a:lnTo>
                    <a:pt x="3663766" y="1668810"/>
                  </a:lnTo>
                  <a:lnTo>
                    <a:pt x="3662484" y="1668810"/>
                  </a:lnTo>
                  <a:lnTo>
                    <a:pt x="3661203" y="1668810"/>
                  </a:lnTo>
                  <a:lnTo>
                    <a:pt x="3659921" y="1668810"/>
                  </a:lnTo>
                  <a:lnTo>
                    <a:pt x="3658639" y="1668810"/>
                  </a:lnTo>
                  <a:lnTo>
                    <a:pt x="3657357" y="1668810"/>
                  </a:lnTo>
                  <a:lnTo>
                    <a:pt x="3656075" y="1668810"/>
                  </a:lnTo>
                  <a:lnTo>
                    <a:pt x="3654793" y="1668810"/>
                  </a:lnTo>
                  <a:lnTo>
                    <a:pt x="3653511" y="1668810"/>
                  </a:lnTo>
                  <a:lnTo>
                    <a:pt x="3652230" y="1668810"/>
                  </a:lnTo>
                  <a:lnTo>
                    <a:pt x="3650948" y="1668810"/>
                  </a:lnTo>
                  <a:lnTo>
                    <a:pt x="3649666" y="1668810"/>
                  </a:lnTo>
                  <a:lnTo>
                    <a:pt x="3648384" y="1668810"/>
                  </a:lnTo>
                  <a:lnTo>
                    <a:pt x="3647102" y="1668810"/>
                  </a:lnTo>
                  <a:lnTo>
                    <a:pt x="3645820" y="1668810"/>
                  </a:lnTo>
                  <a:lnTo>
                    <a:pt x="3644539" y="1668810"/>
                  </a:lnTo>
                  <a:lnTo>
                    <a:pt x="3643257" y="1668810"/>
                  </a:lnTo>
                  <a:lnTo>
                    <a:pt x="3641975" y="1668810"/>
                  </a:lnTo>
                  <a:lnTo>
                    <a:pt x="3640693" y="1668810"/>
                  </a:lnTo>
                  <a:lnTo>
                    <a:pt x="3639411" y="1668810"/>
                  </a:lnTo>
                  <a:lnTo>
                    <a:pt x="3638129" y="1668810"/>
                  </a:lnTo>
                  <a:lnTo>
                    <a:pt x="3636847" y="1668810"/>
                  </a:lnTo>
                  <a:lnTo>
                    <a:pt x="3635566" y="1668810"/>
                  </a:lnTo>
                  <a:lnTo>
                    <a:pt x="3634284" y="1668810"/>
                  </a:lnTo>
                  <a:lnTo>
                    <a:pt x="3633002" y="1668810"/>
                  </a:lnTo>
                  <a:lnTo>
                    <a:pt x="3631720" y="1668810"/>
                  </a:lnTo>
                  <a:lnTo>
                    <a:pt x="3630438" y="1668810"/>
                  </a:lnTo>
                  <a:lnTo>
                    <a:pt x="3629156" y="1668810"/>
                  </a:lnTo>
                  <a:lnTo>
                    <a:pt x="3627875" y="1668810"/>
                  </a:lnTo>
                  <a:lnTo>
                    <a:pt x="3626593" y="1668810"/>
                  </a:lnTo>
                  <a:lnTo>
                    <a:pt x="3625311" y="1668810"/>
                  </a:lnTo>
                  <a:lnTo>
                    <a:pt x="3624029" y="1668810"/>
                  </a:lnTo>
                  <a:lnTo>
                    <a:pt x="3622747" y="1668810"/>
                  </a:lnTo>
                  <a:lnTo>
                    <a:pt x="3621465" y="1668810"/>
                  </a:lnTo>
                  <a:lnTo>
                    <a:pt x="3620183" y="1668810"/>
                  </a:lnTo>
                  <a:lnTo>
                    <a:pt x="3618902" y="1668810"/>
                  </a:lnTo>
                  <a:lnTo>
                    <a:pt x="3617620" y="1668810"/>
                  </a:lnTo>
                  <a:lnTo>
                    <a:pt x="3616338" y="1668810"/>
                  </a:lnTo>
                  <a:lnTo>
                    <a:pt x="3615056" y="1668810"/>
                  </a:lnTo>
                  <a:lnTo>
                    <a:pt x="3613774" y="1668810"/>
                  </a:lnTo>
                  <a:lnTo>
                    <a:pt x="3612492" y="1668810"/>
                  </a:lnTo>
                  <a:lnTo>
                    <a:pt x="3611211" y="1668810"/>
                  </a:lnTo>
                  <a:lnTo>
                    <a:pt x="3609929" y="1668810"/>
                  </a:lnTo>
                  <a:lnTo>
                    <a:pt x="3608647" y="1668810"/>
                  </a:lnTo>
                  <a:lnTo>
                    <a:pt x="3607365" y="1668810"/>
                  </a:lnTo>
                  <a:lnTo>
                    <a:pt x="3606083" y="1668810"/>
                  </a:lnTo>
                  <a:lnTo>
                    <a:pt x="3604801" y="1668810"/>
                  </a:lnTo>
                  <a:lnTo>
                    <a:pt x="3603520" y="1668810"/>
                  </a:lnTo>
                  <a:lnTo>
                    <a:pt x="3602238" y="1668810"/>
                  </a:lnTo>
                  <a:lnTo>
                    <a:pt x="3600956" y="1668810"/>
                  </a:lnTo>
                  <a:lnTo>
                    <a:pt x="3599674" y="1668810"/>
                  </a:lnTo>
                  <a:lnTo>
                    <a:pt x="3598392" y="1668810"/>
                  </a:lnTo>
                  <a:lnTo>
                    <a:pt x="3597110" y="1668810"/>
                  </a:lnTo>
                  <a:lnTo>
                    <a:pt x="3595828" y="1668810"/>
                  </a:lnTo>
                  <a:lnTo>
                    <a:pt x="3594547" y="1668810"/>
                  </a:lnTo>
                  <a:lnTo>
                    <a:pt x="3593265" y="1668810"/>
                  </a:lnTo>
                  <a:lnTo>
                    <a:pt x="3591983" y="1668810"/>
                  </a:lnTo>
                  <a:lnTo>
                    <a:pt x="3590701" y="1668810"/>
                  </a:lnTo>
                  <a:lnTo>
                    <a:pt x="3589419" y="1668810"/>
                  </a:lnTo>
                  <a:lnTo>
                    <a:pt x="3588137" y="1668810"/>
                  </a:lnTo>
                  <a:lnTo>
                    <a:pt x="3586856" y="1668810"/>
                  </a:lnTo>
                  <a:lnTo>
                    <a:pt x="3585574" y="1668810"/>
                  </a:lnTo>
                  <a:lnTo>
                    <a:pt x="3584292" y="1668810"/>
                  </a:lnTo>
                  <a:lnTo>
                    <a:pt x="3583010" y="1668810"/>
                  </a:lnTo>
                  <a:lnTo>
                    <a:pt x="3581728" y="1668810"/>
                  </a:lnTo>
                  <a:lnTo>
                    <a:pt x="3580446" y="1668810"/>
                  </a:lnTo>
                  <a:lnTo>
                    <a:pt x="3579164" y="1668810"/>
                  </a:lnTo>
                  <a:lnTo>
                    <a:pt x="3577883" y="1668810"/>
                  </a:lnTo>
                  <a:lnTo>
                    <a:pt x="3576601" y="1668810"/>
                  </a:lnTo>
                  <a:lnTo>
                    <a:pt x="3575319" y="1668810"/>
                  </a:lnTo>
                  <a:lnTo>
                    <a:pt x="3574037" y="1668810"/>
                  </a:lnTo>
                  <a:lnTo>
                    <a:pt x="3572755" y="1668810"/>
                  </a:lnTo>
                  <a:lnTo>
                    <a:pt x="3571473" y="1668810"/>
                  </a:lnTo>
                  <a:lnTo>
                    <a:pt x="3570192" y="1668810"/>
                  </a:lnTo>
                  <a:lnTo>
                    <a:pt x="3568910" y="1668810"/>
                  </a:lnTo>
                  <a:lnTo>
                    <a:pt x="3567628" y="1668810"/>
                  </a:lnTo>
                  <a:lnTo>
                    <a:pt x="3566346" y="1668810"/>
                  </a:lnTo>
                  <a:lnTo>
                    <a:pt x="3565064" y="1668810"/>
                  </a:lnTo>
                  <a:lnTo>
                    <a:pt x="3563782" y="1668810"/>
                  </a:lnTo>
                  <a:lnTo>
                    <a:pt x="3562501" y="1668810"/>
                  </a:lnTo>
                  <a:lnTo>
                    <a:pt x="3561219" y="1668810"/>
                  </a:lnTo>
                  <a:lnTo>
                    <a:pt x="3559937" y="1668810"/>
                  </a:lnTo>
                  <a:lnTo>
                    <a:pt x="3558655" y="1668810"/>
                  </a:lnTo>
                  <a:lnTo>
                    <a:pt x="3557373" y="1668810"/>
                  </a:lnTo>
                  <a:lnTo>
                    <a:pt x="3556091" y="1668810"/>
                  </a:lnTo>
                  <a:lnTo>
                    <a:pt x="3554809" y="1668810"/>
                  </a:lnTo>
                  <a:lnTo>
                    <a:pt x="3553528" y="1668810"/>
                  </a:lnTo>
                  <a:lnTo>
                    <a:pt x="3552246" y="1668810"/>
                  </a:lnTo>
                  <a:lnTo>
                    <a:pt x="3550964" y="1668810"/>
                  </a:lnTo>
                  <a:lnTo>
                    <a:pt x="3549682" y="1668810"/>
                  </a:lnTo>
                  <a:lnTo>
                    <a:pt x="3548400" y="1668810"/>
                  </a:lnTo>
                  <a:lnTo>
                    <a:pt x="3547118" y="1668810"/>
                  </a:lnTo>
                  <a:lnTo>
                    <a:pt x="3545837" y="1668810"/>
                  </a:lnTo>
                  <a:lnTo>
                    <a:pt x="3544555" y="1668810"/>
                  </a:lnTo>
                  <a:lnTo>
                    <a:pt x="3543273" y="1668810"/>
                  </a:lnTo>
                  <a:lnTo>
                    <a:pt x="3541991" y="1668810"/>
                  </a:lnTo>
                  <a:lnTo>
                    <a:pt x="3540709" y="1668810"/>
                  </a:lnTo>
                  <a:lnTo>
                    <a:pt x="3539427" y="1668810"/>
                  </a:lnTo>
                  <a:lnTo>
                    <a:pt x="3538145" y="1668810"/>
                  </a:lnTo>
                  <a:lnTo>
                    <a:pt x="3536864" y="1668810"/>
                  </a:lnTo>
                  <a:lnTo>
                    <a:pt x="3535582" y="1668810"/>
                  </a:lnTo>
                  <a:lnTo>
                    <a:pt x="3534300" y="1668810"/>
                  </a:lnTo>
                  <a:lnTo>
                    <a:pt x="3533018" y="1668810"/>
                  </a:lnTo>
                  <a:lnTo>
                    <a:pt x="3531736" y="1668810"/>
                  </a:lnTo>
                  <a:lnTo>
                    <a:pt x="3530454" y="1668810"/>
                  </a:lnTo>
                  <a:lnTo>
                    <a:pt x="3529173" y="1668810"/>
                  </a:lnTo>
                  <a:lnTo>
                    <a:pt x="3527891" y="1668810"/>
                  </a:lnTo>
                  <a:lnTo>
                    <a:pt x="3526609" y="1668810"/>
                  </a:lnTo>
                  <a:lnTo>
                    <a:pt x="3525327" y="1668810"/>
                  </a:lnTo>
                  <a:lnTo>
                    <a:pt x="3524045" y="1668810"/>
                  </a:lnTo>
                  <a:lnTo>
                    <a:pt x="3522763" y="1668810"/>
                  </a:lnTo>
                  <a:lnTo>
                    <a:pt x="3521482" y="1668810"/>
                  </a:lnTo>
                  <a:lnTo>
                    <a:pt x="3520200" y="1668810"/>
                  </a:lnTo>
                  <a:lnTo>
                    <a:pt x="3518918" y="1668810"/>
                  </a:lnTo>
                  <a:lnTo>
                    <a:pt x="3517636" y="1668810"/>
                  </a:lnTo>
                  <a:lnTo>
                    <a:pt x="3516354" y="1668810"/>
                  </a:lnTo>
                  <a:lnTo>
                    <a:pt x="3515072" y="1668810"/>
                  </a:lnTo>
                  <a:lnTo>
                    <a:pt x="3513790" y="1668810"/>
                  </a:lnTo>
                  <a:lnTo>
                    <a:pt x="3512509" y="1668810"/>
                  </a:lnTo>
                  <a:lnTo>
                    <a:pt x="3511227" y="1668810"/>
                  </a:lnTo>
                  <a:lnTo>
                    <a:pt x="3509945" y="1668810"/>
                  </a:lnTo>
                  <a:lnTo>
                    <a:pt x="3508663" y="1668810"/>
                  </a:lnTo>
                  <a:lnTo>
                    <a:pt x="3507381" y="1668810"/>
                  </a:lnTo>
                  <a:lnTo>
                    <a:pt x="3506099" y="1668810"/>
                  </a:lnTo>
                  <a:lnTo>
                    <a:pt x="3504818" y="1668810"/>
                  </a:lnTo>
                  <a:lnTo>
                    <a:pt x="3503536" y="1668810"/>
                  </a:lnTo>
                  <a:lnTo>
                    <a:pt x="3502254" y="1668810"/>
                  </a:lnTo>
                  <a:lnTo>
                    <a:pt x="3500972" y="1668810"/>
                  </a:lnTo>
                  <a:lnTo>
                    <a:pt x="3499690" y="1668810"/>
                  </a:lnTo>
                  <a:lnTo>
                    <a:pt x="3498408" y="1668810"/>
                  </a:lnTo>
                  <a:lnTo>
                    <a:pt x="3497126" y="1668810"/>
                  </a:lnTo>
                  <a:lnTo>
                    <a:pt x="3495845" y="1668810"/>
                  </a:lnTo>
                  <a:lnTo>
                    <a:pt x="3494563" y="1668810"/>
                  </a:lnTo>
                  <a:lnTo>
                    <a:pt x="3493281" y="1668810"/>
                  </a:lnTo>
                  <a:lnTo>
                    <a:pt x="3491999" y="1668810"/>
                  </a:lnTo>
                  <a:lnTo>
                    <a:pt x="3490717" y="1668810"/>
                  </a:lnTo>
                  <a:lnTo>
                    <a:pt x="3489435" y="1668810"/>
                  </a:lnTo>
                  <a:lnTo>
                    <a:pt x="3488154" y="1668810"/>
                  </a:lnTo>
                  <a:lnTo>
                    <a:pt x="3486872" y="1668810"/>
                  </a:lnTo>
                  <a:lnTo>
                    <a:pt x="3485590" y="1668810"/>
                  </a:lnTo>
                  <a:lnTo>
                    <a:pt x="3484308" y="1668810"/>
                  </a:lnTo>
                  <a:lnTo>
                    <a:pt x="3483026" y="1668810"/>
                  </a:lnTo>
                  <a:lnTo>
                    <a:pt x="3481744" y="1668810"/>
                  </a:lnTo>
                  <a:lnTo>
                    <a:pt x="3480462" y="1668810"/>
                  </a:lnTo>
                  <a:lnTo>
                    <a:pt x="3479181" y="1668810"/>
                  </a:lnTo>
                  <a:lnTo>
                    <a:pt x="3477899" y="1668810"/>
                  </a:lnTo>
                  <a:lnTo>
                    <a:pt x="3476617" y="1668810"/>
                  </a:lnTo>
                  <a:lnTo>
                    <a:pt x="3475335" y="1668810"/>
                  </a:lnTo>
                  <a:lnTo>
                    <a:pt x="3474053" y="1668810"/>
                  </a:lnTo>
                  <a:lnTo>
                    <a:pt x="3472771" y="1668810"/>
                  </a:lnTo>
                  <a:lnTo>
                    <a:pt x="3471490" y="1668810"/>
                  </a:lnTo>
                  <a:lnTo>
                    <a:pt x="3470208" y="1668810"/>
                  </a:lnTo>
                  <a:lnTo>
                    <a:pt x="3468926" y="1668810"/>
                  </a:lnTo>
                  <a:lnTo>
                    <a:pt x="3467644" y="1668810"/>
                  </a:lnTo>
                  <a:lnTo>
                    <a:pt x="3466362" y="1668810"/>
                  </a:lnTo>
                  <a:lnTo>
                    <a:pt x="3465080" y="1668810"/>
                  </a:lnTo>
                  <a:lnTo>
                    <a:pt x="3463799" y="1668810"/>
                  </a:lnTo>
                  <a:lnTo>
                    <a:pt x="3462517" y="1668810"/>
                  </a:lnTo>
                  <a:lnTo>
                    <a:pt x="3461235" y="1668810"/>
                  </a:lnTo>
                  <a:lnTo>
                    <a:pt x="3459953" y="1668810"/>
                  </a:lnTo>
                  <a:lnTo>
                    <a:pt x="3458671" y="1668810"/>
                  </a:lnTo>
                  <a:lnTo>
                    <a:pt x="3457389" y="1668810"/>
                  </a:lnTo>
                  <a:lnTo>
                    <a:pt x="3456107" y="1668810"/>
                  </a:lnTo>
                  <a:lnTo>
                    <a:pt x="3454826" y="1668810"/>
                  </a:lnTo>
                  <a:lnTo>
                    <a:pt x="3453544" y="1668810"/>
                  </a:lnTo>
                  <a:lnTo>
                    <a:pt x="3452262" y="1668810"/>
                  </a:lnTo>
                  <a:lnTo>
                    <a:pt x="3450980" y="1668810"/>
                  </a:lnTo>
                  <a:lnTo>
                    <a:pt x="3449698" y="1668810"/>
                  </a:lnTo>
                  <a:lnTo>
                    <a:pt x="3448416" y="1668810"/>
                  </a:lnTo>
                  <a:lnTo>
                    <a:pt x="3447135" y="1668810"/>
                  </a:lnTo>
                  <a:lnTo>
                    <a:pt x="3445853" y="1668810"/>
                  </a:lnTo>
                  <a:lnTo>
                    <a:pt x="3444571" y="1668810"/>
                  </a:lnTo>
                  <a:lnTo>
                    <a:pt x="3443289" y="1668810"/>
                  </a:lnTo>
                  <a:lnTo>
                    <a:pt x="3442007" y="1668810"/>
                  </a:lnTo>
                  <a:lnTo>
                    <a:pt x="3440725" y="1668810"/>
                  </a:lnTo>
                  <a:lnTo>
                    <a:pt x="3439443" y="1668810"/>
                  </a:lnTo>
                  <a:lnTo>
                    <a:pt x="3438162" y="1668810"/>
                  </a:lnTo>
                  <a:lnTo>
                    <a:pt x="3436880" y="1668810"/>
                  </a:lnTo>
                  <a:lnTo>
                    <a:pt x="3435598" y="1668810"/>
                  </a:lnTo>
                  <a:lnTo>
                    <a:pt x="3434316" y="1668810"/>
                  </a:lnTo>
                  <a:lnTo>
                    <a:pt x="3433034" y="1668810"/>
                  </a:lnTo>
                  <a:lnTo>
                    <a:pt x="3431752" y="1668810"/>
                  </a:lnTo>
                  <a:lnTo>
                    <a:pt x="3430471" y="1668810"/>
                  </a:lnTo>
                  <a:lnTo>
                    <a:pt x="3429189" y="1668810"/>
                  </a:lnTo>
                  <a:lnTo>
                    <a:pt x="3427907" y="1668810"/>
                  </a:lnTo>
                  <a:lnTo>
                    <a:pt x="3426625" y="1668810"/>
                  </a:lnTo>
                  <a:lnTo>
                    <a:pt x="3425343" y="1668810"/>
                  </a:lnTo>
                  <a:lnTo>
                    <a:pt x="3424061" y="1668810"/>
                  </a:lnTo>
                  <a:lnTo>
                    <a:pt x="3422780" y="1668810"/>
                  </a:lnTo>
                  <a:lnTo>
                    <a:pt x="3421498" y="1668810"/>
                  </a:lnTo>
                  <a:lnTo>
                    <a:pt x="3420216" y="1668810"/>
                  </a:lnTo>
                  <a:lnTo>
                    <a:pt x="3418934" y="1668810"/>
                  </a:lnTo>
                  <a:lnTo>
                    <a:pt x="3417652" y="1668810"/>
                  </a:lnTo>
                  <a:lnTo>
                    <a:pt x="3416370" y="1668810"/>
                  </a:lnTo>
                  <a:lnTo>
                    <a:pt x="3415088" y="1668810"/>
                  </a:lnTo>
                  <a:lnTo>
                    <a:pt x="3413807" y="1668810"/>
                  </a:lnTo>
                  <a:lnTo>
                    <a:pt x="3412525" y="1668810"/>
                  </a:lnTo>
                  <a:lnTo>
                    <a:pt x="3411243" y="1668810"/>
                  </a:lnTo>
                  <a:lnTo>
                    <a:pt x="3409961" y="1668810"/>
                  </a:lnTo>
                  <a:lnTo>
                    <a:pt x="3408679" y="1668810"/>
                  </a:lnTo>
                  <a:lnTo>
                    <a:pt x="3407397" y="1668810"/>
                  </a:lnTo>
                  <a:lnTo>
                    <a:pt x="3406116" y="1668810"/>
                  </a:lnTo>
                  <a:lnTo>
                    <a:pt x="3404834" y="1668810"/>
                  </a:lnTo>
                  <a:lnTo>
                    <a:pt x="3403552" y="1668810"/>
                  </a:lnTo>
                  <a:lnTo>
                    <a:pt x="3402270" y="1668810"/>
                  </a:lnTo>
                  <a:lnTo>
                    <a:pt x="3400988" y="1668810"/>
                  </a:lnTo>
                  <a:lnTo>
                    <a:pt x="3399706" y="1668810"/>
                  </a:lnTo>
                  <a:lnTo>
                    <a:pt x="3398424" y="1668810"/>
                  </a:lnTo>
                  <a:lnTo>
                    <a:pt x="3397143" y="1668810"/>
                  </a:lnTo>
                  <a:lnTo>
                    <a:pt x="3395861" y="1668810"/>
                  </a:lnTo>
                  <a:lnTo>
                    <a:pt x="3394579" y="1668810"/>
                  </a:lnTo>
                  <a:lnTo>
                    <a:pt x="3393297" y="1668810"/>
                  </a:lnTo>
                  <a:lnTo>
                    <a:pt x="3392015" y="1668810"/>
                  </a:lnTo>
                  <a:lnTo>
                    <a:pt x="3390733" y="1668810"/>
                  </a:lnTo>
                  <a:lnTo>
                    <a:pt x="3389452" y="1668810"/>
                  </a:lnTo>
                  <a:lnTo>
                    <a:pt x="3388170" y="1668810"/>
                  </a:lnTo>
                  <a:lnTo>
                    <a:pt x="3386888" y="1668810"/>
                  </a:lnTo>
                  <a:lnTo>
                    <a:pt x="3385606" y="1668810"/>
                  </a:lnTo>
                  <a:lnTo>
                    <a:pt x="3384324" y="1668810"/>
                  </a:lnTo>
                  <a:lnTo>
                    <a:pt x="3383042" y="1668810"/>
                  </a:lnTo>
                  <a:lnTo>
                    <a:pt x="3381761" y="1668810"/>
                  </a:lnTo>
                  <a:lnTo>
                    <a:pt x="3380479" y="1668810"/>
                  </a:lnTo>
                  <a:lnTo>
                    <a:pt x="3379197" y="1668810"/>
                  </a:lnTo>
                  <a:lnTo>
                    <a:pt x="3377915" y="1668810"/>
                  </a:lnTo>
                  <a:lnTo>
                    <a:pt x="3376633" y="1668810"/>
                  </a:lnTo>
                  <a:lnTo>
                    <a:pt x="3375351" y="1668810"/>
                  </a:lnTo>
                  <a:lnTo>
                    <a:pt x="3374069" y="1668810"/>
                  </a:lnTo>
                  <a:lnTo>
                    <a:pt x="3372788" y="1668810"/>
                  </a:lnTo>
                  <a:lnTo>
                    <a:pt x="3371506" y="1668810"/>
                  </a:lnTo>
                  <a:lnTo>
                    <a:pt x="3370224" y="1668810"/>
                  </a:lnTo>
                  <a:lnTo>
                    <a:pt x="3368942" y="1668810"/>
                  </a:lnTo>
                  <a:lnTo>
                    <a:pt x="3367660" y="1668810"/>
                  </a:lnTo>
                  <a:lnTo>
                    <a:pt x="3366378" y="1668810"/>
                  </a:lnTo>
                  <a:lnTo>
                    <a:pt x="3365097" y="1668810"/>
                  </a:lnTo>
                  <a:lnTo>
                    <a:pt x="3363815" y="1668810"/>
                  </a:lnTo>
                  <a:lnTo>
                    <a:pt x="3362533" y="1668810"/>
                  </a:lnTo>
                  <a:lnTo>
                    <a:pt x="3361251" y="1668810"/>
                  </a:lnTo>
                  <a:lnTo>
                    <a:pt x="3359969" y="1668810"/>
                  </a:lnTo>
                  <a:lnTo>
                    <a:pt x="3358687" y="1668810"/>
                  </a:lnTo>
                  <a:lnTo>
                    <a:pt x="3357405" y="1668810"/>
                  </a:lnTo>
                  <a:lnTo>
                    <a:pt x="3356124" y="1668810"/>
                  </a:lnTo>
                  <a:lnTo>
                    <a:pt x="3354842" y="1668810"/>
                  </a:lnTo>
                  <a:lnTo>
                    <a:pt x="3353560" y="1668810"/>
                  </a:lnTo>
                  <a:lnTo>
                    <a:pt x="3352278" y="1668810"/>
                  </a:lnTo>
                  <a:lnTo>
                    <a:pt x="3350996" y="1668810"/>
                  </a:lnTo>
                  <a:lnTo>
                    <a:pt x="3349714" y="1668810"/>
                  </a:lnTo>
                  <a:lnTo>
                    <a:pt x="3348433" y="1668810"/>
                  </a:lnTo>
                  <a:lnTo>
                    <a:pt x="3347151" y="1668810"/>
                  </a:lnTo>
                  <a:lnTo>
                    <a:pt x="3345869" y="1668810"/>
                  </a:lnTo>
                  <a:lnTo>
                    <a:pt x="3344587" y="1668810"/>
                  </a:lnTo>
                  <a:lnTo>
                    <a:pt x="3343305" y="1668810"/>
                  </a:lnTo>
                  <a:lnTo>
                    <a:pt x="3342023" y="1668810"/>
                  </a:lnTo>
                  <a:lnTo>
                    <a:pt x="3340741" y="1668810"/>
                  </a:lnTo>
                  <a:lnTo>
                    <a:pt x="3339460" y="1668810"/>
                  </a:lnTo>
                  <a:lnTo>
                    <a:pt x="3338178" y="1668810"/>
                  </a:lnTo>
                  <a:lnTo>
                    <a:pt x="3336896" y="1668810"/>
                  </a:lnTo>
                  <a:lnTo>
                    <a:pt x="3335614" y="1668810"/>
                  </a:lnTo>
                  <a:lnTo>
                    <a:pt x="3334332" y="1668810"/>
                  </a:lnTo>
                  <a:lnTo>
                    <a:pt x="3333050" y="1668810"/>
                  </a:lnTo>
                  <a:lnTo>
                    <a:pt x="3331769" y="1668810"/>
                  </a:lnTo>
                  <a:lnTo>
                    <a:pt x="3330487" y="1668810"/>
                  </a:lnTo>
                  <a:lnTo>
                    <a:pt x="3329205" y="1668810"/>
                  </a:lnTo>
                  <a:lnTo>
                    <a:pt x="3327923" y="1668810"/>
                  </a:lnTo>
                  <a:lnTo>
                    <a:pt x="3326641" y="1668810"/>
                  </a:lnTo>
                  <a:lnTo>
                    <a:pt x="3325359" y="1668810"/>
                  </a:lnTo>
                  <a:lnTo>
                    <a:pt x="3324078" y="1668810"/>
                  </a:lnTo>
                  <a:lnTo>
                    <a:pt x="3322796" y="1668810"/>
                  </a:lnTo>
                  <a:lnTo>
                    <a:pt x="3321514" y="1668810"/>
                  </a:lnTo>
                  <a:lnTo>
                    <a:pt x="3320232" y="1668810"/>
                  </a:lnTo>
                  <a:lnTo>
                    <a:pt x="3318950" y="1668810"/>
                  </a:lnTo>
                  <a:lnTo>
                    <a:pt x="3317668" y="1668810"/>
                  </a:lnTo>
                  <a:lnTo>
                    <a:pt x="3316386" y="1668810"/>
                  </a:lnTo>
                  <a:lnTo>
                    <a:pt x="3315105" y="1668810"/>
                  </a:lnTo>
                  <a:lnTo>
                    <a:pt x="3313823" y="1668810"/>
                  </a:lnTo>
                  <a:lnTo>
                    <a:pt x="3312541" y="1668810"/>
                  </a:lnTo>
                  <a:lnTo>
                    <a:pt x="3311259" y="1668810"/>
                  </a:lnTo>
                  <a:lnTo>
                    <a:pt x="3309977" y="1668810"/>
                  </a:lnTo>
                  <a:lnTo>
                    <a:pt x="3308695" y="1668810"/>
                  </a:lnTo>
                  <a:lnTo>
                    <a:pt x="3307414" y="1668810"/>
                  </a:lnTo>
                  <a:lnTo>
                    <a:pt x="3306132" y="1668810"/>
                  </a:lnTo>
                  <a:lnTo>
                    <a:pt x="3304850" y="1668810"/>
                  </a:lnTo>
                  <a:lnTo>
                    <a:pt x="3303568" y="1668810"/>
                  </a:lnTo>
                  <a:lnTo>
                    <a:pt x="3302286" y="1668810"/>
                  </a:lnTo>
                  <a:lnTo>
                    <a:pt x="3301004" y="1668810"/>
                  </a:lnTo>
                  <a:lnTo>
                    <a:pt x="3299722" y="1668810"/>
                  </a:lnTo>
                  <a:lnTo>
                    <a:pt x="3298441" y="1668810"/>
                  </a:lnTo>
                  <a:lnTo>
                    <a:pt x="3297159" y="1668810"/>
                  </a:lnTo>
                  <a:lnTo>
                    <a:pt x="3295877" y="1668810"/>
                  </a:lnTo>
                  <a:lnTo>
                    <a:pt x="3294595" y="1668810"/>
                  </a:lnTo>
                  <a:lnTo>
                    <a:pt x="3293313" y="1668810"/>
                  </a:lnTo>
                  <a:lnTo>
                    <a:pt x="3292031" y="1668810"/>
                  </a:lnTo>
                  <a:lnTo>
                    <a:pt x="3290750" y="1668810"/>
                  </a:lnTo>
                  <a:lnTo>
                    <a:pt x="3289468" y="1668810"/>
                  </a:lnTo>
                  <a:lnTo>
                    <a:pt x="3288186" y="1668810"/>
                  </a:lnTo>
                  <a:lnTo>
                    <a:pt x="3286904" y="1668810"/>
                  </a:lnTo>
                  <a:lnTo>
                    <a:pt x="3285622" y="1668810"/>
                  </a:lnTo>
                  <a:lnTo>
                    <a:pt x="3284340" y="1668810"/>
                  </a:lnTo>
                  <a:lnTo>
                    <a:pt x="3283059" y="1668810"/>
                  </a:lnTo>
                  <a:lnTo>
                    <a:pt x="3281777" y="1668810"/>
                  </a:lnTo>
                  <a:lnTo>
                    <a:pt x="3280495" y="1668810"/>
                  </a:lnTo>
                  <a:lnTo>
                    <a:pt x="3279213" y="1668810"/>
                  </a:lnTo>
                  <a:lnTo>
                    <a:pt x="3277931" y="1668810"/>
                  </a:lnTo>
                  <a:lnTo>
                    <a:pt x="3276649" y="1668810"/>
                  </a:lnTo>
                  <a:lnTo>
                    <a:pt x="3275367" y="1668810"/>
                  </a:lnTo>
                  <a:lnTo>
                    <a:pt x="3274086" y="1668810"/>
                  </a:lnTo>
                  <a:lnTo>
                    <a:pt x="3272804" y="1668810"/>
                  </a:lnTo>
                  <a:lnTo>
                    <a:pt x="3271522" y="1668810"/>
                  </a:lnTo>
                  <a:lnTo>
                    <a:pt x="3270240" y="1668810"/>
                  </a:lnTo>
                  <a:lnTo>
                    <a:pt x="3268958" y="1668810"/>
                  </a:lnTo>
                  <a:lnTo>
                    <a:pt x="3267676" y="1668810"/>
                  </a:lnTo>
                  <a:lnTo>
                    <a:pt x="3266395" y="1668810"/>
                  </a:lnTo>
                  <a:lnTo>
                    <a:pt x="3265113" y="1668810"/>
                  </a:lnTo>
                  <a:lnTo>
                    <a:pt x="3263831" y="1668810"/>
                  </a:lnTo>
                  <a:lnTo>
                    <a:pt x="3262549" y="1668810"/>
                  </a:lnTo>
                  <a:lnTo>
                    <a:pt x="3261267" y="1668810"/>
                  </a:lnTo>
                  <a:lnTo>
                    <a:pt x="3259985" y="1668810"/>
                  </a:lnTo>
                  <a:lnTo>
                    <a:pt x="3258703" y="1668810"/>
                  </a:lnTo>
                  <a:lnTo>
                    <a:pt x="3257422" y="1668810"/>
                  </a:lnTo>
                  <a:lnTo>
                    <a:pt x="3256140" y="1668810"/>
                  </a:lnTo>
                  <a:lnTo>
                    <a:pt x="3254858" y="1668810"/>
                  </a:lnTo>
                  <a:lnTo>
                    <a:pt x="3253576" y="1668810"/>
                  </a:lnTo>
                  <a:lnTo>
                    <a:pt x="3252294" y="1668810"/>
                  </a:lnTo>
                  <a:lnTo>
                    <a:pt x="3251012" y="1668810"/>
                  </a:lnTo>
                  <a:lnTo>
                    <a:pt x="3249731" y="1668810"/>
                  </a:lnTo>
                  <a:lnTo>
                    <a:pt x="3248449" y="1668810"/>
                  </a:lnTo>
                  <a:lnTo>
                    <a:pt x="3247167" y="1668810"/>
                  </a:lnTo>
                  <a:lnTo>
                    <a:pt x="3245885" y="1668810"/>
                  </a:lnTo>
                  <a:lnTo>
                    <a:pt x="3244603" y="1668810"/>
                  </a:lnTo>
                  <a:lnTo>
                    <a:pt x="3243321" y="1668810"/>
                  </a:lnTo>
                  <a:lnTo>
                    <a:pt x="3242039" y="1668810"/>
                  </a:lnTo>
                  <a:lnTo>
                    <a:pt x="3240758" y="1668810"/>
                  </a:lnTo>
                  <a:lnTo>
                    <a:pt x="3239476" y="1668810"/>
                  </a:lnTo>
                  <a:lnTo>
                    <a:pt x="3238194" y="1668810"/>
                  </a:lnTo>
                  <a:lnTo>
                    <a:pt x="3236912" y="1668810"/>
                  </a:lnTo>
                  <a:lnTo>
                    <a:pt x="3235630" y="1668810"/>
                  </a:lnTo>
                  <a:lnTo>
                    <a:pt x="3234348" y="1668810"/>
                  </a:lnTo>
                  <a:lnTo>
                    <a:pt x="3233067" y="1668810"/>
                  </a:lnTo>
                  <a:lnTo>
                    <a:pt x="3231785" y="1668810"/>
                  </a:lnTo>
                  <a:lnTo>
                    <a:pt x="3230503" y="1668810"/>
                  </a:lnTo>
                  <a:lnTo>
                    <a:pt x="3229221" y="1668810"/>
                  </a:lnTo>
                  <a:lnTo>
                    <a:pt x="3227939" y="1668810"/>
                  </a:lnTo>
                  <a:lnTo>
                    <a:pt x="3226657" y="1668810"/>
                  </a:lnTo>
                  <a:lnTo>
                    <a:pt x="3225376" y="1668810"/>
                  </a:lnTo>
                  <a:lnTo>
                    <a:pt x="3224094" y="1668810"/>
                  </a:lnTo>
                  <a:lnTo>
                    <a:pt x="3222812" y="1668810"/>
                  </a:lnTo>
                  <a:lnTo>
                    <a:pt x="3221530" y="1668810"/>
                  </a:lnTo>
                  <a:lnTo>
                    <a:pt x="3220248" y="1668810"/>
                  </a:lnTo>
                  <a:lnTo>
                    <a:pt x="3218966" y="1668810"/>
                  </a:lnTo>
                  <a:lnTo>
                    <a:pt x="3217684" y="1668810"/>
                  </a:lnTo>
                  <a:lnTo>
                    <a:pt x="3216403" y="1668810"/>
                  </a:lnTo>
                  <a:lnTo>
                    <a:pt x="3215121" y="1668810"/>
                  </a:lnTo>
                  <a:lnTo>
                    <a:pt x="3213839" y="1668810"/>
                  </a:lnTo>
                  <a:lnTo>
                    <a:pt x="3212557" y="1668810"/>
                  </a:lnTo>
                  <a:lnTo>
                    <a:pt x="3211275" y="1668810"/>
                  </a:lnTo>
                  <a:lnTo>
                    <a:pt x="3209993" y="1668810"/>
                  </a:lnTo>
                  <a:lnTo>
                    <a:pt x="3208712" y="1668810"/>
                  </a:lnTo>
                  <a:lnTo>
                    <a:pt x="3207430" y="1668810"/>
                  </a:lnTo>
                  <a:lnTo>
                    <a:pt x="3206148" y="1668810"/>
                  </a:lnTo>
                  <a:lnTo>
                    <a:pt x="3204866" y="1668810"/>
                  </a:lnTo>
                  <a:lnTo>
                    <a:pt x="3203584" y="1668810"/>
                  </a:lnTo>
                  <a:lnTo>
                    <a:pt x="3202302" y="1668810"/>
                  </a:lnTo>
                  <a:lnTo>
                    <a:pt x="3201020" y="1668810"/>
                  </a:lnTo>
                  <a:lnTo>
                    <a:pt x="3199739" y="1668810"/>
                  </a:lnTo>
                  <a:lnTo>
                    <a:pt x="3198457" y="1668810"/>
                  </a:lnTo>
                  <a:lnTo>
                    <a:pt x="3197175" y="1668810"/>
                  </a:lnTo>
                  <a:lnTo>
                    <a:pt x="3195893" y="1668810"/>
                  </a:lnTo>
                  <a:lnTo>
                    <a:pt x="3194611" y="1668810"/>
                  </a:lnTo>
                  <a:lnTo>
                    <a:pt x="3193329" y="1668810"/>
                  </a:lnTo>
                  <a:lnTo>
                    <a:pt x="3192048" y="1668810"/>
                  </a:lnTo>
                  <a:lnTo>
                    <a:pt x="3190766" y="1668810"/>
                  </a:lnTo>
                  <a:lnTo>
                    <a:pt x="3189484" y="1668810"/>
                  </a:lnTo>
                  <a:lnTo>
                    <a:pt x="3188202" y="1668810"/>
                  </a:lnTo>
                  <a:lnTo>
                    <a:pt x="3186920" y="1668810"/>
                  </a:lnTo>
                  <a:lnTo>
                    <a:pt x="3185638" y="1668810"/>
                  </a:lnTo>
                  <a:lnTo>
                    <a:pt x="3184357" y="1668810"/>
                  </a:lnTo>
                  <a:lnTo>
                    <a:pt x="3183075" y="1668810"/>
                  </a:lnTo>
                  <a:lnTo>
                    <a:pt x="3181793" y="1668810"/>
                  </a:lnTo>
                  <a:lnTo>
                    <a:pt x="3180511" y="1668810"/>
                  </a:lnTo>
                  <a:lnTo>
                    <a:pt x="3179229" y="1668810"/>
                  </a:lnTo>
                  <a:lnTo>
                    <a:pt x="3177947" y="1668810"/>
                  </a:lnTo>
                  <a:lnTo>
                    <a:pt x="3176665" y="1668810"/>
                  </a:lnTo>
                  <a:lnTo>
                    <a:pt x="3175384" y="1668810"/>
                  </a:lnTo>
                  <a:lnTo>
                    <a:pt x="3174102" y="1668810"/>
                  </a:lnTo>
                  <a:lnTo>
                    <a:pt x="3172820" y="1668810"/>
                  </a:lnTo>
                  <a:lnTo>
                    <a:pt x="3171538" y="1668810"/>
                  </a:lnTo>
                  <a:lnTo>
                    <a:pt x="3170256" y="1668810"/>
                  </a:lnTo>
                  <a:lnTo>
                    <a:pt x="3168974" y="1668810"/>
                  </a:lnTo>
                  <a:lnTo>
                    <a:pt x="3167693" y="1668810"/>
                  </a:lnTo>
                  <a:lnTo>
                    <a:pt x="3166411" y="1668810"/>
                  </a:lnTo>
                  <a:lnTo>
                    <a:pt x="3165129" y="1668810"/>
                  </a:lnTo>
                  <a:lnTo>
                    <a:pt x="3163847" y="1668810"/>
                  </a:lnTo>
                  <a:lnTo>
                    <a:pt x="3162565" y="1668810"/>
                  </a:lnTo>
                  <a:lnTo>
                    <a:pt x="3161283" y="1668810"/>
                  </a:lnTo>
                  <a:lnTo>
                    <a:pt x="3160001" y="1668810"/>
                  </a:lnTo>
                  <a:lnTo>
                    <a:pt x="3158720" y="1668810"/>
                  </a:lnTo>
                  <a:lnTo>
                    <a:pt x="3157438" y="1668810"/>
                  </a:lnTo>
                  <a:lnTo>
                    <a:pt x="3156156" y="1668810"/>
                  </a:lnTo>
                  <a:lnTo>
                    <a:pt x="3154874" y="1668810"/>
                  </a:lnTo>
                  <a:lnTo>
                    <a:pt x="3153592" y="1668810"/>
                  </a:lnTo>
                  <a:lnTo>
                    <a:pt x="3152310" y="1668810"/>
                  </a:lnTo>
                  <a:lnTo>
                    <a:pt x="3151029" y="1668810"/>
                  </a:lnTo>
                  <a:lnTo>
                    <a:pt x="3149747" y="1668810"/>
                  </a:lnTo>
                  <a:lnTo>
                    <a:pt x="3148465" y="1668810"/>
                  </a:lnTo>
                  <a:lnTo>
                    <a:pt x="3147183" y="1668810"/>
                  </a:lnTo>
                  <a:lnTo>
                    <a:pt x="3145901" y="1668810"/>
                  </a:lnTo>
                  <a:lnTo>
                    <a:pt x="3144619" y="1668810"/>
                  </a:lnTo>
                  <a:lnTo>
                    <a:pt x="3143338" y="1668810"/>
                  </a:lnTo>
                  <a:lnTo>
                    <a:pt x="3142056" y="1668810"/>
                  </a:lnTo>
                  <a:lnTo>
                    <a:pt x="3140774" y="1668810"/>
                  </a:lnTo>
                  <a:lnTo>
                    <a:pt x="3139492" y="1668810"/>
                  </a:lnTo>
                  <a:lnTo>
                    <a:pt x="3138210" y="1668810"/>
                  </a:lnTo>
                  <a:lnTo>
                    <a:pt x="3136928" y="1668810"/>
                  </a:lnTo>
                  <a:lnTo>
                    <a:pt x="3135646" y="1668810"/>
                  </a:lnTo>
                  <a:lnTo>
                    <a:pt x="3134365" y="1668810"/>
                  </a:lnTo>
                  <a:lnTo>
                    <a:pt x="3133083" y="1668810"/>
                  </a:lnTo>
                  <a:lnTo>
                    <a:pt x="3131801" y="1668810"/>
                  </a:lnTo>
                  <a:lnTo>
                    <a:pt x="3130519" y="1668810"/>
                  </a:lnTo>
                  <a:lnTo>
                    <a:pt x="3129237" y="1668810"/>
                  </a:lnTo>
                  <a:lnTo>
                    <a:pt x="3127955" y="1668810"/>
                  </a:lnTo>
                  <a:lnTo>
                    <a:pt x="3126674" y="1668810"/>
                  </a:lnTo>
                  <a:lnTo>
                    <a:pt x="3125392" y="1668810"/>
                  </a:lnTo>
                  <a:lnTo>
                    <a:pt x="3124110" y="1668810"/>
                  </a:lnTo>
                  <a:lnTo>
                    <a:pt x="3122828" y="1668810"/>
                  </a:lnTo>
                  <a:lnTo>
                    <a:pt x="3121546" y="1668810"/>
                  </a:lnTo>
                  <a:lnTo>
                    <a:pt x="3120264" y="1668810"/>
                  </a:lnTo>
                  <a:lnTo>
                    <a:pt x="3118982" y="1668810"/>
                  </a:lnTo>
                  <a:lnTo>
                    <a:pt x="3117701" y="1668810"/>
                  </a:lnTo>
                  <a:lnTo>
                    <a:pt x="3116419" y="1668810"/>
                  </a:lnTo>
                  <a:lnTo>
                    <a:pt x="3115137" y="1668810"/>
                  </a:lnTo>
                  <a:lnTo>
                    <a:pt x="3113855" y="1668810"/>
                  </a:lnTo>
                  <a:lnTo>
                    <a:pt x="3112573" y="1668810"/>
                  </a:lnTo>
                  <a:lnTo>
                    <a:pt x="3111291" y="1668810"/>
                  </a:lnTo>
                  <a:lnTo>
                    <a:pt x="3110010" y="1668810"/>
                  </a:lnTo>
                  <a:lnTo>
                    <a:pt x="3108728" y="1668810"/>
                  </a:lnTo>
                  <a:lnTo>
                    <a:pt x="3107446" y="1668810"/>
                  </a:lnTo>
                  <a:lnTo>
                    <a:pt x="3106164" y="1668810"/>
                  </a:lnTo>
                  <a:lnTo>
                    <a:pt x="3104882" y="1668810"/>
                  </a:lnTo>
                  <a:lnTo>
                    <a:pt x="3103600" y="1668810"/>
                  </a:lnTo>
                  <a:lnTo>
                    <a:pt x="3102318" y="1668810"/>
                  </a:lnTo>
                  <a:lnTo>
                    <a:pt x="3101037" y="1668810"/>
                  </a:lnTo>
                  <a:lnTo>
                    <a:pt x="3099755" y="1668810"/>
                  </a:lnTo>
                  <a:lnTo>
                    <a:pt x="3098473" y="1668810"/>
                  </a:lnTo>
                  <a:lnTo>
                    <a:pt x="3097191" y="1668810"/>
                  </a:lnTo>
                  <a:lnTo>
                    <a:pt x="3095909" y="1668810"/>
                  </a:lnTo>
                  <a:lnTo>
                    <a:pt x="3094627" y="1668810"/>
                  </a:lnTo>
                  <a:lnTo>
                    <a:pt x="3093346" y="1668810"/>
                  </a:lnTo>
                  <a:lnTo>
                    <a:pt x="3092064" y="1668810"/>
                  </a:lnTo>
                  <a:lnTo>
                    <a:pt x="3090782" y="1668810"/>
                  </a:lnTo>
                  <a:lnTo>
                    <a:pt x="3089500" y="1668810"/>
                  </a:lnTo>
                  <a:lnTo>
                    <a:pt x="3088218" y="1668810"/>
                  </a:lnTo>
                  <a:lnTo>
                    <a:pt x="3086936" y="1668810"/>
                  </a:lnTo>
                  <a:lnTo>
                    <a:pt x="3085655" y="1668810"/>
                  </a:lnTo>
                  <a:lnTo>
                    <a:pt x="3084373" y="1668810"/>
                  </a:lnTo>
                  <a:lnTo>
                    <a:pt x="3083091" y="1668810"/>
                  </a:lnTo>
                  <a:lnTo>
                    <a:pt x="3081809" y="1668810"/>
                  </a:lnTo>
                  <a:lnTo>
                    <a:pt x="3080527" y="1668810"/>
                  </a:lnTo>
                  <a:lnTo>
                    <a:pt x="3079245" y="1668810"/>
                  </a:lnTo>
                  <a:lnTo>
                    <a:pt x="3077963" y="1668810"/>
                  </a:lnTo>
                  <a:lnTo>
                    <a:pt x="3076682" y="1668810"/>
                  </a:lnTo>
                  <a:lnTo>
                    <a:pt x="3075400" y="1668810"/>
                  </a:lnTo>
                  <a:lnTo>
                    <a:pt x="3074118" y="1668810"/>
                  </a:lnTo>
                  <a:lnTo>
                    <a:pt x="3072836" y="1668810"/>
                  </a:lnTo>
                  <a:lnTo>
                    <a:pt x="3071554" y="1668810"/>
                  </a:lnTo>
                  <a:lnTo>
                    <a:pt x="3070272" y="1668810"/>
                  </a:lnTo>
                  <a:lnTo>
                    <a:pt x="3068991" y="1668810"/>
                  </a:lnTo>
                  <a:lnTo>
                    <a:pt x="3067709" y="1668810"/>
                  </a:lnTo>
                  <a:lnTo>
                    <a:pt x="3066427" y="1668810"/>
                  </a:lnTo>
                  <a:lnTo>
                    <a:pt x="3065145" y="1668810"/>
                  </a:lnTo>
                  <a:lnTo>
                    <a:pt x="3063863" y="1668810"/>
                  </a:lnTo>
                  <a:lnTo>
                    <a:pt x="3062581" y="1668810"/>
                  </a:lnTo>
                  <a:lnTo>
                    <a:pt x="3061299" y="1668810"/>
                  </a:lnTo>
                  <a:lnTo>
                    <a:pt x="3060018" y="1668810"/>
                  </a:lnTo>
                  <a:lnTo>
                    <a:pt x="3058736" y="1668810"/>
                  </a:lnTo>
                  <a:lnTo>
                    <a:pt x="3057454" y="1668810"/>
                  </a:lnTo>
                  <a:lnTo>
                    <a:pt x="3056172" y="1668810"/>
                  </a:lnTo>
                  <a:lnTo>
                    <a:pt x="3054890" y="1668810"/>
                  </a:lnTo>
                  <a:lnTo>
                    <a:pt x="3053608" y="1668810"/>
                  </a:lnTo>
                  <a:lnTo>
                    <a:pt x="3052327" y="1668810"/>
                  </a:lnTo>
                  <a:lnTo>
                    <a:pt x="3051045" y="1668810"/>
                  </a:lnTo>
                  <a:lnTo>
                    <a:pt x="3049763" y="1668810"/>
                  </a:lnTo>
                  <a:lnTo>
                    <a:pt x="3048481" y="1668810"/>
                  </a:lnTo>
                  <a:lnTo>
                    <a:pt x="3047199" y="1668810"/>
                  </a:lnTo>
                  <a:lnTo>
                    <a:pt x="3045917" y="1668810"/>
                  </a:lnTo>
                  <a:lnTo>
                    <a:pt x="3044636" y="1668810"/>
                  </a:lnTo>
                  <a:lnTo>
                    <a:pt x="3043354" y="1668810"/>
                  </a:lnTo>
                  <a:lnTo>
                    <a:pt x="3042072" y="1668810"/>
                  </a:lnTo>
                  <a:lnTo>
                    <a:pt x="3040790" y="1668810"/>
                  </a:lnTo>
                  <a:lnTo>
                    <a:pt x="3039508" y="1668810"/>
                  </a:lnTo>
                  <a:lnTo>
                    <a:pt x="3038226" y="1668810"/>
                  </a:lnTo>
                  <a:lnTo>
                    <a:pt x="3036944" y="1668810"/>
                  </a:lnTo>
                  <a:lnTo>
                    <a:pt x="3035663" y="1668810"/>
                  </a:lnTo>
                  <a:lnTo>
                    <a:pt x="3034381" y="1668810"/>
                  </a:lnTo>
                  <a:lnTo>
                    <a:pt x="3033099" y="1668810"/>
                  </a:lnTo>
                  <a:lnTo>
                    <a:pt x="3031817" y="1668810"/>
                  </a:lnTo>
                  <a:lnTo>
                    <a:pt x="3030535" y="1668810"/>
                  </a:lnTo>
                  <a:lnTo>
                    <a:pt x="3029253" y="1668810"/>
                  </a:lnTo>
                  <a:lnTo>
                    <a:pt x="3027972" y="1668810"/>
                  </a:lnTo>
                  <a:lnTo>
                    <a:pt x="3026690" y="1668810"/>
                  </a:lnTo>
                  <a:lnTo>
                    <a:pt x="3025408" y="1668810"/>
                  </a:lnTo>
                  <a:lnTo>
                    <a:pt x="3024126" y="1668810"/>
                  </a:lnTo>
                  <a:lnTo>
                    <a:pt x="3022844" y="1668810"/>
                  </a:lnTo>
                  <a:lnTo>
                    <a:pt x="3021562" y="1668810"/>
                  </a:lnTo>
                  <a:lnTo>
                    <a:pt x="3020280" y="1668810"/>
                  </a:lnTo>
                  <a:lnTo>
                    <a:pt x="3018999" y="1668810"/>
                  </a:lnTo>
                  <a:lnTo>
                    <a:pt x="3017717" y="1668810"/>
                  </a:lnTo>
                  <a:lnTo>
                    <a:pt x="3016435" y="1668810"/>
                  </a:lnTo>
                  <a:lnTo>
                    <a:pt x="3015153" y="1668810"/>
                  </a:lnTo>
                  <a:lnTo>
                    <a:pt x="3013871" y="1668810"/>
                  </a:lnTo>
                  <a:lnTo>
                    <a:pt x="3012589" y="1668810"/>
                  </a:lnTo>
                  <a:lnTo>
                    <a:pt x="3011308" y="1668810"/>
                  </a:lnTo>
                  <a:lnTo>
                    <a:pt x="3010026" y="1668810"/>
                  </a:lnTo>
                  <a:lnTo>
                    <a:pt x="3008744" y="1668810"/>
                  </a:lnTo>
                  <a:lnTo>
                    <a:pt x="3007462" y="1668810"/>
                  </a:lnTo>
                  <a:lnTo>
                    <a:pt x="3006180" y="1668810"/>
                  </a:lnTo>
                  <a:lnTo>
                    <a:pt x="3004898" y="1668810"/>
                  </a:lnTo>
                  <a:lnTo>
                    <a:pt x="3003617" y="1668810"/>
                  </a:lnTo>
                  <a:lnTo>
                    <a:pt x="3002335" y="1668810"/>
                  </a:lnTo>
                  <a:lnTo>
                    <a:pt x="3001053" y="1668810"/>
                  </a:lnTo>
                  <a:lnTo>
                    <a:pt x="2999771" y="1668810"/>
                  </a:lnTo>
                  <a:lnTo>
                    <a:pt x="2998489" y="1668810"/>
                  </a:lnTo>
                  <a:lnTo>
                    <a:pt x="2997207" y="1668810"/>
                  </a:lnTo>
                  <a:lnTo>
                    <a:pt x="2995925" y="1668810"/>
                  </a:lnTo>
                  <a:lnTo>
                    <a:pt x="2994644" y="1668810"/>
                  </a:lnTo>
                  <a:lnTo>
                    <a:pt x="2993362" y="1668810"/>
                  </a:lnTo>
                  <a:lnTo>
                    <a:pt x="2992080" y="1668810"/>
                  </a:lnTo>
                  <a:lnTo>
                    <a:pt x="2990798" y="1668810"/>
                  </a:lnTo>
                  <a:lnTo>
                    <a:pt x="2989516" y="1668810"/>
                  </a:lnTo>
                  <a:lnTo>
                    <a:pt x="2988234" y="1668810"/>
                  </a:lnTo>
                  <a:lnTo>
                    <a:pt x="2986953" y="1668810"/>
                  </a:lnTo>
                  <a:lnTo>
                    <a:pt x="2985671" y="1668810"/>
                  </a:lnTo>
                  <a:lnTo>
                    <a:pt x="2984389" y="1668810"/>
                  </a:lnTo>
                  <a:lnTo>
                    <a:pt x="2983107" y="1668810"/>
                  </a:lnTo>
                  <a:lnTo>
                    <a:pt x="2981825" y="1668810"/>
                  </a:lnTo>
                  <a:lnTo>
                    <a:pt x="2980543" y="1668810"/>
                  </a:lnTo>
                  <a:lnTo>
                    <a:pt x="2979261" y="1668810"/>
                  </a:lnTo>
                  <a:lnTo>
                    <a:pt x="2977980" y="1668810"/>
                  </a:lnTo>
                  <a:lnTo>
                    <a:pt x="2976698" y="1668810"/>
                  </a:lnTo>
                  <a:lnTo>
                    <a:pt x="2975416" y="1668810"/>
                  </a:lnTo>
                  <a:lnTo>
                    <a:pt x="2974134" y="1668810"/>
                  </a:lnTo>
                  <a:lnTo>
                    <a:pt x="2972852" y="1668810"/>
                  </a:lnTo>
                  <a:lnTo>
                    <a:pt x="2971570" y="1668810"/>
                  </a:lnTo>
                  <a:lnTo>
                    <a:pt x="2970289" y="1668810"/>
                  </a:lnTo>
                  <a:lnTo>
                    <a:pt x="2969007" y="1668810"/>
                  </a:lnTo>
                  <a:lnTo>
                    <a:pt x="2967725" y="1668810"/>
                  </a:lnTo>
                  <a:lnTo>
                    <a:pt x="2966443" y="1668810"/>
                  </a:lnTo>
                  <a:lnTo>
                    <a:pt x="2965161" y="1668810"/>
                  </a:lnTo>
                  <a:lnTo>
                    <a:pt x="2963879" y="1668810"/>
                  </a:lnTo>
                  <a:lnTo>
                    <a:pt x="2962597" y="1668810"/>
                  </a:lnTo>
                  <a:lnTo>
                    <a:pt x="2961316" y="1668810"/>
                  </a:lnTo>
                  <a:lnTo>
                    <a:pt x="2960034" y="1668810"/>
                  </a:lnTo>
                  <a:lnTo>
                    <a:pt x="2958752" y="1668810"/>
                  </a:lnTo>
                  <a:lnTo>
                    <a:pt x="2957470" y="1668810"/>
                  </a:lnTo>
                  <a:lnTo>
                    <a:pt x="2956188" y="1668810"/>
                  </a:lnTo>
                  <a:lnTo>
                    <a:pt x="2954906" y="1668810"/>
                  </a:lnTo>
                  <a:lnTo>
                    <a:pt x="2953625" y="1668810"/>
                  </a:lnTo>
                  <a:lnTo>
                    <a:pt x="2952343" y="1668810"/>
                  </a:lnTo>
                  <a:lnTo>
                    <a:pt x="2951061" y="1668810"/>
                  </a:lnTo>
                  <a:lnTo>
                    <a:pt x="2949779" y="1668810"/>
                  </a:lnTo>
                  <a:lnTo>
                    <a:pt x="2948497" y="1668810"/>
                  </a:lnTo>
                  <a:lnTo>
                    <a:pt x="2947215" y="1668810"/>
                  </a:lnTo>
                  <a:lnTo>
                    <a:pt x="2945934" y="1668810"/>
                  </a:lnTo>
                  <a:lnTo>
                    <a:pt x="2944652" y="1668810"/>
                  </a:lnTo>
                  <a:lnTo>
                    <a:pt x="2943370" y="1668810"/>
                  </a:lnTo>
                  <a:lnTo>
                    <a:pt x="2942088" y="1668810"/>
                  </a:lnTo>
                  <a:lnTo>
                    <a:pt x="2940806" y="1668810"/>
                  </a:lnTo>
                  <a:lnTo>
                    <a:pt x="2939524" y="1668810"/>
                  </a:lnTo>
                  <a:lnTo>
                    <a:pt x="2938242" y="1668810"/>
                  </a:lnTo>
                  <a:lnTo>
                    <a:pt x="2936961" y="1668810"/>
                  </a:lnTo>
                  <a:lnTo>
                    <a:pt x="2935679" y="1668810"/>
                  </a:lnTo>
                  <a:lnTo>
                    <a:pt x="2934397" y="1668810"/>
                  </a:lnTo>
                  <a:lnTo>
                    <a:pt x="2933115" y="1668810"/>
                  </a:lnTo>
                  <a:lnTo>
                    <a:pt x="2931833" y="1668810"/>
                  </a:lnTo>
                  <a:lnTo>
                    <a:pt x="2930551" y="1668810"/>
                  </a:lnTo>
                  <a:lnTo>
                    <a:pt x="2929270" y="1668810"/>
                  </a:lnTo>
                  <a:lnTo>
                    <a:pt x="2927988" y="1668810"/>
                  </a:lnTo>
                  <a:lnTo>
                    <a:pt x="2926706" y="1668810"/>
                  </a:lnTo>
                  <a:lnTo>
                    <a:pt x="2925424" y="1668810"/>
                  </a:lnTo>
                  <a:lnTo>
                    <a:pt x="2924142" y="1668810"/>
                  </a:lnTo>
                  <a:lnTo>
                    <a:pt x="2922860" y="1668810"/>
                  </a:lnTo>
                  <a:lnTo>
                    <a:pt x="2921578" y="1668810"/>
                  </a:lnTo>
                  <a:lnTo>
                    <a:pt x="2920297" y="1668810"/>
                  </a:lnTo>
                  <a:lnTo>
                    <a:pt x="2919015" y="1668810"/>
                  </a:lnTo>
                  <a:lnTo>
                    <a:pt x="2917733" y="1668810"/>
                  </a:lnTo>
                  <a:lnTo>
                    <a:pt x="2916451" y="1668810"/>
                  </a:lnTo>
                  <a:lnTo>
                    <a:pt x="2915169" y="1668810"/>
                  </a:lnTo>
                  <a:lnTo>
                    <a:pt x="2913887" y="1668810"/>
                  </a:lnTo>
                  <a:lnTo>
                    <a:pt x="2912606" y="1668810"/>
                  </a:lnTo>
                  <a:lnTo>
                    <a:pt x="2911324" y="1668810"/>
                  </a:lnTo>
                  <a:lnTo>
                    <a:pt x="2910042" y="1668810"/>
                  </a:lnTo>
                  <a:lnTo>
                    <a:pt x="2908760" y="1668810"/>
                  </a:lnTo>
                  <a:lnTo>
                    <a:pt x="2907478" y="1668810"/>
                  </a:lnTo>
                  <a:lnTo>
                    <a:pt x="2906196" y="1668810"/>
                  </a:lnTo>
                  <a:lnTo>
                    <a:pt x="2904915" y="1668810"/>
                  </a:lnTo>
                  <a:lnTo>
                    <a:pt x="2903633" y="1668810"/>
                  </a:lnTo>
                  <a:lnTo>
                    <a:pt x="2902351" y="1668810"/>
                  </a:lnTo>
                  <a:lnTo>
                    <a:pt x="2901069" y="1668810"/>
                  </a:lnTo>
                  <a:lnTo>
                    <a:pt x="2899787" y="1668810"/>
                  </a:lnTo>
                  <a:lnTo>
                    <a:pt x="2898505" y="1668810"/>
                  </a:lnTo>
                  <a:lnTo>
                    <a:pt x="2897223" y="1668810"/>
                  </a:lnTo>
                  <a:lnTo>
                    <a:pt x="2895942" y="1668810"/>
                  </a:lnTo>
                  <a:lnTo>
                    <a:pt x="2894660" y="1668810"/>
                  </a:lnTo>
                  <a:lnTo>
                    <a:pt x="2893378" y="1668810"/>
                  </a:lnTo>
                  <a:lnTo>
                    <a:pt x="2892096" y="1668810"/>
                  </a:lnTo>
                  <a:lnTo>
                    <a:pt x="2890814" y="1668810"/>
                  </a:lnTo>
                  <a:lnTo>
                    <a:pt x="2889532" y="1668810"/>
                  </a:lnTo>
                  <a:lnTo>
                    <a:pt x="2888251" y="1668810"/>
                  </a:lnTo>
                  <a:lnTo>
                    <a:pt x="2886969" y="1668810"/>
                  </a:lnTo>
                  <a:lnTo>
                    <a:pt x="2885687" y="1668810"/>
                  </a:lnTo>
                  <a:lnTo>
                    <a:pt x="2884405" y="1668810"/>
                  </a:lnTo>
                  <a:lnTo>
                    <a:pt x="2883123" y="1668810"/>
                  </a:lnTo>
                  <a:lnTo>
                    <a:pt x="2881841" y="1668810"/>
                  </a:lnTo>
                  <a:lnTo>
                    <a:pt x="2880559" y="1668810"/>
                  </a:lnTo>
                  <a:lnTo>
                    <a:pt x="2879278" y="1668810"/>
                  </a:lnTo>
                  <a:lnTo>
                    <a:pt x="2877996" y="1668810"/>
                  </a:lnTo>
                  <a:lnTo>
                    <a:pt x="2876714" y="1668810"/>
                  </a:lnTo>
                  <a:lnTo>
                    <a:pt x="2875432" y="1668810"/>
                  </a:lnTo>
                  <a:lnTo>
                    <a:pt x="2874150" y="1668810"/>
                  </a:lnTo>
                  <a:lnTo>
                    <a:pt x="2872868" y="1668810"/>
                  </a:lnTo>
                  <a:lnTo>
                    <a:pt x="2871587" y="1668810"/>
                  </a:lnTo>
                  <a:lnTo>
                    <a:pt x="2870305" y="1668810"/>
                  </a:lnTo>
                  <a:lnTo>
                    <a:pt x="2869023" y="1668810"/>
                  </a:lnTo>
                  <a:lnTo>
                    <a:pt x="2867741" y="1668810"/>
                  </a:lnTo>
                  <a:lnTo>
                    <a:pt x="2866459" y="1668810"/>
                  </a:lnTo>
                  <a:lnTo>
                    <a:pt x="2865177" y="1668810"/>
                  </a:lnTo>
                  <a:lnTo>
                    <a:pt x="2863896" y="1668810"/>
                  </a:lnTo>
                  <a:lnTo>
                    <a:pt x="2862614" y="1668810"/>
                  </a:lnTo>
                  <a:lnTo>
                    <a:pt x="2861332" y="1668810"/>
                  </a:lnTo>
                  <a:lnTo>
                    <a:pt x="2860050" y="1668810"/>
                  </a:lnTo>
                  <a:lnTo>
                    <a:pt x="2858768" y="1668810"/>
                  </a:lnTo>
                  <a:lnTo>
                    <a:pt x="2857486" y="1668810"/>
                  </a:lnTo>
                  <a:lnTo>
                    <a:pt x="2856204" y="1668810"/>
                  </a:lnTo>
                  <a:lnTo>
                    <a:pt x="2854923" y="1668810"/>
                  </a:lnTo>
                  <a:lnTo>
                    <a:pt x="2853641" y="1668810"/>
                  </a:lnTo>
                  <a:lnTo>
                    <a:pt x="2852359" y="1668810"/>
                  </a:lnTo>
                  <a:lnTo>
                    <a:pt x="2851077" y="1668810"/>
                  </a:lnTo>
                  <a:lnTo>
                    <a:pt x="2849795" y="1668810"/>
                  </a:lnTo>
                  <a:lnTo>
                    <a:pt x="2848513" y="1668810"/>
                  </a:lnTo>
                  <a:lnTo>
                    <a:pt x="2847232" y="1668810"/>
                  </a:lnTo>
                  <a:lnTo>
                    <a:pt x="2845950" y="1668810"/>
                  </a:lnTo>
                  <a:lnTo>
                    <a:pt x="2844668" y="1668810"/>
                  </a:lnTo>
                  <a:lnTo>
                    <a:pt x="2843386" y="1668810"/>
                  </a:lnTo>
                  <a:lnTo>
                    <a:pt x="2842104" y="1668810"/>
                  </a:lnTo>
                  <a:lnTo>
                    <a:pt x="2840822" y="1668810"/>
                  </a:lnTo>
                  <a:lnTo>
                    <a:pt x="2839540" y="1668810"/>
                  </a:lnTo>
                  <a:lnTo>
                    <a:pt x="2838259" y="1668810"/>
                  </a:lnTo>
                  <a:lnTo>
                    <a:pt x="2836977" y="1668810"/>
                  </a:lnTo>
                  <a:lnTo>
                    <a:pt x="2835695" y="1668810"/>
                  </a:lnTo>
                  <a:lnTo>
                    <a:pt x="2834413" y="1668810"/>
                  </a:lnTo>
                  <a:lnTo>
                    <a:pt x="2833131" y="1668810"/>
                  </a:lnTo>
                  <a:lnTo>
                    <a:pt x="2831849" y="1668810"/>
                  </a:lnTo>
                  <a:lnTo>
                    <a:pt x="2830568" y="1668810"/>
                  </a:lnTo>
                  <a:lnTo>
                    <a:pt x="2829286" y="1668810"/>
                  </a:lnTo>
                  <a:lnTo>
                    <a:pt x="2828004" y="1668810"/>
                  </a:lnTo>
                  <a:lnTo>
                    <a:pt x="2826722" y="1668810"/>
                  </a:lnTo>
                  <a:lnTo>
                    <a:pt x="2825440" y="1668810"/>
                  </a:lnTo>
                  <a:lnTo>
                    <a:pt x="2824158" y="1668810"/>
                  </a:lnTo>
                  <a:lnTo>
                    <a:pt x="2822876" y="1668810"/>
                  </a:lnTo>
                  <a:lnTo>
                    <a:pt x="2821595" y="1668810"/>
                  </a:lnTo>
                  <a:lnTo>
                    <a:pt x="2820313" y="1668810"/>
                  </a:lnTo>
                  <a:lnTo>
                    <a:pt x="2819031" y="1668810"/>
                  </a:lnTo>
                  <a:lnTo>
                    <a:pt x="2817749" y="1668810"/>
                  </a:lnTo>
                  <a:lnTo>
                    <a:pt x="2816467" y="1668810"/>
                  </a:lnTo>
                  <a:lnTo>
                    <a:pt x="2815185" y="1668810"/>
                  </a:lnTo>
                  <a:lnTo>
                    <a:pt x="2813904" y="1668810"/>
                  </a:lnTo>
                  <a:lnTo>
                    <a:pt x="2812622" y="1668810"/>
                  </a:lnTo>
                  <a:lnTo>
                    <a:pt x="2811340" y="1668810"/>
                  </a:lnTo>
                  <a:lnTo>
                    <a:pt x="2810058" y="1668810"/>
                  </a:lnTo>
                  <a:lnTo>
                    <a:pt x="2808776" y="1668810"/>
                  </a:lnTo>
                  <a:lnTo>
                    <a:pt x="2807494" y="1668810"/>
                  </a:lnTo>
                  <a:lnTo>
                    <a:pt x="2806213" y="1668810"/>
                  </a:lnTo>
                  <a:lnTo>
                    <a:pt x="2804931" y="1668810"/>
                  </a:lnTo>
                  <a:lnTo>
                    <a:pt x="2803649" y="1668810"/>
                  </a:lnTo>
                  <a:lnTo>
                    <a:pt x="2802367" y="1668810"/>
                  </a:lnTo>
                  <a:lnTo>
                    <a:pt x="2801085" y="1668810"/>
                  </a:lnTo>
                  <a:lnTo>
                    <a:pt x="2799803" y="1668810"/>
                  </a:lnTo>
                  <a:lnTo>
                    <a:pt x="2798521" y="1668810"/>
                  </a:lnTo>
                  <a:lnTo>
                    <a:pt x="2797240" y="1668810"/>
                  </a:lnTo>
                  <a:lnTo>
                    <a:pt x="2795958" y="1668810"/>
                  </a:lnTo>
                  <a:lnTo>
                    <a:pt x="2794676" y="1668810"/>
                  </a:lnTo>
                  <a:lnTo>
                    <a:pt x="2793394" y="1668810"/>
                  </a:lnTo>
                  <a:lnTo>
                    <a:pt x="2792112" y="1668810"/>
                  </a:lnTo>
                  <a:lnTo>
                    <a:pt x="2790830" y="1668810"/>
                  </a:lnTo>
                  <a:lnTo>
                    <a:pt x="2789549" y="1668810"/>
                  </a:lnTo>
                  <a:lnTo>
                    <a:pt x="2788267" y="1668810"/>
                  </a:lnTo>
                  <a:lnTo>
                    <a:pt x="2786985" y="1668810"/>
                  </a:lnTo>
                  <a:lnTo>
                    <a:pt x="2785703" y="1668810"/>
                  </a:lnTo>
                  <a:lnTo>
                    <a:pt x="2784421" y="1668810"/>
                  </a:lnTo>
                  <a:lnTo>
                    <a:pt x="2783139" y="1668810"/>
                  </a:lnTo>
                  <a:lnTo>
                    <a:pt x="2781857" y="1668810"/>
                  </a:lnTo>
                  <a:lnTo>
                    <a:pt x="2780576" y="1668810"/>
                  </a:lnTo>
                  <a:lnTo>
                    <a:pt x="2779294" y="1668810"/>
                  </a:lnTo>
                  <a:lnTo>
                    <a:pt x="2778012" y="1668810"/>
                  </a:lnTo>
                  <a:lnTo>
                    <a:pt x="2776730" y="1668810"/>
                  </a:lnTo>
                  <a:lnTo>
                    <a:pt x="2775448" y="1668810"/>
                  </a:lnTo>
                  <a:lnTo>
                    <a:pt x="2774166" y="1668810"/>
                  </a:lnTo>
                  <a:lnTo>
                    <a:pt x="2772885" y="1668810"/>
                  </a:lnTo>
                  <a:lnTo>
                    <a:pt x="2771603" y="1668810"/>
                  </a:lnTo>
                  <a:lnTo>
                    <a:pt x="2770321" y="1668810"/>
                  </a:lnTo>
                  <a:lnTo>
                    <a:pt x="2769039" y="1668810"/>
                  </a:lnTo>
                  <a:lnTo>
                    <a:pt x="2767757" y="1668810"/>
                  </a:lnTo>
                  <a:lnTo>
                    <a:pt x="2766475" y="1668810"/>
                  </a:lnTo>
                  <a:lnTo>
                    <a:pt x="2765194" y="1668810"/>
                  </a:lnTo>
                  <a:lnTo>
                    <a:pt x="2763912" y="1668810"/>
                  </a:lnTo>
                  <a:lnTo>
                    <a:pt x="2762630" y="1668810"/>
                  </a:lnTo>
                  <a:lnTo>
                    <a:pt x="2761348" y="1668810"/>
                  </a:lnTo>
                  <a:lnTo>
                    <a:pt x="2760066" y="1668810"/>
                  </a:lnTo>
                  <a:lnTo>
                    <a:pt x="2758784" y="1668810"/>
                  </a:lnTo>
                  <a:lnTo>
                    <a:pt x="2757502" y="1668810"/>
                  </a:lnTo>
                  <a:lnTo>
                    <a:pt x="2756221" y="1668810"/>
                  </a:lnTo>
                  <a:lnTo>
                    <a:pt x="2754939" y="1668810"/>
                  </a:lnTo>
                  <a:lnTo>
                    <a:pt x="2753657" y="1668810"/>
                  </a:lnTo>
                  <a:lnTo>
                    <a:pt x="2752375" y="1668810"/>
                  </a:lnTo>
                  <a:lnTo>
                    <a:pt x="2751093" y="1668810"/>
                  </a:lnTo>
                  <a:lnTo>
                    <a:pt x="2749811" y="1668810"/>
                  </a:lnTo>
                  <a:lnTo>
                    <a:pt x="2748530" y="1668810"/>
                  </a:lnTo>
                  <a:lnTo>
                    <a:pt x="2747248" y="1668810"/>
                  </a:lnTo>
                  <a:lnTo>
                    <a:pt x="2745966" y="1668810"/>
                  </a:lnTo>
                  <a:lnTo>
                    <a:pt x="2744684" y="1668810"/>
                  </a:lnTo>
                  <a:lnTo>
                    <a:pt x="2743402" y="1668810"/>
                  </a:lnTo>
                  <a:lnTo>
                    <a:pt x="2742120" y="1668810"/>
                  </a:lnTo>
                  <a:lnTo>
                    <a:pt x="2740838" y="1668810"/>
                  </a:lnTo>
                  <a:lnTo>
                    <a:pt x="2739557" y="1668810"/>
                  </a:lnTo>
                  <a:lnTo>
                    <a:pt x="2738275" y="1668810"/>
                  </a:lnTo>
                  <a:lnTo>
                    <a:pt x="2736993" y="1668810"/>
                  </a:lnTo>
                  <a:lnTo>
                    <a:pt x="2735711" y="1668810"/>
                  </a:lnTo>
                  <a:lnTo>
                    <a:pt x="2734429" y="1668810"/>
                  </a:lnTo>
                  <a:lnTo>
                    <a:pt x="2733147" y="1668810"/>
                  </a:lnTo>
                  <a:lnTo>
                    <a:pt x="2731866" y="1668810"/>
                  </a:lnTo>
                  <a:lnTo>
                    <a:pt x="2730584" y="1668810"/>
                  </a:lnTo>
                  <a:lnTo>
                    <a:pt x="2729302" y="1668810"/>
                  </a:lnTo>
                  <a:lnTo>
                    <a:pt x="2728020" y="1668810"/>
                  </a:lnTo>
                  <a:lnTo>
                    <a:pt x="2726738" y="1668810"/>
                  </a:lnTo>
                  <a:lnTo>
                    <a:pt x="2725456" y="1668810"/>
                  </a:lnTo>
                  <a:lnTo>
                    <a:pt x="2724174" y="1668810"/>
                  </a:lnTo>
                  <a:lnTo>
                    <a:pt x="2722893" y="1668810"/>
                  </a:lnTo>
                  <a:lnTo>
                    <a:pt x="2721611" y="1668810"/>
                  </a:lnTo>
                  <a:lnTo>
                    <a:pt x="2720329" y="1668810"/>
                  </a:lnTo>
                  <a:lnTo>
                    <a:pt x="2719047" y="1668810"/>
                  </a:lnTo>
                  <a:lnTo>
                    <a:pt x="2717765" y="1668810"/>
                  </a:lnTo>
                  <a:lnTo>
                    <a:pt x="2716483" y="1668810"/>
                  </a:lnTo>
                  <a:lnTo>
                    <a:pt x="2715202" y="1668810"/>
                  </a:lnTo>
                  <a:lnTo>
                    <a:pt x="2713920" y="1668810"/>
                  </a:lnTo>
                  <a:lnTo>
                    <a:pt x="2712638" y="1668810"/>
                  </a:lnTo>
                  <a:lnTo>
                    <a:pt x="2711356" y="1668810"/>
                  </a:lnTo>
                  <a:lnTo>
                    <a:pt x="2710074" y="1668810"/>
                  </a:lnTo>
                  <a:lnTo>
                    <a:pt x="2708792" y="1668810"/>
                  </a:lnTo>
                  <a:lnTo>
                    <a:pt x="2707511" y="1668810"/>
                  </a:lnTo>
                  <a:lnTo>
                    <a:pt x="2706229" y="1668810"/>
                  </a:lnTo>
                  <a:lnTo>
                    <a:pt x="2704947" y="1668810"/>
                  </a:lnTo>
                  <a:lnTo>
                    <a:pt x="2703665" y="1668810"/>
                  </a:lnTo>
                  <a:lnTo>
                    <a:pt x="2702383" y="1668810"/>
                  </a:lnTo>
                  <a:lnTo>
                    <a:pt x="2701101" y="1668810"/>
                  </a:lnTo>
                  <a:lnTo>
                    <a:pt x="2699819" y="1668810"/>
                  </a:lnTo>
                  <a:lnTo>
                    <a:pt x="2698538" y="1668810"/>
                  </a:lnTo>
                  <a:lnTo>
                    <a:pt x="2697256" y="1668810"/>
                  </a:lnTo>
                  <a:lnTo>
                    <a:pt x="2695974" y="1668810"/>
                  </a:lnTo>
                  <a:lnTo>
                    <a:pt x="2694692" y="1668810"/>
                  </a:lnTo>
                  <a:lnTo>
                    <a:pt x="2693410" y="1668810"/>
                  </a:lnTo>
                  <a:lnTo>
                    <a:pt x="2692128" y="1668810"/>
                  </a:lnTo>
                  <a:lnTo>
                    <a:pt x="2690847" y="1668810"/>
                  </a:lnTo>
                  <a:lnTo>
                    <a:pt x="2689565" y="1668810"/>
                  </a:lnTo>
                  <a:lnTo>
                    <a:pt x="2688283" y="1668810"/>
                  </a:lnTo>
                  <a:lnTo>
                    <a:pt x="2687001" y="1668810"/>
                  </a:lnTo>
                  <a:lnTo>
                    <a:pt x="2685719" y="1668810"/>
                  </a:lnTo>
                  <a:lnTo>
                    <a:pt x="2684437" y="1668810"/>
                  </a:lnTo>
                  <a:lnTo>
                    <a:pt x="2683155" y="1668810"/>
                  </a:lnTo>
                  <a:lnTo>
                    <a:pt x="2681874" y="1668810"/>
                  </a:lnTo>
                  <a:lnTo>
                    <a:pt x="2680592" y="1668810"/>
                  </a:lnTo>
                  <a:lnTo>
                    <a:pt x="2679310" y="1668810"/>
                  </a:lnTo>
                  <a:lnTo>
                    <a:pt x="2678028" y="1668810"/>
                  </a:lnTo>
                  <a:lnTo>
                    <a:pt x="2676746" y="1668810"/>
                  </a:lnTo>
                  <a:lnTo>
                    <a:pt x="2675464" y="1668810"/>
                  </a:lnTo>
                  <a:lnTo>
                    <a:pt x="2674183" y="1668810"/>
                  </a:lnTo>
                  <a:lnTo>
                    <a:pt x="2672901" y="1668810"/>
                  </a:lnTo>
                  <a:lnTo>
                    <a:pt x="2671619" y="1668810"/>
                  </a:lnTo>
                  <a:lnTo>
                    <a:pt x="2670337" y="1668810"/>
                  </a:lnTo>
                  <a:lnTo>
                    <a:pt x="2669055" y="1668810"/>
                  </a:lnTo>
                  <a:lnTo>
                    <a:pt x="2667773" y="1668810"/>
                  </a:lnTo>
                  <a:lnTo>
                    <a:pt x="2666492" y="1668810"/>
                  </a:lnTo>
                  <a:lnTo>
                    <a:pt x="2665210" y="1668810"/>
                  </a:lnTo>
                  <a:lnTo>
                    <a:pt x="2663928" y="1668810"/>
                  </a:lnTo>
                  <a:lnTo>
                    <a:pt x="2662646" y="1668810"/>
                  </a:lnTo>
                  <a:lnTo>
                    <a:pt x="2661364" y="1668810"/>
                  </a:lnTo>
                  <a:lnTo>
                    <a:pt x="2660082" y="1668810"/>
                  </a:lnTo>
                  <a:lnTo>
                    <a:pt x="2658800" y="1668810"/>
                  </a:lnTo>
                  <a:lnTo>
                    <a:pt x="2657519" y="1668810"/>
                  </a:lnTo>
                  <a:lnTo>
                    <a:pt x="2656237" y="1668810"/>
                  </a:lnTo>
                  <a:lnTo>
                    <a:pt x="2654955" y="1668810"/>
                  </a:lnTo>
                  <a:lnTo>
                    <a:pt x="2653673" y="1668810"/>
                  </a:lnTo>
                  <a:lnTo>
                    <a:pt x="2652391" y="1668810"/>
                  </a:lnTo>
                  <a:lnTo>
                    <a:pt x="2651109" y="1668810"/>
                  </a:lnTo>
                  <a:lnTo>
                    <a:pt x="2649828" y="1668810"/>
                  </a:lnTo>
                  <a:lnTo>
                    <a:pt x="2648546" y="1668810"/>
                  </a:lnTo>
                  <a:lnTo>
                    <a:pt x="2647264" y="1668810"/>
                  </a:lnTo>
                  <a:lnTo>
                    <a:pt x="2645982" y="1668810"/>
                  </a:lnTo>
                  <a:lnTo>
                    <a:pt x="2644700" y="1668810"/>
                  </a:lnTo>
                  <a:lnTo>
                    <a:pt x="2643418" y="1668810"/>
                  </a:lnTo>
                  <a:lnTo>
                    <a:pt x="2642136" y="1668810"/>
                  </a:lnTo>
                  <a:lnTo>
                    <a:pt x="2640855" y="1668810"/>
                  </a:lnTo>
                  <a:lnTo>
                    <a:pt x="2639573" y="1668810"/>
                  </a:lnTo>
                  <a:lnTo>
                    <a:pt x="2638291" y="1668810"/>
                  </a:lnTo>
                  <a:lnTo>
                    <a:pt x="2637009" y="1668810"/>
                  </a:lnTo>
                  <a:lnTo>
                    <a:pt x="2635727" y="1668810"/>
                  </a:lnTo>
                  <a:lnTo>
                    <a:pt x="2634445" y="1668810"/>
                  </a:lnTo>
                  <a:lnTo>
                    <a:pt x="2633164" y="1668810"/>
                  </a:lnTo>
                  <a:lnTo>
                    <a:pt x="2631882" y="1668810"/>
                  </a:lnTo>
                  <a:lnTo>
                    <a:pt x="2630600" y="1668810"/>
                  </a:lnTo>
                  <a:lnTo>
                    <a:pt x="2629318" y="1668810"/>
                  </a:lnTo>
                  <a:lnTo>
                    <a:pt x="2628036" y="1668810"/>
                  </a:lnTo>
                  <a:lnTo>
                    <a:pt x="2626754" y="1668810"/>
                  </a:lnTo>
                  <a:lnTo>
                    <a:pt x="2625473" y="1668810"/>
                  </a:lnTo>
                  <a:lnTo>
                    <a:pt x="2624191" y="1668810"/>
                  </a:lnTo>
                  <a:lnTo>
                    <a:pt x="2622909" y="1668810"/>
                  </a:lnTo>
                  <a:lnTo>
                    <a:pt x="2621627" y="1668810"/>
                  </a:lnTo>
                  <a:lnTo>
                    <a:pt x="2620345" y="1668810"/>
                  </a:lnTo>
                  <a:lnTo>
                    <a:pt x="2619063" y="1668810"/>
                  </a:lnTo>
                  <a:lnTo>
                    <a:pt x="2617781" y="1668810"/>
                  </a:lnTo>
                  <a:lnTo>
                    <a:pt x="2616500" y="1668810"/>
                  </a:lnTo>
                  <a:lnTo>
                    <a:pt x="2615218" y="1668810"/>
                  </a:lnTo>
                  <a:lnTo>
                    <a:pt x="2613936" y="1668810"/>
                  </a:lnTo>
                  <a:lnTo>
                    <a:pt x="2612654" y="1668810"/>
                  </a:lnTo>
                  <a:lnTo>
                    <a:pt x="2611372" y="1668810"/>
                  </a:lnTo>
                  <a:lnTo>
                    <a:pt x="2610090" y="1668810"/>
                  </a:lnTo>
                  <a:lnTo>
                    <a:pt x="2608809" y="1668810"/>
                  </a:lnTo>
                  <a:lnTo>
                    <a:pt x="2607527" y="1668810"/>
                  </a:lnTo>
                  <a:lnTo>
                    <a:pt x="2606245" y="1668810"/>
                  </a:lnTo>
                  <a:lnTo>
                    <a:pt x="2604963" y="1668810"/>
                  </a:lnTo>
                  <a:lnTo>
                    <a:pt x="2603681" y="1668810"/>
                  </a:lnTo>
                  <a:lnTo>
                    <a:pt x="2602399" y="1668810"/>
                  </a:lnTo>
                  <a:lnTo>
                    <a:pt x="2601117" y="1668810"/>
                  </a:lnTo>
                  <a:lnTo>
                    <a:pt x="2599836" y="1668810"/>
                  </a:lnTo>
                  <a:lnTo>
                    <a:pt x="2598554" y="1668810"/>
                  </a:lnTo>
                  <a:lnTo>
                    <a:pt x="2597272" y="1668810"/>
                  </a:lnTo>
                  <a:lnTo>
                    <a:pt x="2595990" y="1668810"/>
                  </a:lnTo>
                  <a:lnTo>
                    <a:pt x="2594708" y="1668810"/>
                  </a:lnTo>
                  <a:lnTo>
                    <a:pt x="2593426" y="1668810"/>
                  </a:lnTo>
                  <a:lnTo>
                    <a:pt x="2592145" y="1668810"/>
                  </a:lnTo>
                  <a:lnTo>
                    <a:pt x="2590863" y="1668810"/>
                  </a:lnTo>
                  <a:lnTo>
                    <a:pt x="2589581" y="1668810"/>
                  </a:lnTo>
                  <a:lnTo>
                    <a:pt x="2588299" y="1668810"/>
                  </a:lnTo>
                  <a:lnTo>
                    <a:pt x="2587017" y="1668810"/>
                  </a:lnTo>
                  <a:lnTo>
                    <a:pt x="2585735" y="1668810"/>
                  </a:lnTo>
                  <a:lnTo>
                    <a:pt x="2584453" y="1668810"/>
                  </a:lnTo>
                  <a:lnTo>
                    <a:pt x="2583172" y="1668810"/>
                  </a:lnTo>
                  <a:lnTo>
                    <a:pt x="2581890" y="1668810"/>
                  </a:lnTo>
                  <a:lnTo>
                    <a:pt x="2580608" y="1668810"/>
                  </a:lnTo>
                  <a:lnTo>
                    <a:pt x="2579326" y="1668810"/>
                  </a:lnTo>
                  <a:lnTo>
                    <a:pt x="2578044" y="1668810"/>
                  </a:lnTo>
                  <a:lnTo>
                    <a:pt x="2576762" y="1668810"/>
                  </a:lnTo>
                  <a:lnTo>
                    <a:pt x="2575481" y="1668810"/>
                  </a:lnTo>
                  <a:lnTo>
                    <a:pt x="2574199" y="1668810"/>
                  </a:lnTo>
                  <a:lnTo>
                    <a:pt x="2572917" y="1668810"/>
                  </a:lnTo>
                  <a:lnTo>
                    <a:pt x="2571635" y="1668810"/>
                  </a:lnTo>
                  <a:lnTo>
                    <a:pt x="2570353" y="1668810"/>
                  </a:lnTo>
                  <a:lnTo>
                    <a:pt x="2569071" y="1668810"/>
                  </a:lnTo>
                  <a:lnTo>
                    <a:pt x="2567790" y="1668810"/>
                  </a:lnTo>
                  <a:lnTo>
                    <a:pt x="2566508" y="1668810"/>
                  </a:lnTo>
                  <a:lnTo>
                    <a:pt x="2565226" y="1668810"/>
                  </a:lnTo>
                  <a:lnTo>
                    <a:pt x="2563944" y="1668810"/>
                  </a:lnTo>
                  <a:lnTo>
                    <a:pt x="2562662" y="1668810"/>
                  </a:lnTo>
                  <a:lnTo>
                    <a:pt x="2561380" y="1668810"/>
                  </a:lnTo>
                  <a:lnTo>
                    <a:pt x="2560098" y="1668810"/>
                  </a:lnTo>
                  <a:lnTo>
                    <a:pt x="2558817" y="1668810"/>
                  </a:lnTo>
                  <a:lnTo>
                    <a:pt x="2557535" y="1668810"/>
                  </a:lnTo>
                  <a:lnTo>
                    <a:pt x="2556253" y="1668810"/>
                  </a:lnTo>
                  <a:lnTo>
                    <a:pt x="2554971" y="1668810"/>
                  </a:lnTo>
                  <a:lnTo>
                    <a:pt x="2553689" y="1668810"/>
                  </a:lnTo>
                  <a:lnTo>
                    <a:pt x="2552407" y="1668810"/>
                  </a:lnTo>
                  <a:lnTo>
                    <a:pt x="2551126" y="1668810"/>
                  </a:lnTo>
                  <a:lnTo>
                    <a:pt x="2549844" y="1668810"/>
                  </a:lnTo>
                  <a:lnTo>
                    <a:pt x="2548562" y="1668810"/>
                  </a:lnTo>
                  <a:lnTo>
                    <a:pt x="2547280" y="1668810"/>
                  </a:lnTo>
                  <a:lnTo>
                    <a:pt x="2545998" y="1668810"/>
                  </a:lnTo>
                  <a:lnTo>
                    <a:pt x="2544716" y="1668810"/>
                  </a:lnTo>
                  <a:lnTo>
                    <a:pt x="2543434" y="1668810"/>
                  </a:lnTo>
                  <a:lnTo>
                    <a:pt x="2542153" y="1668810"/>
                  </a:lnTo>
                  <a:lnTo>
                    <a:pt x="2540871" y="1668810"/>
                  </a:lnTo>
                  <a:lnTo>
                    <a:pt x="2539589" y="1668810"/>
                  </a:lnTo>
                  <a:lnTo>
                    <a:pt x="2538307" y="1668810"/>
                  </a:lnTo>
                  <a:lnTo>
                    <a:pt x="2537025" y="1668810"/>
                  </a:lnTo>
                  <a:lnTo>
                    <a:pt x="2535743" y="1668810"/>
                  </a:lnTo>
                  <a:lnTo>
                    <a:pt x="2534462" y="1668810"/>
                  </a:lnTo>
                  <a:lnTo>
                    <a:pt x="2533180" y="1668810"/>
                  </a:lnTo>
                  <a:lnTo>
                    <a:pt x="2531898" y="1668810"/>
                  </a:lnTo>
                  <a:lnTo>
                    <a:pt x="2530616" y="1668810"/>
                  </a:lnTo>
                  <a:lnTo>
                    <a:pt x="2529334" y="1668810"/>
                  </a:lnTo>
                  <a:lnTo>
                    <a:pt x="2528052" y="1668810"/>
                  </a:lnTo>
                  <a:lnTo>
                    <a:pt x="2526771" y="1668810"/>
                  </a:lnTo>
                  <a:lnTo>
                    <a:pt x="2525489" y="1668810"/>
                  </a:lnTo>
                  <a:lnTo>
                    <a:pt x="2524207" y="1668810"/>
                  </a:lnTo>
                  <a:lnTo>
                    <a:pt x="2522925" y="1668810"/>
                  </a:lnTo>
                  <a:lnTo>
                    <a:pt x="2521643" y="1668810"/>
                  </a:lnTo>
                  <a:lnTo>
                    <a:pt x="2520361" y="1668810"/>
                  </a:lnTo>
                  <a:lnTo>
                    <a:pt x="2519079" y="1668810"/>
                  </a:lnTo>
                  <a:lnTo>
                    <a:pt x="2517798" y="1668810"/>
                  </a:lnTo>
                  <a:lnTo>
                    <a:pt x="2516516" y="1668810"/>
                  </a:lnTo>
                  <a:lnTo>
                    <a:pt x="2515234" y="1668810"/>
                  </a:lnTo>
                  <a:lnTo>
                    <a:pt x="2513952" y="1668810"/>
                  </a:lnTo>
                  <a:lnTo>
                    <a:pt x="2512670" y="1668810"/>
                  </a:lnTo>
                  <a:lnTo>
                    <a:pt x="2511388" y="1668810"/>
                  </a:lnTo>
                  <a:lnTo>
                    <a:pt x="2510107" y="1668810"/>
                  </a:lnTo>
                  <a:lnTo>
                    <a:pt x="2508825" y="1668810"/>
                  </a:lnTo>
                  <a:lnTo>
                    <a:pt x="2507543" y="1668810"/>
                  </a:lnTo>
                  <a:lnTo>
                    <a:pt x="2506261" y="1668810"/>
                  </a:lnTo>
                  <a:lnTo>
                    <a:pt x="2504979" y="1668810"/>
                  </a:lnTo>
                  <a:lnTo>
                    <a:pt x="2503697" y="1668810"/>
                  </a:lnTo>
                  <a:lnTo>
                    <a:pt x="2502415" y="1668810"/>
                  </a:lnTo>
                  <a:lnTo>
                    <a:pt x="2501134" y="1668810"/>
                  </a:lnTo>
                  <a:lnTo>
                    <a:pt x="2499852" y="1668810"/>
                  </a:lnTo>
                  <a:lnTo>
                    <a:pt x="2498570" y="1668810"/>
                  </a:lnTo>
                  <a:lnTo>
                    <a:pt x="2497288" y="1668810"/>
                  </a:lnTo>
                  <a:lnTo>
                    <a:pt x="2496006" y="1668810"/>
                  </a:lnTo>
                  <a:lnTo>
                    <a:pt x="2494724" y="1668810"/>
                  </a:lnTo>
                  <a:lnTo>
                    <a:pt x="2493443" y="1668810"/>
                  </a:lnTo>
                  <a:lnTo>
                    <a:pt x="2492161" y="1668810"/>
                  </a:lnTo>
                  <a:lnTo>
                    <a:pt x="2490879" y="1668810"/>
                  </a:lnTo>
                  <a:lnTo>
                    <a:pt x="2489597" y="1668810"/>
                  </a:lnTo>
                  <a:lnTo>
                    <a:pt x="2488315" y="1668810"/>
                  </a:lnTo>
                  <a:lnTo>
                    <a:pt x="2487033" y="1668810"/>
                  </a:lnTo>
                  <a:lnTo>
                    <a:pt x="2485752" y="1668810"/>
                  </a:lnTo>
                  <a:lnTo>
                    <a:pt x="2484470" y="1668810"/>
                  </a:lnTo>
                  <a:lnTo>
                    <a:pt x="2483188" y="1668810"/>
                  </a:lnTo>
                  <a:lnTo>
                    <a:pt x="2481906" y="1668810"/>
                  </a:lnTo>
                  <a:lnTo>
                    <a:pt x="2480624" y="1668810"/>
                  </a:lnTo>
                  <a:lnTo>
                    <a:pt x="2479342" y="1668810"/>
                  </a:lnTo>
                  <a:lnTo>
                    <a:pt x="2478060" y="1668810"/>
                  </a:lnTo>
                  <a:lnTo>
                    <a:pt x="2476779" y="1668810"/>
                  </a:lnTo>
                  <a:lnTo>
                    <a:pt x="2475497" y="1668810"/>
                  </a:lnTo>
                  <a:lnTo>
                    <a:pt x="2474215" y="1668810"/>
                  </a:lnTo>
                  <a:lnTo>
                    <a:pt x="2472933" y="1668810"/>
                  </a:lnTo>
                  <a:lnTo>
                    <a:pt x="2471651" y="1668810"/>
                  </a:lnTo>
                  <a:lnTo>
                    <a:pt x="2470369" y="1668810"/>
                  </a:lnTo>
                  <a:lnTo>
                    <a:pt x="2469088" y="1668810"/>
                  </a:lnTo>
                  <a:lnTo>
                    <a:pt x="2467806" y="1668810"/>
                  </a:lnTo>
                  <a:lnTo>
                    <a:pt x="2466524" y="1668810"/>
                  </a:lnTo>
                  <a:lnTo>
                    <a:pt x="2465242" y="1668810"/>
                  </a:lnTo>
                  <a:lnTo>
                    <a:pt x="2463960" y="1668810"/>
                  </a:lnTo>
                  <a:lnTo>
                    <a:pt x="2462678" y="1668810"/>
                  </a:lnTo>
                  <a:lnTo>
                    <a:pt x="2461396" y="1668810"/>
                  </a:lnTo>
                  <a:lnTo>
                    <a:pt x="2460115" y="1668810"/>
                  </a:lnTo>
                  <a:lnTo>
                    <a:pt x="2458833" y="1668810"/>
                  </a:lnTo>
                  <a:lnTo>
                    <a:pt x="2457551" y="1668810"/>
                  </a:lnTo>
                  <a:lnTo>
                    <a:pt x="2456269" y="1668810"/>
                  </a:lnTo>
                  <a:lnTo>
                    <a:pt x="2454987" y="1668810"/>
                  </a:lnTo>
                  <a:lnTo>
                    <a:pt x="2453705" y="1668810"/>
                  </a:lnTo>
                  <a:lnTo>
                    <a:pt x="2452424" y="1668810"/>
                  </a:lnTo>
                  <a:lnTo>
                    <a:pt x="2451142" y="1668810"/>
                  </a:lnTo>
                  <a:lnTo>
                    <a:pt x="2449860" y="1668810"/>
                  </a:lnTo>
                  <a:lnTo>
                    <a:pt x="2448578" y="1668810"/>
                  </a:lnTo>
                  <a:lnTo>
                    <a:pt x="2447296" y="1668810"/>
                  </a:lnTo>
                  <a:lnTo>
                    <a:pt x="2446014" y="1668810"/>
                  </a:lnTo>
                  <a:lnTo>
                    <a:pt x="2444732" y="1668810"/>
                  </a:lnTo>
                  <a:lnTo>
                    <a:pt x="2443451" y="1668810"/>
                  </a:lnTo>
                  <a:lnTo>
                    <a:pt x="2442169" y="1668810"/>
                  </a:lnTo>
                  <a:lnTo>
                    <a:pt x="2440887" y="1668810"/>
                  </a:lnTo>
                  <a:lnTo>
                    <a:pt x="2439605" y="1668810"/>
                  </a:lnTo>
                  <a:lnTo>
                    <a:pt x="2438323" y="1668810"/>
                  </a:lnTo>
                  <a:lnTo>
                    <a:pt x="2437041" y="1668810"/>
                  </a:lnTo>
                  <a:lnTo>
                    <a:pt x="2435760" y="1668810"/>
                  </a:lnTo>
                  <a:lnTo>
                    <a:pt x="2434478" y="1668810"/>
                  </a:lnTo>
                  <a:lnTo>
                    <a:pt x="2433196" y="1668810"/>
                  </a:lnTo>
                  <a:lnTo>
                    <a:pt x="2431914" y="1668810"/>
                  </a:lnTo>
                  <a:lnTo>
                    <a:pt x="2430632" y="1668810"/>
                  </a:lnTo>
                  <a:lnTo>
                    <a:pt x="2429350" y="1668810"/>
                  </a:lnTo>
                  <a:lnTo>
                    <a:pt x="2428069" y="1668810"/>
                  </a:lnTo>
                  <a:lnTo>
                    <a:pt x="2426787" y="1668810"/>
                  </a:lnTo>
                  <a:lnTo>
                    <a:pt x="2425505" y="1668810"/>
                  </a:lnTo>
                  <a:lnTo>
                    <a:pt x="2424223" y="1668810"/>
                  </a:lnTo>
                  <a:lnTo>
                    <a:pt x="2422941" y="1668810"/>
                  </a:lnTo>
                  <a:lnTo>
                    <a:pt x="2421659" y="1668810"/>
                  </a:lnTo>
                  <a:lnTo>
                    <a:pt x="2420377" y="1668810"/>
                  </a:lnTo>
                  <a:lnTo>
                    <a:pt x="2419096" y="1668810"/>
                  </a:lnTo>
                  <a:lnTo>
                    <a:pt x="2417814" y="1668810"/>
                  </a:lnTo>
                  <a:lnTo>
                    <a:pt x="2416532" y="1668810"/>
                  </a:lnTo>
                  <a:lnTo>
                    <a:pt x="2415250" y="1668810"/>
                  </a:lnTo>
                  <a:lnTo>
                    <a:pt x="2413968" y="1668810"/>
                  </a:lnTo>
                  <a:lnTo>
                    <a:pt x="2412686" y="1668810"/>
                  </a:lnTo>
                  <a:lnTo>
                    <a:pt x="2411405" y="1668810"/>
                  </a:lnTo>
                  <a:lnTo>
                    <a:pt x="2410123" y="1668810"/>
                  </a:lnTo>
                  <a:lnTo>
                    <a:pt x="2408841" y="1668810"/>
                  </a:lnTo>
                  <a:lnTo>
                    <a:pt x="2407559" y="1668810"/>
                  </a:lnTo>
                  <a:lnTo>
                    <a:pt x="2406277" y="1668810"/>
                  </a:lnTo>
                  <a:lnTo>
                    <a:pt x="2404995" y="1668810"/>
                  </a:lnTo>
                  <a:lnTo>
                    <a:pt x="2403713" y="1668810"/>
                  </a:lnTo>
                  <a:lnTo>
                    <a:pt x="2402432" y="1668810"/>
                  </a:lnTo>
                  <a:lnTo>
                    <a:pt x="2401150" y="1668810"/>
                  </a:lnTo>
                  <a:lnTo>
                    <a:pt x="2399868" y="1668810"/>
                  </a:lnTo>
                  <a:lnTo>
                    <a:pt x="2398586" y="1668810"/>
                  </a:lnTo>
                  <a:lnTo>
                    <a:pt x="2397304" y="1668810"/>
                  </a:lnTo>
                  <a:lnTo>
                    <a:pt x="2396022" y="1668810"/>
                  </a:lnTo>
                  <a:lnTo>
                    <a:pt x="2394741" y="1668810"/>
                  </a:lnTo>
                  <a:lnTo>
                    <a:pt x="2393459" y="1668810"/>
                  </a:lnTo>
                  <a:lnTo>
                    <a:pt x="2392177" y="1668810"/>
                  </a:lnTo>
                  <a:lnTo>
                    <a:pt x="2390895" y="1668810"/>
                  </a:lnTo>
                  <a:lnTo>
                    <a:pt x="2389613" y="1668810"/>
                  </a:lnTo>
                  <a:lnTo>
                    <a:pt x="2388331" y="1668810"/>
                  </a:lnTo>
                  <a:lnTo>
                    <a:pt x="2387050" y="1668810"/>
                  </a:lnTo>
                  <a:lnTo>
                    <a:pt x="2385768" y="1668810"/>
                  </a:lnTo>
                  <a:lnTo>
                    <a:pt x="2384486" y="1668810"/>
                  </a:lnTo>
                  <a:lnTo>
                    <a:pt x="2383204" y="1668810"/>
                  </a:lnTo>
                  <a:lnTo>
                    <a:pt x="2381922" y="1668810"/>
                  </a:lnTo>
                  <a:lnTo>
                    <a:pt x="2380640" y="1668810"/>
                  </a:lnTo>
                  <a:lnTo>
                    <a:pt x="2379358" y="1668810"/>
                  </a:lnTo>
                  <a:lnTo>
                    <a:pt x="2378077" y="1668810"/>
                  </a:lnTo>
                  <a:lnTo>
                    <a:pt x="2376795" y="1668810"/>
                  </a:lnTo>
                  <a:lnTo>
                    <a:pt x="2375513" y="1668810"/>
                  </a:lnTo>
                  <a:lnTo>
                    <a:pt x="2374231" y="1668810"/>
                  </a:lnTo>
                  <a:lnTo>
                    <a:pt x="2372949" y="1668810"/>
                  </a:lnTo>
                  <a:lnTo>
                    <a:pt x="2371667" y="1668810"/>
                  </a:lnTo>
                  <a:lnTo>
                    <a:pt x="2370386" y="1668810"/>
                  </a:lnTo>
                  <a:lnTo>
                    <a:pt x="2369104" y="1668810"/>
                  </a:lnTo>
                  <a:lnTo>
                    <a:pt x="2367822" y="1668810"/>
                  </a:lnTo>
                  <a:lnTo>
                    <a:pt x="2366540" y="1668810"/>
                  </a:lnTo>
                  <a:lnTo>
                    <a:pt x="2365258" y="1668810"/>
                  </a:lnTo>
                  <a:lnTo>
                    <a:pt x="2363976" y="1668810"/>
                  </a:lnTo>
                  <a:lnTo>
                    <a:pt x="2362694" y="1668810"/>
                  </a:lnTo>
                  <a:lnTo>
                    <a:pt x="2361413" y="1668810"/>
                  </a:lnTo>
                  <a:lnTo>
                    <a:pt x="2360131" y="1668810"/>
                  </a:lnTo>
                  <a:lnTo>
                    <a:pt x="2358849" y="1668810"/>
                  </a:lnTo>
                  <a:lnTo>
                    <a:pt x="2357567" y="1668810"/>
                  </a:lnTo>
                  <a:lnTo>
                    <a:pt x="2356285" y="1668810"/>
                  </a:lnTo>
                  <a:lnTo>
                    <a:pt x="2355003" y="1668810"/>
                  </a:lnTo>
                  <a:lnTo>
                    <a:pt x="2353722" y="1668810"/>
                  </a:lnTo>
                  <a:lnTo>
                    <a:pt x="2352440" y="1668810"/>
                  </a:lnTo>
                  <a:lnTo>
                    <a:pt x="2351158" y="1668810"/>
                  </a:lnTo>
                  <a:lnTo>
                    <a:pt x="2349876" y="1668810"/>
                  </a:lnTo>
                  <a:lnTo>
                    <a:pt x="2348594" y="1668810"/>
                  </a:lnTo>
                  <a:lnTo>
                    <a:pt x="2347312" y="1668810"/>
                  </a:lnTo>
                  <a:lnTo>
                    <a:pt x="2346031" y="1668810"/>
                  </a:lnTo>
                  <a:lnTo>
                    <a:pt x="2344749" y="1668810"/>
                  </a:lnTo>
                  <a:lnTo>
                    <a:pt x="2343467" y="1668810"/>
                  </a:lnTo>
                  <a:lnTo>
                    <a:pt x="2342185" y="1668810"/>
                  </a:lnTo>
                  <a:lnTo>
                    <a:pt x="2340903" y="1668810"/>
                  </a:lnTo>
                  <a:lnTo>
                    <a:pt x="2339621" y="1668810"/>
                  </a:lnTo>
                  <a:lnTo>
                    <a:pt x="2338339" y="1668810"/>
                  </a:lnTo>
                  <a:lnTo>
                    <a:pt x="2337058" y="1668810"/>
                  </a:lnTo>
                  <a:lnTo>
                    <a:pt x="2335776" y="1668810"/>
                  </a:lnTo>
                  <a:lnTo>
                    <a:pt x="2334494" y="1668810"/>
                  </a:lnTo>
                  <a:lnTo>
                    <a:pt x="2333212" y="1668810"/>
                  </a:lnTo>
                  <a:lnTo>
                    <a:pt x="2331930" y="1668810"/>
                  </a:lnTo>
                  <a:lnTo>
                    <a:pt x="2330648" y="1668810"/>
                  </a:lnTo>
                  <a:lnTo>
                    <a:pt x="2329367" y="1668810"/>
                  </a:lnTo>
                  <a:lnTo>
                    <a:pt x="2328085" y="1668810"/>
                  </a:lnTo>
                  <a:lnTo>
                    <a:pt x="2326803" y="1668810"/>
                  </a:lnTo>
                  <a:lnTo>
                    <a:pt x="2325521" y="1668810"/>
                  </a:lnTo>
                  <a:lnTo>
                    <a:pt x="2324239" y="1668810"/>
                  </a:lnTo>
                  <a:lnTo>
                    <a:pt x="2322957" y="1668810"/>
                  </a:lnTo>
                  <a:lnTo>
                    <a:pt x="2321675" y="1668810"/>
                  </a:lnTo>
                  <a:lnTo>
                    <a:pt x="2320394" y="1668810"/>
                  </a:lnTo>
                  <a:lnTo>
                    <a:pt x="2319112" y="1668810"/>
                  </a:lnTo>
                  <a:lnTo>
                    <a:pt x="2317830" y="1668810"/>
                  </a:lnTo>
                  <a:lnTo>
                    <a:pt x="2316548" y="1668810"/>
                  </a:lnTo>
                  <a:lnTo>
                    <a:pt x="2315266" y="1668810"/>
                  </a:lnTo>
                  <a:lnTo>
                    <a:pt x="2313984" y="1668810"/>
                  </a:lnTo>
                  <a:lnTo>
                    <a:pt x="2312703" y="1668810"/>
                  </a:lnTo>
                  <a:lnTo>
                    <a:pt x="2311421" y="1668810"/>
                  </a:lnTo>
                  <a:lnTo>
                    <a:pt x="2310139" y="1668810"/>
                  </a:lnTo>
                  <a:lnTo>
                    <a:pt x="2308857" y="1668810"/>
                  </a:lnTo>
                  <a:lnTo>
                    <a:pt x="2307575" y="1668810"/>
                  </a:lnTo>
                  <a:lnTo>
                    <a:pt x="2306293" y="1668810"/>
                  </a:lnTo>
                  <a:lnTo>
                    <a:pt x="2305011" y="1668810"/>
                  </a:lnTo>
                  <a:lnTo>
                    <a:pt x="2303730" y="1668810"/>
                  </a:lnTo>
                  <a:lnTo>
                    <a:pt x="2302448" y="1668810"/>
                  </a:lnTo>
                  <a:lnTo>
                    <a:pt x="2301166" y="1668810"/>
                  </a:lnTo>
                  <a:lnTo>
                    <a:pt x="2299884" y="1668810"/>
                  </a:lnTo>
                  <a:lnTo>
                    <a:pt x="2298602" y="1668810"/>
                  </a:lnTo>
                  <a:lnTo>
                    <a:pt x="2297320" y="1668810"/>
                  </a:lnTo>
                  <a:lnTo>
                    <a:pt x="2296039" y="1668810"/>
                  </a:lnTo>
                  <a:lnTo>
                    <a:pt x="2294757" y="1668810"/>
                  </a:lnTo>
                  <a:lnTo>
                    <a:pt x="2293475" y="1668810"/>
                  </a:lnTo>
                  <a:lnTo>
                    <a:pt x="2292193" y="1668810"/>
                  </a:lnTo>
                  <a:lnTo>
                    <a:pt x="2290911" y="1668810"/>
                  </a:lnTo>
                  <a:lnTo>
                    <a:pt x="2289629" y="1668810"/>
                  </a:lnTo>
                  <a:lnTo>
                    <a:pt x="2288348" y="1668810"/>
                  </a:lnTo>
                  <a:lnTo>
                    <a:pt x="2287066" y="1668810"/>
                  </a:lnTo>
                  <a:lnTo>
                    <a:pt x="2285784" y="1668810"/>
                  </a:lnTo>
                  <a:lnTo>
                    <a:pt x="2284502" y="1668810"/>
                  </a:lnTo>
                  <a:lnTo>
                    <a:pt x="2283220" y="1668810"/>
                  </a:lnTo>
                  <a:lnTo>
                    <a:pt x="2281938" y="1668810"/>
                  </a:lnTo>
                  <a:lnTo>
                    <a:pt x="2280656" y="1668810"/>
                  </a:lnTo>
                  <a:lnTo>
                    <a:pt x="2279375" y="1668810"/>
                  </a:lnTo>
                  <a:lnTo>
                    <a:pt x="2278093" y="1668810"/>
                  </a:lnTo>
                  <a:lnTo>
                    <a:pt x="2276811" y="1668810"/>
                  </a:lnTo>
                  <a:lnTo>
                    <a:pt x="2275529" y="1668810"/>
                  </a:lnTo>
                  <a:lnTo>
                    <a:pt x="2274247" y="1668810"/>
                  </a:lnTo>
                  <a:lnTo>
                    <a:pt x="2272965" y="1668810"/>
                  </a:lnTo>
                  <a:lnTo>
                    <a:pt x="2271684" y="1668810"/>
                  </a:lnTo>
                  <a:lnTo>
                    <a:pt x="2270402" y="1668810"/>
                  </a:lnTo>
                  <a:lnTo>
                    <a:pt x="2269120" y="1668810"/>
                  </a:lnTo>
                  <a:lnTo>
                    <a:pt x="2267838" y="1668810"/>
                  </a:lnTo>
                  <a:lnTo>
                    <a:pt x="2266556" y="1668810"/>
                  </a:lnTo>
                  <a:lnTo>
                    <a:pt x="2265274" y="1668810"/>
                  </a:lnTo>
                  <a:lnTo>
                    <a:pt x="2263992" y="1668810"/>
                  </a:lnTo>
                  <a:lnTo>
                    <a:pt x="2262711" y="1668810"/>
                  </a:lnTo>
                  <a:lnTo>
                    <a:pt x="2261429" y="1668810"/>
                  </a:lnTo>
                  <a:lnTo>
                    <a:pt x="2260147" y="1668810"/>
                  </a:lnTo>
                  <a:lnTo>
                    <a:pt x="2258865" y="1668810"/>
                  </a:lnTo>
                  <a:lnTo>
                    <a:pt x="2257583" y="1668810"/>
                  </a:lnTo>
                  <a:lnTo>
                    <a:pt x="2256301" y="1668810"/>
                  </a:lnTo>
                  <a:lnTo>
                    <a:pt x="2255020" y="1668810"/>
                  </a:lnTo>
                  <a:lnTo>
                    <a:pt x="2253738" y="1668810"/>
                  </a:lnTo>
                  <a:lnTo>
                    <a:pt x="2252456" y="1668810"/>
                  </a:lnTo>
                  <a:lnTo>
                    <a:pt x="2251174" y="1668810"/>
                  </a:lnTo>
                  <a:lnTo>
                    <a:pt x="2249892" y="1668810"/>
                  </a:lnTo>
                  <a:lnTo>
                    <a:pt x="2248610" y="1668810"/>
                  </a:lnTo>
                  <a:lnTo>
                    <a:pt x="2247329" y="1668810"/>
                  </a:lnTo>
                  <a:lnTo>
                    <a:pt x="2246047" y="1668810"/>
                  </a:lnTo>
                  <a:lnTo>
                    <a:pt x="2244765" y="1668810"/>
                  </a:lnTo>
                  <a:lnTo>
                    <a:pt x="2243483" y="1668810"/>
                  </a:lnTo>
                  <a:lnTo>
                    <a:pt x="2242201" y="1668810"/>
                  </a:lnTo>
                  <a:lnTo>
                    <a:pt x="2240919" y="1668810"/>
                  </a:lnTo>
                  <a:lnTo>
                    <a:pt x="2239637" y="1668810"/>
                  </a:lnTo>
                  <a:lnTo>
                    <a:pt x="2238356" y="1668810"/>
                  </a:lnTo>
                  <a:lnTo>
                    <a:pt x="2237074" y="1668810"/>
                  </a:lnTo>
                  <a:lnTo>
                    <a:pt x="2235792" y="1668810"/>
                  </a:lnTo>
                  <a:lnTo>
                    <a:pt x="2234510" y="1668810"/>
                  </a:lnTo>
                  <a:lnTo>
                    <a:pt x="2233228" y="1668810"/>
                  </a:lnTo>
                  <a:lnTo>
                    <a:pt x="2231946" y="1668810"/>
                  </a:lnTo>
                  <a:lnTo>
                    <a:pt x="2230665" y="1668810"/>
                  </a:lnTo>
                  <a:lnTo>
                    <a:pt x="2229383" y="1668810"/>
                  </a:lnTo>
                  <a:lnTo>
                    <a:pt x="2228101" y="1668810"/>
                  </a:lnTo>
                  <a:lnTo>
                    <a:pt x="2226819" y="1668810"/>
                  </a:lnTo>
                  <a:lnTo>
                    <a:pt x="2225537" y="1668810"/>
                  </a:lnTo>
                  <a:lnTo>
                    <a:pt x="2224255" y="1668810"/>
                  </a:lnTo>
                  <a:lnTo>
                    <a:pt x="2222973" y="1668810"/>
                  </a:lnTo>
                  <a:lnTo>
                    <a:pt x="2221692" y="1668810"/>
                  </a:lnTo>
                  <a:lnTo>
                    <a:pt x="2220410" y="1668810"/>
                  </a:lnTo>
                  <a:lnTo>
                    <a:pt x="2219128" y="1668810"/>
                  </a:lnTo>
                  <a:lnTo>
                    <a:pt x="2217846" y="1668810"/>
                  </a:lnTo>
                  <a:lnTo>
                    <a:pt x="2216564" y="1668810"/>
                  </a:lnTo>
                  <a:lnTo>
                    <a:pt x="2215282" y="1668810"/>
                  </a:lnTo>
                  <a:lnTo>
                    <a:pt x="2214001" y="1668810"/>
                  </a:lnTo>
                  <a:lnTo>
                    <a:pt x="2212719" y="1668810"/>
                  </a:lnTo>
                  <a:lnTo>
                    <a:pt x="2211437" y="1668810"/>
                  </a:lnTo>
                  <a:lnTo>
                    <a:pt x="2210155" y="1668810"/>
                  </a:lnTo>
                  <a:lnTo>
                    <a:pt x="2208873" y="1668810"/>
                  </a:lnTo>
                  <a:lnTo>
                    <a:pt x="2207591" y="1668810"/>
                  </a:lnTo>
                  <a:lnTo>
                    <a:pt x="2206309" y="1668810"/>
                  </a:lnTo>
                  <a:lnTo>
                    <a:pt x="2205028" y="1668810"/>
                  </a:lnTo>
                  <a:lnTo>
                    <a:pt x="2203746" y="1668810"/>
                  </a:lnTo>
                  <a:lnTo>
                    <a:pt x="2202464" y="1668810"/>
                  </a:lnTo>
                  <a:lnTo>
                    <a:pt x="2201182" y="1668810"/>
                  </a:lnTo>
                  <a:lnTo>
                    <a:pt x="2199900" y="1668810"/>
                  </a:lnTo>
                  <a:lnTo>
                    <a:pt x="2198618" y="1668810"/>
                  </a:lnTo>
                  <a:lnTo>
                    <a:pt x="2197337" y="1668810"/>
                  </a:lnTo>
                  <a:lnTo>
                    <a:pt x="2196055" y="1668810"/>
                  </a:lnTo>
                  <a:lnTo>
                    <a:pt x="2194773" y="1668810"/>
                  </a:lnTo>
                  <a:lnTo>
                    <a:pt x="2193491" y="1668810"/>
                  </a:lnTo>
                  <a:lnTo>
                    <a:pt x="2192209" y="1668810"/>
                  </a:lnTo>
                  <a:lnTo>
                    <a:pt x="2190927" y="1668810"/>
                  </a:lnTo>
                  <a:lnTo>
                    <a:pt x="2189646" y="1668810"/>
                  </a:lnTo>
                  <a:lnTo>
                    <a:pt x="2188364" y="1668810"/>
                  </a:lnTo>
                  <a:lnTo>
                    <a:pt x="2187082" y="1668810"/>
                  </a:lnTo>
                  <a:lnTo>
                    <a:pt x="2185800" y="1668810"/>
                  </a:lnTo>
                  <a:lnTo>
                    <a:pt x="2184518" y="1668810"/>
                  </a:lnTo>
                  <a:lnTo>
                    <a:pt x="2183236" y="1668810"/>
                  </a:lnTo>
                  <a:lnTo>
                    <a:pt x="2181954" y="1668810"/>
                  </a:lnTo>
                  <a:lnTo>
                    <a:pt x="2180673" y="1668810"/>
                  </a:lnTo>
                  <a:lnTo>
                    <a:pt x="2179391" y="1668810"/>
                  </a:lnTo>
                  <a:lnTo>
                    <a:pt x="2178109" y="1668810"/>
                  </a:lnTo>
                  <a:lnTo>
                    <a:pt x="2176827" y="1668810"/>
                  </a:lnTo>
                  <a:lnTo>
                    <a:pt x="2175545" y="1668810"/>
                  </a:lnTo>
                  <a:lnTo>
                    <a:pt x="2174263" y="1668810"/>
                  </a:lnTo>
                  <a:lnTo>
                    <a:pt x="2172982" y="1668810"/>
                  </a:lnTo>
                  <a:lnTo>
                    <a:pt x="2171700" y="1668810"/>
                  </a:lnTo>
                  <a:lnTo>
                    <a:pt x="2170418" y="1668810"/>
                  </a:lnTo>
                  <a:lnTo>
                    <a:pt x="2169136" y="1668810"/>
                  </a:lnTo>
                  <a:lnTo>
                    <a:pt x="2167854" y="1668810"/>
                  </a:lnTo>
                  <a:lnTo>
                    <a:pt x="2166572" y="1668810"/>
                  </a:lnTo>
                  <a:lnTo>
                    <a:pt x="2165290" y="1668810"/>
                  </a:lnTo>
                  <a:lnTo>
                    <a:pt x="2164009" y="1668810"/>
                  </a:lnTo>
                  <a:lnTo>
                    <a:pt x="2162727" y="1668810"/>
                  </a:lnTo>
                  <a:lnTo>
                    <a:pt x="2161445" y="1668810"/>
                  </a:lnTo>
                  <a:lnTo>
                    <a:pt x="2160163" y="1668810"/>
                  </a:lnTo>
                  <a:lnTo>
                    <a:pt x="2158881" y="1668810"/>
                  </a:lnTo>
                  <a:lnTo>
                    <a:pt x="2157599" y="1668810"/>
                  </a:lnTo>
                  <a:lnTo>
                    <a:pt x="2156318" y="1668810"/>
                  </a:lnTo>
                  <a:lnTo>
                    <a:pt x="2155036" y="1668810"/>
                  </a:lnTo>
                  <a:lnTo>
                    <a:pt x="2153754" y="1668810"/>
                  </a:lnTo>
                  <a:lnTo>
                    <a:pt x="2152472" y="1668810"/>
                  </a:lnTo>
                  <a:lnTo>
                    <a:pt x="2151190" y="1668810"/>
                  </a:lnTo>
                  <a:lnTo>
                    <a:pt x="2149908" y="1668810"/>
                  </a:lnTo>
                  <a:lnTo>
                    <a:pt x="2148627" y="1668810"/>
                  </a:lnTo>
                  <a:lnTo>
                    <a:pt x="2147345" y="1668810"/>
                  </a:lnTo>
                  <a:lnTo>
                    <a:pt x="2146063" y="1668810"/>
                  </a:lnTo>
                  <a:lnTo>
                    <a:pt x="2144781" y="1668810"/>
                  </a:lnTo>
                  <a:lnTo>
                    <a:pt x="2143499" y="1668810"/>
                  </a:lnTo>
                  <a:lnTo>
                    <a:pt x="2142217" y="1668810"/>
                  </a:lnTo>
                  <a:lnTo>
                    <a:pt x="2140935" y="1668810"/>
                  </a:lnTo>
                  <a:lnTo>
                    <a:pt x="2139654" y="1668810"/>
                  </a:lnTo>
                  <a:lnTo>
                    <a:pt x="2138372" y="1668810"/>
                  </a:lnTo>
                  <a:lnTo>
                    <a:pt x="2137090" y="1668810"/>
                  </a:lnTo>
                  <a:lnTo>
                    <a:pt x="2135808" y="1668810"/>
                  </a:lnTo>
                  <a:lnTo>
                    <a:pt x="2134526" y="1668810"/>
                  </a:lnTo>
                  <a:lnTo>
                    <a:pt x="2133244" y="1668810"/>
                  </a:lnTo>
                  <a:lnTo>
                    <a:pt x="2131963" y="1668810"/>
                  </a:lnTo>
                  <a:lnTo>
                    <a:pt x="2130681" y="1668810"/>
                  </a:lnTo>
                  <a:lnTo>
                    <a:pt x="2129399" y="1668810"/>
                  </a:lnTo>
                  <a:lnTo>
                    <a:pt x="2128117" y="1668810"/>
                  </a:lnTo>
                  <a:lnTo>
                    <a:pt x="2126835" y="1668810"/>
                  </a:lnTo>
                  <a:lnTo>
                    <a:pt x="2125553" y="1668810"/>
                  </a:lnTo>
                  <a:lnTo>
                    <a:pt x="2124271" y="1668810"/>
                  </a:lnTo>
                  <a:lnTo>
                    <a:pt x="2122990" y="1668810"/>
                  </a:lnTo>
                  <a:lnTo>
                    <a:pt x="2121708" y="1668810"/>
                  </a:lnTo>
                  <a:lnTo>
                    <a:pt x="2120426" y="1668810"/>
                  </a:lnTo>
                  <a:lnTo>
                    <a:pt x="2119144" y="1668810"/>
                  </a:lnTo>
                  <a:lnTo>
                    <a:pt x="2117862" y="1668810"/>
                  </a:lnTo>
                  <a:lnTo>
                    <a:pt x="2116580" y="1668810"/>
                  </a:lnTo>
                  <a:lnTo>
                    <a:pt x="2115299" y="1668810"/>
                  </a:lnTo>
                  <a:lnTo>
                    <a:pt x="2114017" y="1668810"/>
                  </a:lnTo>
                  <a:lnTo>
                    <a:pt x="2112735" y="1668810"/>
                  </a:lnTo>
                  <a:lnTo>
                    <a:pt x="2111453" y="1668810"/>
                  </a:lnTo>
                  <a:lnTo>
                    <a:pt x="2110171" y="1668810"/>
                  </a:lnTo>
                  <a:lnTo>
                    <a:pt x="2108889" y="1668810"/>
                  </a:lnTo>
                  <a:lnTo>
                    <a:pt x="2107608" y="1668810"/>
                  </a:lnTo>
                  <a:lnTo>
                    <a:pt x="2106326" y="1668810"/>
                  </a:lnTo>
                  <a:lnTo>
                    <a:pt x="2105044" y="1668810"/>
                  </a:lnTo>
                  <a:lnTo>
                    <a:pt x="2103762" y="1668810"/>
                  </a:lnTo>
                  <a:lnTo>
                    <a:pt x="2102480" y="1668810"/>
                  </a:lnTo>
                  <a:lnTo>
                    <a:pt x="2101198" y="1668810"/>
                  </a:lnTo>
                  <a:lnTo>
                    <a:pt x="2099916" y="1668810"/>
                  </a:lnTo>
                  <a:lnTo>
                    <a:pt x="2098635" y="1668810"/>
                  </a:lnTo>
                  <a:lnTo>
                    <a:pt x="2097353" y="1668810"/>
                  </a:lnTo>
                  <a:lnTo>
                    <a:pt x="2096071" y="1668810"/>
                  </a:lnTo>
                  <a:lnTo>
                    <a:pt x="2094789" y="1668810"/>
                  </a:lnTo>
                  <a:lnTo>
                    <a:pt x="2093507" y="1668810"/>
                  </a:lnTo>
                  <a:lnTo>
                    <a:pt x="2092225" y="1668810"/>
                  </a:lnTo>
                  <a:lnTo>
                    <a:pt x="2090944" y="1668810"/>
                  </a:lnTo>
                  <a:lnTo>
                    <a:pt x="2089662" y="1668810"/>
                  </a:lnTo>
                  <a:lnTo>
                    <a:pt x="2088380" y="1668810"/>
                  </a:lnTo>
                  <a:lnTo>
                    <a:pt x="2087098" y="1668810"/>
                  </a:lnTo>
                  <a:lnTo>
                    <a:pt x="2085816" y="1668810"/>
                  </a:lnTo>
                  <a:lnTo>
                    <a:pt x="2084534" y="1668810"/>
                  </a:lnTo>
                  <a:lnTo>
                    <a:pt x="2083252" y="1668810"/>
                  </a:lnTo>
                  <a:lnTo>
                    <a:pt x="2081971" y="1668810"/>
                  </a:lnTo>
                  <a:lnTo>
                    <a:pt x="2080689" y="1668810"/>
                  </a:lnTo>
                  <a:lnTo>
                    <a:pt x="2079407" y="1668810"/>
                  </a:lnTo>
                  <a:lnTo>
                    <a:pt x="2078125" y="1668810"/>
                  </a:lnTo>
                  <a:lnTo>
                    <a:pt x="2076843" y="1668810"/>
                  </a:lnTo>
                  <a:lnTo>
                    <a:pt x="2075561" y="1668810"/>
                  </a:lnTo>
                  <a:lnTo>
                    <a:pt x="2074280" y="1668810"/>
                  </a:lnTo>
                  <a:lnTo>
                    <a:pt x="2072998" y="1668810"/>
                  </a:lnTo>
                  <a:lnTo>
                    <a:pt x="2071716" y="1668810"/>
                  </a:lnTo>
                  <a:lnTo>
                    <a:pt x="2070434" y="1668810"/>
                  </a:lnTo>
                  <a:lnTo>
                    <a:pt x="2069152" y="1668810"/>
                  </a:lnTo>
                  <a:lnTo>
                    <a:pt x="2067870" y="1668810"/>
                  </a:lnTo>
                  <a:lnTo>
                    <a:pt x="2066588" y="1668810"/>
                  </a:lnTo>
                  <a:lnTo>
                    <a:pt x="2065307" y="1668810"/>
                  </a:lnTo>
                  <a:lnTo>
                    <a:pt x="2064025" y="1668810"/>
                  </a:lnTo>
                  <a:lnTo>
                    <a:pt x="2062743" y="1668810"/>
                  </a:lnTo>
                  <a:lnTo>
                    <a:pt x="2061461" y="1668810"/>
                  </a:lnTo>
                  <a:lnTo>
                    <a:pt x="2060179" y="1668810"/>
                  </a:lnTo>
                  <a:lnTo>
                    <a:pt x="2058897" y="1668810"/>
                  </a:lnTo>
                  <a:lnTo>
                    <a:pt x="2057616" y="1668810"/>
                  </a:lnTo>
                  <a:lnTo>
                    <a:pt x="2056334" y="1668810"/>
                  </a:lnTo>
                  <a:lnTo>
                    <a:pt x="2055052" y="1668810"/>
                  </a:lnTo>
                  <a:lnTo>
                    <a:pt x="2053770" y="1668810"/>
                  </a:lnTo>
                  <a:lnTo>
                    <a:pt x="2052488" y="1668810"/>
                  </a:lnTo>
                  <a:lnTo>
                    <a:pt x="2051206" y="1668810"/>
                  </a:lnTo>
                  <a:lnTo>
                    <a:pt x="2049925" y="1668810"/>
                  </a:lnTo>
                  <a:lnTo>
                    <a:pt x="2048643" y="1668810"/>
                  </a:lnTo>
                  <a:lnTo>
                    <a:pt x="2047361" y="1668810"/>
                  </a:lnTo>
                  <a:lnTo>
                    <a:pt x="2046079" y="1668810"/>
                  </a:lnTo>
                  <a:lnTo>
                    <a:pt x="2044797" y="1668810"/>
                  </a:lnTo>
                  <a:lnTo>
                    <a:pt x="2043515" y="1668810"/>
                  </a:lnTo>
                  <a:lnTo>
                    <a:pt x="2042233" y="1668810"/>
                  </a:lnTo>
                  <a:lnTo>
                    <a:pt x="2040952" y="1668810"/>
                  </a:lnTo>
                  <a:lnTo>
                    <a:pt x="2039670" y="1668810"/>
                  </a:lnTo>
                  <a:lnTo>
                    <a:pt x="2038388" y="1668810"/>
                  </a:lnTo>
                  <a:lnTo>
                    <a:pt x="2037106" y="1668810"/>
                  </a:lnTo>
                  <a:lnTo>
                    <a:pt x="2035824" y="1668810"/>
                  </a:lnTo>
                  <a:lnTo>
                    <a:pt x="2034542" y="1668810"/>
                  </a:lnTo>
                  <a:lnTo>
                    <a:pt x="2033261" y="1668810"/>
                  </a:lnTo>
                  <a:lnTo>
                    <a:pt x="2031979" y="1668810"/>
                  </a:lnTo>
                  <a:lnTo>
                    <a:pt x="2030697" y="1668810"/>
                  </a:lnTo>
                  <a:lnTo>
                    <a:pt x="2029415" y="1668810"/>
                  </a:lnTo>
                  <a:lnTo>
                    <a:pt x="2028133" y="1668810"/>
                  </a:lnTo>
                  <a:lnTo>
                    <a:pt x="2026851" y="1668810"/>
                  </a:lnTo>
                  <a:lnTo>
                    <a:pt x="2025569" y="1668810"/>
                  </a:lnTo>
                  <a:lnTo>
                    <a:pt x="2024288" y="1668810"/>
                  </a:lnTo>
                  <a:lnTo>
                    <a:pt x="2023006" y="1668810"/>
                  </a:lnTo>
                  <a:lnTo>
                    <a:pt x="2021724" y="1668810"/>
                  </a:lnTo>
                  <a:lnTo>
                    <a:pt x="2020442" y="1668810"/>
                  </a:lnTo>
                  <a:lnTo>
                    <a:pt x="2019160" y="1668810"/>
                  </a:lnTo>
                  <a:lnTo>
                    <a:pt x="2017878" y="1668810"/>
                  </a:lnTo>
                  <a:lnTo>
                    <a:pt x="2016597" y="1668810"/>
                  </a:lnTo>
                  <a:lnTo>
                    <a:pt x="2015315" y="1668810"/>
                  </a:lnTo>
                  <a:lnTo>
                    <a:pt x="2014033" y="1668810"/>
                  </a:lnTo>
                  <a:lnTo>
                    <a:pt x="2012751" y="1668810"/>
                  </a:lnTo>
                  <a:lnTo>
                    <a:pt x="2011469" y="1668810"/>
                  </a:lnTo>
                  <a:lnTo>
                    <a:pt x="2010187" y="1668810"/>
                  </a:lnTo>
                  <a:lnTo>
                    <a:pt x="2008906" y="1668810"/>
                  </a:lnTo>
                  <a:lnTo>
                    <a:pt x="2007624" y="1668810"/>
                  </a:lnTo>
                  <a:lnTo>
                    <a:pt x="2006342" y="1668810"/>
                  </a:lnTo>
                  <a:lnTo>
                    <a:pt x="2005060" y="1668810"/>
                  </a:lnTo>
                  <a:lnTo>
                    <a:pt x="2003778" y="1668810"/>
                  </a:lnTo>
                  <a:lnTo>
                    <a:pt x="2002496" y="1668810"/>
                  </a:lnTo>
                  <a:lnTo>
                    <a:pt x="2001214" y="1668810"/>
                  </a:lnTo>
                  <a:lnTo>
                    <a:pt x="1999933" y="1668810"/>
                  </a:lnTo>
                  <a:lnTo>
                    <a:pt x="1998651" y="1668810"/>
                  </a:lnTo>
                  <a:lnTo>
                    <a:pt x="1997369" y="1668810"/>
                  </a:lnTo>
                  <a:lnTo>
                    <a:pt x="1996087" y="1668810"/>
                  </a:lnTo>
                  <a:lnTo>
                    <a:pt x="1994805" y="1668810"/>
                  </a:lnTo>
                  <a:lnTo>
                    <a:pt x="1993523" y="1668810"/>
                  </a:lnTo>
                  <a:lnTo>
                    <a:pt x="1992242" y="1668810"/>
                  </a:lnTo>
                  <a:lnTo>
                    <a:pt x="1990960" y="1668810"/>
                  </a:lnTo>
                  <a:lnTo>
                    <a:pt x="1989678" y="1668810"/>
                  </a:lnTo>
                  <a:lnTo>
                    <a:pt x="1988396" y="1668810"/>
                  </a:lnTo>
                  <a:lnTo>
                    <a:pt x="1987114" y="1668810"/>
                  </a:lnTo>
                  <a:lnTo>
                    <a:pt x="1985832" y="1668810"/>
                  </a:lnTo>
                  <a:lnTo>
                    <a:pt x="1984550" y="1668810"/>
                  </a:lnTo>
                  <a:lnTo>
                    <a:pt x="1983269" y="1668810"/>
                  </a:lnTo>
                  <a:lnTo>
                    <a:pt x="1981987" y="1668810"/>
                  </a:lnTo>
                  <a:lnTo>
                    <a:pt x="1980705" y="1668810"/>
                  </a:lnTo>
                  <a:lnTo>
                    <a:pt x="1979423" y="1668810"/>
                  </a:lnTo>
                  <a:lnTo>
                    <a:pt x="1978141" y="1668810"/>
                  </a:lnTo>
                  <a:lnTo>
                    <a:pt x="1976859" y="1668810"/>
                  </a:lnTo>
                  <a:lnTo>
                    <a:pt x="1975578" y="1668810"/>
                  </a:lnTo>
                  <a:lnTo>
                    <a:pt x="1974296" y="1668810"/>
                  </a:lnTo>
                  <a:lnTo>
                    <a:pt x="1973014" y="1668810"/>
                  </a:lnTo>
                  <a:lnTo>
                    <a:pt x="1971732" y="1668810"/>
                  </a:lnTo>
                  <a:lnTo>
                    <a:pt x="1970450" y="1668810"/>
                  </a:lnTo>
                  <a:lnTo>
                    <a:pt x="1969168" y="1668810"/>
                  </a:lnTo>
                  <a:lnTo>
                    <a:pt x="1967887" y="1668810"/>
                  </a:lnTo>
                  <a:lnTo>
                    <a:pt x="1966605" y="1668810"/>
                  </a:lnTo>
                  <a:lnTo>
                    <a:pt x="1965323" y="1668810"/>
                  </a:lnTo>
                  <a:lnTo>
                    <a:pt x="1964041" y="1668810"/>
                  </a:lnTo>
                  <a:lnTo>
                    <a:pt x="1962759" y="1668810"/>
                  </a:lnTo>
                  <a:lnTo>
                    <a:pt x="1961477" y="1668810"/>
                  </a:lnTo>
                  <a:lnTo>
                    <a:pt x="1960195" y="1668810"/>
                  </a:lnTo>
                  <a:lnTo>
                    <a:pt x="1958914" y="1668810"/>
                  </a:lnTo>
                  <a:lnTo>
                    <a:pt x="1957632" y="1668810"/>
                  </a:lnTo>
                  <a:lnTo>
                    <a:pt x="1956350" y="1668810"/>
                  </a:lnTo>
                  <a:lnTo>
                    <a:pt x="1955068" y="1668810"/>
                  </a:lnTo>
                  <a:lnTo>
                    <a:pt x="1953786" y="1668810"/>
                  </a:lnTo>
                  <a:lnTo>
                    <a:pt x="1952504" y="1668810"/>
                  </a:lnTo>
                  <a:lnTo>
                    <a:pt x="1951223" y="1668810"/>
                  </a:lnTo>
                  <a:lnTo>
                    <a:pt x="1949941" y="1668810"/>
                  </a:lnTo>
                  <a:lnTo>
                    <a:pt x="1948659" y="1668810"/>
                  </a:lnTo>
                  <a:lnTo>
                    <a:pt x="1947377" y="1668810"/>
                  </a:lnTo>
                  <a:lnTo>
                    <a:pt x="1946095" y="1668810"/>
                  </a:lnTo>
                  <a:lnTo>
                    <a:pt x="1944813" y="1668810"/>
                  </a:lnTo>
                  <a:lnTo>
                    <a:pt x="1943531" y="1668810"/>
                  </a:lnTo>
                  <a:lnTo>
                    <a:pt x="1942250" y="1668810"/>
                  </a:lnTo>
                  <a:lnTo>
                    <a:pt x="1940968" y="1668810"/>
                  </a:lnTo>
                  <a:lnTo>
                    <a:pt x="1939686" y="1668810"/>
                  </a:lnTo>
                  <a:lnTo>
                    <a:pt x="1938404" y="1668810"/>
                  </a:lnTo>
                  <a:lnTo>
                    <a:pt x="1937122" y="1668810"/>
                  </a:lnTo>
                  <a:lnTo>
                    <a:pt x="1935840" y="1668810"/>
                  </a:lnTo>
                  <a:lnTo>
                    <a:pt x="1934559" y="1668810"/>
                  </a:lnTo>
                  <a:lnTo>
                    <a:pt x="1933277" y="1668810"/>
                  </a:lnTo>
                  <a:lnTo>
                    <a:pt x="1931995" y="1668810"/>
                  </a:lnTo>
                  <a:lnTo>
                    <a:pt x="1930713" y="1668810"/>
                  </a:lnTo>
                  <a:lnTo>
                    <a:pt x="1929431" y="1668810"/>
                  </a:lnTo>
                  <a:lnTo>
                    <a:pt x="1928149" y="1668810"/>
                  </a:lnTo>
                  <a:lnTo>
                    <a:pt x="1926867" y="1668810"/>
                  </a:lnTo>
                  <a:lnTo>
                    <a:pt x="1925586" y="1668810"/>
                  </a:lnTo>
                  <a:lnTo>
                    <a:pt x="1924304" y="1668810"/>
                  </a:lnTo>
                  <a:lnTo>
                    <a:pt x="1923022" y="1668810"/>
                  </a:lnTo>
                  <a:lnTo>
                    <a:pt x="1921740" y="1668810"/>
                  </a:lnTo>
                  <a:lnTo>
                    <a:pt x="1920458" y="1668810"/>
                  </a:lnTo>
                  <a:lnTo>
                    <a:pt x="1919176" y="1668810"/>
                  </a:lnTo>
                  <a:lnTo>
                    <a:pt x="1917895" y="1668810"/>
                  </a:lnTo>
                  <a:lnTo>
                    <a:pt x="1916613" y="1668810"/>
                  </a:lnTo>
                  <a:lnTo>
                    <a:pt x="1915331" y="1668810"/>
                  </a:lnTo>
                  <a:lnTo>
                    <a:pt x="1914049" y="1668810"/>
                  </a:lnTo>
                  <a:lnTo>
                    <a:pt x="1912767" y="1668810"/>
                  </a:lnTo>
                  <a:lnTo>
                    <a:pt x="1911485" y="1668810"/>
                  </a:lnTo>
                  <a:lnTo>
                    <a:pt x="1910204" y="1668810"/>
                  </a:lnTo>
                  <a:lnTo>
                    <a:pt x="1908922" y="1668810"/>
                  </a:lnTo>
                  <a:lnTo>
                    <a:pt x="1907640" y="1668810"/>
                  </a:lnTo>
                  <a:lnTo>
                    <a:pt x="1906358" y="1668810"/>
                  </a:lnTo>
                  <a:lnTo>
                    <a:pt x="1905076" y="1668810"/>
                  </a:lnTo>
                  <a:lnTo>
                    <a:pt x="1903794" y="1668810"/>
                  </a:lnTo>
                  <a:lnTo>
                    <a:pt x="1902512" y="1668810"/>
                  </a:lnTo>
                  <a:lnTo>
                    <a:pt x="1901231" y="1668810"/>
                  </a:lnTo>
                  <a:lnTo>
                    <a:pt x="1899949" y="1668810"/>
                  </a:lnTo>
                  <a:lnTo>
                    <a:pt x="1898667" y="1668810"/>
                  </a:lnTo>
                  <a:lnTo>
                    <a:pt x="1897385" y="1668810"/>
                  </a:lnTo>
                  <a:lnTo>
                    <a:pt x="1896103" y="1668810"/>
                  </a:lnTo>
                  <a:lnTo>
                    <a:pt x="1894821" y="1668810"/>
                  </a:lnTo>
                  <a:lnTo>
                    <a:pt x="1893540" y="1668810"/>
                  </a:lnTo>
                  <a:lnTo>
                    <a:pt x="1892258" y="1668810"/>
                  </a:lnTo>
                  <a:lnTo>
                    <a:pt x="1890976" y="1668810"/>
                  </a:lnTo>
                  <a:lnTo>
                    <a:pt x="1889694" y="1668810"/>
                  </a:lnTo>
                  <a:lnTo>
                    <a:pt x="1888412" y="1668810"/>
                  </a:lnTo>
                  <a:lnTo>
                    <a:pt x="1887130" y="1668810"/>
                  </a:lnTo>
                  <a:lnTo>
                    <a:pt x="1885848" y="1668810"/>
                  </a:lnTo>
                  <a:lnTo>
                    <a:pt x="1884567" y="1668810"/>
                  </a:lnTo>
                  <a:lnTo>
                    <a:pt x="1883285" y="1668810"/>
                  </a:lnTo>
                  <a:lnTo>
                    <a:pt x="1882003" y="1668810"/>
                  </a:lnTo>
                  <a:lnTo>
                    <a:pt x="1880721" y="1668810"/>
                  </a:lnTo>
                  <a:lnTo>
                    <a:pt x="1879439" y="1668810"/>
                  </a:lnTo>
                  <a:lnTo>
                    <a:pt x="1878157" y="1668810"/>
                  </a:lnTo>
                  <a:lnTo>
                    <a:pt x="1876876" y="1668810"/>
                  </a:lnTo>
                  <a:lnTo>
                    <a:pt x="1875594" y="1668810"/>
                  </a:lnTo>
                  <a:lnTo>
                    <a:pt x="1874312" y="1668810"/>
                  </a:lnTo>
                  <a:lnTo>
                    <a:pt x="1873030" y="1668810"/>
                  </a:lnTo>
                  <a:lnTo>
                    <a:pt x="1871748" y="1668810"/>
                  </a:lnTo>
                  <a:lnTo>
                    <a:pt x="1870466" y="1668810"/>
                  </a:lnTo>
                  <a:lnTo>
                    <a:pt x="1869185" y="1668810"/>
                  </a:lnTo>
                  <a:lnTo>
                    <a:pt x="1867903" y="1668810"/>
                  </a:lnTo>
                  <a:lnTo>
                    <a:pt x="1866621" y="1668810"/>
                  </a:lnTo>
                  <a:lnTo>
                    <a:pt x="1865339" y="1668810"/>
                  </a:lnTo>
                  <a:lnTo>
                    <a:pt x="1864057" y="1668810"/>
                  </a:lnTo>
                  <a:lnTo>
                    <a:pt x="1862775" y="1668810"/>
                  </a:lnTo>
                  <a:lnTo>
                    <a:pt x="1861493" y="1668810"/>
                  </a:lnTo>
                  <a:lnTo>
                    <a:pt x="1860212" y="1668810"/>
                  </a:lnTo>
                  <a:lnTo>
                    <a:pt x="1858930" y="1668810"/>
                  </a:lnTo>
                  <a:lnTo>
                    <a:pt x="1857648" y="1668810"/>
                  </a:lnTo>
                  <a:lnTo>
                    <a:pt x="1856366" y="1668810"/>
                  </a:lnTo>
                  <a:lnTo>
                    <a:pt x="1855084" y="1668810"/>
                  </a:lnTo>
                  <a:lnTo>
                    <a:pt x="1853802" y="1668810"/>
                  </a:lnTo>
                  <a:lnTo>
                    <a:pt x="1852521" y="1668810"/>
                  </a:lnTo>
                  <a:lnTo>
                    <a:pt x="1851239" y="1668810"/>
                  </a:lnTo>
                  <a:lnTo>
                    <a:pt x="1849957" y="1668810"/>
                  </a:lnTo>
                  <a:lnTo>
                    <a:pt x="1848675" y="1668810"/>
                  </a:lnTo>
                  <a:lnTo>
                    <a:pt x="1847393" y="1668810"/>
                  </a:lnTo>
                  <a:lnTo>
                    <a:pt x="1846111" y="1668810"/>
                  </a:lnTo>
                  <a:lnTo>
                    <a:pt x="1844829" y="1668810"/>
                  </a:lnTo>
                  <a:lnTo>
                    <a:pt x="1843548" y="1668810"/>
                  </a:lnTo>
                  <a:lnTo>
                    <a:pt x="1842266" y="1668810"/>
                  </a:lnTo>
                  <a:lnTo>
                    <a:pt x="1840984" y="1668810"/>
                  </a:lnTo>
                  <a:lnTo>
                    <a:pt x="1839702" y="1668810"/>
                  </a:lnTo>
                  <a:lnTo>
                    <a:pt x="1838420" y="1668810"/>
                  </a:lnTo>
                  <a:lnTo>
                    <a:pt x="1837138" y="1668810"/>
                  </a:lnTo>
                  <a:lnTo>
                    <a:pt x="1835857" y="1668810"/>
                  </a:lnTo>
                  <a:lnTo>
                    <a:pt x="1834575" y="1668810"/>
                  </a:lnTo>
                  <a:lnTo>
                    <a:pt x="1833293" y="1668810"/>
                  </a:lnTo>
                  <a:lnTo>
                    <a:pt x="1832011" y="1668810"/>
                  </a:lnTo>
                  <a:lnTo>
                    <a:pt x="1830729" y="1668810"/>
                  </a:lnTo>
                  <a:lnTo>
                    <a:pt x="1829447" y="1668810"/>
                  </a:lnTo>
                  <a:lnTo>
                    <a:pt x="1828165" y="1668810"/>
                  </a:lnTo>
                  <a:lnTo>
                    <a:pt x="1826884" y="1668810"/>
                  </a:lnTo>
                  <a:lnTo>
                    <a:pt x="1825602" y="1668810"/>
                  </a:lnTo>
                  <a:lnTo>
                    <a:pt x="1824320" y="1668810"/>
                  </a:lnTo>
                  <a:lnTo>
                    <a:pt x="1823038" y="1668810"/>
                  </a:lnTo>
                  <a:lnTo>
                    <a:pt x="1821756" y="1668810"/>
                  </a:lnTo>
                  <a:lnTo>
                    <a:pt x="1820474" y="1668810"/>
                  </a:lnTo>
                  <a:lnTo>
                    <a:pt x="1819193" y="1668810"/>
                  </a:lnTo>
                  <a:lnTo>
                    <a:pt x="1817911" y="1668810"/>
                  </a:lnTo>
                  <a:lnTo>
                    <a:pt x="1816629" y="1668810"/>
                  </a:lnTo>
                  <a:lnTo>
                    <a:pt x="1815347" y="1668810"/>
                  </a:lnTo>
                  <a:lnTo>
                    <a:pt x="1814065" y="1668810"/>
                  </a:lnTo>
                  <a:lnTo>
                    <a:pt x="1812783" y="1668810"/>
                  </a:lnTo>
                  <a:lnTo>
                    <a:pt x="1811502" y="1668810"/>
                  </a:lnTo>
                  <a:lnTo>
                    <a:pt x="1810220" y="1668810"/>
                  </a:lnTo>
                  <a:lnTo>
                    <a:pt x="1808938" y="1668810"/>
                  </a:lnTo>
                  <a:lnTo>
                    <a:pt x="1807656" y="1668810"/>
                  </a:lnTo>
                  <a:lnTo>
                    <a:pt x="1806374" y="1668810"/>
                  </a:lnTo>
                  <a:lnTo>
                    <a:pt x="1805092" y="1668810"/>
                  </a:lnTo>
                  <a:lnTo>
                    <a:pt x="1803810" y="1668810"/>
                  </a:lnTo>
                  <a:lnTo>
                    <a:pt x="1802529" y="1668810"/>
                  </a:lnTo>
                  <a:lnTo>
                    <a:pt x="1801247" y="1668810"/>
                  </a:lnTo>
                  <a:lnTo>
                    <a:pt x="1799965" y="1668810"/>
                  </a:lnTo>
                  <a:lnTo>
                    <a:pt x="1798683" y="1668810"/>
                  </a:lnTo>
                  <a:lnTo>
                    <a:pt x="1797401" y="1668810"/>
                  </a:lnTo>
                  <a:lnTo>
                    <a:pt x="1796119" y="1668810"/>
                  </a:lnTo>
                  <a:lnTo>
                    <a:pt x="1794838" y="1668810"/>
                  </a:lnTo>
                  <a:lnTo>
                    <a:pt x="1793556" y="1668810"/>
                  </a:lnTo>
                  <a:lnTo>
                    <a:pt x="1792274" y="1668810"/>
                  </a:lnTo>
                  <a:lnTo>
                    <a:pt x="1790992" y="1668810"/>
                  </a:lnTo>
                  <a:lnTo>
                    <a:pt x="1789710" y="1668810"/>
                  </a:lnTo>
                  <a:lnTo>
                    <a:pt x="1788428" y="1668810"/>
                  </a:lnTo>
                  <a:lnTo>
                    <a:pt x="1787146" y="1668810"/>
                  </a:lnTo>
                  <a:lnTo>
                    <a:pt x="1785865" y="1668810"/>
                  </a:lnTo>
                  <a:lnTo>
                    <a:pt x="1784583" y="1668810"/>
                  </a:lnTo>
                  <a:lnTo>
                    <a:pt x="1783301" y="1668810"/>
                  </a:lnTo>
                  <a:lnTo>
                    <a:pt x="1782019" y="1668810"/>
                  </a:lnTo>
                  <a:lnTo>
                    <a:pt x="1780737" y="1668810"/>
                  </a:lnTo>
                  <a:lnTo>
                    <a:pt x="1779455" y="1668810"/>
                  </a:lnTo>
                  <a:lnTo>
                    <a:pt x="1778174" y="1668810"/>
                  </a:lnTo>
                  <a:lnTo>
                    <a:pt x="1776892" y="1668810"/>
                  </a:lnTo>
                  <a:lnTo>
                    <a:pt x="1775610" y="1668810"/>
                  </a:lnTo>
                  <a:lnTo>
                    <a:pt x="1774328" y="1668810"/>
                  </a:lnTo>
                  <a:lnTo>
                    <a:pt x="1773046" y="1668810"/>
                  </a:lnTo>
                  <a:lnTo>
                    <a:pt x="1771764" y="1668810"/>
                  </a:lnTo>
                  <a:lnTo>
                    <a:pt x="1770483" y="1668810"/>
                  </a:lnTo>
                  <a:lnTo>
                    <a:pt x="1769201" y="1668810"/>
                  </a:lnTo>
                  <a:lnTo>
                    <a:pt x="1767919" y="1668810"/>
                  </a:lnTo>
                  <a:lnTo>
                    <a:pt x="1766637" y="1668810"/>
                  </a:lnTo>
                  <a:lnTo>
                    <a:pt x="1765355" y="1668810"/>
                  </a:lnTo>
                  <a:lnTo>
                    <a:pt x="1764073" y="1668810"/>
                  </a:lnTo>
                  <a:lnTo>
                    <a:pt x="1762791" y="1668810"/>
                  </a:lnTo>
                  <a:lnTo>
                    <a:pt x="1761510" y="1668810"/>
                  </a:lnTo>
                  <a:lnTo>
                    <a:pt x="1760228" y="1668810"/>
                  </a:lnTo>
                  <a:lnTo>
                    <a:pt x="1758946" y="1668810"/>
                  </a:lnTo>
                  <a:lnTo>
                    <a:pt x="1757664" y="1668810"/>
                  </a:lnTo>
                  <a:lnTo>
                    <a:pt x="1756382" y="1668810"/>
                  </a:lnTo>
                  <a:lnTo>
                    <a:pt x="1755100" y="1668810"/>
                  </a:lnTo>
                  <a:lnTo>
                    <a:pt x="1753819" y="1668810"/>
                  </a:lnTo>
                  <a:lnTo>
                    <a:pt x="1752537" y="1668810"/>
                  </a:lnTo>
                  <a:lnTo>
                    <a:pt x="1751255" y="1668810"/>
                  </a:lnTo>
                  <a:lnTo>
                    <a:pt x="1749973" y="1668810"/>
                  </a:lnTo>
                  <a:lnTo>
                    <a:pt x="1748691" y="1668810"/>
                  </a:lnTo>
                  <a:lnTo>
                    <a:pt x="1747409" y="1668810"/>
                  </a:lnTo>
                  <a:lnTo>
                    <a:pt x="1746127" y="1668810"/>
                  </a:lnTo>
                  <a:lnTo>
                    <a:pt x="1744846" y="1668810"/>
                  </a:lnTo>
                  <a:lnTo>
                    <a:pt x="1743564" y="1668810"/>
                  </a:lnTo>
                  <a:lnTo>
                    <a:pt x="1742282" y="1668810"/>
                  </a:lnTo>
                  <a:lnTo>
                    <a:pt x="1741000" y="1668810"/>
                  </a:lnTo>
                  <a:lnTo>
                    <a:pt x="1739718" y="1668810"/>
                  </a:lnTo>
                  <a:lnTo>
                    <a:pt x="1738436" y="1668810"/>
                  </a:lnTo>
                  <a:lnTo>
                    <a:pt x="1737155" y="1668810"/>
                  </a:lnTo>
                  <a:lnTo>
                    <a:pt x="1735873" y="1668810"/>
                  </a:lnTo>
                  <a:lnTo>
                    <a:pt x="1734591" y="1668810"/>
                  </a:lnTo>
                  <a:lnTo>
                    <a:pt x="1733309" y="1668810"/>
                  </a:lnTo>
                  <a:lnTo>
                    <a:pt x="1732027" y="1668810"/>
                  </a:lnTo>
                  <a:lnTo>
                    <a:pt x="1730745" y="1668810"/>
                  </a:lnTo>
                  <a:lnTo>
                    <a:pt x="1729464" y="1668810"/>
                  </a:lnTo>
                  <a:lnTo>
                    <a:pt x="1728182" y="1668810"/>
                  </a:lnTo>
                  <a:lnTo>
                    <a:pt x="1726900" y="1668810"/>
                  </a:lnTo>
                  <a:lnTo>
                    <a:pt x="1725618" y="1668810"/>
                  </a:lnTo>
                  <a:lnTo>
                    <a:pt x="1724336" y="1668810"/>
                  </a:lnTo>
                  <a:lnTo>
                    <a:pt x="1723054" y="1668810"/>
                  </a:lnTo>
                  <a:lnTo>
                    <a:pt x="1721772" y="1668810"/>
                  </a:lnTo>
                  <a:lnTo>
                    <a:pt x="1720491" y="1668810"/>
                  </a:lnTo>
                  <a:lnTo>
                    <a:pt x="1719209" y="1668810"/>
                  </a:lnTo>
                  <a:lnTo>
                    <a:pt x="1717927" y="1668810"/>
                  </a:lnTo>
                  <a:lnTo>
                    <a:pt x="1716645" y="1668810"/>
                  </a:lnTo>
                  <a:lnTo>
                    <a:pt x="1715363" y="1668810"/>
                  </a:lnTo>
                  <a:lnTo>
                    <a:pt x="1714081" y="1668810"/>
                  </a:lnTo>
                  <a:lnTo>
                    <a:pt x="1712800" y="1668810"/>
                  </a:lnTo>
                  <a:lnTo>
                    <a:pt x="1711518" y="1668810"/>
                  </a:lnTo>
                  <a:lnTo>
                    <a:pt x="1710236" y="1668810"/>
                  </a:lnTo>
                  <a:lnTo>
                    <a:pt x="1708954" y="1668810"/>
                  </a:lnTo>
                  <a:lnTo>
                    <a:pt x="1707672" y="1668810"/>
                  </a:lnTo>
                  <a:lnTo>
                    <a:pt x="1706390" y="1668810"/>
                  </a:lnTo>
                  <a:lnTo>
                    <a:pt x="1705108" y="1668810"/>
                  </a:lnTo>
                  <a:lnTo>
                    <a:pt x="1703827" y="1668810"/>
                  </a:lnTo>
                  <a:lnTo>
                    <a:pt x="1702545" y="1668810"/>
                  </a:lnTo>
                  <a:lnTo>
                    <a:pt x="1701263" y="1668810"/>
                  </a:lnTo>
                  <a:lnTo>
                    <a:pt x="1699981" y="1668810"/>
                  </a:lnTo>
                  <a:lnTo>
                    <a:pt x="1698699" y="1668810"/>
                  </a:lnTo>
                  <a:lnTo>
                    <a:pt x="1697417" y="1668810"/>
                  </a:lnTo>
                  <a:lnTo>
                    <a:pt x="1696136" y="1668810"/>
                  </a:lnTo>
                  <a:lnTo>
                    <a:pt x="1694854" y="1668810"/>
                  </a:lnTo>
                  <a:lnTo>
                    <a:pt x="1693572" y="1668810"/>
                  </a:lnTo>
                  <a:lnTo>
                    <a:pt x="1692290" y="1668810"/>
                  </a:lnTo>
                  <a:lnTo>
                    <a:pt x="1691008" y="1668810"/>
                  </a:lnTo>
                  <a:lnTo>
                    <a:pt x="1689726" y="1668810"/>
                  </a:lnTo>
                  <a:lnTo>
                    <a:pt x="1688444" y="1668810"/>
                  </a:lnTo>
                  <a:lnTo>
                    <a:pt x="1687163" y="1668810"/>
                  </a:lnTo>
                  <a:lnTo>
                    <a:pt x="1685881" y="1668810"/>
                  </a:lnTo>
                  <a:lnTo>
                    <a:pt x="1684599" y="1668810"/>
                  </a:lnTo>
                  <a:lnTo>
                    <a:pt x="1683317" y="1668810"/>
                  </a:lnTo>
                  <a:lnTo>
                    <a:pt x="1682035" y="1668810"/>
                  </a:lnTo>
                  <a:lnTo>
                    <a:pt x="1680753" y="1668810"/>
                  </a:lnTo>
                  <a:lnTo>
                    <a:pt x="1679472" y="1668810"/>
                  </a:lnTo>
                  <a:lnTo>
                    <a:pt x="1678190" y="1668810"/>
                  </a:lnTo>
                  <a:lnTo>
                    <a:pt x="1676908" y="1668810"/>
                  </a:lnTo>
                  <a:lnTo>
                    <a:pt x="1675626" y="1668810"/>
                  </a:lnTo>
                  <a:lnTo>
                    <a:pt x="1674344" y="1668810"/>
                  </a:lnTo>
                  <a:lnTo>
                    <a:pt x="1673062" y="1668810"/>
                  </a:lnTo>
                  <a:lnTo>
                    <a:pt x="1671781" y="1668810"/>
                  </a:lnTo>
                  <a:lnTo>
                    <a:pt x="1670499" y="1668810"/>
                  </a:lnTo>
                  <a:lnTo>
                    <a:pt x="1669217" y="1668810"/>
                  </a:lnTo>
                  <a:lnTo>
                    <a:pt x="1667935" y="1668810"/>
                  </a:lnTo>
                  <a:lnTo>
                    <a:pt x="1666653" y="1668810"/>
                  </a:lnTo>
                  <a:lnTo>
                    <a:pt x="1665371" y="1668810"/>
                  </a:lnTo>
                  <a:lnTo>
                    <a:pt x="1664089" y="1668810"/>
                  </a:lnTo>
                  <a:lnTo>
                    <a:pt x="1662808" y="1668810"/>
                  </a:lnTo>
                  <a:lnTo>
                    <a:pt x="1661526" y="1668810"/>
                  </a:lnTo>
                  <a:lnTo>
                    <a:pt x="1660244" y="1668810"/>
                  </a:lnTo>
                  <a:lnTo>
                    <a:pt x="1658962" y="1668810"/>
                  </a:lnTo>
                  <a:lnTo>
                    <a:pt x="1657680" y="1668810"/>
                  </a:lnTo>
                  <a:lnTo>
                    <a:pt x="1656398" y="1668810"/>
                  </a:lnTo>
                  <a:lnTo>
                    <a:pt x="1655117" y="1668810"/>
                  </a:lnTo>
                  <a:lnTo>
                    <a:pt x="1653835" y="1668810"/>
                  </a:lnTo>
                  <a:lnTo>
                    <a:pt x="1652553" y="1668810"/>
                  </a:lnTo>
                  <a:lnTo>
                    <a:pt x="1651271" y="1668810"/>
                  </a:lnTo>
                  <a:lnTo>
                    <a:pt x="1649989" y="1668810"/>
                  </a:lnTo>
                  <a:lnTo>
                    <a:pt x="1648707" y="1668810"/>
                  </a:lnTo>
                  <a:lnTo>
                    <a:pt x="1647425" y="1668810"/>
                  </a:lnTo>
                  <a:lnTo>
                    <a:pt x="1646144" y="1668810"/>
                  </a:lnTo>
                  <a:lnTo>
                    <a:pt x="1644862" y="1668810"/>
                  </a:lnTo>
                  <a:lnTo>
                    <a:pt x="1643580" y="1668810"/>
                  </a:lnTo>
                  <a:lnTo>
                    <a:pt x="1642298" y="1668810"/>
                  </a:lnTo>
                  <a:lnTo>
                    <a:pt x="1641016" y="1668810"/>
                  </a:lnTo>
                  <a:lnTo>
                    <a:pt x="1639734" y="1668810"/>
                  </a:lnTo>
                  <a:lnTo>
                    <a:pt x="1638453" y="1668810"/>
                  </a:lnTo>
                  <a:lnTo>
                    <a:pt x="1637171" y="1668810"/>
                  </a:lnTo>
                  <a:lnTo>
                    <a:pt x="1635889" y="1668810"/>
                  </a:lnTo>
                  <a:lnTo>
                    <a:pt x="1634607" y="1668810"/>
                  </a:lnTo>
                  <a:lnTo>
                    <a:pt x="1633325" y="1668810"/>
                  </a:lnTo>
                  <a:lnTo>
                    <a:pt x="1632043" y="1668810"/>
                  </a:lnTo>
                  <a:lnTo>
                    <a:pt x="1630762" y="1668810"/>
                  </a:lnTo>
                  <a:lnTo>
                    <a:pt x="1629480" y="1668810"/>
                  </a:lnTo>
                  <a:lnTo>
                    <a:pt x="1628198" y="1668810"/>
                  </a:lnTo>
                  <a:lnTo>
                    <a:pt x="1626916" y="1668810"/>
                  </a:lnTo>
                  <a:lnTo>
                    <a:pt x="1625634" y="1668810"/>
                  </a:lnTo>
                  <a:lnTo>
                    <a:pt x="1624352" y="1668810"/>
                  </a:lnTo>
                  <a:lnTo>
                    <a:pt x="1623070" y="1668810"/>
                  </a:lnTo>
                  <a:lnTo>
                    <a:pt x="1621789" y="1668810"/>
                  </a:lnTo>
                  <a:lnTo>
                    <a:pt x="1620507" y="1668810"/>
                  </a:lnTo>
                  <a:lnTo>
                    <a:pt x="1619225" y="1668810"/>
                  </a:lnTo>
                  <a:lnTo>
                    <a:pt x="1617943" y="1668810"/>
                  </a:lnTo>
                  <a:lnTo>
                    <a:pt x="1616661" y="1668810"/>
                  </a:lnTo>
                  <a:lnTo>
                    <a:pt x="1615379" y="1668810"/>
                  </a:lnTo>
                  <a:lnTo>
                    <a:pt x="1614098" y="1668810"/>
                  </a:lnTo>
                  <a:lnTo>
                    <a:pt x="1612816" y="1668810"/>
                  </a:lnTo>
                  <a:lnTo>
                    <a:pt x="1611534" y="1668810"/>
                  </a:lnTo>
                  <a:lnTo>
                    <a:pt x="1610252" y="1668810"/>
                  </a:lnTo>
                  <a:lnTo>
                    <a:pt x="1608970" y="1668810"/>
                  </a:lnTo>
                  <a:lnTo>
                    <a:pt x="1607688" y="1668810"/>
                  </a:lnTo>
                  <a:lnTo>
                    <a:pt x="1606406" y="1668810"/>
                  </a:lnTo>
                  <a:lnTo>
                    <a:pt x="1605125" y="1668810"/>
                  </a:lnTo>
                  <a:lnTo>
                    <a:pt x="1603843" y="1668810"/>
                  </a:lnTo>
                  <a:lnTo>
                    <a:pt x="1602561" y="1668810"/>
                  </a:lnTo>
                  <a:lnTo>
                    <a:pt x="1601279" y="1668810"/>
                  </a:lnTo>
                  <a:lnTo>
                    <a:pt x="1599997" y="1668810"/>
                  </a:lnTo>
                  <a:lnTo>
                    <a:pt x="1598715" y="1668810"/>
                  </a:lnTo>
                  <a:lnTo>
                    <a:pt x="1597434" y="1668810"/>
                  </a:lnTo>
                  <a:lnTo>
                    <a:pt x="1596152" y="1668810"/>
                  </a:lnTo>
                  <a:lnTo>
                    <a:pt x="1594870" y="1668810"/>
                  </a:lnTo>
                  <a:lnTo>
                    <a:pt x="1593588" y="1668810"/>
                  </a:lnTo>
                  <a:lnTo>
                    <a:pt x="1592306" y="1668810"/>
                  </a:lnTo>
                  <a:lnTo>
                    <a:pt x="1591024" y="1668810"/>
                  </a:lnTo>
                  <a:lnTo>
                    <a:pt x="1589743" y="1668810"/>
                  </a:lnTo>
                  <a:lnTo>
                    <a:pt x="1588461" y="1668810"/>
                  </a:lnTo>
                  <a:lnTo>
                    <a:pt x="1587179" y="1668810"/>
                  </a:lnTo>
                  <a:lnTo>
                    <a:pt x="1585897" y="1668810"/>
                  </a:lnTo>
                  <a:lnTo>
                    <a:pt x="1584615" y="1668810"/>
                  </a:lnTo>
                  <a:lnTo>
                    <a:pt x="1583333" y="1668810"/>
                  </a:lnTo>
                  <a:lnTo>
                    <a:pt x="1582051" y="1668810"/>
                  </a:lnTo>
                  <a:lnTo>
                    <a:pt x="1580770" y="1668810"/>
                  </a:lnTo>
                  <a:lnTo>
                    <a:pt x="1579488" y="1668810"/>
                  </a:lnTo>
                  <a:lnTo>
                    <a:pt x="1578206" y="1668810"/>
                  </a:lnTo>
                  <a:lnTo>
                    <a:pt x="1576924" y="1668810"/>
                  </a:lnTo>
                  <a:lnTo>
                    <a:pt x="1575642" y="1668810"/>
                  </a:lnTo>
                  <a:lnTo>
                    <a:pt x="1574360" y="1668810"/>
                  </a:lnTo>
                  <a:lnTo>
                    <a:pt x="1573079" y="1668810"/>
                  </a:lnTo>
                  <a:lnTo>
                    <a:pt x="1571797" y="1668810"/>
                  </a:lnTo>
                  <a:lnTo>
                    <a:pt x="1570515" y="1668810"/>
                  </a:lnTo>
                  <a:lnTo>
                    <a:pt x="1569233" y="1668810"/>
                  </a:lnTo>
                  <a:lnTo>
                    <a:pt x="1567951" y="1668810"/>
                  </a:lnTo>
                  <a:lnTo>
                    <a:pt x="1566669" y="1668810"/>
                  </a:lnTo>
                  <a:lnTo>
                    <a:pt x="1565387" y="1668810"/>
                  </a:lnTo>
                  <a:lnTo>
                    <a:pt x="1564106" y="1668810"/>
                  </a:lnTo>
                  <a:lnTo>
                    <a:pt x="1562824" y="1668810"/>
                  </a:lnTo>
                  <a:lnTo>
                    <a:pt x="1561542" y="1668810"/>
                  </a:lnTo>
                  <a:lnTo>
                    <a:pt x="1560260" y="1668810"/>
                  </a:lnTo>
                  <a:lnTo>
                    <a:pt x="1558978" y="1668810"/>
                  </a:lnTo>
                  <a:lnTo>
                    <a:pt x="1557696" y="1668810"/>
                  </a:lnTo>
                  <a:lnTo>
                    <a:pt x="1556415" y="1668810"/>
                  </a:lnTo>
                  <a:lnTo>
                    <a:pt x="1555133" y="1668810"/>
                  </a:lnTo>
                  <a:lnTo>
                    <a:pt x="1553851" y="1668810"/>
                  </a:lnTo>
                  <a:lnTo>
                    <a:pt x="1552569" y="1668810"/>
                  </a:lnTo>
                  <a:lnTo>
                    <a:pt x="1551287" y="1668810"/>
                  </a:lnTo>
                  <a:lnTo>
                    <a:pt x="1550005" y="1668810"/>
                  </a:lnTo>
                  <a:lnTo>
                    <a:pt x="1548723" y="1668810"/>
                  </a:lnTo>
                  <a:lnTo>
                    <a:pt x="1547442" y="1668810"/>
                  </a:lnTo>
                  <a:lnTo>
                    <a:pt x="1546160" y="1668810"/>
                  </a:lnTo>
                  <a:lnTo>
                    <a:pt x="1544878" y="1668810"/>
                  </a:lnTo>
                  <a:lnTo>
                    <a:pt x="1543596" y="1668810"/>
                  </a:lnTo>
                  <a:lnTo>
                    <a:pt x="1542314" y="1668810"/>
                  </a:lnTo>
                  <a:lnTo>
                    <a:pt x="1541032" y="1668810"/>
                  </a:lnTo>
                  <a:lnTo>
                    <a:pt x="1539751" y="1668810"/>
                  </a:lnTo>
                  <a:lnTo>
                    <a:pt x="1538469" y="1668810"/>
                  </a:lnTo>
                  <a:lnTo>
                    <a:pt x="1537187" y="1668810"/>
                  </a:lnTo>
                  <a:lnTo>
                    <a:pt x="1535905" y="1668810"/>
                  </a:lnTo>
                  <a:lnTo>
                    <a:pt x="1534623" y="1668810"/>
                  </a:lnTo>
                  <a:lnTo>
                    <a:pt x="1533341" y="1668810"/>
                  </a:lnTo>
                  <a:lnTo>
                    <a:pt x="1532060" y="1668810"/>
                  </a:lnTo>
                  <a:lnTo>
                    <a:pt x="1530778" y="1668810"/>
                  </a:lnTo>
                  <a:lnTo>
                    <a:pt x="1529496" y="1668810"/>
                  </a:lnTo>
                  <a:lnTo>
                    <a:pt x="1528214" y="1668810"/>
                  </a:lnTo>
                  <a:lnTo>
                    <a:pt x="1526932" y="1668810"/>
                  </a:lnTo>
                  <a:lnTo>
                    <a:pt x="1525650" y="1668810"/>
                  </a:lnTo>
                  <a:lnTo>
                    <a:pt x="1524368" y="1668810"/>
                  </a:lnTo>
                  <a:lnTo>
                    <a:pt x="1523087" y="1668810"/>
                  </a:lnTo>
                  <a:lnTo>
                    <a:pt x="1521805" y="1668810"/>
                  </a:lnTo>
                  <a:lnTo>
                    <a:pt x="1520523" y="1668810"/>
                  </a:lnTo>
                  <a:lnTo>
                    <a:pt x="1519241" y="1668810"/>
                  </a:lnTo>
                  <a:lnTo>
                    <a:pt x="1517959" y="1668810"/>
                  </a:lnTo>
                  <a:lnTo>
                    <a:pt x="1516677" y="1668810"/>
                  </a:lnTo>
                  <a:lnTo>
                    <a:pt x="1515396" y="1668810"/>
                  </a:lnTo>
                  <a:lnTo>
                    <a:pt x="1514114" y="1668810"/>
                  </a:lnTo>
                  <a:lnTo>
                    <a:pt x="1512832" y="1668810"/>
                  </a:lnTo>
                  <a:lnTo>
                    <a:pt x="1511550" y="1668810"/>
                  </a:lnTo>
                  <a:lnTo>
                    <a:pt x="1510268" y="1668810"/>
                  </a:lnTo>
                  <a:lnTo>
                    <a:pt x="1508986" y="1668810"/>
                  </a:lnTo>
                  <a:lnTo>
                    <a:pt x="1507704" y="1668810"/>
                  </a:lnTo>
                  <a:lnTo>
                    <a:pt x="1506423" y="1668810"/>
                  </a:lnTo>
                  <a:lnTo>
                    <a:pt x="1505141" y="1668810"/>
                  </a:lnTo>
                  <a:lnTo>
                    <a:pt x="1503859" y="1668810"/>
                  </a:lnTo>
                  <a:lnTo>
                    <a:pt x="1502577" y="1668810"/>
                  </a:lnTo>
                  <a:lnTo>
                    <a:pt x="1501295" y="1668810"/>
                  </a:lnTo>
                  <a:lnTo>
                    <a:pt x="1500013" y="1668810"/>
                  </a:lnTo>
                  <a:lnTo>
                    <a:pt x="1498732" y="1668810"/>
                  </a:lnTo>
                  <a:lnTo>
                    <a:pt x="1497450" y="1668810"/>
                  </a:lnTo>
                  <a:lnTo>
                    <a:pt x="1496168" y="1668810"/>
                  </a:lnTo>
                  <a:lnTo>
                    <a:pt x="1494886" y="1668810"/>
                  </a:lnTo>
                  <a:lnTo>
                    <a:pt x="1493604" y="1668810"/>
                  </a:lnTo>
                  <a:lnTo>
                    <a:pt x="1492322" y="1668810"/>
                  </a:lnTo>
                  <a:lnTo>
                    <a:pt x="1491041" y="1668810"/>
                  </a:lnTo>
                  <a:lnTo>
                    <a:pt x="1489759" y="1668810"/>
                  </a:lnTo>
                  <a:lnTo>
                    <a:pt x="1488477" y="1668810"/>
                  </a:lnTo>
                  <a:lnTo>
                    <a:pt x="1487195" y="1668810"/>
                  </a:lnTo>
                  <a:lnTo>
                    <a:pt x="1485913" y="1668810"/>
                  </a:lnTo>
                  <a:lnTo>
                    <a:pt x="1484631" y="1668810"/>
                  </a:lnTo>
                  <a:lnTo>
                    <a:pt x="1483349" y="1668810"/>
                  </a:lnTo>
                  <a:lnTo>
                    <a:pt x="1482068" y="1668810"/>
                  </a:lnTo>
                  <a:lnTo>
                    <a:pt x="1480786" y="1668810"/>
                  </a:lnTo>
                  <a:lnTo>
                    <a:pt x="1479504" y="1668810"/>
                  </a:lnTo>
                  <a:lnTo>
                    <a:pt x="1478222" y="1668810"/>
                  </a:lnTo>
                  <a:lnTo>
                    <a:pt x="1476940" y="1668810"/>
                  </a:lnTo>
                  <a:lnTo>
                    <a:pt x="1475658" y="1668810"/>
                  </a:lnTo>
                  <a:lnTo>
                    <a:pt x="1474377" y="1668810"/>
                  </a:lnTo>
                  <a:lnTo>
                    <a:pt x="1473095" y="1668810"/>
                  </a:lnTo>
                  <a:lnTo>
                    <a:pt x="1471813" y="1668810"/>
                  </a:lnTo>
                  <a:lnTo>
                    <a:pt x="1470531" y="1668810"/>
                  </a:lnTo>
                  <a:lnTo>
                    <a:pt x="1469249" y="1668810"/>
                  </a:lnTo>
                  <a:lnTo>
                    <a:pt x="1467967" y="1668810"/>
                  </a:lnTo>
                  <a:lnTo>
                    <a:pt x="1466685" y="1668810"/>
                  </a:lnTo>
                  <a:lnTo>
                    <a:pt x="1465404" y="1668810"/>
                  </a:lnTo>
                  <a:lnTo>
                    <a:pt x="1464122" y="1668810"/>
                  </a:lnTo>
                  <a:lnTo>
                    <a:pt x="1462840" y="1668810"/>
                  </a:lnTo>
                  <a:lnTo>
                    <a:pt x="1461558" y="1668810"/>
                  </a:lnTo>
                  <a:lnTo>
                    <a:pt x="1460276" y="1668810"/>
                  </a:lnTo>
                  <a:lnTo>
                    <a:pt x="1458994" y="1668810"/>
                  </a:lnTo>
                  <a:lnTo>
                    <a:pt x="1457713" y="1668810"/>
                  </a:lnTo>
                  <a:lnTo>
                    <a:pt x="1456431" y="1668810"/>
                  </a:lnTo>
                  <a:lnTo>
                    <a:pt x="1455149" y="1668810"/>
                  </a:lnTo>
                  <a:lnTo>
                    <a:pt x="1453867" y="1668810"/>
                  </a:lnTo>
                  <a:lnTo>
                    <a:pt x="1452585" y="1668810"/>
                  </a:lnTo>
                  <a:lnTo>
                    <a:pt x="1451303" y="1668810"/>
                  </a:lnTo>
                  <a:lnTo>
                    <a:pt x="1450022" y="1668810"/>
                  </a:lnTo>
                  <a:lnTo>
                    <a:pt x="1448740" y="1668810"/>
                  </a:lnTo>
                  <a:lnTo>
                    <a:pt x="1447458" y="1668810"/>
                  </a:lnTo>
                  <a:lnTo>
                    <a:pt x="1446176" y="1668810"/>
                  </a:lnTo>
                  <a:lnTo>
                    <a:pt x="1444894" y="1668810"/>
                  </a:lnTo>
                  <a:lnTo>
                    <a:pt x="1443612" y="1668810"/>
                  </a:lnTo>
                  <a:lnTo>
                    <a:pt x="1442330" y="1668810"/>
                  </a:lnTo>
                  <a:lnTo>
                    <a:pt x="1441049" y="1668810"/>
                  </a:lnTo>
                  <a:lnTo>
                    <a:pt x="1439767" y="1668810"/>
                  </a:lnTo>
                  <a:lnTo>
                    <a:pt x="1438485" y="1668810"/>
                  </a:lnTo>
                  <a:lnTo>
                    <a:pt x="1437203" y="1668810"/>
                  </a:lnTo>
                  <a:lnTo>
                    <a:pt x="1435921" y="1668810"/>
                  </a:lnTo>
                  <a:lnTo>
                    <a:pt x="1434639" y="1668810"/>
                  </a:lnTo>
                  <a:lnTo>
                    <a:pt x="1433358" y="1668810"/>
                  </a:lnTo>
                  <a:lnTo>
                    <a:pt x="1432076" y="1668810"/>
                  </a:lnTo>
                  <a:lnTo>
                    <a:pt x="1430794" y="1668810"/>
                  </a:lnTo>
                  <a:lnTo>
                    <a:pt x="1429512" y="1668810"/>
                  </a:lnTo>
                  <a:lnTo>
                    <a:pt x="1428230" y="1668810"/>
                  </a:lnTo>
                  <a:lnTo>
                    <a:pt x="1426948" y="1668810"/>
                  </a:lnTo>
                  <a:lnTo>
                    <a:pt x="1425666" y="1668810"/>
                  </a:lnTo>
                  <a:lnTo>
                    <a:pt x="1424385" y="1668810"/>
                  </a:lnTo>
                  <a:lnTo>
                    <a:pt x="1423103" y="1668810"/>
                  </a:lnTo>
                  <a:lnTo>
                    <a:pt x="1421821" y="1668810"/>
                  </a:lnTo>
                  <a:lnTo>
                    <a:pt x="1420539" y="1668810"/>
                  </a:lnTo>
                  <a:lnTo>
                    <a:pt x="1419257" y="1668810"/>
                  </a:lnTo>
                  <a:lnTo>
                    <a:pt x="1417975" y="1668810"/>
                  </a:lnTo>
                  <a:lnTo>
                    <a:pt x="1416694" y="1668810"/>
                  </a:lnTo>
                  <a:lnTo>
                    <a:pt x="1415412" y="1668810"/>
                  </a:lnTo>
                  <a:lnTo>
                    <a:pt x="1414130" y="1668810"/>
                  </a:lnTo>
                  <a:lnTo>
                    <a:pt x="1412848" y="1668810"/>
                  </a:lnTo>
                  <a:lnTo>
                    <a:pt x="1411566" y="1668810"/>
                  </a:lnTo>
                  <a:lnTo>
                    <a:pt x="1410284" y="1668810"/>
                  </a:lnTo>
                  <a:lnTo>
                    <a:pt x="1409002" y="1668810"/>
                  </a:lnTo>
                  <a:lnTo>
                    <a:pt x="1407721" y="1668810"/>
                  </a:lnTo>
                  <a:lnTo>
                    <a:pt x="1406439" y="1668810"/>
                  </a:lnTo>
                  <a:lnTo>
                    <a:pt x="1405157" y="1668810"/>
                  </a:lnTo>
                  <a:lnTo>
                    <a:pt x="1403875" y="1668810"/>
                  </a:lnTo>
                  <a:lnTo>
                    <a:pt x="1402593" y="1668810"/>
                  </a:lnTo>
                  <a:lnTo>
                    <a:pt x="1401311" y="1668810"/>
                  </a:lnTo>
                  <a:lnTo>
                    <a:pt x="1400030" y="1668810"/>
                  </a:lnTo>
                  <a:lnTo>
                    <a:pt x="1398748" y="1668810"/>
                  </a:lnTo>
                  <a:lnTo>
                    <a:pt x="1397466" y="1668810"/>
                  </a:lnTo>
                  <a:lnTo>
                    <a:pt x="1396184" y="1668810"/>
                  </a:lnTo>
                  <a:lnTo>
                    <a:pt x="1394902" y="1668810"/>
                  </a:lnTo>
                  <a:lnTo>
                    <a:pt x="1393620" y="1668810"/>
                  </a:lnTo>
                  <a:lnTo>
                    <a:pt x="1392339" y="1668810"/>
                  </a:lnTo>
                  <a:lnTo>
                    <a:pt x="1391057" y="1668810"/>
                  </a:lnTo>
                  <a:lnTo>
                    <a:pt x="1389775" y="1668810"/>
                  </a:lnTo>
                  <a:lnTo>
                    <a:pt x="1388493" y="1668810"/>
                  </a:lnTo>
                  <a:lnTo>
                    <a:pt x="1387211" y="1668810"/>
                  </a:lnTo>
                  <a:lnTo>
                    <a:pt x="1385929" y="1668810"/>
                  </a:lnTo>
                  <a:lnTo>
                    <a:pt x="1384647" y="1668810"/>
                  </a:lnTo>
                  <a:lnTo>
                    <a:pt x="1383366" y="1668810"/>
                  </a:lnTo>
                  <a:lnTo>
                    <a:pt x="1382084" y="1668810"/>
                  </a:lnTo>
                  <a:lnTo>
                    <a:pt x="1380802" y="1668810"/>
                  </a:lnTo>
                  <a:lnTo>
                    <a:pt x="1379520" y="1668810"/>
                  </a:lnTo>
                  <a:lnTo>
                    <a:pt x="1378238" y="1668810"/>
                  </a:lnTo>
                  <a:lnTo>
                    <a:pt x="1376956" y="1668810"/>
                  </a:lnTo>
                  <a:lnTo>
                    <a:pt x="1375675" y="1668810"/>
                  </a:lnTo>
                  <a:lnTo>
                    <a:pt x="1374393" y="1668810"/>
                  </a:lnTo>
                  <a:lnTo>
                    <a:pt x="1373111" y="1668810"/>
                  </a:lnTo>
                  <a:lnTo>
                    <a:pt x="1371829" y="1668810"/>
                  </a:lnTo>
                  <a:lnTo>
                    <a:pt x="1370547" y="1668810"/>
                  </a:lnTo>
                  <a:lnTo>
                    <a:pt x="1369265" y="1668810"/>
                  </a:lnTo>
                  <a:lnTo>
                    <a:pt x="1367983" y="1668810"/>
                  </a:lnTo>
                  <a:lnTo>
                    <a:pt x="1366702" y="1668810"/>
                  </a:lnTo>
                  <a:lnTo>
                    <a:pt x="1365420" y="1668810"/>
                  </a:lnTo>
                  <a:lnTo>
                    <a:pt x="1364138" y="1668810"/>
                  </a:lnTo>
                  <a:lnTo>
                    <a:pt x="1362856" y="1668810"/>
                  </a:lnTo>
                  <a:lnTo>
                    <a:pt x="1361574" y="1668810"/>
                  </a:lnTo>
                  <a:lnTo>
                    <a:pt x="1360292" y="1668810"/>
                  </a:lnTo>
                  <a:lnTo>
                    <a:pt x="1359011" y="1668810"/>
                  </a:lnTo>
                  <a:lnTo>
                    <a:pt x="1357729" y="1668810"/>
                  </a:lnTo>
                  <a:lnTo>
                    <a:pt x="1356447" y="1668810"/>
                  </a:lnTo>
                  <a:lnTo>
                    <a:pt x="1355165" y="1668810"/>
                  </a:lnTo>
                  <a:lnTo>
                    <a:pt x="1353883" y="1668810"/>
                  </a:lnTo>
                  <a:lnTo>
                    <a:pt x="1352601" y="1668810"/>
                  </a:lnTo>
                  <a:lnTo>
                    <a:pt x="1351320" y="1668810"/>
                  </a:lnTo>
                  <a:lnTo>
                    <a:pt x="1350038" y="1668810"/>
                  </a:lnTo>
                  <a:lnTo>
                    <a:pt x="1348756" y="1668810"/>
                  </a:lnTo>
                  <a:lnTo>
                    <a:pt x="1347474" y="1668810"/>
                  </a:lnTo>
                  <a:lnTo>
                    <a:pt x="1346192" y="1668810"/>
                  </a:lnTo>
                  <a:lnTo>
                    <a:pt x="1344910" y="1668810"/>
                  </a:lnTo>
                  <a:lnTo>
                    <a:pt x="1343628" y="1668810"/>
                  </a:lnTo>
                  <a:lnTo>
                    <a:pt x="1342347" y="1668810"/>
                  </a:lnTo>
                  <a:lnTo>
                    <a:pt x="1341065" y="1668810"/>
                  </a:lnTo>
                  <a:lnTo>
                    <a:pt x="1339783" y="1668810"/>
                  </a:lnTo>
                  <a:lnTo>
                    <a:pt x="1338501" y="1668810"/>
                  </a:lnTo>
                  <a:lnTo>
                    <a:pt x="1337219" y="1668810"/>
                  </a:lnTo>
                  <a:lnTo>
                    <a:pt x="1335937" y="1668810"/>
                  </a:lnTo>
                  <a:lnTo>
                    <a:pt x="1334656" y="1668810"/>
                  </a:lnTo>
                  <a:lnTo>
                    <a:pt x="1333374" y="1668810"/>
                  </a:lnTo>
                  <a:lnTo>
                    <a:pt x="1332092" y="1668810"/>
                  </a:lnTo>
                  <a:lnTo>
                    <a:pt x="1330810" y="1668810"/>
                  </a:lnTo>
                  <a:lnTo>
                    <a:pt x="1329528" y="1668810"/>
                  </a:lnTo>
                  <a:lnTo>
                    <a:pt x="1328246" y="1668810"/>
                  </a:lnTo>
                  <a:lnTo>
                    <a:pt x="1326964" y="1668810"/>
                  </a:lnTo>
                  <a:lnTo>
                    <a:pt x="1325683" y="1668810"/>
                  </a:lnTo>
                  <a:lnTo>
                    <a:pt x="1324401" y="1668810"/>
                  </a:lnTo>
                  <a:lnTo>
                    <a:pt x="1323119" y="1668810"/>
                  </a:lnTo>
                  <a:lnTo>
                    <a:pt x="1321837" y="1668810"/>
                  </a:lnTo>
                  <a:lnTo>
                    <a:pt x="1320555" y="1668810"/>
                  </a:lnTo>
                  <a:lnTo>
                    <a:pt x="1319273" y="1668810"/>
                  </a:lnTo>
                  <a:lnTo>
                    <a:pt x="1317992" y="1668810"/>
                  </a:lnTo>
                  <a:lnTo>
                    <a:pt x="1316710" y="1668810"/>
                  </a:lnTo>
                  <a:lnTo>
                    <a:pt x="1315428" y="1668810"/>
                  </a:lnTo>
                  <a:lnTo>
                    <a:pt x="1314146" y="1668810"/>
                  </a:lnTo>
                  <a:lnTo>
                    <a:pt x="1312864" y="1668810"/>
                  </a:lnTo>
                  <a:lnTo>
                    <a:pt x="1311582" y="1668810"/>
                  </a:lnTo>
                  <a:lnTo>
                    <a:pt x="1310300" y="1668810"/>
                  </a:lnTo>
                  <a:lnTo>
                    <a:pt x="1309019" y="1668810"/>
                  </a:lnTo>
                  <a:lnTo>
                    <a:pt x="1307737" y="1668810"/>
                  </a:lnTo>
                  <a:lnTo>
                    <a:pt x="1306455" y="1668810"/>
                  </a:lnTo>
                  <a:lnTo>
                    <a:pt x="1305173" y="1668810"/>
                  </a:lnTo>
                  <a:lnTo>
                    <a:pt x="1303891" y="1668810"/>
                  </a:lnTo>
                  <a:lnTo>
                    <a:pt x="1302609" y="1668810"/>
                  </a:lnTo>
                  <a:lnTo>
                    <a:pt x="1301328" y="1668810"/>
                  </a:lnTo>
                  <a:lnTo>
                    <a:pt x="1300046" y="1668810"/>
                  </a:lnTo>
                  <a:lnTo>
                    <a:pt x="1298764" y="1668810"/>
                  </a:lnTo>
                  <a:lnTo>
                    <a:pt x="1297482" y="1668810"/>
                  </a:lnTo>
                  <a:lnTo>
                    <a:pt x="1296200" y="1668810"/>
                  </a:lnTo>
                  <a:lnTo>
                    <a:pt x="1294918" y="1668810"/>
                  </a:lnTo>
                  <a:lnTo>
                    <a:pt x="1293637" y="1668810"/>
                  </a:lnTo>
                  <a:lnTo>
                    <a:pt x="1292355" y="1668810"/>
                  </a:lnTo>
                  <a:lnTo>
                    <a:pt x="1291073" y="1668810"/>
                  </a:lnTo>
                  <a:lnTo>
                    <a:pt x="1289791" y="1668810"/>
                  </a:lnTo>
                  <a:lnTo>
                    <a:pt x="1288509" y="1668810"/>
                  </a:lnTo>
                  <a:lnTo>
                    <a:pt x="1287227" y="1668810"/>
                  </a:lnTo>
                  <a:lnTo>
                    <a:pt x="1285945" y="1668810"/>
                  </a:lnTo>
                  <a:lnTo>
                    <a:pt x="1284664" y="1668810"/>
                  </a:lnTo>
                  <a:lnTo>
                    <a:pt x="1283382" y="1668810"/>
                  </a:lnTo>
                  <a:lnTo>
                    <a:pt x="1282100" y="1668810"/>
                  </a:lnTo>
                  <a:lnTo>
                    <a:pt x="1280818" y="1668810"/>
                  </a:lnTo>
                  <a:lnTo>
                    <a:pt x="1279536" y="1668810"/>
                  </a:lnTo>
                  <a:lnTo>
                    <a:pt x="1278254" y="1668810"/>
                  </a:lnTo>
                  <a:lnTo>
                    <a:pt x="1276973" y="1668810"/>
                  </a:lnTo>
                  <a:lnTo>
                    <a:pt x="1275691" y="1668810"/>
                  </a:lnTo>
                  <a:lnTo>
                    <a:pt x="1274409" y="1668810"/>
                  </a:lnTo>
                  <a:lnTo>
                    <a:pt x="1273127" y="1668810"/>
                  </a:lnTo>
                  <a:lnTo>
                    <a:pt x="1271845" y="1668810"/>
                  </a:lnTo>
                  <a:lnTo>
                    <a:pt x="1270563" y="1668810"/>
                  </a:lnTo>
                  <a:lnTo>
                    <a:pt x="1269281" y="1668810"/>
                  </a:lnTo>
                  <a:lnTo>
                    <a:pt x="1268000" y="1668810"/>
                  </a:lnTo>
                  <a:lnTo>
                    <a:pt x="1266718" y="1668810"/>
                  </a:lnTo>
                  <a:lnTo>
                    <a:pt x="1265436" y="1668810"/>
                  </a:lnTo>
                  <a:lnTo>
                    <a:pt x="1264154" y="1668810"/>
                  </a:lnTo>
                  <a:lnTo>
                    <a:pt x="1262872" y="1668810"/>
                  </a:lnTo>
                  <a:lnTo>
                    <a:pt x="1261590" y="1668810"/>
                  </a:lnTo>
                  <a:lnTo>
                    <a:pt x="1260309" y="1668810"/>
                  </a:lnTo>
                  <a:lnTo>
                    <a:pt x="1259027" y="1668810"/>
                  </a:lnTo>
                  <a:lnTo>
                    <a:pt x="1257745" y="1668810"/>
                  </a:lnTo>
                  <a:lnTo>
                    <a:pt x="1256463" y="1668810"/>
                  </a:lnTo>
                  <a:lnTo>
                    <a:pt x="1255181" y="1668810"/>
                  </a:lnTo>
                  <a:lnTo>
                    <a:pt x="1253899" y="1668810"/>
                  </a:lnTo>
                  <a:lnTo>
                    <a:pt x="1252618" y="1668810"/>
                  </a:lnTo>
                  <a:lnTo>
                    <a:pt x="1251336" y="1668810"/>
                  </a:lnTo>
                  <a:lnTo>
                    <a:pt x="1250054" y="1668810"/>
                  </a:lnTo>
                  <a:lnTo>
                    <a:pt x="1248772" y="1668810"/>
                  </a:lnTo>
                  <a:lnTo>
                    <a:pt x="1247490" y="1668810"/>
                  </a:lnTo>
                  <a:lnTo>
                    <a:pt x="1246208" y="1668810"/>
                  </a:lnTo>
                  <a:lnTo>
                    <a:pt x="1244926" y="1668810"/>
                  </a:lnTo>
                  <a:lnTo>
                    <a:pt x="1243645" y="1668810"/>
                  </a:lnTo>
                  <a:lnTo>
                    <a:pt x="1242363" y="1668810"/>
                  </a:lnTo>
                  <a:lnTo>
                    <a:pt x="1241081" y="1668810"/>
                  </a:lnTo>
                  <a:lnTo>
                    <a:pt x="1239799" y="1668810"/>
                  </a:lnTo>
                  <a:lnTo>
                    <a:pt x="1238517" y="1668810"/>
                  </a:lnTo>
                  <a:lnTo>
                    <a:pt x="1237235" y="1668810"/>
                  </a:lnTo>
                  <a:lnTo>
                    <a:pt x="1235954" y="1668810"/>
                  </a:lnTo>
                  <a:lnTo>
                    <a:pt x="1234672" y="1668810"/>
                  </a:lnTo>
                  <a:lnTo>
                    <a:pt x="1233390" y="1668810"/>
                  </a:lnTo>
                  <a:lnTo>
                    <a:pt x="1232108" y="1668810"/>
                  </a:lnTo>
                  <a:lnTo>
                    <a:pt x="1230826" y="1668810"/>
                  </a:lnTo>
                  <a:lnTo>
                    <a:pt x="1229544" y="1668810"/>
                  </a:lnTo>
                  <a:lnTo>
                    <a:pt x="1228262" y="1668810"/>
                  </a:lnTo>
                  <a:lnTo>
                    <a:pt x="1226981" y="1668810"/>
                  </a:lnTo>
                  <a:lnTo>
                    <a:pt x="1225699" y="1668810"/>
                  </a:lnTo>
                  <a:lnTo>
                    <a:pt x="1224417" y="1668810"/>
                  </a:lnTo>
                  <a:lnTo>
                    <a:pt x="1223135" y="1668810"/>
                  </a:lnTo>
                  <a:lnTo>
                    <a:pt x="1221853" y="1668810"/>
                  </a:lnTo>
                  <a:lnTo>
                    <a:pt x="1220571" y="1668810"/>
                  </a:lnTo>
                  <a:lnTo>
                    <a:pt x="1219290" y="1668810"/>
                  </a:lnTo>
                  <a:lnTo>
                    <a:pt x="1218008" y="1668810"/>
                  </a:lnTo>
                  <a:lnTo>
                    <a:pt x="1216726" y="1668810"/>
                  </a:lnTo>
                  <a:lnTo>
                    <a:pt x="1215444" y="1668810"/>
                  </a:lnTo>
                  <a:lnTo>
                    <a:pt x="1214162" y="1668810"/>
                  </a:lnTo>
                  <a:lnTo>
                    <a:pt x="1212880" y="1668810"/>
                  </a:lnTo>
                  <a:lnTo>
                    <a:pt x="1211599" y="1668810"/>
                  </a:lnTo>
                  <a:lnTo>
                    <a:pt x="1210317" y="1668810"/>
                  </a:lnTo>
                  <a:lnTo>
                    <a:pt x="1209035" y="1668810"/>
                  </a:lnTo>
                  <a:lnTo>
                    <a:pt x="1207753" y="1668810"/>
                  </a:lnTo>
                  <a:lnTo>
                    <a:pt x="1206471" y="1668810"/>
                  </a:lnTo>
                  <a:lnTo>
                    <a:pt x="1205189" y="1668810"/>
                  </a:lnTo>
                  <a:lnTo>
                    <a:pt x="1203907" y="1668810"/>
                  </a:lnTo>
                  <a:lnTo>
                    <a:pt x="1202626" y="1668810"/>
                  </a:lnTo>
                  <a:lnTo>
                    <a:pt x="1201344" y="1668810"/>
                  </a:lnTo>
                  <a:lnTo>
                    <a:pt x="1200062" y="1668810"/>
                  </a:lnTo>
                  <a:lnTo>
                    <a:pt x="1198780" y="1668810"/>
                  </a:lnTo>
                  <a:lnTo>
                    <a:pt x="1197498" y="1668810"/>
                  </a:lnTo>
                  <a:lnTo>
                    <a:pt x="1196216" y="1668810"/>
                  </a:lnTo>
                  <a:lnTo>
                    <a:pt x="1194935" y="1668810"/>
                  </a:lnTo>
                  <a:lnTo>
                    <a:pt x="1193653" y="1668810"/>
                  </a:lnTo>
                  <a:lnTo>
                    <a:pt x="1192371" y="1668810"/>
                  </a:lnTo>
                  <a:lnTo>
                    <a:pt x="1191089" y="1668810"/>
                  </a:lnTo>
                  <a:lnTo>
                    <a:pt x="1189807" y="1668810"/>
                  </a:lnTo>
                  <a:lnTo>
                    <a:pt x="1188525" y="1668810"/>
                  </a:lnTo>
                  <a:lnTo>
                    <a:pt x="1187243" y="1668810"/>
                  </a:lnTo>
                  <a:lnTo>
                    <a:pt x="1185962" y="1668810"/>
                  </a:lnTo>
                  <a:lnTo>
                    <a:pt x="1184680" y="1668810"/>
                  </a:lnTo>
                  <a:lnTo>
                    <a:pt x="1183398" y="1668810"/>
                  </a:lnTo>
                  <a:lnTo>
                    <a:pt x="1182116" y="1668810"/>
                  </a:lnTo>
                  <a:lnTo>
                    <a:pt x="1180834" y="1668810"/>
                  </a:lnTo>
                  <a:lnTo>
                    <a:pt x="1179552" y="1668810"/>
                  </a:lnTo>
                  <a:lnTo>
                    <a:pt x="1178271" y="1668810"/>
                  </a:lnTo>
                  <a:lnTo>
                    <a:pt x="1176989" y="1668810"/>
                  </a:lnTo>
                  <a:lnTo>
                    <a:pt x="1175707" y="1668810"/>
                  </a:lnTo>
                  <a:lnTo>
                    <a:pt x="1174425" y="1668810"/>
                  </a:lnTo>
                  <a:lnTo>
                    <a:pt x="1173143" y="1668810"/>
                  </a:lnTo>
                  <a:lnTo>
                    <a:pt x="1171861" y="1668810"/>
                  </a:lnTo>
                  <a:lnTo>
                    <a:pt x="1170579" y="1668810"/>
                  </a:lnTo>
                  <a:lnTo>
                    <a:pt x="1169298" y="1668810"/>
                  </a:lnTo>
                  <a:lnTo>
                    <a:pt x="1168016" y="1668810"/>
                  </a:lnTo>
                  <a:lnTo>
                    <a:pt x="1166734" y="1668810"/>
                  </a:lnTo>
                  <a:lnTo>
                    <a:pt x="1165452" y="1668810"/>
                  </a:lnTo>
                  <a:lnTo>
                    <a:pt x="1164170" y="1668810"/>
                  </a:lnTo>
                  <a:lnTo>
                    <a:pt x="1162888" y="1668810"/>
                  </a:lnTo>
                  <a:lnTo>
                    <a:pt x="1161607" y="1668810"/>
                  </a:lnTo>
                  <a:lnTo>
                    <a:pt x="1160325" y="1668810"/>
                  </a:lnTo>
                  <a:lnTo>
                    <a:pt x="1159043" y="1668810"/>
                  </a:lnTo>
                  <a:lnTo>
                    <a:pt x="1157761" y="1668810"/>
                  </a:lnTo>
                  <a:lnTo>
                    <a:pt x="1156479" y="1668810"/>
                  </a:lnTo>
                  <a:lnTo>
                    <a:pt x="1155197" y="1668810"/>
                  </a:lnTo>
                  <a:lnTo>
                    <a:pt x="1153916" y="1668810"/>
                  </a:lnTo>
                  <a:lnTo>
                    <a:pt x="1152634" y="1668810"/>
                  </a:lnTo>
                  <a:lnTo>
                    <a:pt x="1151352" y="1668810"/>
                  </a:lnTo>
                  <a:lnTo>
                    <a:pt x="1150070" y="1668810"/>
                  </a:lnTo>
                  <a:lnTo>
                    <a:pt x="1148788" y="1668810"/>
                  </a:lnTo>
                  <a:lnTo>
                    <a:pt x="1147506" y="1668810"/>
                  </a:lnTo>
                  <a:lnTo>
                    <a:pt x="1146224" y="1668810"/>
                  </a:lnTo>
                  <a:lnTo>
                    <a:pt x="1144943" y="1668810"/>
                  </a:lnTo>
                  <a:lnTo>
                    <a:pt x="1143661" y="1668810"/>
                  </a:lnTo>
                  <a:lnTo>
                    <a:pt x="1142379" y="1668810"/>
                  </a:lnTo>
                  <a:lnTo>
                    <a:pt x="1141097" y="1668810"/>
                  </a:lnTo>
                  <a:lnTo>
                    <a:pt x="1139815" y="1668810"/>
                  </a:lnTo>
                  <a:lnTo>
                    <a:pt x="1138533" y="1668810"/>
                  </a:lnTo>
                  <a:lnTo>
                    <a:pt x="1137252" y="1668810"/>
                  </a:lnTo>
                  <a:lnTo>
                    <a:pt x="1135970" y="1668810"/>
                  </a:lnTo>
                  <a:lnTo>
                    <a:pt x="1134688" y="1668810"/>
                  </a:lnTo>
                  <a:lnTo>
                    <a:pt x="1133406" y="1668810"/>
                  </a:lnTo>
                  <a:lnTo>
                    <a:pt x="1132124" y="1668810"/>
                  </a:lnTo>
                  <a:lnTo>
                    <a:pt x="1130842" y="1668810"/>
                  </a:lnTo>
                  <a:lnTo>
                    <a:pt x="1129560" y="1668810"/>
                  </a:lnTo>
                  <a:lnTo>
                    <a:pt x="1128279" y="1668810"/>
                  </a:lnTo>
                  <a:lnTo>
                    <a:pt x="1126997" y="1668810"/>
                  </a:lnTo>
                  <a:lnTo>
                    <a:pt x="1125715" y="1668810"/>
                  </a:lnTo>
                  <a:lnTo>
                    <a:pt x="1124433" y="1668810"/>
                  </a:lnTo>
                  <a:lnTo>
                    <a:pt x="1123151" y="1668810"/>
                  </a:lnTo>
                  <a:lnTo>
                    <a:pt x="1121869" y="1668810"/>
                  </a:lnTo>
                  <a:lnTo>
                    <a:pt x="1120588" y="1668810"/>
                  </a:lnTo>
                  <a:lnTo>
                    <a:pt x="1119306" y="1668810"/>
                  </a:lnTo>
                  <a:lnTo>
                    <a:pt x="1118024" y="1668810"/>
                  </a:lnTo>
                  <a:lnTo>
                    <a:pt x="1116742" y="1668810"/>
                  </a:lnTo>
                  <a:lnTo>
                    <a:pt x="1115460" y="1668810"/>
                  </a:lnTo>
                  <a:lnTo>
                    <a:pt x="1114178" y="1668810"/>
                  </a:lnTo>
                  <a:lnTo>
                    <a:pt x="1112897" y="1668810"/>
                  </a:lnTo>
                  <a:lnTo>
                    <a:pt x="1111615" y="1668810"/>
                  </a:lnTo>
                  <a:lnTo>
                    <a:pt x="1110333" y="1668810"/>
                  </a:lnTo>
                  <a:lnTo>
                    <a:pt x="1109051" y="1668810"/>
                  </a:lnTo>
                  <a:lnTo>
                    <a:pt x="1107769" y="1668810"/>
                  </a:lnTo>
                  <a:lnTo>
                    <a:pt x="1106487" y="1668810"/>
                  </a:lnTo>
                  <a:lnTo>
                    <a:pt x="1105205" y="1668810"/>
                  </a:lnTo>
                  <a:lnTo>
                    <a:pt x="1103924" y="1668810"/>
                  </a:lnTo>
                  <a:lnTo>
                    <a:pt x="1102642" y="1668810"/>
                  </a:lnTo>
                  <a:lnTo>
                    <a:pt x="1101360" y="1668810"/>
                  </a:lnTo>
                  <a:lnTo>
                    <a:pt x="1100078" y="1668810"/>
                  </a:lnTo>
                  <a:lnTo>
                    <a:pt x="1098796" y="1668810"/>
                  </a:lnTo>
                  <a:lnTo>
                    <a:pt x="1097514" y="1668810"/>
                  </a:lnTo>
                  <a:lnTo>
                    <a:pt x="1096233" y="1668810"/>
                  </a:lnTo>
                  <a:lnTo>
                    <a:pt x="1094951" y="1668810"/>
                  </a:lnTo>
                  <a:lnTo>
                    <a:pt x="1093669" y="1668810"/>
                  </a:lnTo>
                  <a:lnTo>
                    <a:pt x="1092387" y="1668810"/>
                  </a:lnTo>
                  <a:lnTo>
                    <a:pt x="1091105" y="1668810"/>
                  </a:lnTo>
                  <a:lnTo>
                    <a:pt x="1089823" y="1668810"/>
                  </a:lnTo>
                  <a:lnTo>
                    <a:pt x="1088541" y="1668810"/>
                  </a:lnTo>
                  <a:lnTo>
                    <a:pt x="1087260" y="1668810"/>
                  </a:lnTo>
                  <a:lnTo>
                    <a:pt x="1085978" y="1668810"/>
                  </a:lnTo>
                  <a:lnTo>
                    <a:pt x="1084696" y="1668810"/>
                  </a:lnTo>
                  <a:lnTo>
                    <a:pt x="1083414" y="1668810"/>
                  </a:lnTo>
                  <a:lnTo>
                    <a:pt x="1082132" y="1668810"/>
                  </a:lnTo>
                  <a:lnTo>
                    <a:pt x="1080850" y="1668810"/>
                  </a:lnTo>
                  <a:lnTo>
                    <a:pt x="1079569" y="1668810"/>
                  </a:lnTo>
                  <a:lnTo>
                    <a:pt x="1078287" y="1668810"/>
                  </a:lnTo>
                  <a:lnTo>
                    <a:pt x="1077005" y="1668810"/>
                  </a:lnTo>
                  <a:lnTo>
                    <a:pt x="1075723" y="1668810"/>
                  </a:lnTo>
                  <a:lnTo>
                    <a:pt x="1074441" y="1668810"/>
                  </a:lnTo>
                  <a:lnTo>
                    <a:pt x="1073159" y="1668810"/>
                  </a:lnTo>
                  <a:lnTo>
                    <a:pt x="1071878" y="1668810"/>
                  </a:lnTo>
                  <a:lnTo>
                    <a:pt x="1070596" y="1668810"/>
                  </a:lnTo>
                  <a:lnTo>
                    <a:pt x="1069314" y="1668810"/>
                  </a:lnTo>
                  <a:lnTo>
                    <a:pt x="1068032" y="1668810"/>
                  </a:lnTo>
                  <a:lnTo>
                    <a:pt x="1066750" y="1668810"/>
                  </a:lnTo>
                  <a:lnTo>
                    <a:pt x="1065468" y="1668810"/>
                  </a:lnTo>
                  <a:lnTo>
                    <a:pt x="1064186" y="1668810"/>
                  </a:lnTo>
                  <a:lnTo>
                    <a:pt x="1062905" y="1668810"/>
                  </a:lnTo>
                  <a:lnTo>
                    <a:pt x="1061623" y="1668810"/>
                  </a:lnTo>
                  <a:lnTo>
                    <a:pt x="1060341" y="1668810"/>
                  </a:lnTo>
                  <a:lnTo>
                    <a:pt x="1059059" y="1668810"/>
                  </a:lnTo>
                  <a:lnTo>
                    <a:pt x="1057777" y="1668810"/>
                  </a:lnTo>
                  <a:lnTo>
                    <a:pt x="1056495" y="1668810"/>
                  </a:lnTo>
                  <a:lnTo>
                    <a:pt x="1055214" y="1668810"/>
                  </a:lnTo>
                  <a:lnTo>
                    <a:pt x="1053932" y="1668810"/>
                  </a:lnTo>
                  <a:lnTo>
                    <a:pt x="1052650" y="1668810"/>
                  </a:lnTo>
                  <a:lnTo>
                    <a:pt x="1051368" y="1668810"/>
                  </a:lnTo>
                  <a:lnTo>
                    <a:pt x="1050086" y="1668810"/>
                  </a:lnTo>
                  <a:lnTo>
                    <a:pt x="1048804" y="1668810"/>
                  </a:lnTo>
                  <a:lnTo>
                    <a:pt x="1047522" y="1668810"/>
                  </a:lnTo>
                  <a:lnTo>
                    <a:pt x="1046241" y="1668810"/>
                  </a:lnTo>
                  <a:lnTo>
                    <a:pt x="1044959" y="1668810"/>
                  </a:lnTo>
                  <a:lnTo>
                    <a:pt x="1043677" y="1668810"/>
                  </a:lnTo>
                  <a:lnTo>
                    <a:pt x="1042395" y="1668810"/>
                  </a:lnTo>
                  <a:lnTo>
                    <a:pt x="1041113" y="1668810"/>
                  </a:lnTo>
                  <a:lnTo>
                    <a:pt x="1039831" y="1668810"/>
                  </a:lnTo>
                  <a:lnTo>
                    <a:pt x="1038550" y="1668810"/>
                  </a:lnTo>
                  <a:lnTo>
                    <a:pt x="1037268" y="1668810"/>
                  </a:lnTo>
                  <a:lnTo>
                    <a:pt x="1035986" y="1668810"/>
                  </a:lnTo>
                  <a:lnTo>
                    <a:pt x="1034704" y="1668810"/>
                  </a:lnTo>
                  <a:lnTo>
                    <a:pt x="1033422" y="1668810"/>
                  </a:lnTo>
                  <a:lnTo>
                    <a:pt x="1032140" y="1668810"/>
                  </a:lnTo>
                  <a:lnTo>
                    <a:pt x="1030858" y="1668810"/>
                  </a:lnTo>
                  <a:lnTo>
                    <a:pt x="1029577" y="1668810"/>
                  </a:lnTo>
                  <a:lnTo>
                    <a:pt x="1028295" y="1668810"/>
                  </a:lnTo>
                  <a:lnTo>
                    <a:pt x="1027013" y="1668810"/>
                  </a:lnTo>
                  <a:lnTo>
                    <a:pt x="1025731" y="1668810"/>
                  </a:lnTo>
                  <a:lnTo>
                    <a:pt x="1024449" y="1668810"/>
                  </a:lnTo>
                  <a:lnTo>
                    <a:pt x="1023167" y="1668810"/>
                  </a:lnTo>
                  <a:lnTo>
                    <a:pt x="1021886" y="1668810"/>
                  </a:lnTo>
                  <a:lnTo>
                    <a:pt x="1020604" y="1668810"/>
                  </a:lnTo>
                  <a:lnTo>
                    <a:pt x="1019322" y="1668810"/>
                  </a:lnTo>
                  <a:lnTo>
                    <a:pt x="1018040" y="1668810"/>
                  </a:lnTo>
                  <a:lnTo>
                    <a:pt x="1016758" y="1668810"/>
                  </a:lnTo>
                  <a:lnTo>
                    <a:pt x="1015476" y="1668810"/>
                  </a:lnTo>
                  <a:lnTo>
                    <a:pt x="1014195" y="1668810"/>
                  </a:lnTo>
                  <a:lnTo>
                    <a:pt x="1012913" y="1668810"/>
                  </a:lnTo>
                  <a:lnTo>
                    <a:pt x="1011631" y="1668810"/>
                  </a:lnTo>
                  <a:lnTo>
                    <a:pt x="1010349" y="1668810"/>
                  </a:lnTo>
                  <a:lnTo>
                    <a:pt x="1009067" y="1668810"/>
                  </a:lnTo>
                  <a:lnTo>
                    <a:pt x="1007785" y="1668810"/>
                  </a:lnTo>
                  <a:lnTo>
                    <a:pt x="1006503" y="1668810"/>
                  </a:lnTo>
                  <a:lnTo>
                    <a:pt x="1005222" y="1668810"/>
                  </a:lnTo>
                  <a:lnTo>
                    <a:pt x="1003940" y="1668810"/>
                  </a:lnTo>
                  <a:lnTo>
                    <a:pt x="1002658" y="1668810"/>
                  </a:lnTo>
                  <a:lnTo>
                    <a:pt x="1001376" y="1668810"/>
                  </a:lnTo>
                  <a:lnTo>
                    <a:pt x="1000094" y="1668810"/>
                  </a:lnTo>
                  <a:lnTo>
                    <a:pt x="998812" y="1668810"/>
                  </a:lnTo>
                  <a:lnTo>
                    <a:pt x="997531" y="1668810"/>
                  </a:lnTo>
                  <a:lnTo>
                    <a:pt x="996249" y="1668810"/>
                  </a:lnTo>
                  <a:lnTo>
                    <a:pt x="994967" y="1668810"/>
                  </a:lnTo>
                  <a:lnTo>
                    <a:pt x="993685" y="1668810"/>
                  </a:lnTo>
                  <a:lnTo>
                    <a:pt x="992403" y="1668810"/>
                  </a:lnTo>
                  <a:lnTo>
                    <a:pt x="991121" y="1668810"/>
                  </a:lnTo>
                  <a:lnTo>
                    <a:pt x="989839" y="1668810"/>
                  </a:lnTo>
                  <a:lnTo>
                    <a:pt x="988558" y="1668810"/>
                  </a:lnTo>
                  <a:lnTo>
                    <a:pt x="987276" y="1668810"/>
                  </a:lnTo>
                  <a:lnTo>
                    <a:pt x="985994" y="1668810"/>
                  </a:lnTo>
                  <a:lnTo>
                    <a:pt x="984712" y="1668810"/>
                  </a:lnTo>
                  <a:lnTo>
                    <a:pt x="983430" y="1668810"/>
                  </a:lnTo>
                  <a:lnTo>
                    <a:pt x="982148" y="1668810"/>
                  </a:lnTo>
                  <a:lnTo>
                    <a:pt x="980867" y="1668810"/>
                  </a:lnTo>
                  <a:lnTo>
                    <a:pt x="979585" y="1668810"/>
                  </a:lnTo>
                  <a:lnTo>
                    <a:pt x="978303" y="1668810"/>
                  </a:lnTo>
                  <a:lnTo>
                    <a:pt x="977021" y="1668810"/>
                  </a:lnTo>
                  <a:lnTo>
                    <a:pt x="975739" y="1668810"/>
                  </a:lnTo>
                  <a:lnTo>
                    <a:pt x="974457" y="1668810"/>
                  </a:lnTo>
                  <a:lnTo>
                    <a:pt x="973176" y="1668810"/>
                  </a:lnTo>
                  <a:lnTo>
                    <a:pt x="971894" y="1668810"/>
                  </a:lnTo>
                  <a:lnTo>
                    <a:pt x="970612" y="1668810"/>
                  </a:lnTo>
                  <a:lnTo>
                    <a:pt x="969330" y="1668810"/>
                  </a:lnTo>
                  <a:lnTo>
                    <a:pt x="968048" y="1668810"/>
                  </a:lnTo>
                  <a:lnTo>
                    <a:pt x="966766" y="1668810"/>
                  </a:lnTo>
                  <a:lnTo>
                    <a:pt x="965484" y="1668810"/>
                  </a:lnTo>
                  <a:lnTo>
                    <a:pt x="964203" y="1668810"/>
                  </a:lnTo>
                  <a:lnTo>
                    <a:pt x="962921" y="1668810"/>
                  </a:lnTo>
                  <a:lnTo>
                    <a:pt x="961639" y="1668810"/>
                  </a:lnTo>
                  <a:lnTo>
                    <a:pt x="960357" y="1668810"/>
                  </a:lnTo>
                  <a:lnTo>
                    <a:pt x="959075" y="1668810"/>
                  </a:lnTo>
                  <a:lnTo>
                    <a:pt x="957793" y="1668810"/>
                  </a:lnTo>
                  <a:lnTo>
                    <a:pt x="956512" y="1668810"/>
                  </a:lnTo>
                  <a:lnTo>
                    <a:pt x="955230" y="1668810"/>
                  </a:lnTo>
                  <a:lnTo>
                    <a:pt x="953948" y="1668810"/>
                  </a:lnTo>
                  <a:lnTo>
                    <a:pt x="952666" y="1668810"/>
                  </a:lnTo>
                  <a:lnTo>
                    <a:pt x="951384" y="1668810"/>
                  </a:lnTo>
                  <a:lnTo>
                    <a:pt x="950102" y="1668810"/>
                  </a:lnTo>
                  <a:lnTo>
                    <a:pt x="948820" y="1668810"/>
                  </a:lnTo>
                  <a:lnTo>
                    <a:pt x="947539" y="1668810"/>
                  </a:lnTo>
                  <a:lnTo>
                    <a:pt x="946257" y="1668810"/>
                  </a:lnTo>
                  <a:lnTo>
                    <a:pt x="944975" y="1668810"/>
                  </a:lnTo>
                  <a:lnTo>
                    <a:pt x="943693" y="1668810"/>
                  </a:lnTo>
                  <a:lnTo>
                    <a:pt x="942411" y="1668810"/>
                  </a:lnTo>
                  <a:lnTo>
                    <a:pt x="941129" y="1668810"/>
                  </a:lnTo>
                  <a:lnTo>
                    <a:pt x="939848" y="1668810"/>
                  </a:lnTo>
                  <a:lnTo>
                    <a:pt x="938566" y="1668810"/>
                  </a:lnTo>
                  <a:lnTo>
                    <a:pt x="937284" y="1668810"/>
                  </a:lnTo>
                  <a:lnTo>
                    <a:pt x="936002" y="1668810"/>
                  </a:lnTo>
                  <a:lnTo>
                    <a:pt x="934720" y="1668810"/>
                  </a:lnTo>
                  <a:lnTo>
                    <a:pt x="933438" y="1668810"/>
                  </a:lnTo>
                  <a:lnTo>
                    <a:pt x="932157" y="1668810"/>
                  </a:lnTo>
                  <a:lnTo>
                    <a:pt x="930875" y="1668810"/>
                  </a:lnTo>
                  <a:lnTo>
                    <a:pt x="929593" y="1668810"/>
                  </a:lnTo>
                  <a:lnTo>
                    <a:pt x="928311" y="1668810"/>
                  </a:lnTo>
                  <a:lnTo>
                    <a:pt x="927029" y="1668810"/>
                  </a:lnTo>
                  <a:lnTo>
                    <a:pt x="925747" y="1668810"/>
                  </a:lnTo>
                  <a:lnTo>
                    <a:pt x="924465" y="1668810"/>
                  </a:lnTo>
                  <a:lnTo>
                    <a:pt x="923184" y="1668810"/>
                  </a:lnTo>
                  <a:lnTo>
                    <a:pt x="921902" y="1668810"/>
                  </a:lnTo>
                  <a:lnTo>
                    <a:pt x="920620" y="1668810"/>
                  </a:lnTo>
                  <a:lnTo>
                    <a:pt x="919338" y="1668810"/>
                  </a:lnTo>
                  <a:lnTo>
                    <a:pt x="918056" y="1668810"/>
                  </a:lnTo>
                  <a:lnTo>
                    <a:pt x="916774" y="1668810"/>
                  </a:lnTo>
                  <a:lnTo>
                    <a:pt x="915493" y="1668810"/>
                  </a:lnTo>
                  <a:lnTo>
                    <a:pt x="914211" y="1668810"/>
                  </a:lnTo>
                  <a:lnTo>
                    <a:pt x="912929" y="1668810"/>
                  </a:lnTo>
                  <a:lnTo>
                    <a:pt x="911647" y="1668810"/>
                  </a:lnTo>
                  <a:lnTo>
                    <a:pt x="910365" y="1668810"/>
                  </a:lnTo>
                  <a:lnTo>
                    <a:pt x="909083" y="1668810"/>
                  </a:lnTo>
                  <a:lnTo>
                    <a:pt x="907801" y="1668810"/>
                  </a:lnTo>
                  <a:lnTo>
                    <a:pt x="906520" y="1668810"/>
                  </a:lnTo>
                  <a:lnTo>
                    <a:pt x="905238" y="1668810"/>
                  </a:lnTo>
                  <a:lnTo>
                    <a:pt x="903956" y="1668810"/>
                  </a:lnTo>
                  <a:lnTo>
                    <a:pt x="902674" y="1668810"/>
                  </a:lnTo>
                  <a:lnTo>
                    <a:pt x="901392" y="1668810"/>
                  </a:lnTo>
                  <a:lnTo>
                    <a:pt x="900110" y="1668810"/>
                  </a:lnTo>
                  <a:lnTo>
                    <a:pt x="898829" y="1668810"/>
                  </a:lnTo>
                  <a:lnTo>
                    <a:pt x="897547" y="1668810"/>
                  </a:lnTo>
                  <a:lnTo>
                    <a:pt x="896265" y="1668810"/>
                  </a:lnTo>
                  <a:lnTo>
                    <a:pt x="894983" y="1668810"/>
                  </a:lnTo>
                  <a:lnTo>
                    <a:pt x="893701" y="1668810"/>
                  </a:lnTo>
                  <a:lnTo>
                    <a:pt x="892419" y="1668810"/>
                  </a:lnTo>
                  <a:lnTo>
                    <a:pt x="891137" y="1668810"/>
                  </a:lnTo>
                  <a:lnTo>
                    <a:pt x="889856" y="1668810"/>
                  </a:lnTo>
                  <a:lnTo>
                    <a:pt x="888574" y="1668810"/>
                  </a:lnTo>
                  <a:lnTo>
                    <a:pt x="887292" y="1668810"/>
                  </a:lnTo>
                  <a:lnTo>
                    <a:pt x="886010" y="1668810"/>
                  </a:lnTo>
                  <a:lnTo>
                    <a:pt x="884728" y="1668810"/>
                  </a:lnTo>
                  <a:lnTo>
                    <a:pt x="883446" y="1668810"/>
                  </a:lnTo>
                  <a:lnTo>
                    <a:pt x="882165" y="1668810"/>
                  </a:lnTo>
                  <a:lnTo>
                    <a:pt x="880883" y="1668810"/>
                  </a:lnTo>
                  <a:lnTo>
                    <a:pt x="879601" y="1668810"/>
                  </a:lnTo>
                  <a:lnTo>
                    <a:pt x="878319" y="1668810"/>
                  </a:lnTo>
                  <a:lnTo>
                    <a:pt x="877037" y="1668810"/>
                  </a:lnTo>
                  <a:lnTo>
                    <a:pt x="875755" y="1668810"/>
                  </a:lnTo>
                  <a:lnTo>
                    <a:pt x="874474" y="1668810"/>
                  </a:lnTo>
                  <a:lnTo>
                    <a:pt x="873192" y="1668810"/>
                  </a:lnTo>
                  <a:lnTo>
                    <a:pt x="871910" y="1668810"/>
                  </a:lnTo>
                  <a:lnTo>
                    <a:pt x="870628" y="1668810"/>
                  </a:lnTo>
                  <a:lnTo>
                    <a:pt x="869346" y="1668810"/>
                  </a:lnTo>
                  <a:lnTo>
                    <a:pt x="868064" y="1668810"/>
                  </a:lnTo>
                  <a:lnTo>
                    <a:pt x="866782" y="1668810"/>
                  </a:lnTo>
                  <a:lnTo>
                    <a:pt x="865501" y="1668810"/>
                  </a:lnTo>
                  <a:lnTo>
                    <a:pt x="864219" y="1668810"/>
                  </a:lnTo>
                  <a:lnTo>
                    <a:pt x="862937" y="1668810"/>
                  </a:lnTo>
                  <a:lnTo>
                    <a:pt x="861655" y="1668810"/>
                  </a:lnTo>
                  <a:lnTo>
                    <a:pt x="860373" y="1668810"/>
                  </a:lnTo>
                  <a:lnTo>
                    <a:pt x="859091" y="1668810"/>
                  </a:lnTo>
                  <a:lnTo>
                    <a:pt x="857810" y="1668810"/>
                  </a:lnTo>
                  <a:lnTo>
                    <a:pt x="856528" y="1668810"/>
                  </a:lnTo>
                  <a:lnTo>
                    <a:pt x="855246" y="1668810"/>
                  </a:lnTo>
                  <a:lnTo>
                    <a:pt x="853964" y="1668810"/>
                  </a:lnTo>
                  <a:lnTo>
                    <a:pt x="852682" y="1668810"/>
                  </a:lnTo>
                  <a:lnTo>
                    <a:pt x="851400" y="1668810"/>
                  </a:lnTo>
                  <a:lnTo>
                    <a:pt x="850118" y="1668810"/>
                  </a:lnTo>
                  <a:lnTo>
                    <a:pt x="848837" y="1668810"/>
                  </a:lnTo>
                  <a:lnTo>
                    <a:pt x="847555" y="1668810"/>
                  </a:lnTo>
                  <a:lnTo>
                    <a:pt x="846273" y="1668810"/>
                  </a:lnTo>
                  <a:lnTo>
                    <a:pt x="844991" y="1668810"/>
                  </a:lnTo>
                  <a:lnTo>
                    <a:pt x="843709" y="1668810"/>
                  </a:lnTo>
                  <a:lnTo>
                    <a:pt x="842427" y="1668810"/>
                  </a:lnTo>
                  <a:lnTo>
                    <a:pt x="841146" y="1668810"/>
                  </a:lnTo>
                  <a:lnTo>
                    <a:pt x="839864" y="1668810"/>
                  </a:lnTo>
                  <a:lnTo>
                    <a:pt x="838582" y="1668810"/>
                  </a:lnTo>
                  <a:lnTo>
                    <a:pt x="837300" y="1668810"/>
                  </a:lnTo>
                  <a:lnTo>
                    <a:pt x="836018" y="1668810"/>
                  </a:lnTo>
                  <a:lnTo>
                    <a:pt x="834736" y="1668810"/>
                  </a:lnTo>
                  <a:lnTo>
                    <a:pt x="833455" y="1668810"/>
                  </a:lnTo>
                  <a:lnTo>
                    <a:pt x="832173" y="1668810"/>
                  </a:lnTo>
                  <a:lnTo>
                    <a:pt x="830891" y="1668810"/>
                  </a:lnTo>
                  <a:lnTo>
                    <a:pt x="829609" y="1668810"/>
                  </a:lnTo>
                  <a:lnTo>
                    <a:pt x="828327" y="1668810"/>
                  </a:lnTo>
                  <a:lnTo>
                    <a:pt x="827045" y="1668810"/>
                  </a:lnTo>
                  <a:lnTo>
                    <a:pt x="825763" y="1668810"/>
                  </a:lnTo>
                  <a:lnTo>
                    <a:pt x="824482" y="1668810"/>
                  </a:lnTo>
                  <a:lnTo>
                    <a:pt x="823200" y="1668810"/>
                  </a:lnTo>
                  <a:lnTo>
                    <a:pt x="821918" y="1668810"/>
                  </a:lnTo>
                  <a:lnTo>
                    <a:pt x="820636" y="1668810"/>
                  </a:lnTo>
                  <a:lnTo>
                    <a:pt x="819354" y="1668810"/>
                  </a:lnTo>
                  <a:lnTo>
                    <a:pt x="818072" y="1668810"/>
                  </a:lnTo>
                  <a:lnTo>
                    <a:pt x="816791" y="1668810"/>
                  </a:lnTo>
                  <a:lnTo>
                    <a:pt x="815509" y="1668810"/>
                  </a:lnTo>
                  <a:lnTo>
                    <a:pt x="814227" y="1668810"/>
                  </a:lnTo>
                  <a:lnTo>
                    <a:pt x="812945" y="1668810"/>
                  </a:lnTo>
                  <a:lnTo>
                    <a:pt x="811663" y="1668810"/>
                  </a:lnTo>
                  <a:lnTo>
                    <a:pt x="810381" y="1668810"/>
                  </a:lnTo>
                  <a:lnTo>
                    <a:pt x="809099" y="1668810"/>
                  </a:lnTo>
                  <a:lnTo>
                    <a:pt x="807818" y="1668810"/>
                  </a:lnTo>
                  <a:lnTo>
                    <a:pt x="806536" y="1668810"/>
                  </a:lnTo>
                  <a:lnTo>
                    <a:pt x="805254" y="1668810"/>
                  </a:lnTo>
                  <a:lnTo>
                    <a:pt x="803972" y="1668810"/>
                  </a:lnTo>
                  <a:lnTo>
                    <a:pt x="802690" y="1668810"/>
                  </a:lnTo>
                  <a:lnTo>
                    <a:pt x="801408" y="1668810"/>
                  </a:lnTo>
                  <a:lnTo>
                    <a:pt x="800127" y="1668810"/>
                  </a:lnTo>
                  <a:lnTo>
                    <a:pt x="798845" y="1668810"/>
                  </a:lnTo>
                  <a:lnTo>
                    <a:pt x="797563" y="1668810"/>
                  </a:lnTo>
                  <a:lnTo>
                    <a:pt x="796281" y="1668810"/>
                  </a:lnTo>
                  <a:lnTo>
                    <a:pt x="794999" y="1668810"/>
                  </a:lnTo>
                  <a:lnTo>
                    <a:pt x="793717" y="1668810"/>
                  </a:lnTo>
                  <a:lnTo>
                    <a:pt x="792435" y="1668810"/>
                  </a:lnTo>
                  <a:lnTo>
                    <a:pt x="791154" y="1668810"/>
                  </a:lnTo>
                  <a:lnTo>
                    <a:pt x="789872" y="1668810"/>
                  </a:lnTo>
                  <a:lnTo>
                    <a:pt x="788590" y="1668810"/>
                  </a:lnTo>
                  <a:lnTo>
                    <a:pt x="787308" y="1668810"/>
                  </a:lnTo>
                  <a:lnTo>
                    <a:pt x="786026" y="1668810"/>
                  </a:lnTo>
                  <a:lnTo>
                    <a:pt x="784744" y="1668810"/>
                  </a:lnTo>
                  <a:lnTo>
                    <a:pt x="783463" y="1668810"/>
                  </a:lnTo>
                  <a:lnTo>
                    <a:pt x="782181" y="1668810"/>
                  </a:lnTo>
                  <a:lnTo>
                    <a:pt x="780899" y="1668810"/>
                  </a:lnTo>
                  <a:lnTo>
                    <a:pt x="779617" y="1668810"/>
                  </a:lnTo>
                  <a:lnTo>
                    <a:pt x="778335" y="1668810"/>
                  </a:lnTo>
                  <a:lnTo>
                    <a:pt x="777053" y="1668810"/>
                  </a:lnTo>
                  <a:lnTo>
                    <a:pt x="775772" y="1668810"/>
                  </a:lnTo>
                  <a:lnTo>
                    <a:pt x="774490" y="1668810"/>
                  </a:lnTo>
                  <a:lnTo>
                    <a:pt x="773208" y="1668810"/>
                  </a:lnTo>
                  <a:lnTo>
                    <a:pt x="771926" y="1668810"/>
                  </a:lnTo>
                  <a:lnTo>
                    <a:pt x="770644" y="1668810"/>
                  </a:lnTo>
                  <a:lnTo>
                    <a:pt x="769362" y="1668810"/>
                  </a:lnTo>
                  <a:lnTo>
                    <a:pt x="768080" y="1668810"/>
                  </a:lnTo>
                  <a:lnTo>
                    <a:pt x="766799" y="1668810"/>
                  </a:lnTo>
                  <a:lnTo>
                    <a:pt x="765517" y="1668810"/>
                  </a:lnTo>
                  <a:lnTo>
                    <a:pt x="764235" y="1668810"/>
                  </a:lnTo>
                  <a:lnTo>
                    <a:pt x="762953" y="1668810"/>
                  </a:lnTo>
                  <a:lnTo>
                    <a:pt x="761671" y="1668810"/>
                  </a:lnTo>
                  <a:lnTo>
                    <a:pt x="760389" y="1668810"/>
                  </a:lnTo>
                  <a:lnTo>
                    <a:pt x="759108" y="1668810"/>
                  </a:lnTo>
                  <a:lnTo>
                    <a:pt x="757826" y="1668810"/>
                  </a:lnTo>
                  <a:lnTo>
                    <a:pt x="756544" y="1668810"/>
                  </a:lnTo>
                  <a:lnTo>
                    <a:pt x="755262" y="1668810"/>
                  </a:lnTo>
                  <a:lnTo>
                    <a:pt x="753980" y="1668810"/>
                  </a:lnTo>
                  <a:lnTo>
                    <a:pt x="752698" y="1668810"/>
                  </a:lnTo>
                  <a:lnTo>
                    <a:pt x="751416" y="1668810"/>
                  </a:lnTo>
                  <a:lnTo>
                    <a:pt x="750135" y="1668810"/>
                  </a:lnTo>
                  <a:lnTo>
                    <a:pt x="748853" y="1668810"/>
                  </a:lnTo>
                  <a:lnTo>
                    <a:pt x="747571" y="1668810"/>
                  </a:lnTo>
                  <a:lnTo>
                    <a:pt x="746289" y="1668810"/>
                  </a:lnTo>
                  <a:lnTo>
                    <a:pt x="745007" y="1668810"/>
                  </a:lnTo>
                  <a:lnTo>
                    <a:pt x="743725" y="1668810"/>
                  </a:lnTo>
                  <a:lnTo>
                    <a:pt x="742444" y="1668810"/>
                  </a:lnTo>
                  <a:lnTo>
                    <a:pt x="741162" y="1668810"/>
                  </a:lnTo>
                  <a:lnTo>
                    <a:pt x="739880" y="1668810"/>
                  </a:lnTo>
                  <a:lnTo>
                    <a:pt x="738598" y="1668810"/>
                  </a:lnTo>
                  <a:lnTo>
                    <a:pt x="737316" y="1668810"/>
                  </a:lnTo>
                  <a:lnTo>
                    <a:pt x="736034" y="1668810"/>
                  </a:lnTo>
                  <a:lnTo>
                    <a:pt x="734753" y="1668810"/>
                  </a:lnTo>
                  <a:lnTo>
                    <a:pt x="733471" y="1668810"/>
                  </a:lnTo>
                  <a:lnTo>
                    <a:pt x="732189" y="1668810"/>
                  </a:lnTo>
                  <a:lnTo>
                    <a:pt x="730907" y="1668810"/>
                  </a:lnTo>
                  <a:lnTo>
                    <a:pt x="729625" y="1668810"/>
                  </a:lnTo>
                  <a:lnTo>
                    <a:pt x="728343" y="1668810"/>
                  </a:lnTo>
                  <a:lnTo>
                    <a:pt x="727061" y="1668810"/>
                  </a:lnTo>
                  <a:lnTo>
                    <a:pt x="725780" y="1668810"/>
                  </a:lnTo>
                  <a:lnTo>
                    <a:pt x="724498" y="1668810"/>
                  </a:lnTo>
                  <a:lnTo>
                    <a:pt x="723216" y="1668810"/>
                  </a:lnTo>
                  <a:lnTo>
                    <a:pt x="721934" y="1668810"/>
                  </a:lnTo>
                  <a:lnTo>
                    <a:pt x="720652" y="1668810"/>
                  </a:lnTo>
                  <a:lnTo>
                    <a:pt x="719370" y="1668810"/>
                  </a:lnTo>
                  <a:lnTo>
                    <a:pt x="718089" y="1668810"/>
                  </a:lnTo>
                  <a:lnTo>
                    <a:pt x="716807" y="1668810"/>
                  </a:lnTo>
                  <a:lnTo>
                    <a:pt x="715525" y="1668810"/>
                  </a:lnTo>
                  <a:lnTo>
                    <a:pt x="714243" y="1668810"/>
                  </a:lnTo>
                  <a:lnTo>
                    <a:pt x="712961" y="1668810"/>
                  </a:lnTo>
                  <a:lnTo>
                    <a:pt x="711679" y="1668810"/>
                  </a:lnTo>
                  <a:lnTo>
                    <a:pt x="710397" y="1668810"/>
                  </a:lnTo>
                  <a:lnTo>
                    <a:pt x="709116" y="1668810"/>
                  </a:lnTo>
                  <a:lnTo>
                    <a:pt x="707834" y="1668810"/>
                  </a:lnTo>
                  <a:lnTo>
                    <a:pt x="706552" y="1668810"/>
                  </a:lnTo>
                  <a:lnTo>
                    <a:pt x="705270" y="1668810"/>
                  </a:lnTo>
                  <a:lnTo>
                    <a:pt x="703988" y="1668810"/>
                  </a:lnTo>
                  <a:lnTo>
                    <a:pt x="702706" y="1668810"/>
                  </a:lnTo>
                  <a:lnTo>
                    <a:pt x="701425" y="1668810"/>
                  </a:lnTo>
                  <a:lnTo>
                    <a:pt x="700143" y="1668810"/>
                  </a:lnTo>
                  <a:lnTo>
                    <a:pt x="698861" y="1668810"/>
                  </a:lnTo>
                  <a:lnTo>
                    <a:pt x="697579" y="1668810"/>
                  </a:lnTo>
                  <a:lnTo>
                    <a:pt x="696297" y="1668810"/>
                  </a:lnTo>
                  <a:lnTo>
                    <a:pt x="695015" y="1668810"/>
                  </a:lnTo>
                  <a:lnTo>
                    <a:pt x="693734" y="1668810"/>
                  </a:lnTo>
                  <a:lnTo>
                    <a:pt x="692452" y="1668810"/>
                  </a:lnTo>
                  <a:lnTo>
                    <a:pt x="691170" y="1668810"/>
                  </a:lnTo>
                  <a:lnTo>
                    <a:pt x="689888" y="1668810"/>
                  </a:lnTo>
                  <a:lnTo>
                    <a:pt x="688606" y="1668810"/>
                  </a:lnTo>
                  <a:lnTo>
                    <a:pt x="687324" y="1668810"/>
                  </a:lnTo>
                  <a:lnTo>
                    <a:pt x="686042" y="1668810"/>
                  </a:lnTo>
                  <a:lnTo>
                    <a:pt x="684761" y="1668810"/>
                  </a:lnTo>
                  <a:lnTo>
                    <a:pt x="683479" y="1668810"/>
                  </a:lnTo>
                  <a:lnTo>
                    <a:pt x="682197" y="1668810"/>
                  </a:lnTo>
                  <a:lnTo>
                    <a:pt x="680915" y="1668810"/>
                  </a:lnTo>
                  <a:lnTo>
                    <a:pt x="679633" y="1668810"/>
                  </a:lnTo>
                  <a:lnTo>
                    <a:pt x="678351" y="1668810"/>
                  </a:lnTo>
                  <a:lnTo>
                    <a:pt x="677070" y="1668810"/>
                  </a:lnTo>
                  <a:lnTo>
                    <a:pt x="675788" y="1668810"/>
                  </a:lnTo>
                  <a:lnTo>
                    <a:pt x="674506" y="1668810"/>
                  </a:lnTo>
                  <a:lnTo>
                    <a:pt x="673224" y="1668810"/>
                  </a:lnTo>
                  <a:lnTo>
                    <a:pt x="671942" y="1668810"/>
                  </a:lnTo>
                  <a:lnTo>
                    <a:pt x="670660" y="1668810"/>
                  </a:lnTo>
                  <a:lnTo>
                    <a:pt x="669378" y="1668810"/>
                  </a:lnTo>
                  <a:lnTo>
                    <a:pt x="668097" y="1668810"/>
                  </a:lnTo>
                  <a:lnTo>
                    <a:pt x="666815" y="1668810"/>
                  </a:lnTo>
                  <a:lnTo>
                    <a:pt x="665533" y="1668810"/>
                  </a:lnTo>
                  <a:lnTo>
                    <a:pt x="664251" y="1668810"/>
                  </a:lnTo>
                  <a:lnTo>
                    <a:pt x="662969" y="1668810"/>
                  </a:lnTo>
                  <a:lnTo>
                    <a:pt x="661687" y="1668810"/>
                  </a:lnTo>
                  <a:lnTo>
                    <a:pt x="660406" y="1668810"/>
                  </a:lnTo>
                  <a:lnTo>
                    <a:pt x="659124" y="1668810"/>
                  </a:lnTo>
                  <a:lnTo>
                    <a:pt x="657842" y="1668810"/>
                  </a:lnTo>
                  <a:lnTo>
                    <a:pt x="656560" y="1668810"/>
                  </a:lnTo>
                  <a:lnTo>
                    <a:pt x="655278" y="1668810"/>
                  </a:lnTo>
                  <a:lnTo>
                    <a:pt x="653996" y="1668810"/>
                  </a:lnTo>
                  <a:lnTo>
                    <a:pt x="652714" y="1668810"/>
                  </a:lnTo>
                  <a:lnTo>
                    <a:pt x="651433" y="1668810"/>
                  </a:lnTo>
                  <a:lnTo>
                    <a:pt x="650151" y="1668810"/>
                  </a:lnTo>
                  <a:lnTo>
                    <a:pt x="648869" y="1668810"/>
                  </a:lnTo>
                  <a:lnTo>
                    <a:pt x="647587" y="1668810"/>
                  </a:lnTo>
                  <a:lnTo>
                    <a:pt x="646305" y="1668810"/>
                  </a:lnTo>
                  <a:lnTo>
                    <a:pt x="645023" y="1668810"/>
                  </a:lnTo>
                  <a:lnTo>
                    <a:pt x="643742" y="1668810"/>
                  </a:lnTo>
                  <a:lnTo>
                    <a:pt x="642460" y="1668810"/>
                  </a:lnTo>
                  <a:lnTo>
                    <a:pt x="641178" y="1668810"/>
                  </a:lnTo>
                  <a:lnTo>
                    <a:pt x="639896" y="1668810"/>
                  </a:lnTo>
                  <a:lnTo>
                    <a:pt x="638614" y="1668810"/>
                  </a:lnTo>
                  <a:lnTo>
                    <a:pt x="637332" y="1668810"/>
                  </a:lnTo>
                  <a:lnTo>
                    <a:pt x="636051" y="1668810"/>
                  </a:lnTo>
                  <a:lnTo>
                    <a:pt x="634769" y="1668810"/>
                  </a:lnTo>
                  <a:lnTo>
                    <a:pt x="633487" y="1668810"/>
                  </a:lnTo>
                  <a:lnTo>
                    <a:pt x="632205" y="1668810"/>
                  </a:lnTo>
                  <a:lnTo>
                    <a:pt x="630923" y="1668810"/>
                  </a:lnTo>
                  <a:lnTo>
                    <a:pt x="629641" y="1668810"/>
                  </a:lnTo>
                  <a:lnTo>
                    <a:pt x="628359" y="1668810"/>
                  </a:lnTo>
                  <a:lnTo>
                    <a:pt x="627078" y="1668810"/>
                  </a:lnTo>
                  <a:lnTo>
                    <a:pt x="625796" y="1668810"/>
                  </a:lnTo>
                  <a:lnTo>
                    <a:pt x="624514" y="1668810"/>
                  </a:lnTo>
                  <a:lnTo>
                    <a:pt x="623232" y="1668810"/>
                  </a:lnTo>
                  <a:lnTo>
                    <a:pt x="621950" y="1668810"/>
                  </a:lnTo>
                  <a:lnTo>
                    <a:pt x="620668" y="1668810"/>
                  </a:lnTo>
                  <a:lnTo>
                    <a:pt x="619387" y="1668810"/>
                  </a:lnTo>
                  <a:lnTo>
                    <a:pt x="618105" y="1668810"/>
                  </a:lnTo>
                  <a:lnTo>
                    <a:pt x="616823" y="1668810"/>
                  </a:lnTo>
                  <a:lnTo>
                    <a:pt x="615541" y="1668810"/>
                  </a:lnTo>
                  <a:lnTo>
                    <a:pt x="614259" y="1668810"/>
                  </a:lnTo>
                  <a:lnTo>
                    <a:pt x="612977" y="1668810"/>
                  </a:lnTo>
                  <a:lnTo>
                    <a:pt x="611695" y="1668810"/>
                  </a:lnTo>
                  <a:lnTo>
                    <a:pt x="610414" y="1668810"/>
                  </a:lnTo>
                  <a:lnTo>
                    <a:pt x="609132" y="1668810"/>
                  </a:lnTo>
                  <a:lnTo>
                    <a:pt x="607850" y="1668810"/>
                  </a:lnTo>
                  <a:lnTo>
                    <a:pt x="606568" y="1668810"/>
                  </a:lnTo>
                  <a:lnTo>
                    <a:pt x="605286" y="1668810"/>
                  </a:lnTo>
                  <a:lnTo>
                    <a:pt x="604004" y="1668810"/>
                  </a:lnTo>
                  <a:lnTo>
                    <a:pt x="602723" y="1668810"/>
                  </a:lnTo>
                  <a:lnTo>
                    <a:pt x="601441" y="1668810"/>
                  </a:lnTo>
                  <a:lnTo>
                    <a:pt x="600159" y="1668810"/>
                  </a:lnTo>
                  <a:lnTo>
                    <a:pt x="598877" y="1668810"/>
                  </a:lnTo>
                  <a:lnTo>
                    <a:pt x="597595" y="1668810"/>
                  </a:lnTo>
                  <a:lnTo>
                    <a:pt x="596313" y="1668810"/>
                  </a:lnTo>
                  <a:lnTo>
                    <a:pt x="595032" y="1668810"/>
                  </a:lnTo>
                  <a:lnTo>
                    <a:pt x="593750" y="1668810"/>
                  </a:lnTo>
                  <a:lnTo>
                    <a:pt x="592468" y="1668810"/>
                  </a:lnTo>
                  <a:lnTo>
                    <a:pt x="591186" y="1668810"/>
                  </a:lnTo>
                  <a:lnTo>
                    <a:pt x="589904" y="1668810"/>
                  </a:lnTo>
                  <a:lnTo>
                    <a:pt x="588622" y="1668810"/>
                  </a:lnTo>
                  <a:lnTo>
                    <a:pt x="587340" y="1668810"/>
                  </a:lnTo>
                  <a:lnTo>
                    <a:pt x="586059" y="1668810"/>
                  </a:lnTo>
                  <a:lnTo>
                    <a:pt x="584777" y="1668810"/>
                  </a:lnTo>
                  <a:lnTo>
                    <a:pt x="583495" y="1668810"/>
                  </a:lnTo>
                  <a:lnTo>
                    <a:pt x="582213" y="1668810"/>
                  </a:lnTo>
                  <a:lnTo>
                    <a:pt x="580931" y="1668810"/>
                  </a:lnTo>
                  <a:lnTo>
                    <a:pt x="579649" y="1668810"/>
                  </a:lnTo>
                  <a:lnTo>
                    <a:pt x="578368" y="1668810"/>
                  </a:lnTo>
                  <a:lnTo>
                    <a:pt x="577086" y="1668810"/>
                  </a:lnTo>
                  <a:lnTo>
                    <a:pt x="575804" y="1668810"/>
                  </a:lnTo>
                  <a:lnTo>
                    <a:pt x="574522" y="1668810"/>
                  </a:lnTo>
                  <a:lnTo>
                    <a:pt x="573240" y="1668810"/>
                  </a:lnTo>
                  <a:lnTo>
                    <a:pt x="571958" y="1668810"/>
                  </a:lnTo>
                  <a:lnTo>
                    <a:pt x="570676" y="1668810"/>
                  </a:lnTo>
                  <a:lnTo>
                    <a:pt x="569395" y="1668810"/>
                  </a:lnTo>
                  <a:lnTo>
                    <a:pt x="568113" y="1668810"/>
                  </a:lnTo>
                  <a:lnTo>
                    <a:pt x="566831" y="1668810"/>
                  </a:lnTo>
                  <a:lnTo>
                    <a:pt x="565549" y="1668810"/>
                  </a:lnTo>
                  <a:lnTo>
                    <a:pt x="564267" y="1668810"/>
                  </a:lnTo>
                  <a:lnTo>
                    <a:pt x="562985" y="1668810"/>
                  </a:lnTo>
                  <a:lnTo>
                    <a:pt x="561704" y="1668810"/>
                  </a:lnTo>
                  <a:lnTo>
                    <a:pt x="560422" y="1668810"/>
                  </a:lnTo>
                  <a:lnTo>
                    <a:pt x="559140" y="1668810"/>
                  </a:lnTo>
                  <a:lnTo>
                    <a:pt x="557858" y="1668810"/>
                  </a:lnTo>
                  <a:lnTo>
                    <a:pt x="556576" y="1668810"/>
                  </a:lnTo>
                  <a:lnTo>
                    <a:pt x="555294" y="1668810"/>
                  </a:lnTo>
                  <a:lnTo>
                    <a:pt x="554013" y="1668810"/>
                  </a:lnTo>
                  <a:lnTo>
                    <a:pt x="552731" y="1668810"/>
                  </a:lnTo>
                  <a:lnTo>
                    <a:pt x="551449" y="1668810"/>
                  </a:lnTo>
                  <a:lnTo>
                    <a:pt x="550167" y="1668810"/>
                  </a:lnTo>
                  <a:lnTo>
                    <a:pt x="548885" y="1668810"/>
                  </a:lnTo>
                  <a:lnTo>
                    <a:pt x="547603" y="1668810"/>
                  </a:lnTo>
                  <a:lnTo>
                    <a:pt x="546321" y="1668810"/>
                  </a:lnTo>
                  <a:lnTo>
                    <a:pt x="545040" y="1668810"/>
                  </a:lnTo>
                  <a:lnTo>
                    <a:pt x="543758" y="1668810"/>
                  </a:lnTo>
                  <a:lnTo>
                    <a:pt x="542476" y="1668810"/>
                  </a:lnTo>
                  <a:lnTo>
                    <a:pt x="541194" y="1668810"/>
                  </a:lnTo>
                  <a:lnTo>
                    <a:pt x="539912" y="1668810"/>
                  </a:lnTo>
                  <a:lnTo>
                    <a:pt x="538630" y="1668810"/>
                  </a:lnTo>
                  <a:lnTo>
                    <a:pt x="537349" y="1668810"/>
                  </a:lnTo>
                  <a:lnTo>
                    <a:pt x="536067" y="1668810"/>
                  </a:lnTo>
                  <a:lnTo>
                    <a:pt x="534785" y="1668810"/>
                  </a:lnTo>
                  <a:lnTo>
                    <a:pt x="533503" y="1668810"/>
                  </a:lnTo>
                  <a:lnTo>
                    <a:pt x="532221" y="1668810"/>
                  </a:lnTo>
                  <a:lnTo>
                    <a:pt x="530939" y="1668810"/>
                  </a:lnTo>
                  <a:lnTo>
                    <a:pt x="529657" y="1668810"/>
                  </a:lnTo>
                  <a:lnTo>
                    <a:pt x="528376" y="1668810"/>
                  </a:lnTo>
                  <a:lnTo>
                    <a:pt x="527094" y="1668810"/>
                  </a:lnTo>
                  <a:lnTo>
                    <a:pt x="525812" y="1668810"/>
                  </a:lnTo>
                  <a:lnTo>
                    <a:pt x="524530" y="1668810"/>
                  </a:lnTo>
                  <a:lnTo>
                    <a:pt x="523248" y="1668810"/>
                  </a:lnTo>
                  <a:lnTo>
                    <a:pt x="521966" y="1668810"/>
                  </a:lnTo>
                  <a:lnTo>
                    <a:pt x="520685" y="1668810"/>
                  </a:lnTo>
                  <a:lnTo>
                    <a:pt x="519403" y="1668810"/>
                  </a:lnTo>
                  <a:lnTo>
                    <a:pt x="518121" y="1668810"/>
                  </a:lnTo>
                  <a:lnTo>
                    <a:pt x="516839" y="1668810"/>
                  </a:lnTo>
                  <a:lnTo>
                    <a:pt x="515557" y="1668810"/>
                  </a:lnTo>
                  <a:lnTo>
                    <a:pt x="514275" y="1668810"/>
                  </a:lnTo>
                  <a:lnTo>
                    <a:pt x="512993" y="1668810"/>
                  </a:lnTo>
                  <a:lnTo>
                    <a:pt x="511712" y="1668810"/>
                  </a:lnTo>
                  <a:lnTo>
                    <a:pt x="510430" y="1668810"/>
                  </a:lnTo>
                  <a:lnTo>
                    <a:pt x="509148" y="1668810"/>
                  </a:lnTo>
                  <a:lnTo>
                    <a:pt x="507866" y="1668810"/>
                  </a:lnTo>
                  <a:lnTo>
                    <a:pt x="506584" y="1668810"/>
                  </a:lnTo>
                  <a:lnTo>
                    <a:pt x="505302" y="1668810"/>
                  </a:lnTo>
                  <a:lnTo>
                    <a:pt x="504021" y="1668810"/>
                  </a:lnTo>
                  <a:lnTo>
                    <a:pt x="502739" y="1668810"/>
                  </a:lnTo>
                  <a:lnTo>
                    <a:pt x="501457" y="1668810"/>
                  </a:lnTo>
                  <a:lnTo>
                    <a:pt x="500175" y="1668810"/>
                  </a:lnTo>
                  <a:lnTo>
                    <a:pt x="498893" y="1668810"/>
                  </a:lnTo>
                  <a:lnTo>
                    <a:pt x="497611" y="1668810"/>
                  </a:lnTo>
                  <a:lnTo>
                    <a:pt x="496330" y="1668810"/>
                  </a:lnTo>
                  <a:lnTo>
                    <a:pt x="495048" y="1668810"/>
                  </a:lnTo>
                  <a:lnTo>
                    <a:pt x="493766" y="1668810"/>
                  </a:lnTo>
                  <a:lnTo>
                    <a:pt x="492484" y="1668810"/>
                  </a:lnTo>
                  <a:lnTo>
                    <a:pt x="491202" y="1668810"/>
                  </a:lnTo>
                  <a:lnTo>
                    <a:pt x="489920" y="1668810"/>
                  </a:lnTo>
                  <a:lnTo>
                    <a:pt x="488638" y="1668810"/>
                  </a:lnTo>
                  <a:lnTo>
                    <a:pt x="487357" y="1668810"/>
                  </a:lnTo>
                  <a:lnTo>
                    <a:pt x="486075" y="1668810"/>
                  </a:lnTo>
                  <a:lnTo>
                    <a:pt x="484793" y="1668810"/>
                  </a:lnTo>
                  <a:lnTo>
                    <a:pt x="483511" y="1668810"/>
                  </a:lnTo>
                  <a:lnTo>
                    <a:pt x="482229" y="1668810"/>
                  </a:lnTo>
                  <a:lnTo>
                    <a:pt x="480947" y="1668810"/>
                  </a:lnTo>
                  <a:lnTo>
                    <a:pt x="479666" y="1668810"/>
                  </a:lnTo>
                  <a:lnTo>
                    <a:pt x="478384" y="1668810"/>
                  </a:lnTo>
                  <a:lnTo>
                    <a:pt x="477102" y="1668810"/>
                  </a:lnTo>
                  <a:lnTo>
                    <a:pt x="475820" y="1668810"/>
                  </a:lnTo>
                  <a:lnTo>
                    <a:pt x="474538" y="1668810"/>
                  </a:lnTo>
                  <a:lnTo>
                    <a:pt x="473256" y="1668810"/>
                  </a:lnTo>
                  <a:lnTo>
                    <a:pt x="471974" y="1668810"/>
                  </a:lnTo>
                  <a:lnTo>
                    <a:pt x="470693" y="1668810"/>
                  </a:lnTo>
                  <a:lnTo>
                    <a:pt x="469411" y="1668810"/>
                  </a:lnTo>
                  <a:lnTo>
                    <a:pt x="468129" y="1668810"/>
                  </a:lnTo>
                  <a:lnTo>
                    <a:pt x="466847" y="1668810"/>
                  </a:lnTo>
                  <a:lnTo>
                    <a:pt x="465565" y="1668810"/>
                  </a:lnTo>
                  <a:lnTo>
                    <a:pt x="464283" y="1668810"/>
                  </a:lnTo>
                  <a:lnTo>
                    <a:pt x="463002" y="1668810"/>
                  </a:lnTo>
                  <a:lnTo>
                    <a:pt x="461720" y="1668810"/>
                  </a:lnTo>
                  <a:lnTo>
                    <a:pt x="460438" y="1668810"/>
                  </a:lnTo>
                  <a:lnTo>
                    <a:pt x="459156" y="1668810"/>
                  </a:lnTo>
                  <a:lnTo>
                    <a:pt x="457874" y="1668810"/>
                  </a:lnTo>
                  <a:lnTo>
                    <a:pt x="456592" y="1668810"/>
                  </a:lnTo>
                  <a:lnTo>
                    <a:pt x="455311" y="1668810"/>
                  </a:lnTo>
                  <a:lnTo>
                    <a:pt x="454029" y="1668810"/>
                  </a:lnTo>
                  <a:lnTo>
                    <a:pt x="452747" y="1668810"/>
                  </a:lnTo>
                  <a:lnTo>
                    <a:pt x="451465" y="1668810"/>
                  </a:lnTo>
                  <a:lnTo>
                    <a:pt x="450183" y="1668810"/>
                  </a:lnTo>
                  <a:lnTo>
                    <a:pt x="448901" y="1668810"/>
                  </a:lnTo>
                  <a:lnTo>
                    <a:pt x="447619" y="1668810"/>
                  </a:lnTo>
                  <a:lnTo>
                    <a:pt x="446338" y="1668810"/>
                  </a:lnTo>
                  <a:lnTo>
                    <a:pt x="445056" y="1668810"/>
                  </a:lnTo>
                  <a:lnTo>
                    <a:pt x="443774" y="1668810"/>
                  </a:lnTo>
                  <a:lnTo>
                    <a:pt x="442492" y="1668810"/>
                  </a:lnTo>
                  <a:lnTo>
                    <a:pt x="441210" y="1668810"/>
                  </a:lnTo>
                  <a:lnTo>
                    <a:pt x="439928" y="1668810"/>
                  </a:lnTo>
                  <a:lnTo>
                    <a:pt x="438647" y="1668810"/>
                  </a:lnTo>
                  <a:lnTo>
                    <a:pt x="437365" y="1668810"/>
                  </a:lnTo>
                  <a:lnTo>
                    <a:pt x="436083" y="1668810"/>
                  </a:lnTo>
                  <a:lnTo>
                    <a:pt x="434801" y="1668810"/>
                  </a:lnTo>
                  <a:lnTo>
                    <a:pt x="433519" y="1668810"/>
                  </a:lnTo>
                  <a:lnTo>
                    <a:pt x="432237" y="1668810"/>
                  </a:lnTo>
                  <a:lnTo>
                    <a:pt x="430955" y="1668810"/>
                  </a:lnTo>
                  <a:lnTo>
                    <a:pt x="429674" y="1668810"/>
                  </a:lnTo>
                  <a:lnTo>
                    <a:pt x="428392" y="1668810"/>
                  </a:lnTo>
                  <a:lnTo>
                    <a:pt x="427110" y="1668810"/>
                  </a:lnTo>
                  <a:lnTo>
                    <a:pt x="425828" y="1668810"/>
                  </a:lnTo>
                  <a:lnTo>
                    <a:pt x="424546" y="1668810"/>
                  </a:lnTo>
                  <a:lnTo>
                    <a:pt x="423264" y="1668810"/>
                  </a:lnTo>
                  <a:lnTo>
                    <a:pt x="421983" y="1668810"/>
                  </a:lnTo>
                  <a:lnTo>
                    <a:pt x="420701" y="1668810"/>
                  </a:lnTo>
                  <a:lnTo>
                    <a:pt x="419419" y="1668810"/>
                  </a:lnTo>
                  <a:lnTo>
                    <a:pt x="418137" y="1668810"/>
                  </a:lnTo>
                  <a:lnTo>
                    <a:pt x="416855" y="1668810"/>
                  </a:lnTo>
                  <a:lnTo>
                    <a:pt x="415573" y="1668810"/>
                  </a:lnTo>
                  <a:lnTo>
                    <a:pt x="414292" y="1668810"/>
                  </a:lnTo>
                  <a:lnTo>
                    <a:pt x="413010" y="1668810"/>
                  </a:lnTo>
                  <a:lnTo>
                    <a:pt x="411728" y="1668810"/>
                  </a:lnTo>
                  <a:lnTo>
                    <a:pt x="410446" y="1668810"/>
                  </a:lnTo>
                  <a:lnTo>
                    <a:pt x="409164" y="1668810"/>
                  </a:lnTo>
                  <a:lnTo>
                    <a:pt x="407882" y="1668810"/>
                  </a:lnTo>
                  <a:lnTo>
                    <a:pt x="406600" y="1668810"/>
                  </a:lnTo>
                  <a:lnTo>
                    <a:pt x="405319" y="1668810"/>
                  </a:lnTo>
                  <a:lnTo>
                    <a:pt x="404037" y="1668810"/>
                  </a:lnTo>
                  <a:lnTo>
                    <a:pt x="402755" y="1668810"/>
                  </a:lnTo>
                  <a:lnTo>
                    <a:pt x="401473" y="1668810"/>
                  </a:lnTo>
                  <a:lnTo>
                    <a:pt x="400191" y="1668810"/>
                  </a:lnTo>
                  <a:lnTo>
                    <a:pt x="398909" y="1668810"/>
                  </a:lnTo>
                  <a:lnTo>
                    <a:pt x="397628" y="1668810"/>
                  </a:lnTo>
                  <a:lnTo>
                    <a:pt x="396346" y="1668810"/>
                  </a:lnTo>
                  <a:lnTo>
                    <a:pt x="395064" y="1668810"/>
                  </a:lnTo>
                  <a:lnTo>
                    <a:pt x="393782" y="1668810"/>
                  </a:lnTo>
                  <a:lnTo>
                    <a:pt x="392500" y="1668810"/>
                  </a:lnTo>
                  <a:lnTo>
                    <a:pt x="391218" y="1668810"/>
                  </a:lnTo>
                  <a:lnTo>
                    <a:pt x="389936" y="1668810"/>
                  </a:lnTo>
                  <a:lnTo>
                    <a:pt x="388655" y="1668810"/>
                  </a:lnTo>
                  <a:lnTo>
                    <a:pt x="387373" y="1668810"/>
                  </a:lnTo>
                  <a:lnTo>
                    <a:pt x="386091" y="1668810"/>
                  </a:lnTo>
                  <a:lnTo>
                    <a:pt x="384809" y="1668810"/>
                  </a:lnTo>
                  <a:lnTo>
                    <a:pt x="383527" y="1668810"/>
                  </a:lnTo>
                  <a:lnTo>
                    <a:pt x="382245" y="1668810"/>
                  </a:lnTo>
                  <a:lnTo>
                    <a:pt x="380964" y="1668810"/>
                  </a:lnTo>
                  <a:lnTo>
                    <a:pt x="379682" y="1668810"/>
                  </a:lnTo>
                  <a:lnTo>
                    <a:pt x="378400" y="1668810"/>
                  </a:lnTo>
                  <a:lnTo>
                    <a:pt x="377118" y="1668810"/>
                  </a:lnTo>
                  <a:lnTo>
                    <a:pt x="375836" y="1668810"/>
                  </a:lnTo>
                  <a:lnTo>
                    <a:pt x="374554" y="1668810"/>
                  </a:lnTo>
                  <a:lnTo>
                    <a:pt x="373272" y="1668810"/>
                  </a:lnTo>
                  <a:lnTo>
                    <a:pt x="371991" y="1668810"/>
                  </a:lnTo>
                  <a:lnTo>
                    <a:pt x="370709" y="1668810"/>
                  </a:lnTo>
                  <a:lnTo>
                    <a:pt x="369427" y="1668810"/>
                  </a:lnTo>
                  <a:lnTo>
                    <a:pt x="368145" y="1668810"/>
                  </a:lnTo>
                  <a:lnTo>
                    <a:pt x="366863" y="1668810"/>
                  </a:lnTo>
                  <a:lnTo>
                    <a:pt x="365581" y="1668810"/>
                  </a:lnTo>
                  <a:lnTo>
                    <a:pt x="364300" y="1668810"/>
                  </a:lnTo>
                  <a:lnTo>
                    <a:pt x="363018" y="1668810"/>
                  </a:lnTo>
                  <a:lnTo>
                    <a:pt x="361736" y="1668810"/>
                  </a:lnTo>
                  <a:lnTo>
                    <a:pt x="360454" y="1668810"/>
                  </a:lnTo>
                  <a:lnTo>
                    <a:pt x="359172" y="1668810"/>
                  </a:lnTo>
                  <a:lnTo>
                    <a:pt x="357890" y="1668810"/>
                  </a:lnTo>
                  <a:lnTo>
                    <a:pt x="356609" y="1668810"/>
                  </a:lnTo>
                  <a:lnTo>
                    <a:pt x="355327" y="1668810"/>
                  </a:lnTo>
                  <a:lnTo>
                    <a:pt x="354045" y="1668810"/>
                  </a:lnTo>
                  <a:lnTo>
                    <a:pt x="352763" y="1668810"/>
                  </a:lnTo>
                  <a:lnTo>
                    <a:pt x="351481" y="1668810"/>
                  </a:lnTo>
                  <a:lnTo>
                    <a:pt x="350199" y="1668810"/>
                  </a:lnTo>
                  <a:lnTo>
                    <a:pt x="348917" y="1668810"/>
                  </a:lnTo>
                  <a:lnTo>
                    <a:pt x="347636" y="1668810"/>
                  </a:lnTo>
                  <a:lnTo>
                    <a:pt x="346354" y="1668810"/>
                  </a:lnTo>
                  <a:lnTo>
                    <a:pt x="345072" y="1668810"/>
                  </a:lnTo>
                  <a:lnTo>
                    <a:pt x="343790" y="1668810"/>
                  </a:lnTo>
                  <a:lnTo>
                    <a:pt x="342508" y="1668810"/>
                  </a:lnTo>
                  <a:lnTo>
                    <a:pt x="341226" y="1668810"/>
                  </a:lnTo>
                  <a:lnTo>
                    <a:pt x="339945" y="1668810"/>
                  </a:lnTo>
                  <a:lnTo>
                    <a:pt x="338663" y="1668810"/>
                  </a:lnTo>
                  <a:lnTo>
                    <a:pt x="337381" y="1668810"/>
                  </a:lnTo>
                  <a:lnTo>
                    <a:pt x="336099" y="1668810"/>
                  </a:lnTo>
                  <a:lnTo>
                    <a:pt x="334817" y="1668810"/>
                  </a:lnTo>
                  <a:lnTo>
                    <a:pt x="333535" y="1668810"/>
                  </a:lnTo>
                  <a:lnTo>
                    <a:pt x="332253" y="1668810"/>
                  </a:lnTo>
                  <a:lnTo>
                    <a:pt x="330972" y="1668810"/>
                  </a:lnTo>
                  <a:lnTo>
                    <a:pt x="329690" y="1668810"/>
                  </a:lnTo>
                  <a:lnTo>
                    <a:pt x="328408" y="1668810"/>
                  </a:lnTo>
                  <a:lnTo>
                    <a:pt x="327126" y="1668810"/>
                  </a:lnTo>
                  <a:lnTo>
                    <a:pt x="325844" y="1668810"/>
                  </a:lnTo>
                  <a:lnTo>
                    <a:pt x="324562" y="1668810"/>
                  </a:lnTo>
                  <a:lnTo>
                    <a:pt x="323281" y="1668810"/>
                  </a:lnTo>
                  <a:lnTo>
                    <a:pt x="321999" y="1668810"/>
                  </a:lnTo>
                  <a:lnTo>
                    <a:pt x="320717" y="1668810"/>
                  </a:lnTo>
                  <a:lnTo>
                    <a:pt x="319435" y="1668810"/>
                  </a:lnTo>
                  <a:lnTo>
                    <a:pt x="318153" y="1668810"/>
                  </a:lnTo>
                  <a:lnTo>
                    <a:pt x="316871" y="1668810"/>
                  </a:lnTo>
                  <a:lnTo>
                    <a:pt x="315590" y="1668810"/>
                  </a:lnTo>
                  <a:lnTo>
                    <a:pt x="314308" y="1668810"/>
                  </a:lnTo>
                  <a:lnTo>
                    <a:pt x="313026" y="1668810"/>
                  </a:lnTo>
                  <a:lnTo>
                    <a:pt x="311744" y="1668810"/>
                  </a:lnTo>
                  <a:lnTo>
                    <a:pt x="310462" y="1668810"/>
                  </a:lnTo>
                  <a:lnTo>
                    <a:pt x="309180" y="1668810"/>
                  </a:lnTo>
                  <a:lnTo>
                    <a:pt x="307898" y="1668810"/>
                  </a:lnTo>
                  <a:lnTo>
                    <a:pt x="306617" y="1668810"/>
                  </a:lnTo>
                  <a:lnTo>
                    <a:pt x="305335" y="1668810"/>
                  </a:lnTo>
                  <a:lnTo>
                    <a:pt x="304053" y="1668810"/>
                  </a:lnTo>
                  <a:lnTo>
                    <a:pt x="302771" y="1668810"/>
                  </a:lnTo>
                  <a:lnTo>
                    <a:pt x="301489" y="1668810"/>
                  </a:lnTo>
                  <a:lnTo>
                    <a:pt x="300207" y="1668810"/>
                  </a:lnTo>
                  <a:lnTo>
                    <a:pt x="298926" y="1668810"/>
                  </a:lnTo>
                  <a:lnTo>
                    <a:pt x="297644" y="1668810"/>
                  </a:lnTo>
                  <a:lnTo>
                    <a:pt x="296362" y="1668810"/>
                  </a:lnTo>
                  <a:lnTo>
                    <a:pt x="295080" y="1668810"/>
                  </a:lnTo>
                  <a:lnTo>
                    <a:pt x="293798" y="1668810"/>
                  </a:lnTo>
                  <a:lnTo>
                    <a:pt x="292516" y="1668810"/>
                  </a:lnTo>
                  <a:lnTo>
                    <a:pt x="291234" y="1668810"/>
                  </a:lnTo>
                  <a:lnTo>
                    <a:pt x="289953" y="1668810"/>
                  </a:lnTo>
                  <a:lnTo>
                    <a:pt x="288671" y="1668810"/>
                  </a:lnTo>
                  <a:lnTo>
                    <a:pt x="287389" y="1668810"/>
                  </a:lnTo>
                  <a:lnTo>
                    <a:pt x="286107" y="1668810"/>
                  </a:lnTo>
                  <a:lnTo>
                    <a:pt x="284825" y="1668810"/>
                  </a:lnTo>
                  <a:lnTo>
                    <a:pt x="283543" y="1668810"/>
                  </a:lnTo>
                  <a:lnTo>
                    <a:pt x="282262" y="1668810"/>
                  </a:lnTo>
                  <a:lnTo>
                    <a:pt x="280980" y="1668810"/>
                  </a:lnTo>
                  <a:lnTo>
                    <a:pt x="279698" y="1668810"/>
                  </a:lnTo>
                  <a:lnTo>
                    <a:pt x="278416" y="1668810"/>
                  </a:lnTo>
                  <a:lnTo>
                    <a:pt x="277134" y="1668810"/>
                  </a:lnTo>
                  <a:lnTo>
                    <a:pt x="275852" y="1668810"/>
                  </a:lnTo>
                  <a:lnTo>
                    <a:pt x="274570" y="1668810"/>
                  </a:lnTo>
                  <a:lnTo>
                    <a:pt x="273289" y="1668810"/>
                  </a:lnTo>
                  <a:lnTo>
                    <a:pt x="272007" y="1668810"/>
                  </a:lnTo>
                  <a:lnTo>
                    <a:pt x="270725" y="1668810"/>
                  </a:lnTo>
                  <a:lnTo>
                    <a:pt x="269443" y="1668810"/>
                  </a:lnTo>
                  <a:lnTo>
                    <a:pt x="268161" y="1668810"/>
                  </a:lnTo>
                  <a:lnTo>
                    <a:pt x="266879" y="1668810"/>
                  </a:lnTo>
                  <a:lnTo>
                    <a:pt x="265598" y="1668810"/>
                  </a:lnTo>
                  <a:lnTo>
                    <a:pt x="264316" y="1668810"/>
                  </a:lnTo>
                  <a:lnTo>
                    <a:pt x="263034" y="1668810"/>
                  </a:lnTo>
                  <a:lnTo>
                    <a:pt x="261752" y="1668810"/>
                  </a:lnTo>
                  <a:lnTo>
                    <a:pt x="260470" y="1668810"/>
                  </a:lnTo>
                  <a:lnTo>
                    <a:pt x="259188" y="1668810"/>
                  </a:lnTo>
                  <a:lnTo>
                    <a:pt x="257907" y="1668810"/>
                  </a:lnTo>
                  <a:lnTo>
                    <a:pt x="256625" y="1668810"/>
                  </a:lnTo>
                  <a:lnTo>
                    <a:pt x="255343" y="1668810"/>
                  </a:lnTo>
                  <a:lnTo>
                    <a:pt x="254061" y="1668810"/>
                  </a:lnTo>
                  <a:lnTo>
                    <a:pt x="252779" y="1668810"/>
                  </a:lnTo>
                  <a:lnTo>
                    <a:pt x="251497" y="1668810"/>
                  </a:lnTo>
                  <a:lnTo>
                    <a:pt x="250215" y="1668810"/>
                  </a:lnTo>
                  <a:lnTo>
                    <a:pt x="248934" y="1668810"/>
                  </a:lnTo>
                  <a:lnTo>
                    <a:pt x="247652" y="1668810"/>
                  </a:lnTo>
                  <a:lnTo>
                    <a:pt x="246370" y="1668810"/>
                  </a:lnTo>
                  <a:lnTo>
                    <a:pt x="245088" y="1668810"/>
                  </a:lnTo>
                  <a:lnTo>
                    <a:pt x="243806" y="1668810"/>
                  </a:lnTo>
                  <a:lnTo>
                    <a:pt x="242524" y="1668810"/>
                  </a:lnTo>
                  <a:lnTo>
                    <a:pt x="241243" y="1668810"/>
                  </a:lnTo>
                  <a:lnTo>
                    <a:pt x="239961" y="1668810"/>
                  </a:lnTo>
                  <a:lnTo>
                    <a:pt x="238679" y="1668810"/>
                  </a:lnTo>
                  <a:lnTo>
                    <a:pt x="237397" y="1668810"/>
                  </a:lnTo>
                  <a:lnTo>
                    <a:pt x="236115" y="1668810"/>
                  </a:lnTo>
                  <a:lnTo>
                    <a:pt x="234833" y="1668810"/>
                  </a:lnTo>
                  <a:lnTo>
                    <a:pt x="233551" y="1668810"/>
                  </a:lnTo>
                  <a:lnTo>
                    <a:pt x="232270" y="1668810"/>
                  </a:lnTo>
                  <a:lnTo>
                    <a:pt x="230988" y="1668810"/>
                  </a:lnTo>
                  <a:lnTo>
                    <a:pt x="229706" y="1668810"/>
                  </a:lnTo>
                  <a:lnTo>
                    <a:pt x="228424" y="1668810"/>
                  </a:lnTo>
                  <a:lnTo>
                    <a:pt x="227142" y="1668810"/>
                  </a:lnTo>
                  <a:lnTo>
                    <a:pt x="225860" y="1668810"/>
                  </a:lnTo>
                  <a:lnTo>
                    <a:pt x="224579" y="1668810"/>
                  </a:lnTo>
                  <a:lnTo>
                    <a:pt x="223297" y="1668810"/>
                  </a:lnTo>
                  <a:lnTo>
                    <a:pt x="222015" y="1668810"/>
                  </a:lnTo>
                  <a:lnTo>
                    <a:pt x="220733" y="1668810"/>
                  </a:lnTo>
                  <a:lnTo>
                    <a:pt x="219451" y="1668810"/>
                  </a:lnTo>
                  <a:lnTo>
                    <a:pt x="218169" y="1668810"/>
                  </a:lnTo>
                  <a:lnTo>
                    <a:pt x="216888" y="1668810"/>
                  </a:lnTo>
                  <a:lnTo>
                    <a:pt x="215606" y="1668810"/>
                  </a:lnTo>
                  <a:lnTo>
                    <a:pt x="214324" y="1668810"/>
                  </a:lnTo>
                  <a:lnTo>
                    <a:pt x="213042" y="1668810"/>
                  </a:lnTo>
                  <a:lnTo>
                    <a:pt x="211760" y="1668810"/>
                  </a:lnTo>
                  <a:lnTo>
                    <a:pt x="210478" y="1668810"/>
                  </a:lnTo>
                  <a:lnTo>
                    <a:pt x="209196" y="1668810"/>
                  </a:lnTo>
                  <a:lnTo>
                    <a:pt x="207915" y="1668810"/>
                  </a:lnTo>
                  <a:lnTo>
                    <a:pt x="206633" y="1668810"/>
                  </a:lnTo>
                  <a:lnTo>
                    <a:pt x="205351" y="1668810"/>
                  </a:lnTo>
                  <a:lnTo>
                    <a:pt x="204069" y="1668810"/>
                  </a:lnTo>
                  <a:lnTo>
                    <a:pt x="202787" y="1668810"/>
                  </a:lnTo>
                  <a:lnTo>
                    <a:pt x="201505" y="1668810"/>
                  </a:lnTo>
                  <a:lnTo>
                    <a:pt x="200224" y="1668810"/>
                  </a:lnTo>
                  <a:lnTo>
                    <a:pt x="198942" y="1668810"/>
                  </a:lnTo>
                  <a:lnTo>
                    <a:pt x="197660" y="1668810"/>
                  </a:lnTo>
                  <a:lnTo>
                    <a:pt x="196378" y="1668810"/>
                  </a:lnTo>
                  <a:lnTo>
                    <a:pt x="195096" y="1668810"/>
                  </a:lnTo>
                  <a:lnTo>
                    <a:pt x="193814" y="1668810"/>
                  </a:lnTo>
                  <a:lnTo>
                    <a:pt x="192532" y="1668810"/>
                  </a:lnTo>
                  <a:lnTo>
                    <a:pt x="191251" y="1668810"/>
                  </a:lnTo>
                  <a:lnTo>
                    <a:pt x="189969" y="1668810"/>
                  </a:lnTo>
                  <a:lnTo>
                    <a:pt x="188687" y="1668810"/>
                  </a:lnTo>
                  <a:lnTo>
                    <a:pt x="187405" y="1668810"/>
                  </a:lnTo>
                  <a:lnTo>
                    <a:pt x="186123" y="1668810"/>
                  </a:lnTo>
                  <a:lnTo>
                    <a:pt x="184841" y="1668810"/>
                  </a:lnTo>
                  <a:lnTo>
                    <a:pt x="183560" y="1668810"/>
                  </a:lnTo>
                  <a:lnTo>
                    <a:pt x="182278" y="1668810"/>
                  </a:lnTo>
                  <a:lnTo>
                    <a:pt x="180996" y="1668810"/>
                  </a:lnTo>
                  <a:lnTo>
                    <a:pt x="179714" y="1668810"/>
                  </a:lnTo>
                  <a:lnTo>
                    <a:pt x="178432" y="1668810"/>
                  </a:lnTo>
                  <a:lnTo>
                    <a:pt x="177150" y="1668810"/>
                  </a:lnTo>
                  <a:lnTo>
                    <a:pt x="175869" y="1668810"/>
                  </a:lnTo>
                  <a:lnTo>
                    <a:pt x="174587" y="1668810"/>
                  </a:lnTo>
                  <a:lnTo>
                    <a:pt x="173305" y="1668810"/>
                  </a:lnTo>
                  <a:lnTo>
                    <a:pt x="172023" y="1668810"/>
                  </a:lnTo>
                  <a:lnTo>
                    <a:pt x="170741" y="1668810"/>
                  </a:lnTo>
                  <a:lnTo>
                    <a:pt x="169459" y="1668810"/>
                  </a:lnTo>
                  <a:lnTo>
                    <a:pt x="168177" y="1668810"/>
                  </a:lnTo>
                  <a:lnTo>
                    <a:pt x="166896" y="1668810"/>
                  </a:lnTo>
                  <a:lnTo>
                    <a:pt x="165614" y="1668810"/>
                  </a:lnTo>
                  <a:lnTo>
                    <a:pt x="164332" y="1668810"/>
                  </a:lnTo>
                  <a:lnTo>
                    <a:pt x="163050" y="1668810"/>
                  </a:lnTo>
                  <a:lnTo>
                    <a:pt x="161768" y="1668810"/>
                  </a:lnTo>
                  <a:lnTo>
                    <a:pt x="160486" y="1668810"/>
                  </a:lnTo>
                  <a:lnTo>
                    <a:pt x="159205" y="1668810"/>
                  </a:lnTo>
                  <a:lnTo>
                    <a:pt x="157923" y="1668810"/>
                  </a:lnTo>
                  <a:lnTo>
                    <a:pt x="156641" y="1668810"/>
                  </a:lnTo>
                  <a:lnTo>
                    <a:pt x="155359" y="1668810"/>
                  </a:lnTo>
                  <a:lnTo>
                    <a:pt x="154077" y="1668810"/>
                  </a:lnTo>
                  <a:lnTo>
                    <a:pt x="152795" y="1668810"/>
                  </a:lnTo>
                  <a:lnTo>
                    <a:pt x="151513" y="1668810"/>
                  </a:lnTo>
                  <a:lnTo>
                    <a:pt x="150232" y="1668810"/>
                  </a:lnTo>
                  <a:lnTo>
                    <a:pt x="148950" y="1668810"/>
                  </a:lnTo>
                  <a:lnTo>
                    <a:pt x="147668" y="1668810"/>
                  </a:lnTo>
                  <a:lnTo>
                    <a:pt x="146386" y="1668810"/>
                  </a:lnTo>
                  <a:lnTo>
                    <a:pt x="145104" y="1668810"/>
                  </a:lnTo>
                  <a:lnTo>
                    <a:pt x="143822" y="1668810"/>
                  </a:lnTo>
                  <a:lnTo>
                    <a:pt x="142541" y="1668810"/>
                  </a:lnTo>
                  <a:lnTo>
                    <a:pt x="141259" y="1668810"/>
                  </a:lnTo>
                  <a:lnTo>
                    <a:pt x="139977" y="1668810"/>
                  </a:lnTo>
                  <a:lnTo>
                    <a:pt x="138695" y="1668810"/>
                  </a:lnTo>
                  <a:lnTo>
                    <a:pt x="137413" y="1668810"/>
                  </a:lnTo>
                  <a:lnTo>
                    <a:pt x="136131" y="1668810"/>
                  </a:lnTo>
                  <a:lnTo>
                    <a:pt x="134849" y="1668810"/>
                  </a:lnTo>
                  <a:lnTo>
                    <a:pt x="133568" y="1668810"/>
                  </a:lnTo>
                  <a:lnTo>
                    <a:pt x="132286" y="1668810"/>
                  </a:lnTo>
                  <a:lnTo>
                    <a:pt x="131004" y="1668810"/>
                  </a:lnTo>
                  <a:lnTo>
                    <a:pt x="129722" y="1668810"/>
                  </a:lnTo>
                  <a:lnTo>
                    <a:pt x="128440" y="1668810"/>
                  </a:lnTo>
                  <a:lnTo>
                    <a:pt x="127158" y="1668810"/>
                  </a:lnTo>
                  <a:lnTo>
                    <a:pt x="125877" y="1668810"/>
                  </a:lnTo>
                  <a:lnTo>
                    <a:pt x="124595" y="1668810"/>
                  </a:lnTo>
                  <a:lnTo>
                    <a:pt x="123313" y="1668810"/>
                  </a:lnTo>
                  <a:lnTo>
                    <a:pt x="122031" y="1668810"/>
                  </a:lnTo>
                  <a:lnTo>
                    <a:pt x="120749" y="1668810"/>
                  </a:lnTo>
                  <a:lnTo>
                    <a:pt x="119467" y="1668810"/>
                  </a:lnTo>
                  <a:lnTo>
                    <a:pt x="118186" y="1668810"/>
                  </a:lnTo>
                  <a:lnTo>
                    <a:pt x="116904" y="1668810"/>
                  </a:lnTo>
                  <a:lnTo>
                    <a:pt x="115622" y="1668810"/>
                  </a:lnTo>
                  <a:lnTo>
                    <a:pt x="114340" y="1668810"/>
                  </a:lnTo>
                  <a:lnTo>
                    <a:pt x="113058" y="1668810"/>
                  </a:lnTo>
                  <a:lnTo>
                    <a:pt x="111776" y="1668810"/>
                  </a:lnTo>
                  <a:lnTo>
                    <a:pt x="110494" y="1668810"/>
                  </a:lnTo>
                  <a:lnTo>
                    <a:pt x="109213" y="1668810"/>
                  </a:lnTo>
                  <a:lnTo>
                    <a:pt x="107931" y="1668810"/>
                  </a:lnTo>
                  <a:lnTo>
                    <a:pt x="106649" y="1668810"/>
                  </a:lnTo>
                  <a:lnTo>
                    <a:pt x="105367" y="1668810"/>
                  </a:lnTo>
                  <a:lnTo>
                    <a:pt x="104085" y="1668810"/>
                  </a:lnTo>
                  <a:lnTo>
                    <a:pt x="102803" y="1668810"/>
                  </a:lnTo>
                  <a:lnTo>
                    <a:pt x="101522" y="1668810"/>
                  </a:lnTo>
                  <a:lnTo>
                    <a:pt x="100240" y="1668810"/>
                  </a:lnTo>
                  <a:lnTo>
                    <a:pt x="98958" y="1668810"/>
                  </a:lnTo>
                  <a:lnTo>
                    <a:pt x="97676" y="1668810"/>
                  </a:lnTo>
                  <a:lnTo>
                    <a:pt x="96394" y="1668810"/>
                  </a:lnTo>
                  <a:lnTo>
                    <a:pt x="95112" y="1668810"/>
                  </a:lnTo>
                  <a:lnTo>
                    <a:pt x="93830" y="1668810"/>
                  </a:lnTo>
                  <a:lnTo>
                    <a:pt x="92549" y="1668810"/>
                  </a:lnTo>
                  <a:lnTo>
                    <a:pt x="91267" y="1668810"/>
                  </a:lnTo>
                  <a:lnTo>
                    <a:pt x="89985" y="1668810"/>
                  </a:lnTo>
                  <a:lnTo>
                    <a:pt x="88703" y="1668810"/>
                  </a:lnTo>
                  <a:lnTo>
                    <a:pt x="87421" y="1668810"/>
                  </a:lnTo>
                  <a:lnTo>
                    <a:pt x="86139" y="1668810"/>
                  </a:lnTo>
                  <a:lnTo>
                    <a:pt x="84858" y="1668810"/>
                  </a:lnTo>
                  <a:lnTo>
                    <a:pt x="83576" y="1668810"/>
                  </a:lnTo>
                  <a:lnTo>
                    <a:pt x="82294" y="1668810"/>
                  </a:lnTo>
                  <a:lnTo>
                    <a:pt x="81012" y="1668810"/>
                  </a:lnTo>
                  <a:lnTo>
                    <a:pt x="79730" y="1668810"/>
                  </a:lnTo>
                  <a:lnTo>
                    <a:pt x="78448" y="1668810"/>
                  </a:lnTo>
                  <a:lnTo>
                    <a:pt x="77167" y="1668810"/>
                  </a:lnTo>
                  <a:lnTo>
                    <a:pt x="75885" y="1668810"/>
                  </a:lnTo>
                  <a:lnTo>
                    <a:pt x="74603" y="1668810"/>
                  </a:lnTo>
                  <a:lnTo>
                    <a:pt x="73321" y="1668810"/>
                  </a:lnTo>
                  <a:lnTo>
                    <a:pt x="72039" y="1668810"/>
                  </a:lnTo>
                  <a:lnTo>
                    <a:pt x="70757" y="1668810"/>
                  </a:lnTo>
                  <a:lnTo>
                    <a:pt x="69475" y="1668810"/>
                  </a:lnTo>
                  <a:lnTo>
                    <a:pt x="68194" y="1668810"/>
                  </a:lnTo>
                  <a:lnTo>
                    <a:pt x="66912" y="1668810"/>
                  </a:lnTo>
                  <a:lnTo>
                    <a:pt x="65630" y="1668810"/>
                  </a:lnTo>
                  <a:lnTo>
                    <a:pt x="64348" y="1668810"/>
                  </a:lnTo>
                  <a:lnTo>
                    <a:pt x="63066" y="1668810"/>
                  </a:lnTo>
                  <a:lnTo>
                    <a:pt x="61784" y="1668810"/>
                  </a:lnTo>
                  <a:lnTo>
                    <a:pt x="60503" y="1668810"/>
                  </a:lnTo>
                  <a:lnTo>
                    <a:pt x="59221" y="1668810"/>
                  </a:lnTo>
                  <a:lnTo>
                    <a:pt x="57939" y="1668810"/>
                  </a:lnTo>
                  <a:lnTo>
                    <a:pt x="56657" y="1668810"/>
                  </a:lnTo>
                  <a:lnTo>
                    <a:pt x="55375" y="1668810"/>
                  </a:lnTo>
                  <a:lnTo>
                    <a:pt x="54093" y="1668810"/>
                  </a:lnTo>
                  <a:lnTo>
                    <a:pt x="52811" y="1668810"/>
                  </a:lnTo>
                  <a:lnTo>
                    <a:pt x="51530" y="1668810"/>
                  </a:lnTo>
                  <a:lnTo>
                    <a:pt x="50248" y="1668810"/>
                  </a:lnTo>
                  <a:lnTo>
                    <a:pt x="48966" y="1668810"/>
                  </a:lnTo>
                  <a:lnTo>
                    <a:pt x="47684" y="1668810"/>
                  </a:lnTo>
                  <a:lnTo>
                    <a:pt x="46402" y="1668810"/>
                  </a:lnTo>
                  <a:lnTo>
                    <a:pt x="45120" y="1668810"/>
                  </a:lnTo>
                  <a:lnTo>
                    <a:pt x="43839" y="1668810"/>
                  </a:lnTo>
                  <a:lnTo>
                    <a:pt x="42557" y="1668810"/>
                  </a:lnTo>
                  <a:lnTo>
                    <a:pt x="41275" y="1668810"/>
                  </a:lnTo>
                  <a:lnTo>
                    <a:pt x="39993" y="1668810"/>
                  </a:lnTo>
                  <a:lnTo>
                    <a:pt x="38711" y="1668810"/>
                  </a:lnTo>
                  <a:lnTo>
                    <a:pt x="37429" y="1668810"/>
                  </a:lnTo>
                  <a:lnTo>
                    <a:pt x="36148" y="1668810"/>
                  </a:lnTo>
                  <a:lnTo>
                    <a:pt x="34866" y="1668810"/>
                  </a:lnTo>
                  <a:lnTo>
                    <a:pt x="33584" y="1668810"/>
                  </a:lnTo>
                  <a:lnTo>
                    <a:pt x="32302" y="1668810"/>
                  </a:lnTo>
                  <a:lnTo>
                    <a:pt x="31020" y="1668810"/>
                  </a:lnTo>
                  <a:lnTo>
                    <a:pt x="29738" y="1668810"/>
                  </a:lnTo>
                  <a:lnTo>
                    <a:pt x="28456" y="1668810"/>
                  </a:lnTo>
                  <a:lnTo>
                    <a:pt x="27175" y="1668810"/>
                  </a:lnTo>
                  <a:lnTo>
                    <a:pt x="25893" y="1668810"/>
                  </a:lnTo>
                  <a:lnTo>
                    <a:pt x="24611" y="1668810"/>
                  </a:lnTo>
                  <a:lnTo>
                    <a:pt x="23329" y="1668810"/>
                  </a:lnTo>
                  <a:lnTo>
                    <a:pt x="22047" y="1668810"/>
                  </a:lnTo>
                  <a:lnTo>
                    <a:pt x="20765" y="1668810"/>
                  </a:lnTo>
                  <a:lnTo>
                    <a:pt x="19484" y="1668810"/>
                  </a:lnTo>
                  <a:lnTo>
                    <a:pt x="18202" y="1668810"/>
                  </a:lnTo>
                  <a:lnTo>
                    <a:pt x="16920" y="1668810"/>
                  </a:lnTo>
                  <a:lnTo>
                    <a:pt x="15638" y="1668810"/>
                  </a:lnTo>
                  <a:lnTo>
                    <a:pt x="14356" y="1668810"/>
                  </a:lnTo>
                  <a:lnTo>
                    <a:pt x="13074" y="1668810"/>
                  </a:lnTo>
                  <a:lnTo>
                    <a:pt x="11792" y="1668810"/>
                  </a:lnTo>
                  <a:lnTo>
                    <a:pt x="10511" y="1668810"/>
                  </a:lnTo>
                  <a:lnTo>
                    <a:pt x="9229" y="1668810"/>
                  </a:lnTo>
                  <a:lnTo>
                    <a:pt x="7947" y="1668810"/>
                  </a:lnTo>
                  <a:lnTo>
                    <a:pt x="6665" y="1668810"/>
                  </a:lnTo>
                  <a:lnTo>
                    <a:pt x="5383" y="1668810"/>
                  </a:lnTo>
                  <a:lnTo>
                    <a:pt x="4101" y="1668810"/>
                  </a:lnTo>
                  <a:lnTo>
                    <a:pt x="2820" y="1668810"/>
                  </a:lnTo>
                  <a:lnTo>
                    <a:pt x="1538" y="1668810"/>
                  </a:lnTo>
                  <a:lnTo>
                    <a:pt x="256" y="1668810"/>
                  </a:lnTo>
                  <a:lnTo>
                    <a:pt x="0" y="166881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82728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871311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2267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tx165"/>
            <p:cNvSpPr/>
            <p:nvPr/>
          </p:nvSpPr>
          <p:spPr>
            <a:xfrm>
              <a:off x="346724" y="3702970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346724" y="3328747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346724" y="2954525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346724" y="2580302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400</a:t>
              </a:r>
            </a:p>
          </p:txBody>
        </p:sp>
        <p:sp>
          <p:nvSpPr>
            <p:cNvPr id="169" name="pl169"/>
            <p:cNvSpPr/>
            <p:nvPr/>
          </p:nvSpPr>
          <p:spPr>
            <a:xfrm>
              <a:off x="587875" y="37467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87875" y="337254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587875" y="29983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587875" y="26240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622670" y="402439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3026384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6230994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tx176"/>
            <p:cNvSpPr/>
            <p:nvPr/>
          </p:nvSpPr>
          <p:spPr>
            <a:xfrm>
              <a:off x="2741963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35300000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5946573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35350000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4533911" y="4193188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179" name="tx179"/>
            <p:cNvSpPr/>
            <p:nvPr/>
          </p:nvSpPr>
          <p:spPr>
            <a:xfrm rot="-5400000">
              <a:off x="96391" y="313907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622670" y="2084226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  <p:sp>
          <p:nvSpPr>
            <p:cNvPr id="181" name="rc181"/>
            <p:cNvSpPr/>
            <p:nvPr/>
          </p:nvSpPr>
          <p:spPr>
            <a:xfrm>
              <a:off x="622670" y="4685334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622670" y="5352858"/>
              <a:ext cx="8375825" cy="1001286"/>
            </a:xfrm>
            <a:custGeom>
              <a:avLst/>
              <a:pathLst>
                <a:path w="8375825" h="1001286">
                  <a:moveTo>
                    <a:pt x="0" y="445016"/>
                  </a:moveTo>
                  <a:lnTo>
                    <a:pt x="256" y="445016"/>
                  </a:lnTo>
                  <a:lnTo>
                    <a:pt x="1538" y="447797"/>
                  </a:lnTo>
                  <a:lnTo>
                    <a:pt x="2820" y="392170"/>
                  </a:lnTo>
                  <a:lnTo>
                    <a:pt x="4101" y="445016"/>
                  </a:lnTo>
                  <a:lnTo>
                    <a:pt x="5383" y="445016"/>
                  </a:lnTo>
                  <a:lnTo>
                    <a:pt x="6665" y="445016"/>
                  </a:lnTo>
                  <a:lnTo>
                    <a:pt x="7947" y="394951"/>
                  </a:lnTo>
                  <a:lnTo>
                    <a:pt x="9229" y="389389"/>
                  </a:lnTo>
                  <a:lnTo>
                    <a:pt x="10511" y="389389"/>
                  </a:lnTo>
                  <a:lnTo>
                    <a:pt x="11792" y="389389"/>
                  </a:lnTo>
                  <a:lnTo>
                    <a:pt x="13074" y="408858"/>
                  </a:lnTo>
                  <a:lnTo>
                    <a:pt x="14356" y="458922"/>
                  </a:lnTo>
                  <a:lnTo>
                    <a:pt x="15638" y="500643"/>
                  </a:lnTo>
                  <a:lnTo>
                    <a:pt x="16920" y="525675"/>
                  </a:lnTo>
                  <a:lnTo>
                    <a:pt x="18202" y="556270"/>
                  </a:lnTo>
                  <a:lnTo>
                    <a:pt x="19484" y="603553"/>
                  </a:lnTo>
                  <a:lnTo>
                    <a:pt x="20765" y="611897"/>
                  </a:lnTo>
                  <a:lnTo>
                    <a:pt x="22047" y="645273"/>
                  </a:lnTo>
                  <a:lnTo>
                    <a:pt x="23329" y="714807"/>
                  </a:lnTo>
                  <a:lnTo>
                    <a:pt x="24611" y="723151"/>
                  </a:lnTo>
                  <a:lnTo>
                    <a:pt x="25893" y="723151"/>
                  </a:lnTo>
                  <a:lnTo>
                    <a:pt x="27175" y="723151"/>
                  </a:lnTo>
                  <a:lnTo>
                    <a:pt x="28456" y="723151"/>
                  </a:lnTo>
                  <a:lnTo>
                    <a:pt x="29738" y="723151"/>
                  </a:lnTo>
                  <a:lnTo>
                    <a:pt x="31020" y="731495"/>
                  </a:lnTo>
                  <a:lnTo>
                    <a:pt x="32302" y="723151"/>
                  </a:lnTo>
                  <a:lnTo>
                    <a:pt x="33584" y="706463"/>
                  </a:lnTo>
                  <a:lnTo>
                    <a:pt x="34866" y="778778"/>
                  </a:lnTo>
                  <a:lnTo>
                    <a:pt x="36148" y="778778"/>
                  </a:lnTo>
                  <a:lnTo>
                    <a:pt x="37429" y="778778"/>
                  </a:lnTo>
                  <a:lnTo>
                    <a:pt x="38711" y="778778"/>
                  </a:lnTo>
                  <a:lnTo>
                    <a:pt x="39993" y="826061"/>
                  </a:lnTo>
                  <a:lnTo>
                    <a:pt x="41275" y="834405"/>
                  </a:lnTo>
                  <a:lnTo>
                    <a:pt x="42557" y="834405"/>
                  </a:lnTo>
                  <a:lnTo>
                    <a:pt x="43839" y="834405"/>
                  </a:lnTo>
                  <a:lnTo>
                    <a:pt x="45120" y="856655"/>
                  </a:lnTo>
                  <a:lnTo>
                    <a:pt x="46402" y="890032"/>
                  </a:lnTo>
                  <a:lnTo>
                    <a:pt x="47684" y="890032"/>
                  </a:lnTo>
                  <a:lnTo>
                    <a:pt x="48966" y="890032"/>
                  </a:lnTo>
                  <a:lnTo>
                    <a:pt x="50248" y="890032"/>
                  </a:lnTo>
                  <a:lnTo>
                    <a:pt x="51530" y="890032"/>
                  </a:lnTo>
                  <a:lnTo>
                    <a:pt x="52811" y="890032"/>
                  </a:lnTo>
                  <a:lnTo>
                    <a:pt x="54093" y="890032"/>
                  </a:lnTo>
                  <a:lnTo>
                    <a:pt x="55375" y="890032"/>
                  </a:lnTo>
                  <a:lnTo>
                    <a:pt x="56657" y="890032"/>
                  </a:lnTo>
                  <a:lnTo>
                    <a:pt x="57939" y="890032"/>
                  </a:lnTo>
                  <a:lnTo>
                    <a:pt x="59221" y="890032"/>
                  </a:lnTo>
                  <a:lnTo>
                    <a:pt x="60503" y="890032"/>
                  </a:lnTo>
                  <a:lnTo>
                    <a:pt x="61784" y="890032"/>
                  </a:lnTo>
                  <a:lnTo>
                    <a:pt x="63066" y="931752"/>
                  </a:lnTo>
                  <a:lnTo>
                    <a:pt x="64348" y="945659"/>
                  </a:lnTo>
                  <a:lnTo>
                    <a:pt x="65630" y="998504"/>
                  </a:lnTo>
                  <a:lnTo>
                    <a:pt x="66912" y="956784"/>
                  </a:lnTo>
                  <a:lnTo>
                    <a:pt x="68194" y="945659"/>
                  </a:lnTo>
                  <a:lnTo>
                    <a:pt x="69475" y="937315"/>
                  </a:lnTo>
                  <a:lnTo>
                    <a:pt x="70757" y="890032"/>
                  </a:lnTo>
                  <a:lnTo>
                    <a:pt x="72039" y="890032"/>
                  </a:lnTo>
                  <a:lnTo>
                    <a:pt x="73321" y="890032"/>
                  </a:lnTo>
                  <a:lnTo>
                    <a:pt x="74603" y="890032"/>
                  </a:lnTo>
                  <a:lnTo>
                    <a:pt x="75885" y="890032"/>
                  </a:lnTo>
                  <a:lnTo>
                    <a:pt x="77167" y="890032"/>
                  </a:lnTo>
                  <a:lnTo>
                    <a:pt x="78448" y="837186"/>
                  </a:lnTo>
                  <a:lnTo>
                    <a:pt x="79730" y="834405"/>
                  </a:lnTo>
                  <a:lnTo>
                    <a:pt x="81012" y="834405"/>
                  </a:lnTo>
                  <a:lnTo>
                    <a:pt x="82294" y="809373"/>
                  </a:lnTo>
                  <a:lnTo>
                    <a:pt x="83576" y="778778"/>
                  </a:lnTo>
                  <a:lnTo>
                    <a:pt x="84858" y="778778"/>
                  </a:lnTo>
                  <a:lnTo>
                    <a:pt x="86139" y="778778"/>
                  </a:lnTo>
                  <a:lnTo>
                    <a:pt x="87421" y="778778"/>
                  </a:lnTo>
                  <a:lnTo>
                    <a:pt x="88703" y="778778"/>
                  </a:lnTo>
                  <a:lnTo>
                    <a:pt x="89985" y="723151"/>
                  </a:lnTo>
                  <a:lnTo>
                    <a:pt x="91267" y="723151"/>
                  </a:lnTo>
                  <a:lnTo>
                    <a:pt x="92549" y="723151"/>
                  </a:lnTo>
                  <a:lnTo>
                    <a:pt x="93830" y="723151"/>
                  </a:lnTo>
                  <a:lnTo>
                    <a:pt x="95112" y="723151"/>
                  </a:lnTo>
                  <a:lnTo>
                    <a:pt x="96394" y="723151"/>
                  </a:lnTo>
                  <a:lnTo>
                    <a:pt x="97676" y="723151"/>
                  </a:lnTo>
                  <a:lnTo>
                    <a:pt x="98958" y="764871"/>
                  </a:lnTo>
                  <a:lnTo>
                    <a:pt x="100240" y="778778"/>
                  </a:lnTo>
                  <a:lnTo>
                    <a:pt x="101522" y="784340"/>
                  </a:lnTo>
                  <a:lnTo>
                    <a:pt x="102803" y="834405"/>
                  </a:lnTo>
                  <a:lnTo>
                    <a:pt x="104085" y="834405"/>
                  </a:lnTo>
                  <a:lnTo>
                    <a:pt x="105367" y="834405"/>
                  </a:lnTo>
                  <a:lnTo>
                    <a:pt x="106649" y="834405"/>
                  </a:lnTo>
                  <a:lnTo>
                    <a:pt x="107931" y="828842"/>
                  </a:lnTo>
                  <a:lnTo>
                    <a:pt x="109213" y="734276"/>
                  </a:lnTo>
                  <a:lnTo>
                    <a:pt x="110494" y="773215"/>
                  </a:lnTo>
                  <a:lnTo>
                    <a:pt x="111776" y="778778"/>
                  </a:lnTo>
                  <a:lnTo>
                    <a:pt x="113058" y="778778"/>
                  </a:lnTo>
                  <a:lnTo>
                    <a:pt x="114340" y="784340"/>
                  </a:lnTo>
                  <a:lnTo>
                    <a:pt x="115622" y="778778"/>
                  </a:lnTo>
                  <a:lnTo>
                    <a:pt x="116904" y="778778"/>
                  </a:lnTo>
                  <a:lnTo>
                    <a:pt x="118186" y="778778"/>
                  </a:lnTo>
                  <a:lnTo>
                    <a:pt x="119467" y="778778"/>
                  </a:lnTo>
                  <a:lnTo>
                    <a:pt x="120749" y="778778"/>
                  </a:lnTo>
                  <a:lnTo>
                    <a:pt x="122031" y="831623"/>
                  </a:lnTo>
                  <a:lnTo>
                    <a:pt x="123313" y="834405"/>
                  </a:lnTo>
                  <a:lnTo>
                    <a:pt x="124595" y="834405"/>
                  </a:lnTo>
                  <a:lnTo>
                    <a:pt x="125877" y="834405"/>
                  </a:lnTo>
                  <a:lnTo>
                    <a:pt x="127158" y="834405"/>
                  </a:lnTo>
                  <a:lnTo>
                    <a:pt x="128440" y="834405"/>
                  </a:lnTo>
                  <a:lnTo>
                    <a:pt x="129722" y="834405"/>
                  </a:lnTo>
                  <a:lnTo>
                    <a:pt x="131004" y="834405"/>
                  </a:lnTo>
                  <a:lnTo>
                    <a:pt x="132286" y="834405"/>
                  </a:lnTo>
                  <a:lnTo>
                    <a:pt x="133568" y="834405"/>
                  </a:lnTo>
                  <a:lnTo>
                    <a:pt x="134849" y="834405"/>
                  </a:lnTo>
                  <a:lnTo>
                    <a:pt x="136131" y="834405"/>
                  </a:lnTo>
                  <a:lnTo>
                    <a:pt x="137413" y="834405"/>
                  </a:lnTo>
                  <a:lnTo>
                    <a:pt x="138695" y="826061"/>
                  </a:lnTo>
                  <a:lnTo>
                    <a:pt x="139977" y="781559"/>
                  </a:lnTo>
                  <a:lnTo>
                    <a:pt x="141259" y="834405"/>
                  </a:lnTo>
                  <a:lnTo>
                    <a:pt x="142541" y="778778"/>
                  </a:lnTo>
                  <a:lnTo>
                    <a:pt x="143822" y="778778"/>
                  </a:lnTo>
                  <a:lnTo>
                    <a:pt x="145104" y="778778"/>
                  </a:lnTo>
                  <a:lnTo>
                    <a:pt x="146386" y="792684"/>
                  </a:lnTo>
                  <a:lnTo>
                    <a:pt x="147668" y="834405"/>
                  </a:lnTo>
                  <a:lnTo>
                    <a:pt x="148950" y="834405"/>
                  </a:lnTo>
                  <a:lnTo>
                    <a:pt x="150232" y="834405"/>
                  </a:lnTo>
                  <a:lnTo>
                    <a:pt x="151513" y="834405"/>
                  </a:lnTo>
                  <a:lnTo>
                    <a:pt x="152795" y="834405"/>
                  </a:lnTo>
                  <a:lnTo>
                    <a:pt x="154077" y="834405"/>
                  </a:lnTo>
                  <a:lnTo>
                    <a:pt x="155359" y="834405"/>
                  </a:lnTo>
                  <a:lnTo>
                    <a:pt x="156641" y="834405"/>
                  </a:lnTo>
                  <a:lnTo>
                    <a:pt x="157923" y="834405"/>
                  </a:lnTo>
                  <a:lnTo>
                    <a:pt x="159205" y="834405"/>
                  </a:lnTo>
                  <a:lnTo>
                    <a:pt x="160486" y="834405"/>
                  </a:lnTo>
                  <a:lnTo>
                    <a:pt x="161768" y="834405"/>
                  </a:lnTo>
                  <a:lnTo>
                    <a:pt x="163050" y="834405"/>
                  </a:lnTo>
                  <a:lnTo>
                    <a:pt x="164332" y="834405"/>
                  </a:lnTo>
                  <a:lnTo>
                    <a:pt x="165614" y="834405"/>
                  </a:lnTo>
                  <a:lnTo>
                    <a:pt x="166896" y="834405"/>
                  </a:lnTo>
                  <a:lnTo>
                    <a:pt x="168177" y="817717"/>
                  </a:lnTo>
                  <a:lnTo>
                    <a:pt x="169459" y="778778"/>
                  </a:lnTo>
                  <a:lnTo>
                    <a:pt x="170741" y="784340"/>
                  </a:lnTo>
                  <a:lnTo>
                    <a:pt x="172023" y="834405"/>
                  </a:lnTo>
                  <a:lnTo>
                    <a:pt x="173305" y="870562"/>
                  </a:lnTo>
                  <a:lnTo>
                    <a:pt x="174587" y="945659"/>
                  </a:lnTo>
                  <a:lnTo>
                    <a:pt x="175869" y="945659"/>
                  </a:lnTo>
                  <a:lnTo>
                    <a:pt x="177150" y="945659"/>
                  </a:lnTo>
                  <a:lnTo>
                    <a:pt x="178432" y="945659"/>
                  </a:lnTo>
                  <a:lnTo>
                    <a:pt x="179714" y="945659"/>
                  </a:lnTo>
                  <a:lnTo>
                    <a:pt x="180996" y="945659"/>
                  </a:lnTo>
                  <a:lnTo>
                    <a:pt x="182278" y="937315"/>
                  </a:lnTo>
                  <a:lnTo>
                    <a:pt x="183560" y="890032"/>
                  </a:lnTo>
                  <a:lnTo>
                    <a:pt x="184841" y="890032"/>
                  </a:lnTo>
                  <a:lnTo>
                    <a:pt x="186123" y="890032"/>
                  </a:lnTo>
                  <a:lnTo>
                    <a:pt x="187405" y="890032"/>
                  </a:lnTo>
                  <a:lnTo>
                    <a:pt x="188687" y="890032"/>
                  </a:lnTo>
                  <a:lnTo>
                    <a:pt x="189969" y="890032"/>
                  </a:lnTo>
                  <a:lnTo>
                    <a:pt x="191251" y="890032"/>
                  </a:lnTo>
                  <a:lnTo>
                    <a:pt x="192532" y="890032"/>
                  </a:lnTo>
                  <a:lnTo>
                    <a:pt x="193814" y="890032"/>
                  </a:lnTo>
                  <a:lnTo>
                    <a:pt x="195096" y="890032"/>
                  </a:lnTo>
                  <a:lnTo>
                    <a:pt x="196378" y="890032"/>
                  </a:lnTo>
                  <a:lnTo>
                    <a:pt x="197660" y="881688"/>
                  </a:lnTo>
                  <a:lnTo>
                    <a:pt x="198942" y="834405"/>
                  </a:lnTo>
                  <a:lnTo>
                    <a:pt x="200224" y="848311"/>
                  </a:lnTo>
                  <a:lnTo>
                    <a:pt x="201505" y="890032"/>
                  </a:lnTo>
                  <a:lnTo>
                    <a:pt x="202787" y="890032"/>
                  </a:lnTo>
                  <a:lnTo>
                    <a:pt x="204069" y="884469"/>
                  </a:lnTo>
                  <a:lnTo>
                    <a:pt x="205351" y="834405"/>
                  </a:lnTo>
                  <a:lnTo>
                    <a:pt x="206633" y="787122"/>
                  </a:lnTo>
                  <a:lnTo>
                    <a:pt x="207915" y="778778"/>
                  </a:lnTo>
                  <a:lnTo>
                    <a:pt x="209196" y="778778"/>
                  </a:lnTo>
                  <a:lnTo>
                    <a:pt x="210478" y="778778"/>
                  </a:lnTo>
                  <a:lnTo>
                    <a:pt x="211760" y="778778"/>
                  </a:lnTo>
                  <a:lnTo>
                    <a:pt x="213042" y="778778"/>
                  </a:lnTo>
                  <a:lnTo>
                    <a:pt x="214324" y="784340"/>
                  </a:lnTo>
                  <a:lnTo>
                    <a:pt x="215606" y="834405"/>
                  </a:lnTo>
                  <a:lnTo>
                    <a:pt x="216888" y="834405"/>
                  </a:lnTo>
                  <a:lnTo>
                    <a:pt x="218169" y="834405"/>
                  </a:lnTo>
                  <a:lnTo>
                    <a:pt x="219451" y="834405"/>
                  </a:lnTo>
                  <a:lnTo>
                    <a:pt x="220733" y="834405"/>
                  </a:lnTo>
                  <a:lnTo>
                    <a:pt x="222015" y="834405"/>
                  </a:lnTo>
                  <a:lnTo>
                    <a:pt x="223297" y="834405"/>
                  </a:lnTo>
                  <a:lnTo>
                    <a:pt x="224579" y="834405"/>
                  </a:lnTo>
                  <a:lnTo>
                    <a:pt x="225860" y="834405"/>
                  </a:lnTo>
                  <a:lnTo>
                    <a:pt x="227142" y="834405"/>
                  </a:lnTo>
                  <a:lnTo>
                    <a:pt x="228424" y="823279"/>
                  </a:lnTo>
                  <a:lnTo>
                    <a:pt x="229706" y="775996"/>
                  </a:lnTo>
                  <a:lnTo>
                    <a:pt x="230988" y="778778"/>
                  </a:lnTo>
                  <a:lnTo>
                    <a:pt x="232270" y="778778"/>
                  </a:lnTo>
                  <a:lnTo>
                    <a:pt x="233551" y="778778"/>
                  </a:lnTo>
                  <a:lnTo>
                    <a:pt x="234833" y="778778"/>
                  </a:lnTo>
                  <a:lnTo>
                    <a:pt x="236115" y="781559"/>
                  </a:lnTo>
                  <a:lnTo>
                    <a:pt x="237397" y="834405"/>
                  </a:lnTo>
                  <a:lnTo>
                    <a:pt x="238679" y="878906"/>
                  </a:lnTo>
                  <a:lnTo>
                    <a:pt x="239961" y="845530"/>
                  </a:lnTo>
                  <a:lnTo>
                    <a:pt x="241243" y="809373"/>
                  </a:lnTo>
                  <a:lnTo>
                    <a:pt x="242524" y="778778"/>
                  </a:lnTo>
                  <a:lnTo>
                    <a:pt x="243806" y="778778"/>
                  </a:lnTo>
                  <a:lnTo>
                    <a:pt x="245088" y="753745"/>
                  </a:lnTo>
                  <a:lnTo>
                    <a:pt x="246370" y="714807"/>
                  </a:lnTo>
                  <a:lnTo>
                    <a:pt x="247652" y="667524"/>
                  </a:lnTo>
                  <a:lnTo>
                    <a:pt x="248934" y="667524"/>
                  </a:lnTo>
                  <a:lnTo>
                    <a:pt x="250215" y="667524"/>
                  </a:lnTo>
                  <a:lnTo>
                    <a:pt x="251497" y="648054"/>
                  </a:lnTo>
                  <a:lnTo>
                    <a:pt x="252779" y="586865"/>
                  </a:lnTo>
                  <a:lnTo>
                    <a:pt x="254061" y="556270"/>
                  </a:lnTo>
                  <a:lnTo>
                    <a:pt x="255343" y="542363"/>
                  </a:lnTo>
                  <a:lnTo>
                    <a:pt x="256625" y="500643"/>
                  </a:lnTo>
                  <a:lnTo>
                    <a:pt x="257907" y="483954"/>
                  </a:lnTo>
                  <a:lnTo>
                    <a:pt x="259188" y="445016"/>
                  </a:lnTo>
                  <a:lnTo>
                    <a:pt x="260470" y="453360"/>
                  </a:lnTo>
                  <a:lnTo>
                    <a:pt x="261752" y="450578"/>
                  </a:lnTo>
                  <a:lnTo>
                    <a:pt x="263034" y="445016"/>
                  </a:lnTo>
                  <a:lnTo>
                    <a:pt x="264316" y="445016"/>
                  </a:lnTo>
                  <a:lnTo>
                    <a:pt x="265598" y="445016"/>
                  </a:lnTo>
                  <a:lnTo>
                    <a:pt x="266879" y="414421"/>
                  </a:lnTo>
                  <a:lnTo>
                    <a:pt x="268161" y="389389"/>
                  </a:lnTo>
                  <a:lnTo>
                    <a:pt x="269443" y="389389"/>
                  </a:lnTo>
                  <a:lnTo>
                    <a:pt x="270725" y="389389"/>
                  </a:lnTo>
                  <a:lnTo>
                    <a:pt x="272007" y="431109"/>
                  </a:lnTo>
                  <a:lnTo>
                    <a:pt x="273289" y="467266"/>
                  </a:lnTo>
                  <a:lnTo>
                    <a:pt x="274570" y="475610"/>
                  </a:lnTo>
                  <a:lnTo>
                    <a:pt x="275852" y="445016"/>
                  </a:lnTo>
                  <a:lnTo>
                    <a:pt x="277134" y="442234"/>
                  </a:lnTo>
                  <a:lnTo>
                    <a:pt x="278416" y="425546"/>
                  </a:lnTo>
                  <a:lnTo>
                    <a:pt x="279698" y="419983"/>
                  </a:lnTo>
                  <a:lnTo>
                    <a:pt x="280980" y="389389"/>
                  </a:lnTo>
                  <a:lnTo>
                    <a:pt x="282262" y="389389"/>
                  </a:lnTo>
                  <a:lnTo>
                    <a:pt x="283543" y="406077"/>
                  </a:lnTo>
                  <a:lnTo>
                    <a:pt x="284825" y="467266"/>
                  </a:lnTo>
                  <a:lnTo>
                    <a:pt x="286107" y="500643"/>
                  </a:lnTo>
                  <a:lnTo>
                    <a:pt x="287389" y="511768"/>
                  </a:lnTo>
                  <a:lnTo>
                    <a:pt x="288671" y="556270"/>
                  </a:lnTo>
                  <a:lnTo>
                    <a:pt x="289953" y="570176"/>
                  </a:lnTo>
                  <a:lnTo>
                    <a:pt x="291234" y="611897"/>
                  </a:lnTo>
                  <a:lnTo>
                    <a:pt x="292516" y="611897"/>
                  </a:lnTo>
                  <a:lnTo>
                    <a:pt x="293798" y="661961"/>
                  </a:lnTo>
                  <a:lnTo>
                    <a:pt x="295080" y="723151"/>
                  </a:lnTo>
                  <a:lnTo>
                    <a:pt x="296362" y="723151"/>
                  </a:lnTo>
                  <a:lnTo>
                    <a:pt x="297644" y="723151"/>
                  </a:lnTo>
                  <a:lnTo>
                    <a:pt x="298926" y="734276"/>
                  </a:lnTo>
                  <a:lnTo>
                    <a:pt x="300207" y="723151"/>
                  </a:lnTo>
                  <a:lnTo>
                    <a:pt x="301489" y="723151"/>
                  </a:lnTo>
                  <a:lnTo>
                    <a:pt x="302771" y="723151"/>
                  </a:lnTo>
                  <a:lnTo>
                    <a:pt x="304053" y="723151"/>
                  </a:lnTo>
                  <a:lnTo>
                    <a:pt x="305335" y="723151"/>
                  </a:lnTo>
                  <a:lnTo>
                    <a:pt x="306617" y="745402"/>
                  </a:lnTo>
                  <a:lnTo>
                    <a:pt x="307898" y="778778"/>
                  </a:lnTo>
                  <a:lnTo>
                    <a:pt x="309180" y="801029"/>
                  </a:lnTo>
                  <a:lnTo>
                    <a:pt x="310462" y="856655"/>
                  </a:lnTo>
                  <a:lnTo>
                    <a:pt x="311744" y="912282"/>
                  </a:lnTo>
                  <a:lnTo>
                    <a:pt x="313026" y="945659"/>
                  </a:lnTo>
                  <a:lnTo>
                    <a:pt x="314308" y="945659"/>
                  </a:lnTo>
                  <a:lnTo>
                    <a:pt x="315590" y="945659"/>
                  </a:lnTo>
                  <a:lnTo>
                    <a:pt x="316871" y="945659"/>
                  </a:lnTo>
                  <a:lnTo>
                    <a:pt x="318153" y="945659"/>
                  </a:lnTo>
                  <a:lnTo>
                    <a:pt x="319435" y="945659"/>
                  </a:lnTo>
                  <a:lnTo>
                    <a:pt x="320717" y="945659"/>
                  </a:lnTo>
                  <a:lnTo>
                    <a:pt x="321999" y="945659"/>
                  </a:lnTo>
                  <a:lnTo>
                    <a:pt x="323281" y="945659"/>
                  </a:lnTo>
                  <a:lnTo>
                    <a:pt x="324562" y="945659"/>
                  </a:lnTo>
                  <a:lnTo>
                    <a:pt x="325844" y="945659"/>
                  </a:lnTo>
                  <a:lnTo>
                    <a:pt x="327126" y="945659"/>
                  </a:lnTo>
                  <a:lnTo>
                    <a:pt x="328408" y="945659"/>
                  </a:lnTo>
                  <a:lnTo>
                    <a:pt x="329690" y="945659"/>
                  </a:lnTo>
                  <a:lnTo>
                    <a:pt x="330972" y="920627"/>
                  </a:lnTo>
                  <a:lnTo>
                    <a:pt x="332253" y="945659"/>
                  </a:lnTo>
                  <a:lnTo>
                    <a:pt x="333535" y="945659"/>
                  </a:lnTo>
                  <a:lnTo>
                    <a:pt x="334817" y="945659"/>
                  </a:lnTo>
                  <a:lnTo>
                    <a:pt x="336099" y="917845"/>
                  </a:lnTo>
                  <a:lnTo>
                    <a:pt x="337381" y="834405"/>
                  </a:lnTo>
                  <a:lnTo>
                    <a:pt x="338663" y="834405"/>
                  </a:lnTo>
                  <a:lnTo>
                    <a:pt x="339945" y="792684"/>
                  </a:lnTo>
                  <a:lnTo>
                    <a:pt x="341226" y="759308"/>
                  </a:lnTo>
                  <a:lnTo>
                    <a:pt x="342508" y="723151"/>
                  </a:lnTo>
                  <a:lnTo>
                    <a:pt x="343790" y="695337"/>
                  </a:lnTo>
                  <a:lnTo>
                    <a:pt x="345072" y="617459"/>
                  </a:lnTo>
                  <a:lnTo>
                    <a:pt x="346354" y="611897"/>
                  </a:lnTo>
                  <a:lnTo>
                    <a:pt x="347636" y="611897"/>
                  </a:lnTo>
                  <a:lnTo>
                    <a:pt x="348917" y="611897"/>
                  </a:lnTo>
                  <a:lnTo>
                    <a:pt x="350199" y="611897"/>
                  </a:lnTo>
                  <a:lnTo>
                    <a:pt x="351481" y="545144"/>
                  </a:lnTo>
                  <a:lnTo>
                    <a:pt x="352763" y="470048"/>
                  </a:lnTo>
                  <a:lnTo>
                    <a:pt x="354045" y="445016"/>
                  </a:lnTo>
                  <a:lnTo>
                    <a:pt x="355327" y="445016"/>
                  </a:lnTo>
                  <a:lnTo>
                    <a:pt x="356609" y="389389"/>
                  </a:lnTo>
                  <a:lnTo>
                    <a:pt x="357890" y="389389"/>
                  </a:lnTo>
                  <a:lnTo>
                    <a:pt x="359172" y="389389"/>
                  </a:lnTo>
                  <a:lnTo>
                    <a:pt x="360454" y="389389"/>
                  </a:lnTo>
                  <a:lnTo>
                    <a:pt x="361736" y="344887"/>
                  </a:lnTo>
                  <a:lnTo>
                    <a:pt x="363018" y="369919"/>
                  </a:lnTo>
                  <a:lnTo>
                    <a:pt x="364300" y="389389"/>
                  </a:lnTo>
                  <a:lnTo>
                    <a:pt x="365581" y="389389"/>
                  </a:lnTo>
                  <a:lnTo>
                    <a:pt x="366863" y="361575"/>
                  </a:lnTo>
                  <a:lnTo>
                    <a:pt x="368145" y="356012"/>
                  </a:lnTo>
                  <a:lnTo>
                    <a:pt x="369427" y="397733"/>
                  </a:lnTo>
                  <a:lnTo>
                    <a:pt x="370709" y="389389"/>
                  </a:lnTo>
                  <a:lnTo>
                    <a:pt x="371991" y="428328"/>
                  </a:lnTo>
                  <a:lnTo>
                    <a:pt x="373272" y="414421"/>
                  </a:lnTo>
                  <a:lnTo>
                    <a:pt x="374554" y="445016"/>
                  </a:lnTo>
                  <a:lnTo>
                    <a:pt x="375836" y="461704"/>
                  </a:lnTo>
                  <a:lnTo>
                    <a:pt x="377118" y="492299"/>
                  </a:lnTo>
                  <a:lnTo>
                    <a:pt x="378400" y="500643"/>
                  </a:lnTo>
                  <a:lnTo>
                    <a:pt x="379682" y="500643"/>
                  </a:lnTo>
                  <a:lnTo>
                    <a:pt x="380964" y="500643"/>
                  </a:lnTo>
                  <a:lnTo>
                    <a:pt x="382245" y="500643"/>
                  </a:lnTo>
                  <a:lnTo>
                    <a:pt x="383527" y="561832"/>
                  </a:lnTo>
                  <a:lnTo>
                    <a:pt x="384809" y="639710"/>
                  </a:lnTo>
                  <a:lnTo>
                    <a:pt x="386091" y="667524"/>
                  </a:lnTo>
                  <a:lnTo>
                    <a:pt x="387373" y="650836"/>
                  </a:lnTo>
                  <a:lnTo>
                    <a:pt x="388655" y="664742"/>
                  </a:lnTo>
                  <a:lnTo>
                    <a:pt x="389936" y="667524"/>
                  </a:lnTo>
                  <a:lnTo>
                    <a:pt x="391218" y="667524"/>
                  </a:lnTo>
                  <a:lnTo>
                    <a:pt x="392500" y="667524"/>
                  </a:lnTo>
                  <a:lnTo>
                    <a:pt x="393782" y="709244"/>
                  </a:lnTo>
                  <a:lnTo>
                    <a:pt x="395064" y="723151"/>
                  </a:lnTo>
                  <a:lnTo>
                    <a:pt x="396346" y="723151"/>
                  </a:lnTo>
                  <a:lnTo>
                    <a:pt x="397628" y="723151"/>
                  </a:lnTo>
                  <a:lnTo>
                    <a:pt x="398909" y="748183"/>
                  </a:lnTo>
                  <a:lnTo>
                    <a:pt x="400191" y="750964"/>
                  </a:lnTo>
                  <a:lnTo>
                    <a:pt x="401473" y="767652"/>
                  </a:lnTo>
                  <a:lnTo>
                    <a:pt x="402755" y="778778"/>
                  </a:lnTo>
                  <a:lnTo>
                    <a:pt x="404037" y="778778"/>
                  </a:lnTo>
                  <a:lnTo>
                    <a:pt x="405319" y="823279"/>
                  </a:lnTo>
                  <a:lnTo>
                    <a:pt x="406600" y="787122"/>
                  </a:lnTo>
                  <a:lnTo>
                    <a:pt x="407882" y="784340"/>
                  </a:lnTo>
                  <a:lnTo>
                    <a:pt x="409164" y="834405"/>
                  </a:lnTo>
                  <a:lnTo>
                    <a:pt x="410446" y="834405"/>
                  </a:lnTo>
                  <a:lnTo>
                    <a:pt x="411728" y="834405"/>
                  </a:lnTo>
                  <a:lnTo>
                    <a:pt x="413010" y="834405"/>
                  </a:lnTo>
                  <a:lnTo>
                    <a:pt x="414292" y="781559"/>
                  </a:lnTo>
                  <a:lnTo>
                    <a:pt x="415573" y="778778"/>
                  </a:lnTo>
                  <a:lnTo>
                    <a:pt x="416855" y="778778"/>
                  </a:lnTo>
                  <a:lnTo>
                    <a:pt x="418137" y="778778"/>
                  </a:lnTo>
                  <a:lnTo>
                    <a:pt x="419419" y="792684"/>
                  </a:lnTo>
                  <a:lnTo>
                    <a:pt x="420701" y="834405"/>
                  </a:lnTo>
                  <a:lnTo>
                    <a:pt x="421983" y="834405"/>
                  </a:lnTo>
                  <a:lnTo>
                    <a:pt x="423264" y="828842"/>
                  </a:lnTo>
                  <a:lnTo>
                    <a:pt x="424546" y="778778"/>
                  </a:lnTo>
                  <a:lnTo>
                    <a:pt x="425828" y="778778"/>
                  </a:lnTo>
                  <a:lnTo>
                    <a:pt x="427110" y="778778"/>
                  </a:lnTo>
                  <a:lnTo>
                    <a:pt x="428392" y="731495"/>
                  </a:lnTo>
                  <a:lnTo>
                    <a:pt x="429674" y="723151"/>
                  </a:lnTo>
                  <a:lnTo>
                    <a:pt x="430955" y="723151"/>
                  </a:lnTo>
                  <a:lnTo>
                    <a:pt x="432237" y="714807"/>
                  </a:lnTo>
                  <a:lnTo>
                    <a:pt x="433519" y="723151"/>
                  </a:lnTo>
                  <a:lnTo>
                    <a:pt x="434801" y="723151"/>
                  </a:lnTo>
                  <a:lnTo>
                    <a:pt x="436083" y="723151"/>
                  </a:lnTo>
                  <a:lnTo>
                    <a:pt x="437365" y="723151"/>
                  </a:lnTo>
                  <a:lnTo>
                    <a:pt x="438647" y="767652"/>
                  </a:lnTo>
                  <a:lnTo>
                    <a:pt x="439928" y="778778"/>
                  </a:lnTo>
                  <a:lnTo>
                    <a:pt x="441210" y="778778"/>
                  </a:lnTo>
                  <a:lnTo>
                    <a:pt x="442492" y="778778"/>
                  </a:lnTo>
                  <a:lnTo>
                    <a:pt x="443774" y="778778"/>
                  </a:lnTo>
                  <a:lnTo>
                    <a:pt x="445056" y="748183"/>
                  </a:lnTo>
                  <a:lnTo>
                    <a:pt x="446338" y="773215"/>
                  </a:lnTo>
                  <a:lnTo>
                    <a:pt x="447619" y="748183"/>
                  </a:lnTo>
                  <a:lnTo>
                    <a:pt x="448901" y="695337"/>
                  </a:lnTo>
                  <a:lnTo>
                    <a:pt x="450183" y="667524"/>
                  </a:lnTo>
                  <a:lnTo>
                    <a:pt x="451465" y="667524"/>
                  </a:lnTo>
                  <a:lnTo>
                    <a:pt x="452747" y="636929"/>
                  </a:lnTo>
                  <a:lnTo>
                    <a:pt x="454029" y="611897"/>
                  </a:lnTo>
                  <a:lnTo>
                    <a:pt x="455311" y="614678"/>
                  </a:lnTo>
                  <a:lnTo>
                    <a:pt x="456592" y="664742"/>
                  </a:lnTo>
                  <a:lnTo>
                    <a:pt x="457874" y="611897"/>
                  </a:lnTo>
                  <a:lnTo>
                    <a:pt x="459156" y="611897"/>
                  </a:lnTo>
                  <a:lnTo>
                    <a:pt x="460438" y="656398"/>
                  </a:lnTo>
                  <a:lnTo>
                    <a:pt x="461720" y="667524"/>
                  </a:lnTo>
                  <a:lnTo>
                    <a:pt x="463002" y="634147"/>
                  </a:lnTo>
                  <a:lnTo>
                    <a:pt x="464283" y="489517"/>
                  </a:lnTo>
                  <a:lnTo>
                    <a:pt x="465565" y="445016"/>
                  </a:lnTo>
                  <a:lnTo>
                    <a:pt x="466847" y="445016"/>
                  </a:lnTo>
                  <a:lnTo>
                    <a:pt x="468129" y="445016"/>
                  </a:lnTo>
                  <a:lnTo>
                    <a:pt x="469411" y="445016"/>
                  </a:lnTo>
                  <a:lnTo>
                    <a:pt x="470693" y="397733"/>
                  </a:lnTo>
                  <a:lnTo>
                    <a:pt x="471974" y="389389"/>
                  </a:lnTo>
                  <a:lnTo>
                    <a:pt x="473256" y="389389"/>
                  </a:lnTo>
                  <a:lnTo>
                    <a:pt x="474538" y="389389"/>
                  </a:lnTo>
                  <a:lnTo>
                    <a:pt x="475820" y="389389"/>
                  </a:lnTo>
                  <a:lnTo>
                    <a:pt x="477102" y="417202"/>
                  </a:lnTo>
                  <a:lnTo>
                    <a:pt x="478384" y="445016"/>
                  </a:lnTo>
                  <a:lnTo>
                    <a:pt x="479666" y="472829"/>
                  </a:lnTo>
                  <a:lnTo>
                    <a:pt x="480947" y="525675"/>
                  </a:lnTo>
                  <a:lnTo>
                    <a:pt x="482229" y="556270"/>
                  </a:lnTo>
                  <a:lnTo>
                    <a:pt x="483511" y="556270"/>
                  </a:lnTo>
                  <a:lnTo>
                    <a:pt x="484793" y="584083"/>
                  </a:lnTo>
                  <a:lnTo>
                    <a:pt x="486075" y="611897"/>
                  </a:lnTo>
                  <a:lnTo>
                    <a:pt x="487357" y="611897"/>
                  </a:lnTo>
                  <a:lnTo>
                    <a:pt x="488638" y="589646"/>
                  </a:lnTo>
                  <a:lnTo>
                    <a:pt x="489920" y="611897"/>
                  </a:lnTo>
                  <a:lnTo>
                    <a:pt x="491202" y="611897"/>
                  </a:lnTo>
                  <a:lnTo>
                    <a:pt x="492484" y="611897"/>
                  </a:lnTo>
                  <a:lnTo>
                    <a:pt x="493766" y="572958"/>
                  </a:lnTo>
                  <a:lnTo>
                    <a:pt x="495048" y="547926"/>
                  </a:lnTo>
                  <a:lnTo>
                    <a:pt x="496330" y="698119"/>
                  </a:lnTo>
                  <a:lnTo>
                    <a:pt x="497611" y="717588"/>
                  </a:lnTo>
                  <a:lnTo>
                    <a:pt x="498893" y="559051"/>
                  </a:lnTo>
                  <a:lnTo>
                    <a:pt x="500175" y="500643"/>
                  </a:lnTo>
                  <a:lnTo>
                    <a:pt x="501457" y="500643"/>
                  </a:lnTo>
                  <a:lnTo>
                    <a:pt x="502739" y="545144"/>
                  </a:lnTo>
                  <a:lnTo>
                    <a:pt x="504021" y="556270"/>
                  </a:lnTo>
                  <a:lnTo>
                    <a:pt x="505302" y="528456"/>
                  </a:lnTo>
                  <a:lnTo>
                    <a:pt x="506584" y="500643"/>
                  </a:lnTo>
                  <a:lnTo>
                    <a:pt x="507866" y="500643"/>
                  </a:lnTo>
                  <a:lnTo>
                    <a:pt x="509148" y="500643"/>
                  </a:lnTo>
                  <a:lnTo>
                    <a:pt x="510430" y="500643"/>
                  </a:lnTo>
                  <a:lnTo>
                    <a:pt x="511712" y="461704"/>
                  </a:lnTo>
                  <a:lnTo>
                    <a:pt x="512993" y="445016"/>
                  </a:lnTo>
                  <a:lnTo>
                    <a:pt x="514275" y="445016"/>
                  </a:lnTo>
                  <a:lnTo>
                    <a:pt x="515557" y="445016"/>
                  </a:lnTo>
                  <a:lnTo>
                    <a:pt x="516839" y="445016"/>
                  </a:lnTo>
                  <a:lnTo>
                    <a:pt x="518121" y="445016"/>
                  </a:lnTo>
                  <a:lnTo>
                    <a:pt x="519403" y="400514"/>
                  </a:lnTo>
                  <a:lnTo>
                    <a:pt x="520685" y="408858"/>
                  </a:lnTo>
                  <a:lnTo>
                    <a:pt x="521966" y="442234"/>
                  </a:lnTo>
                  <a:lnTo>
                    <a:pt x="523248" y="389389"/>
                  </a:lnTo>
                  <a:lnTo>
                    <a:pt x="524530" y="350450"/>
                  </a:lnTo>
                  <a:lnTo>
                    <a:pt x="525812" y="314292"/>
                  </a:lnTo>
                  <a:lnTo>
                    <a:pt x="527094" y="325418"/>
                  </a:lnTo>
                  <a:lnTo>
                    <a:pt x="528376" y="333762"/>
                  </a:lnTo>
                  <a:lnTo>
                    <a:pt x="529657" y="372700"/>
                  </a:lnTo>
                  <a:lnTo>
                    <a:pt x="530939" y="492299"/>
                  </a:lnTo>
                  <a:lnTo>
                    <a:pt x="532221" y="556270"/>
                  </a:lnTo>
                  <a:lnTo>
                    <a:pt x="533503" y="556270"/>
                  </a:lnTo>
                  <a:lnTo>
                    <a:pt x="534785" y="556270"/>
                  </a:lnTo>
                  <a:lnTo>
                    <a:pt x="536067" y="556270"/>
                  </a:lnTo>
                  <a:lnTo>
                    <a:pt x="537349" y="581302"/>
                  </a:lnTo>
                  <a:lnTo>
                    <a:pt x="538630" y="611897"/>
                  </a:lnTo>
                  <a:lnTo>
                    <a:pt x="539912" y="611897"/>
                  </a:lnTo>
                  <a:lnTo>
                    <a:pt x="541194" y="575739"/>
                  </a:lnTo>
                  <a:lnTo>
                    <a:pt x="542476" y="556270"/>
                  </a:lnTo>
                  <a:lnTo>
                    <a:pt x="543758" y="592427"/>
                  </a:lnTo>
                  <a:lnTo>
                    <a:pt x="545040" y="611897"/>
                  </a:lnTo>
                  <a:lnTo>
                    <a:pt x="546321" y="611897"/>
                  </a:lnTo>
                  <a:lnTo>
                    <a:pt x="547603" y="611897"/>
                  </a:lnTo>
                  <a:lnTo>
                    <a:pt x="548885" y="611897"/>
                  </a:lnTo>
                  <a:lnTo>
                    <a:pt x="550167" y="611897"/>
                  </a:lnTo>
                  <a:lnTo>
                    <a:pt x="551449" y="653617"/>
                  </a:lnTo>
                  <a:lnTo>
                    <a:pt x="552731" y="667524"/>
                  </a:lnTo>
                  <a:lnTo>
                    <a:pt x="554013" y="667524"/>
                  </a:lnTo>
                  <a:lnTo>
                    <a:pt x="555294" y="723151"/>
                  </a:lnTo>
                  <a:lnTo>
                    <a:pt x="556576" y="756527"/>
                  </a:lnTo>
                  <a:lnTo>
                    <a:pt x="557858" y="834405"/>
                  </a:lnTo>
                  <a:lnTo>
                    <a:pt x="559140" y="876125"/>
                  </a:lnTo>
                  <a:lnTo>
                    <a:pt x="560422" y="890032"/>
                  </a:lnTo>
                  <a:lnTo>
                    <a:pt x="561704" y="901157"/>
                  </a:lnTo>
                  <a:lnTo>
                    <a:pt x="562985" y="945659"/>
                  </a:lnTo>
                  <a:lnTo>
                    <a:pt x="564267" y="945659"/>
                  </a:lnTo>
                  <a:lnTo>
                    <a:pt x="565549" y="945659"/>
                  </a:lnTo>
                  <a:lnTo>
                    <a:pt x="566831" y="945659"/>
                  </a:lnTo>
                  <a:lnTo>
                    <a:pt x="568113" y="945659"/>
                  </a:lnTo>
                  <a:lnTo>
                    <a:pt x="569395" y="945659"/>
                  </a:lnTo>
                  <a:lnTo>
                    <a:pt x="570676" y="945659"/>
                  </a:lnTo>
                  <a:lnTo>
                    <a:pt x="571958" y="945659"/>
                  </a:lnTo>
                  <a:lnTo>
                    <a:pt x="573240" y="937315"/>
                  </a:lnTo>
                  <a:lnTo>
                    <a:pt x="574522" y="945659"/>
                  </a:lnTo>
                  <a:lnTo>
                    <a:pt x="575804" y="945659"/>
                  </a:lnTo>
                  <a:lnTo>
                    <a:pt x="577086" y="945659"/>
                  </a:lnTo>
                  <a:lnTo>
                    <a:pt x="578368" y="945659"/>
                  </a:lnTo>
                  <a:lnTo>
                    <a:pt x="579649" y="945659"/>
                  </a:lnTo>
                  <a:lnTo>
                    <a:pt x="580931" y="945659"/>
                  </a:lnTo>
                  <a:lnTo>
                    <a:pt x="582213" y="945659"/>
                  </a:lnTo>
                  <a:lnTo>
                    <a:pt x="583495" y="915064"/>
                  </a:lnTo>
                  <a:lnTo>
                    <a:pt x="584777" y="848311"/>
                  </a:lnTo>
                  <a:lnTo>
                    <a:pt x="586059" y="778778"/>
                  </a:lnTo>
                  <a:lnTo>
                    <a:pt x="587340" y="778778"/>
                  </a:lnTo>
                  <a:lnTo>
                    <a:pt x="588622" y="778778"/>
                  </a:lnTo>
                  <a:lnTo>
                    <a:pt x="589904" y="778778"/>
                  </a:lnTo>
                  <a:lnTo>
                    <a:pt x="591186" y="709244"/>
                  </a:lnTo>
                  <a:lnTo>
                    <a:pt x="592468" y="667524"/>
                  </a:lnTo>
                  <a:lnTo>
                    <a:pt x="593750" y="667524"/>
                  </a:lnTo>
                  <a:lnTo>
                    <a:pt x="595032" y="667524"/>
                  </a:lnTo>
                  <a:lnTo>
                    <a:pt x="596313" y="667524"/>
                  </a:lnTo>
                  <a:lnTo>
                    <a:pt x="597595" y="667524"/>
                  </a:lnTo>
                  <a:lnTo>
                    <a:pt x="598877" y="650836"/>
                  </a:lnTo>
                  <a:lnTo>
                    <a:pt x="600159" y="559051"/>
                  </a:lnTo>
                  <a:lnTo>
                    <a:pt x="601441" y="470048"/>
                  </a:lnTo>
                  <a:lnTo>
                    <a:pt x="602723" y="381045"/>
                  </a:lnTo>
                  <a:lnTo>
                    <a:pt x="604004" y="333762"/>
                  </a:lnTo>
                  <a:lnTo>
                    <a:pt x="605286" y="372700"/>
                  </a:lnTo>
                  <a:lnTo>
                    <a:pt x="606568" y="389389"/>
                  </a:lnTo>
                  <a:lnTo>
                    <a:pt x="607850" y="389389"/>
                  </a:lnTo>
                  <a:lnTo>
                    <a:pt x="609132" y="389389"/>
                  </a:lnTo>
                  <a:lnTo>
                    <a:pt x="610414" y="389389"/>
                  </a:lnTo>
                  <a:lnTo>
                    <a:pt x="611695" y="389389"/>
                  </a:lnTo>
                  <a:lnTo>
                    <a:pt x="612977" y="389389"/>
                  </a:lnTo>
                  <a:lnTo>
                    <a:pt x="614259" y="333762"/>
                  </a:lnTo>
                  <a:lnTo>
                    <a:pt x="615541" y="356012"/>
                  </a:lnTo>
                  <a:lnTo>
                    <a:pt x="616823" y="369919"/>
                  </a:lnTo>
                  <a:lnTo>
                    <a:pt x="618105" y="394951"/>
                  </a:lnTo>
                  <a:lnTo>
                    <a:pt x="619387" y="389389"/>
                  </a:lnTo>
                  <a:lnTo>
                    <a:pt x="620668" y="389389"/>
                  </a:lnTo>
                  <a:lnTo>
                    <a:pt x="621950" y="389389"/>
                  </a:lnTo>
                  <a:lnTo>
                    <a:pt x="623232" y="453360"/>
                  </a:lnTo>
                  <a:lnTo>
                    <a:pt x="624514" y="500643"/>
                  </a:lnTo>
                  <a:lnTo>
                    <a:pt x="625796" y="500643"/>
                  </a:lnTo>
                  <a:lnTo>
                    <a:pt x="627078" y="500643"/>
                  </a:lnTo>
                  <a:lnTo>
                    <a:pt x="628359" y="483954"/>
                  </a:lnTo>
                  <a:lnTo>
                    <a:pt x="629641" y="445016"/>
                  </a:lnTo>
                  <a:lnTo>
                    <a:pt x="630923" y="422765"/>
                  </a:lnTo>
                  <a:lnTo>
                    <a:pt x="632205" y="495080"/>
                  </a:lnTo>
                  <a:lnTo>
                    <a:pt x="633487" y="564614"/>
                  </a:lnTo>
                  <a:lnTo>
                    <a:pt x="634769" y="589646"/>
                  </a:lnTo>
                  <a:lnTo>
                    <a:pt x="636051" y="611897"/>
                  </a:lnTo>
                  <a:lnTo>
                    <a:pt x="637332" y="611897"/>
                  </a:lnTo>
                  <a:lnTo>
                    <a:pt x="638614" y="611897"/>
                  </a:lnTo>
                  <a:lnTo>
                    <a:pt x="639896" y="611897"/>
                  </a:lnTo>
                  <a:lnTo>
                    <a:pt x="641178" y="611897"/>
                  </a:lnTo>
                  <a:lnTo>
                    <a:pt x="642460" y="592427"/>
                  </a:lnTo>
                  <a:lnTo>
                    <a:pt x="643742" y="556270"/>
                  </a:lnTo>
                  <a:lnTo>
                    <a:pt x="645023" y="556270"/>
                  </a:lnTo>
                  <a:lnTo>
                    <a:pt x="646305" y="609115"/>
                  </a:lnTo>
                  <a:lnTo>
                    <a:pt x="647587" y="603553"/>
                  </a:lnTo>
                  <a:lnTo>
                    <a:pt x="648869" y="611897"/>
                  </a:lnTo>
                  <a:lnTo>
                    <a:pt x="650151" y="567395"/>
                  </a:lnTo>
                  <a:lnTo>
                    <a:pt x="651433" y="556270"/>
                  </a:lnTo>
                  <a:lnTo>
                    <a:pt x="652714" y="556270"/>
                  </a:lnTo>
                  <a:lnTo>
                    <a:pt x="653996" y="528456"/>
                  </a:lnTo>
                  <a:lnTo>
                    <a:pt x="655278" y="472829"/>
                  </a:lnTo>
                  <a:lnTo>
                    <a:pt x="656560" y="445016"/>
                  </a:lnTo>
                  <a:lnTo>
                    <a:pt x="657842" y="445016"/>
                  </a:lnTo>
                  <a:lnTo>
                    <a:pt x="659124" y="445016"/>
                  </a:lnTo>
                  <a:lnTo>
                    <a:pt x="660406" y="436672"/>
                  </a:lnTo>
                  <a:lnTo>
                    <a:pt x="661687" y="445016"/>
                  </a:lnTo>
                  <a:lnTo>
                    <a:pt x="662969" y="478392"/>
                  </a:lnTo>
                  <a:lnTo>
                    <a:pt x="664251" y="453360"/>
                  </a:lnTo>
                  <a:lnTo>
                    <a:pt x="665533" y="456141"/>
                  </a:lnTo>
                  <a:lnTo>
                    <a:pt x="666815" y="481173"/>
                  </a:lnTo>
                  <a:lnTo>
                    <a:pt x="668097" y="500643"/>
                  </a:lnTo>
                  <a:lnTo>
                    <a:pt x="669378" y="500643"/>
                  </a:lnTo>
                  <a:lnTo>
                    <a:pt x="670660" y="500643"/>
                  </a:lnTo>
                  <a:lnTo>
                    <a:pt x="671942" y="461704"/>
                  </a:lnTo>
                  <a:lnTo>
                    <a:pt x="673224" y="428328"/>
                  </a:lnTo>
                  <a:lnTo>
                    <a:pt x="674506" y="406077"/>
                  </a:lnTo>
                  <a:lnTo>
                    <a:pt x="675788" y="353231"/>
                  </a:lnTo>
                  <a:lnTo>
                    <a:pt x="677070" y="333762"/>
                  </a:lnTo>
                  <a:lnTo>
                    <a:pt x="678351" y="278135"/>
                  </a:lnTo>
                  <a:lnTo>
                    <a:pt x="679633" y="286479"/>
                  </a:lnTo>
                  <a:lnTo>
                    <a:pt x="680915" y="333762"/>
                  </a:lnTo>
                  <a:lnTo>
                    <a:pt x="682197" y="372700"/>
                  </a:lnTo>
                  <a:lnTo>
                    <a:pt x="683479" y="389389"/>
                  </a:lnTo>
                  <a:lnTo>
                    <a:pt x="684761" y="389389"/>
                  </a:lnTo>
                  <a:lnTo>
                    <a:pt x="686042" y="414421"/>
                  </a:lnTo>
                  <a:lnTo>
                    <a:pt x="687324" y="470048"/>
                  </a:lnTo>
                  <a:lnTo>
                    <a:pt x="688606" y="478392"/>
                  </a:lnTo>
                  <a:lnTo>
                    <a:pt x="689888" y="389389"/>
                  </a:lnTo>
                  <a:lnTo>
                    <a:pt x="691170" y="389389"/>
                  </a:lnTo>
                  <a:lnTo>
                    <a:pt x="692452" y="408858"/>
                  </a:lnTo>
                  <a:lnTo>
                    <a:pt x="693734" y="383826"/>
                  </a:lnTo>
                  <a:lnTo>
                    <a:pt x="695015" y="244759"/>
                  </a:lnTo>
                  <a:lnTo>
                    <a:pt x="696297" y="267009"/>
                  </a:lnTo>
                  <a:lnTo>
                    <a:pt x="697579" y="278135"/>
                  </a:lnTo>
                  <a:lnTo>
                    <a:pt x="698861" y="253103"/>
                  </a:lnTo>
                  <a:lnTo>
                    <a:pt x="700143" y="166881"/>
                  </a:lnTo>
                  <a:lnTo>
                    <a:pt x="701425" y="166881"/>
                  </a:lnTo>
                  <a:lnTo>
                    <a:pt x="702706" y="166881"/>
                  </a:lnTo>
                  <a:lnTo>
                    <a:pt x="703988" y="203038"/>
                  </a:lnTo>
                  <a:lnTo>
                    <a:pt x="705270" y="180787"/>
                  </a:lnTo>
                  <a:lnTo>
                    <a:pt x="706552" y="222508"/>
                  </a:lnTo>
                  <a:lnTo>
                    <a:pt x="707834" y="308730"/>
                  </a:lnTo>
                  <a:lnTo>
                    <a:pt x="709116" y="333762"/>
                  </a:lnTo>
                  <a:lnTo>
                    <a:pt x="710397" y="369919"/>
                  </a:lnTo>
                  <a:lnTo>
                    <a:pt x="711679" y="333762"/>
                  </a:lnTo>
                  <a:lnTo>
                    <a:pt x="712961" y="333762"/>
                  </a:lnTo>
                  <a:lnTo>
                    <a:pt x="714243" y="378263"/>
                  </a:lnTo>
                  <a:lnTo>
                    <a:pt x="715525" y="339324"/>
                  </a:lnTo>
                  <a:lnTo>
                    <a:pt x="716807" y="333762"/>
                  </a:lnTo>
                  <a:lnTo>
                    <a:pt x="718089" y="333762"/>
                  </a:lnTo>
                  <a:lnTo>
                    <a:pt x="719370" y="333762"/>
                  </a:lnTo>
                  <a:lnTo>
                    <a:pt x="720652" y="308730"/>
                  </a:lnTo>
                  <a:lnTo>
                    <a:pt x="721934" y="389389"/>
                  </a:lnTo>
                  <a:lnTo>
                    <a:pt x="723216" y="389389"/>
                  </a:lnTo>
                  <a:lnTo>
                    <a:pt x="724498" y="389389"/>
                  </a:lnTo>
                  <a:lnTo>
                    <a:pt x="725780" y="445016"/>
                  </a:lnTo>
                  <a:lnTo>
                    <a:pt x="727061" y="584083"/>
                  </a:lnTo>
                  <a:lnTo>
                    <a:pt x="728343" y="611897"/>
                  </a:lnTo>
                  <a:lnTo>
                    <a:pt x="729625" y="611897"/>
                  </a:lnTo>
                  <a:lnTo>
                    <a:pt x="730907" y="670305"/>
                  </a:lnTo>
                  <a:lnTo>
                    <a:pt x="732189" y="759308"/>
                  </a:lnTo>
                  <a:lnTo>
                    <a:pt x="733471" y="684212"/>
                  </a:lnTo>
                  <a:lnTo>
                    <a:pt x="734753" y="667524"/>
                  </a:lnTo>
                  <a:lnTo>
                    <a:pt x="736034" y="667524"/>
                  </a:lnTo>
                  <a:lnTo>
                    <a:pt x="737316" y="720369"/>
                  </a:lnTo>
                  <a:lnTo>
                    <a:pt x="738598" y="723151"/>
                  </a:lnTo>
                  <a:lnTo>
                    <a:pt x="739880" y="723151"/>
                  </a:lnTo>
                  <a:lnTo>
                    <a:pt x="741162" y="723151"/>
                  </a:lnTo>
                  <a:lnTo>
                    <a:pt x="742444" y="737057"/>
                  </a:lnTo>
                  <a:lnTo>
                    <a:pt x="743725" y="778778"/>
                  </a:lnTo>
                  <a:lnTo>
                    <a:pt x="745007" y="778778"/>
                  </a:lnTo>
                  <a:lnTo>
                    <a:pt x="746289" y="778778"/>
                  </a:lnTo>
                  <a:lnTo>
                    <a:pt x="747571" y="820498"/>
                  </a:lnTo>
                  <a:lnTo>
                    <a:pt x="748853" y="750964"/>
                  </a:lnTo>
                  <a:lnTo>
                    <a:pt x="750135" y="723151"/>
                  </a:lnTo>
                  <a:lnTo>
                    <a:pt x="751416" y="659180"/>
                  </a:lnTo>
                  <a:lnTo>
                    <a:pt x="752698" y="650836"/>
                  </a:lnTo>
                  <a:lnTo>
                    <a:pt x="753980" y="667524"/>
                  </a:lnTo>
                  <a:lnTo>
                    <a:pt x="755262" y="667524"/>
                  </a:lnTo>
                  <a:lnTo>
                    <a:pt x="756544" y="667524"/>
                  </a:lnTo>
                  <a:lnTo>
                    <a:pt x="757826" y="667524"/>
                  </a:lnTo>
                  <a:lnTo>
                    <a:pt x="759108" y="614678"/>
                  </a:lnTo>
                  <a:lnTo>
                    <a:pt x="760389" y="611897"/>
                  </a:lnTo>
                  <a:lnTo>
                    <a:pt x="761671" y="611897"/>
                  </a:lnTo>
                  <a:lnTo>
                    <a:pt x="762953" y="611897"/>
                  </a:lnTo>
                  <a:lnTo>
                    <a:pt x="764235" y="628585"/>
                  </a:lnTo>
                  <a:lnTo>
                    <a:pt x="765517" y="703681"/>
                  </a:lnTo>
                  <a:lnTo>
                    <a:pt x="766799" y="723151"/>
                  </a:lnTo>
                  <a:lnTo>
                    <a:pt x="768080" y="723151"/>
                  </a:lnTo>
                  <a:lnTo>
                    <a:pt x="769362" y="723151"/>
                  </a:lnTo>
                  <a:lnTo>
                    <a:pt x="770644" y="723151"/>
                  </a:lnTo>
                  <a:lnTo>
                    <a:pt x="771926" y="723151"/>
                  </a:lnTo>
                  <a:lnTo>
                    <a:pt x="773208" y="723151"/>
                  </a:lnTo>
                  <a:lnTo>
                    <a:pt x="774490" y="689775"/>
                  </a:lnTo>
                  <a:lnTo>
                    <a:pt x="775772" y="667524"/>
                  </a:lnTo>
                  <a:lnTo>
                    <a:pt x="777053" y="667524"/>
                  </a:lnTo>
                  <a:lnTo>
                    <a:pt x="778335" y="667524"/>
                  </a:lnTo>
                  <a:lnTo>
                    <a:pt x="779617" y="670305"/>
                  </a:lnTo>
                  <a:lnTo>
                    <a:pt x="780899" y="712025"/>
                  </a:lnTo>
                  <a:lnTo>
                    <a:pt x="782181" y="723151"/>
                  </a:lnTo>
                  <a:lnTo>
                    <a:pt x="783463" y="781559"/>
                  </a:lnTo>
                  <a:lnTo>
                    <a:pt x="784744" y="834405"/>
                  </a:lnTo>
                  <a:lnTo>
                    <a:pt x="786026" y="803810"/>
                  </a:lnTo>
                  <a:lnTo>
                    <a:pt x="787308" y="778778"/>
                  </a:lnTo>
                  <a:lnTo>
                    <a:pt x="788590" y="778778"/>
                  </a:lnTo>
                  <a:lnTo>
                    <a:pt x="789872" y="778778"/>
                  </a:lnTo>
                  <a:lnTo>
                    <a:pt x="791154" y="828842"/>
                  </a:lnTo>
                  <a:lnTo>
                    <a:pt x="792435" y="834405"/>
                  </a:lnTo>
                  <a:lnTo>
                    <a:pt x="793717" y="809373"/>
                  </a:lnTo>
                  <a:lnTo>
                    <a:pt x="794999" y="778778"/>
                  </a:lnTo>
                  <a:lnTo>
                    <a:pt x="796281" y="778778"/>
                  </a:lnTo>
                  <a:lnTo>
                    <a:pt x="797563" y="778778"/>
                  </a:lnTo>
                  <a:lnTo>
                    <a:pt x="798845" y="778778"/>
                  </a:lnTo>
                  <a:lnTo>
                    <a:pt x="800127" y="778778"/>
                  </a:lnTo>
                  <a:lnTo>
                    <a:pt x="801408" y="778778"/>
                  </a:lnTo>
                  <a:lnTo>
                    <a:pt x="802690" y="778778"/>
                  </a:lnTo>
                  <a:lnTo>
                    <a:pt x="803972" y="778778"/>
                  </a:lnTo>
                  <a:lnTo>
                    <a:pt x="805254" y="773215"/>
                  </a:lnTo>
                  <a:lnTo>
                    <a:pt x="806536" y="753746"/>
                  </a:lnTo>
                  <a:lnTo>
                    <a:pt x="807818" y="778778"/>
                  </a:lnTo>
                  <a:lnTo>
                    <a:pt x="809099" y="725932"/>
                  </a:lnTo>
                  <a:lnTo>
                    <a:pt x="810381" y="709244"/>
                  </a:lnTo>
                  <a:lnTo>
                    <a:pt x="811663" y="667524"/>
                  </a:lnTo>
                  <a:lnTo>
                    <a:pt x="812945" y="684212"/>
                  </a:lnTo>
                  <a:lnTo>
                    <a:pt x="814227" y="667524"/>
                  </a:lnTo>
                  <a:lnTo>
                    <a:pt x="815509" y="620241"/>
                  </a:lnTo>
                  <a:lnTo>
                    <a:pt x="816791" y="611897"/>
                  </a:lnTo>
                  <a:lnTo>
                    <a:pt x="818072" y="639710"/>
                  </a:lnTo>
                  <a:lnTo>
                    <a:pt x="819354" y="667524"/>
                  </a:lnTo>
                  <a:lnTo>
                    <a:pt x="820636" y="659180"/>
                  </a:lnTo>
                  <a:lnTo>
                    <a:pt x="821918" y="611897"/>
                  </a:lnTo>
                  <a:lnTo>
                    <a:pt x="823200" y="611897"/>
                  </a:lnTo>
                  <a:lnTo>
                    <a:pt x="824482" y="611897"/>
                  </a:lnTo>
                  <a:lnTo>
                    <a:pt x="825763" y="634148"/>
                  </a:lnTo>
                  <a:lnTo>
                    <a:pt x="827045" y="667524"/>
                  </a:lnTo>
                  <a:lnTo>
                    <a:pt x="828327" y="667524"/>
                  </a:lnTo>
                  <a:lnTo>
                    <a:pt x="829609" y="623022"/>
                  </a:lnTo>
                  <a:lnTo>
                    <a:pt x="830891" y="611897"/>
                  </a:lnTo>
                  <a:lnTo>
                    <a:pt x="832173" y="611897"/>
                  </a:lnTo>
                  <a:lnTo>
                    <a:pt x="833455" y="606334"/>
                  </a:lnTo>
                  <a:lnTo>
                    <a:pt x="834736" y="556270"/>
                  </a:lnTo>
                  <a:lnTo>
                    <a:pt x="836018" y="545144"/>
                  </a:lnTo>
                  <a:lnTo>
                    <a:pt x="837300" y="503424"/>
                  </a:lnTo>
                  <a:lnTo>
                    <a:pt x="838582" y="556270"/>
                  </a:lnTo>
                  <a:lnTo>
                    <a:pt x="839864" y="556270"/>
                  </a:lnTo>
                  <a:lnTo>
                    <a:pt x="841146" y="606334"/>
                  </a:lnTo>
                  <a:lnTo>
                    <a:pt x="842427" y="623022"/>
                  </a:lnTo>
                  <a:lnTo>
                    <a:pt x="843709" y="667524"/>
                  </a:lnTo>
                  <a:lnTo>
                    <a:pt x="844991" y="681430"/>
                  </a:lnTo>
                  <a:lnTo>
                    <a:pt x="846273" y="723151"/>
                  </a:lnTo>
                  <a:lnTo>
                    <a:pt x="847555" y="767652"/>
                  </a:lnTo>
                  <a:lnTo>
                    <a:pt x="848837" y="778778"/>
                  </a:lnTo>
                  <a:lnTo>
                    <a:pt x="850118" y="778778"/>
                  </a:lnTo>
                  <a:lnTo>
                    <a:pt x="851400" y="778778"/>
                  </a:lnTo>
                  <a:lnTo>
                    <a:pt x="852682" y="753746"/>
                  </a:lnTo>
                  <a:lnTo>
                    <a:pt x="853964" y="742620"/>
                  </a:lnTo>
                  <a:lnTo>
                    <a:pt x="855246" y="723151"/>
                  </a:lnTo>
                  <a:lnTo>
                    <a:pt x="856528" y="723151"/>
                  </a:lnTo>
                  <a:lnTo>
                    <a:pt x="857810" y="723151"/>
                  </a:lnTo>
                  <a:lnTo>
                    <a:pt x="859091" y="723151"/>
                  </a:lnTo>
                  <a:lnTo>
                    <a:pt x="860373" y="723151"/>
                  </a:lnTo>
                  <a:lnTo>
                    <a:pt x="861655" y="734276"/>
                  </a:lnTo>
                  <a:lnTo>
                    <a:pt x="862937" y="667524"/>
                  </a:lnTo>
                  <a:lnTo>
                    <a:pt x="864219" y="667524"/>
                  </a:lnTo>
                  <a:lnTo>
                    <a:pt x="865501" y="639710"/>
                  </a:lnTo>
                  <a:lnTo>
                    <a:pt x="866782" y="611897"/>
                  </a:lnTo>
                  <a:lnTo>
                    <a:pt x="868064" y="592427"/>
                  </a:lnTo>
                  <a:lnTo>
                    <a:pt x="869346" y="611897"/>
                  </a:lnTo>
                  <a:lnTo>
                    <a:pt x="870628" y="556270"/>
                  </a:lnTo>
                  <a:lnTo>
                    <a:pt x="871910" y="483955"/>
                  </a:lnTo>
                  <a:lnTo>
                    <a:pt x="873192" y="389389"/>
                  </a:lnTo>
                  <a:lnTo>
                    <a:pt x="874474" y="389389"/>
                  </a:lnTo>
                  <a:lnTo>
                    <a:pt x="875755" y="389389"/>
                  </a:lnTo>
                  <a:lnTo>
                    <a:pt x="877037" y="389389"/>
                  </a:lnTo>
                  <a:lnTo>
                    <a:pt x="878319" y="389389"/>
                  </a:lnTo>
                  <a:lnTo>
                    <a:pt x="879601" y="389389"/>
                  </a:lnTo>
                  <a:lnTo>
                    <a:pt x="880883" y="389389"/>
                  </a:lnTo>
                  <a:lnTo>
                    <a:pt x="882165" y="389389"/>
                  </a:lnTo>
                  <a:lnTo>
                    <a:pt x="883446" y="389389"/>
                  </a:lnTo>
                  <a:lnTo>
                    <a:pt x="884728" y="417202"/>
                  </a:lnTo>
                  <a:lnTo>
                    <a:pt x="886010" y="442234"/>
                  </a:lnTo>
                  <a:lnTo>
                    <a:pt x="887292" y="445016"/>
                  </a:lnTo>
                  <a:lnTo>
                    <a:pt x="888574" y="408858"/>
                  </a:lnTo>
                  <a:lnTo>
                    <a:pt x="889856" y="389389"/>
                  </a:lnTo>
                  <a:lnTo>
                    <a:pt x="891137" y="389389"/>
                  </a:lnTo>
                  <a:lnTo>
                    <a:pt x="892419" y="389389"/>
                  </a:lnTo>
                  <a:lnTo>
                    <a:pt x="893701" y="414421"/>
                  </a:lnTo>
                  <a:lnTo>
                    <a:pt x="894983" y="500643"/>
                  </a:lnTo>
                  <a:lnTo>
                    <a:pt x="896265" y="500643"/>
                  </a:lnTo>
                  <a:lnTo>
                    <a:pt x="897547" y="475610"/>
                  </a:lnTo>
                  <a:lnTo>
                    <a:pt x="898829" y="556270"/>
                  </a:lnTo>
                  <a:lnTo>
                    <a:pt x="900110" y="581302"/>
                  </a:lnTo>
                  <a:lnTo>
                    <a:pt x="901392" y="611897"/>
                  </a:lnTo>
                  <a:lnTo>
                    <a:pt x="902674" y="603553"/>
                  </a:lnTo>
                  <a:lnTo>
                    <a:pt x="903956" y="620241"/>
                  </a:lnTo>
                  <a:lnTo>
                    <a:pt x="905238" y="670305"/>
                  </a:lnTo>
                  <a:lnTo>
                    <a:pt x="906520" y="661961"/>
                  </a:lnTo>
                  <a:lnTo>
                    <a:pt x="907801" y="611897"/>
                  </a:lnTo>
                  <a:lnTo>
                    <a:pt x="909083" y="611897"/>
                  </a:lnTo>
                  <a:lnTo>
                    <a:pt x="910365" y="611897"/>
                  </a:lnTo>
                  <a:lnTo>
                    <a:pt x="911647" y="564614"/>
                  </a:lnTo>
                  <a:lnTo>
                    <a:pt x="912929" y="556270"/>
                  </a:lnTo>
                  <a:lnTo>
                    <a:pt x="914211" y="503424"/>
                  </a:lnTo>
                  <a:lnTo>
                    <a:pt x="915493" y="500643"/>
                  </a:lnTo>
                  <a:lnTo>
                    <a:pt x="916774" y="489517"/>
                  </a:lnTo>
                  <a:lnTo>
                    <a:pt x="918056" y="478392"/>
                  </a:lnTo>
                  <a:lnTo>
                    <a:pt x="919338" y="500643"/>
                  </a:lnTo>
                  <a:lnTo>
                    <a:pt x="920620" y="534019"/>
                  </a:lnTo>
                  <a:lnTo>
                    <a:pt x="921902" y="556270"/>
                  </a:lnTo>
                  <a:lnTo>
                    <a:pt x="923184" y="542363"/>
                  </a:lnTo>
                  <a:lnTo>
                    <a:pt x="924465" y="500643"/>
                  </a:lnTo>
                  <a:lnTo>
                    <a:pt x="925747" y="472829"/>
                  </a:lnTo>
                  <a:lnTo>
                    <a:pt x="927029" y="445016"/>
                  </a:lnTo>
                  <a:lnTo>
                    <a:pt x="928311" y="445016"/>
                  </a:lnTo>
                  <a:lnTo>
                    <a:pt x="929593" y="492299"/>
                  </a:lnTo>
                  <a:lnTo>
                    <a:pt x="930875" y="458922"/>
                  </a:lnTo>
                  <a:lnTo>
                    <a:pt x="932157" y="445016"/>
                  </a:lnTo>
                  <a:lnTo>
                    <a:pt x="933438" y="445016"/>
                  </a:lnTo>
                  <a:lnTo>
                    <a:pt x="934720" y="500643"/>
                  </a:lnTo>
                  <a:lnTo>
                    <a:pt x="936002" y="556270"/>
                  </a:lnTo>
                  <a:lnTo>
                    <a:pt x="937284" y="534019"/>
                  </a:lnTo>
                  <a:lnTo>
                    <a:pt x="938566" y="453360"/>
                  </a:lnTo>
                  <a:lnTo>
                    <a:pt x="939848" y="456141"/>
                  </a:lnTo>
                  <a:lnTo>
                    <a:pt x="941129" y="445016"/>
                  </a:lnTo>
                  <a:lnTo>
                    <a:pt x="942411" y="445016"/>
                  </a:lnTo>
                  <a:lnTo>
                    <a:pt x="943693" y="445016"/>
                  </a:lnTo>
                  <a:lnTo>
                    <a:pt x="944975" y="445016"/>
                  </a:lnTo>
                  <a:lnTo>
                    <a:pt x="946257" y="495080"/>
                  </a:lnTo>
                  <a:lnTo>
                    <a:pt x="947539" y="500643"/>
                  </a:lnTo>
                  <a:lnTo>
                    <a:pt x="948820" y="508987"/>
                  </a:lnTo>
                  <a:lnTo>
                    <a:pt x="950102" y="556270"/>
                  </a:lnTo>
                  <a:lnTo>
                    <a:pt x="951384" y="556270"/>
                  </a:lnTo>
                  <a:lnTo>
                    <a:pt x="952666" y="556270"/>
                  </a:lnTo>
                  <a:lnTo>
                    <a:pt x="953948" y="545144"/>
                  </a:lnTo>
                  <a:lnTo>
                    <a:pt x="955230" y="511768"/>
                  </a:lnTo>
                  <a:lnTo>
                    <a:pt x="956512" y="556270"/>
                  </a:lnTo>
                  <a:lnTo>
                    <a:pt x="957793" y="581302"/>
                  </a:lnTo>
                  <a:lnTo>
                    <a:pt x="959075" y="611897"/>
                  </a:lnTo>
                  <a:lnTo>
                    <a:pt x="960357" y="611897"/>
                  </a:lnTo>
                  <a:lnTo>
                    <a:pt x="961639" y="611897"/>
                  </a:lnTo>
                  <a:lnTo>
                    <a:pt x="962921" y="650836"/>
                  </a:lnTo>
                  <a:lnTo>
                    <a:pt x="964203" y="667524"/>
                  </a:lnTo>
                  <a:lnTo>
                    <a:pt x="965484" y="631366"/>
                  </a:lnTo>
                  <a:lnTo>
                    <a:pt x="966766" y="609115"/>
                  </a:lnTo>
                  <a:lnTo>
                    <a:pt x="968048" y="556270"/>
                  </a:lnTo>
                  <a:lnTo>
                    <a:pt x="969330" y="623022"/>
                  </a:lnTo>
                  <a:lnTo>
                    <a:pt x="970612" y="714807"/>
                  </a:lnTo>
                  <a:lnTo>
                    <a:pt x="971894" y="764871"/>
                  </a:lnTo>
                  <a:lnTo>
                    <a:pt x="973176" y="778778"/>
                  </a:lnTo>
                  <a:lnTo>
                    <a:pt x="974457" y="778778"/>
                  </a:lnTo>
                  <a:lnTo>
                    <a:pt x="975739" y="806591"/>
                  </a:lnTo>
                  <a:lnTo>
                    <a:pt x="977021" y="742620"/>
                  </a:lnTo>
                  <a:lnTo>
                    <a:pt x="978303" y="723151"/>
                  </a:lnTo>
                  <a:lnTo>
                    <a:pt x="979585" y="723151"/>
                  </a:lnTo>
                  <a:lnTo>
                    <a:pt x="980867" y="681430"/>
                  </a:lnTo>
                  <a:lnTo>
                    <a:pt x="982148" y="667524"/>
                  </a:lnTo>
                  <a:lnTo>
                    <a:pt x="983430" y="631366"/>
                  </a:lnTo>
                  <a:lnTo>
                    <a:pt x="984712" y="611897"/>
                  </a:lnTo>
                  <a:lnTo>
                    <a:pt x="985994" y="620241"/>
                  </a:lnTo>
                  <a:lnTo>
                    <a:pt x="987276" y="667524"/>
                  </a:lnTo>
                  <a:lnTo>
                    <a:pt x="988558" y="575739"/>
                  </a:lnTo>
                  <a:lnTo>
                    <a:pt x="989839" y="461704"/>
                  </a:lnTo>
                  <a:lnTo>
                    <a:pt x="991121" y="445016"/>
                  </a:lnTo>
                  <a:lnTo>
                    <a:pt x="992403" y="445016"/>
                  </a:lnTo>
                  <a:lnTo>
                    <a:pt x="993685" y="445016"/>
                  </a:lnTo>
                  <a:lnTo>
                    <a:pt x="994967" y="445016"/>
                  </a:lnTo>
                  <a:lnTo>
                    <a:pt x="996249" y="403295"/>
                  </a:lnTo>
                  <a:lnTo>
                    <a:pt x="997531" y="394951"/>
                  </a:lnTo>
                  <a:lnTo>
                    <a:pt x="998812" y="378263"/>
                  </a:lnTo>
                  <a:lnTo>
                    <a:pt x="1000094" y="389389"/>
                  </a:lnTo>
                  <a:lnTo>
                    <a:pt x="1001376" y="389389"/>
                  </a:lnTo>
                  <a:lnTo>
                    <a:pt x="1002658" y="389389"/>
                  </a:lnTo>
                  <a:lnTo>
                    <a:pt x="1003940" y="389389"/>
                  </a:lnTo>
                  <a:lnTo>
                    <a:pt x="1005222" y="333762"/>
                  </a:lnTo>
                  <a:lnTo>
                    <a:pt x="1006503" y="333762"/>
                  </a:lnTo>
                  <a:lnTo>
                    <a:pt x="1007785" y="344887"/>
                  </a:lnTo>
                  <a:lnTo>
                    <a:pt x="1009067" y="394951"/>
                  </a:lnTo>
                  <a:lnTo>
                    <a:pt x="1010349" y="336543"/>
                  </a:lnTo>
                  <a:lnTo>
                    <a:pt x="1011631" y="267009"/>
                  </a:lnTo>
                  <a:lnTo>
                    <a:pt x="1012913" y="255884"/>
                  </a:lnTo>
                  <a:lnTo>
                    <a:pt x="1014195" y="222508"/>
                  </a:lnTo>
                  <a:lnTo>
                    <a:pt x="1015476" y="225289"/>
                  </a:lnTo>
                  <a:lnTo>
                    <a:pt x="1016758" y="222508"/>
                  </a:lnTo>
                  <a:lnTo>
                    <a:pt x="1018040" y="222508"/>
                  </a:lnTo>
                  <a:lnTo>
                    <a:pt x="1019322" y="222508"/>
                  </a:lnTo>
                  <a:lnTo>
                    <a:pt x="1020604" y="269791"/>
                  </a:lnTo>
                  <a:lnTo>
                    <a:pt x="1021886" y="367138"/>
                  </a:lnTo>
                  <a:lnTo>
                    <a:pt x="1023167" y="389389"/>
                  </a:lnTo>
                  <a:lnTo>
                    <a:pt x="1024449" y="389389"/>
                  </a:lnTo>
                  <a:lnTo>
                    <a:pt x="1025731" y="367138"/>
                  </a:lnTo>
                  <a:lnTo>
                    <a:pt x="1027013" y="333762"/>
                  </a:lnTo>
                  <a:lnTo>
                    <a:pt x="1028295" y="292042"/>
                  </a:lnTo>
                  <a:lnTo>
                    <a:pt x="1029577" y="264228"/>
                  </a:lnTo>
                  <a:lnTo>
                    <a:pt x="1030858" y="267009"/>
                  </a:lnTo>
                  <a:lnTo>
                    <a:pt x="1032140" y="233633"/>
                  </a:lnTo>
                  <a:lnTo>
                    <a:pt x="1033422" y="222508"/>
                  </a:lnTo>
                  <a:lnTo>
                    <a:pt x="1034704" y="205820"/>
                  </a:lnTo>
                  <a:lnTo>
                    <a:pt x="1035986" y="166881"/>
                  </a:lnTo>
                  <a:lnTo>
                    <a:pt x="1037268" y="219726"/>
                  </a:lnTo>
                  <a:lnTo>
                    <a:pt x="1038550" y="222508"/>
                  </a:lnTo>
                  <a:lnTo>
                    <a:pt x="1039831" y="222508"/>
                  </a:lnTo>
                  <a:lnTo>
                    <a:pt x="1041113" y="216945"/>
                  </a:lnTo>
                  <a:lnTo>
                    <a:pt x="1042395" y="208601"/>
                  </a:lnTo>
                  <a:lnTo>
                    <a:pt x="1043677" y="228070"/>
                  </a:lnTo>
                  <a:lnTo>
                    <a:pt x="1044959" y="280916"/>
                  </a:lnTo>
                  <a:lnTo>
                    <a:pt x="1046241" y="333762"/>
                  </a:lnTo>
                  <a:lnTo>
                    <a:pt x="1047522" y="322636"/>
                  </a:lnTo>
                  <a:lnTo>
                    <a:pt x="1048804" y="322636"/>
                  </a:lnTo>
                  <a:lnTo>
                    <a:pt x="1050086" y="278135"/>
                  </a:lnTo>
                  <a:lnTo>
                    <a:pt x="1051368" y="278135"/>
                  </a:lnTo>
                  <a:lnTo>
                    <a:pt x="1052650" y="314292"/>
                  </a:lnTo>
                  <a:lnTo>
                    <a:pt x="1053932" y="289260"/>
                  </a:lnTo>
                  <a:lnTo>
                    <a:pt x="1055214" y="258665"/>
                  </a:lnTo>
                  <a:lnTo>
                    <a:pt x="1056495" y="222508"/>
                  </a:lnTo>
                  <a:lnTo>
                    <a:pt x="1057777" y="225289"/>
                  </a:lnTo>
                  <a:lnTo>
                    <a:pt x="1059059" y="222508"/>
                  </a:lnTo>
                  <a:lnTo>
                    <a:pt x="1060341" y="297604"/>
                  </a:lnTo>
                  <a:lnTo>
                    <a:pt x="1061623" y="369919"/>
                  </a:lnTo>
                  <a:lnTo>
                    <a:pt x="1062905" y="406077"/>
                  </a:lnTo>
                  <a:lnTo>
                    <a:pt x="1064186" y="486736"/>
                  </a:lnTo>
                  <a:lnTo>
                    <a:pt x="1065468" y="500643"/>
                  </a:lnTo>
                  <a:lnTo>
                    <a:pt x="1066750" y="514549"/>
                  </a:lnTo>
                  <a:lnTo>
                    <a:pt x="1068032" y="556270"/>
                  </a:lnTo>
                  <a:lnTo>
                    <a:pt x="1069314" y="511768"/>
                  </a:lnTo>
                  <a:lnTo>
                    <a:pt x="1070596" y="431109"/>
                  </a:lnTo>
                  <a:lnTo>
                    <a:pt x="1071878" y="389389"/>
                  </a:lnTo>
                  <a:lnTo>
                    <a:pt x="1073159" y="414421"/>
                  </a:lnTo>
                  <a:lnTo>
                    <a:pt x="1074441" y="506205"/>
                  </a:lnTo>
                  <a:lnTo>
                    <a:pt x="1075723" y="550707"/>
                  </a:lnTo>
                  <a:lnTo>
                    <a:pt x="1077005" y="500643"/>
                  </a:lnTo>
                  <a:lnTo>
                    <a:pt x="1078287" y="500643"/>
                  </a:lnTo>
                  <a:lnTo>
                    <a:pt x="1079569" y="536800"/>
                  </a:lnTo>
                  <a:lnTo>
                    <a:pt x="1080850" y="564614"/>
                  </a:lnTo>
                  <a:lnTo>
                    <a:pt x="1082132" y="611897"/>
                  </a:lnTo>
                  <a:lnTo>
                    <a:pt x="1083414" y="578520"/>
                  </a:lnTo>
                  <a:lnTo>
                    <a:pt x="1084696" y="531237"/>
                  </a:lnTo>
                  <a:lnTo>
                    <a:pt x="1085978" y="542363"/>
                  </a:lnTo>
                  <a:lnTo>
                    <a:pt x="1087260" y="572958"/>
                  </a:lnTo>
                  <a:lnTo>
                    <a:pt x="1088541" y="611897"/>
                  </a:lnTo>
                  <a:lnTo>
                    <a:pt x="1089823" y="625803"/>
                  </a:lnTo>
                  <a:lnTo>
                    <a:pt x="1091105" y="667524"/>
                  </a:lnTo>
                  <a:lnTo>
                    <a:pt x="1092387" y="667524"/>
                  </a:lnTo>
                  <a:lnTo>
                    <a:pt x="1093669" y="667524"/>
                  </a:lnTo>
                  <a:lnTo>
                    <a:pt x="1094951" y="667524"/>
                  </a:lnTo>
                  <a:lnTo>
                    <a:pt x="1096233" y="667524"/>
                  </a:lnTo>
                  <a:lnTo>
                    <a:pt x="1097514" y="650836"/>
                  </a:lnTo>
                  <a:lnTo>
                    <a:pt x="1098796" y="611897"/>
                  </a:lnTo>
                  <a:lnTo>
                    <a:pt x="1100078" y="592427"/>
                  </a:lnTo>
                  <a:lnTo>
                    <a:pt x="1101360" y="595209"/>
                  </a:lnTo>
                  <a:lnTo>
                    <a:pt x="1102642" y="678649"/>
                  </a:lnTo>
                  <a:lnTo>
                    <a:pt x="1103924" y="723151"/>
                  </a:lnTo>
                  <a:lnTo>
                    <a:pt x="1105205" y="723151"/>
                  </a:lnTo>
                  <a:lnTo>
                    <a:pt x="1106487" y="720369"/>
                  </a:lnTo>
                  <a:lnTo>
                    <a:pt x="1107769" y="670305"/>
                  </a:lnTo>
                  <a:lnTo>
                    <a:pt x="1109051" y="723151"/>
                  </a:lnTo>
                  <a:lnTo>
                    <a:pt x="1110333" y="723151"/>
                  </a:lnTo>
                  <a:lnTo>
                    <a:pt x="1111615" y="723151"/>
                  </a:lnTo>
                  <a:lnTo>
                    <a:pt x="1112897" y="723151"/>
                  </a:lnTo>
                  <a:lnTo>
                    <a:pt x="1114178" y="675868"/>
                  </a:lnTo>
                  <a:lnTo>
                    <a:pt x="1115460" y="698118"/>
                  </a:lnTo>
                  <a:lnTo>
                    <a:pt x="1116742" y="698118"/>
                  </a:lnTo>
                  <a:lnTo>
                    <a:pt x="1118024" y="673086"/>
                  </a:lnTo>
                  <a:lnTo>
                    <a:pt x="1119306" y="664742"/>
                  </a:lnTo>
                  <a:lnTo>
                    <a:pt x="1120588" y="611897"/>
                  </a:lnTo>
                  <a:lnTo>
                    <a:pt x="1121869" y="611897"/>
                  </a:lnTo>
                  <a:lnTo>
                    <a:pt x="1123151" y="611897"/>
                  </a:lnTo>
                  <a:lnTo>
                    <a:pt x="1124433" y="611897"/>
                  </a:lnTo>
                  <a:lnTo>
                    <a:pt x="1125715" y="611897"/>
                  </a:lnTo>
                  <a:lnTo>
                    <a:pt x="1126997" y="611897"/>
                  </a:lnTo>
                  <a:lnTo>
                    <a:pt x="1128279" y="572958"/>
                  </a:lnTo>
                  <a:lnTo>
                    <a:pt x="1129560" y="570176"/>
                  </a:lnTo>
                  <a:lnTo>
                    <a:pt x="1130842" y="611897"/>
                  </a:lnTo>
                  <a:lnTo>
                    <a:pt x="1132124" y="628585"/>
                  </a:lnTo>
                  <a:lnTo>
                    <a:pt x="1133406" y="667524"/>
                  </a:lnTo>
                  <a:lnTo>
                    <a:pt x="1134688" y="667524"/>
                  </a:lnTo>
                  <a:lnTo>
                    <a:pt x="1135970" y="639710"/>
                  </a:lnTo>
                  <a:lnTo>
                    <a:pt x="1137252" y="611897"/>
                  </a:lnTo>
                  <a:lnTo>
                    <a:pt x="1138533" y="611897"/>
                  </a:lnTo>
                  <a:lnTo>
                    <a:pt x="1139815" y="667524"/>
                  </a:lnTo>
                  <a:lnTo>
                    <a:pt x="1141097" y="667524"/>
                  </a:lnTo>
                  <a:lnTo>
                    <a:pt x="1142379" y="667524"/>
                  </a:lnTo>
                  <a:lnTo>
                    <a:pt x="1143661" y="667524"/>
                  </a:lnTo>
                  <a:lnTo>
                    <a:pt x="1144943" y="667524"/>
                  </a:lnTo>
                  <a:lnTo>
                    <a:pt x="1146224" y="712025"/>
                  </a:lnTo>
                  <a:lnTo>
                    <a:pt x="1147506" y="723151"/>
                  </a:lnTo>
                  <a:lnTo>
                    <a:pt x="1148788" y="767652"/>
                  </a:lnTo>
                  <a:lnTo>
                    <a:pt x="1150070" y="826061"/>
                  </a:lnTo>
                  <a:lnTo>
                    <a:pt x="1151352" y="834405"/>
                  </a:lnTo>
                  <a:lnTo>
                    <a:pt x="1152634" y="890032"/>
                  </a:lnTo>
                  <a:lnTo>
                    <a:pt x="1153916" y="890032"/>
                  </a:lnTo>
                  <a:lnTo>
                    <a:pt x="1155197" y="890032"/>
                  </a:lnTo>
                  <a:lnTo>
                    <a:pt x="1156479" y="820498"/>
                  </a:lnTo>
                  <a:lnTo>
                    <a:pt x="1157761" y="778778"/>
                  </a:lnTo>
                  <a:lnTo>
                    <a:pt x="1159043" y="778778"/>
                  </a:lnTo>
                  <a:lnTo>
                    <a:pt x="1160325" y="814935"/>
                  </a:lnTo>
                  <a:lnTo>
                    <a:pt x="1161607" y="834405"/>
                  </a:lnTo>
                  <a:lnTo>
                    <a:pt x="1162888" y="814935"/>
                  </a:lnTo>
                  <a:lnTo>
                    <a:pt x="1164170" y="778778"/>
                  </a:lnTo>
                  <a:lnTo>
                    <a:pt x="1165452" y="778778"/>
                  </a:lnTo>
                  <a:lnTo>
                    <a:pt x="1166734" y="778778"/>
                  </a:lnTo>
                  <a:lnTo>
                    <a:pt x="1168016" y="803810"/>
                  </a:lnTo>
                  <a:lnTo>
                    <a:pt x="1169298" y="834405"/>
                  </a:lnTo>
                  <a:lnTo>
                    <a:pt x="1170579" y="759308"/>
                  </a:lnTo>
                  <a:lnTo>
                    <a:pt x="1171861" y="723151"/>
                  </a:lnTo>
                  <a:lnTo>
                    <a:pt x="1173143" y="692556"/>
                  </a:lnTo>
                  <a:lnTo>
                    <a:pt x="1174425" y="667524"/>
                  </a:lnTo>
                  <a:lnTo>
                    <a:pt x="1175707" y="636929"/>
                  </a:lnTo>
                  <a:lnTo>
                    <a:pt x="1176989" y="611897"/>
                  </a:lnTo>
                  <a:lnTo>
                    <a:pt x="1178271" y="611897"/>
                  </a:lnTo>
                  <a:lnTo>
                    <a:pt x="1179552" y="609115"/>
                  </a:lnTo>
                  <a:lnTo>
                    <a:pt x="1180834" y="556270"/>
                  </a:lnTo>
                  <a:lnTo>
                    <a:pt x="1182116" y="556270"/>
                  </a:lnTo>
                  <a:lnTo>
                    <a:pt x="1183398" y="556270"/>
                  </a:lnTo>
                  <a:lnTo>
                    <a:pt x="1184680" y="556270"/>
                  </a:lnTo>
                  <a:lnTo>
                    <a:pt x="1185962" y="517331"/>
                  </a:lnTo>
                  <a:lnTo>
                    <a:pt x="1187243" y="467266"/>
                  </a:lnTo>
                  <a:lnTo>
                    <a:pt x="1188525" y="508987"/>
                  </a:lnTo>
                  <a:lnTo>
                    <a:pt x="1189807" y="556270"/>
                  </a:lnTo>
                  <a:lnTo>
                    <a:pt x="1191089" y="556270"/>
                  </a:lnTo>
                  <a:lnTo>
                    <a:pt x="1192371" y="556270"/>
                  </a:lnTo>
                  <a:lnTo>
                    <a:pt x="1193653" y="556270"/>
                  </a:lnTo>
                  <a:lnTo>
                    <a:pt x="1194935" y="572958"/>
                  </a:lnTo>
                  <a:lnTo>
                    <a:pt x="1196216" y="611897"/>
                  </a:lnTo>
                  <a:lnTo>
                    <a:pt x="1197498" y="592427"/>
                  </a:lnTo>
                  <a:lnTo>
                    <a:pt x="1198780" y="556270"/>
                  </a:lnTo>
                  <a:lnTo>
                    <a:pt x="1200062" y="556270"/>
                  </a:lnTo>
                  <a:lnTo>
                    <a:pt x="1201344" y="556270"/>
                  </a:lnTo>
                  <a:lnTo>
                    <a:pt x="1202626" y="625804"/>
                  </a:lnTo>
                  <a:lnTo>
                    <a:pt x="1203907" y="656398"/>
                  </a:lnTo>
                  <a:lnTo>
                    <a:pt x="1205189" y="639710"/>
                  </a:lnTo>
                  <a:lnTo>
                    <a:pt x="1206471" y="667524"/>
                  </a:lnTo>
                  <a:lnTo>
                    <a:pt x="1207753" y="695337"/>
                  </a:lnTo>
                  <a:lnTo>
                    <a:pt x="1209035" y="723151"/>
                  </a:lnTo>
                  <a:lnTo>
                    <a:pt x="1210317" y="653617"/>
                  </a:lnTo>
                  <a:lnTo>
                    <a:pt x="1211599" y="611897"/>
                  </a:lnTo>
                  <a:lnTo>
                    <a:pt x="1212880" y="617459"/>
                  </a:lnTo>
                  <a:lnTo>
                    <a:pt x="1214162" y="611897"/>
                  </a:lnTo>
                  <a:lnTo>
                    <a:pt x="1215444" y="611897"/>
                  </a:lnTo>
                  <a:lnTo>
                    <a:pt x="1216726" y="595209"/>
                  </a:lnTo>
                  <a:lnTo>
                    <a:pt x="1218008" y="592427"/>
                  </a:lnTo>
                  <a:lnTo>
                    <a:pt x="1219290" y="642492"/>
                  </a:lnTo>
                  <a:lnTo>
                    <a:pt x="1220571" y="667524"/>
                  </a:lnTo>
                  <a:lnTo>
                    <a:pt x="1221853" y="667524"/>
                  </a:lnTo>
                  <a:lnTo>
                    <a:pt x="1223135" y="667524"/>
                  </a:lnTo>
                  <a:lnTo>
                    <a:pt x="1224417" y="667524"/>
                  </a:lnTo>
                  <a:lnTo>
                    <a:pt x="1225699" y="667524"/>
                  </a:lnTo>
                  <a:lnTo>
                    <a:pt x="1226981" y="667524"/>
                  </a:lnTo>
                  <a:lnTo>
                    <a:pt x="1228262" y="667524"/>
                  </a:lnTo>
                  <a:lnTo>
                    <a:pt x="1229544" y="675868"/>
                  </a:lnTo>
                  <a:lnTo>
                    <a:pt x="1230826" y="667524"/>
                  </a:lnTo>
                  <a:lnTo>
                    <a:pt x="1232108" y="636929"/>
                  </a:lnTo>
                  <a:lnTo>
                    <a:pt x="1233390" y="611897"/>
                  </a:lnTo>
                  <a:lnTo>
                    <a:pt x="1234672" y="611897"/>
                  </a:lnTo>
                  <a:lnTo>
                    <a:pt x="1235954" y="620241"/>
                  </a:lnTo>
                  <a:lnTo>
                    <a:pt x="1237235" y="667524"/>
                  </a:lnTo>
                  <a:lnTo>
                    <a:pt x="1238517" y="667524"/>
                  </a:lnTo>
                  <a:lnTo>
                    <a:pt x="1239799" y="667524"/>
                  </a:lnTo>
                  <a:lnTo>
                    <a:pt x="1241081" y="614678"/>
                  </a:lnTo>
                  <a:lnTo>
                    <a:pt x="1242363" y="675868"/>
                  </a:lnTo>
                  <a:lnTo>
                    <a:pt x="1243645" y="723151"/>
                  </a:lnTo>
                  <a:lnTo>
                    <a:pt x="1244926" y="770434"/>
                  </a:lnTo>
                  <a:lnTo>
                    <a:pt x="1246208" y="778778"/>
                  </a:lnTo>
                  <a:lnTo>
                    <a:pt x="1247490" y="778778"/>
                  </a:lnTo>
                  <a:lnTo>
                    <a:pt x="1248772" y="792684"/>
                  </a:lnTo>
                  <a:lnTo>
                    <a:pt x="1250054" y="834405"/>
                  </a:lnTo>
                  <a:lnTo>
                    <a:pt x="1251336" y="834405"/>
                  </a:lnTo>
                  <a:lnTo>
                    <a:pt x="1252618" y="834405"/>
                  </a:lnTo>
                  <a:lnTo>
                    <a:pt x="1253899" y="834405"/>
                  </a:lnTo>
                  <a:lnTo>
                    <a:pt x="1255181" y="834405"/>
                  </a:lnTo>
                  <a:lnTo>
                    <a:pt x="1256463" y="834405"/>
                  </a:lnTo>
                  <a:lnTo>
                    <a:pt x="1257745" y="834405"/>
                  </a:lnTo>
                  <a:lnTo>
                    <a:pt x="1259027" y="834405"/>
                  </a:lnTo>
                  <a:lnTo>
                    <a:pt x="1260309" y="834405"/>
                  </a:lnTo>
                  <a:lnTo>
                    <a:pt x="1261590" y="789903"/>
                  </a:lnTo>
                  <a:lnTo>
                    <a:pt x="1262872" y="834405"/>
                  </a:lnTo>
                  <a:lnTo>
                    <a:pt x="1264154" y="862218"/>
                  </a:lnTo>
                  <a:lnTo>
                    <a:pt x="1265436" y="890032"/>
                  </a:lnTo>
                  <a:lnTo>
                    <a:pt x="1266718" y="890032"/>
                  </a:lnTo>
                  <a:lnTo>
                    <a:pt x="1268000" y="845530"/>
                  </a:lnTo>
                  <a:lnTo>
                    <a:pt x="1269281" y="787122"/>
                  </a:lnTo>
                  <a:lnTo>
                    <a:pt x="1270563" y="778778"/>
                  </a:lnTo>
                  <a:lnTo>
                    <a:pt x="1271845" y="756527"/>
                  </a:lnTo>
                  <a:lnTo>
                    <a:pt x="1273127" y="773215"/>
                  </a:lnTo>
                  <a:lnTo>
                    <a:pt x="1274409" y="778778"/>
                  </a:lnTo>
                  <a:lnTo>
                    <a:pt x="1275691" y="778778"/>
                  </a:lnTo>
                  <a:lnTo>
                    <a:pt x="1276973" y="778778"/>
                  </a:lnTo>
                  <a:lnTo>
                    <a:pt x="1278254" y="778778"/>
                  </a:lnTo>
                  <a:lnTo>
                    <a:pt x="1279536" y="778778"/>
                  </a:lnTo>
                  <a:lnTo>
                    <a:pt x="1280818" y="778778"/>
                  </a:lnTo>
                  <a:lnTo>
                    <a:pt x="1282100" y="778778"/>
                  </a:lnTo>
                  <a:lnTo>
                    <a:pt x="1283382" y="756527"/>
                  </a:lnTo>
                  <a:lnTo>
                    <a:pt x="1284664" y="723151"/>
                  </a:lnTo>
                  <a:lnTo>
                    <a:pt x="1285945" y="723151"/>
                  </a:lnTo>
                  <a:lnTo>
                    <a:pt x="1287227" y="723151"/>
                  </a:lnTo>
                  <a:lnTo>
                    <a:pt x="1288509" y="723151"/>
                  </a:lnTo>
                  <a:lnTo>
                    <a:pt x="1289791" y="723151"/>
                  </a:lnTo>
                  <a:lnTo>
                    <a:pt x="1291073" y="723151"/>
                  </a:lnTo>
                  <a:lnTo>
                    <a:pt x="1292355" y="723151"/>
                  </a:lnTo>
                  <a:lnTo>
                    <a:pt x="1293637" y="770434"/>
                  </a:lnTo>
                  <a:lnTo>
                    <a:pt x="1294918" y="778778"/>
                  </a:lnTo>
                  <a:lnTo>
                    <a:pt x="1296200" y="778778"/>
                  </a:lnTo>
                  <a:lnTo>
                    <a:pt x="1297482" y="778778"/>
                  </a:lnTo>
                  <a:lnTo>
                    <a:pt x="1298764" y="778778"/>
                  </a:lnTo>
                  <a:lnTo>
                    <a:pt x="1300046" y="773215"/>
                  </a:lnTo>
                  <a:lnTo>
                    <a:pt x="1301328" y="823279"/>
                  </a:lnTo>
                  <a:lnTo>
                    <a:pt x="1302609" y="834405"/>
                  </a:lnTo>
                  <a:lnTo>
                    <a:pt x="1303891" y="853874"/>
                  </a:lnTo>
                  <a:lnTo>
                    <a:pt x="1305173" y="845530"/>
                  </a:lnTo>
                  <a:lnTo>
                    <a:pt x="1306455" y="834405"/>
                  </a:lnTo>
                  <a:lnTo>
                    <a:pt x="1307737" y="787122"/>
                  </a:lnTo>
                  <a:lnTo>
                    <a:pt x="1309019" y="778778"/>
                  </a:lnTo>
                  <a:lnTo>
                    <a:pt x="1310300" y="728713"/>
                  </a:lnTo>
                  <a:lnTo>
                    <a:pt x="1311582" y="681430"/>
                  </a:lnTo>
                  <a:lnTo>
                    <a:pt x="1312864" y="575739"/>
                  </a:lnTo>
                  <a:lnTo>
                    <a:pt x="1314146" y="550707"/>
                  </a:lnTo>
                  <a:lnTo>
                    <a:pt x="1315428" y="520112"/>
                  </a:lnTo>
                  <a:lnTo>
                    <a:pt x="1316710" y="550707"/>
                  </a:lnTo>
                  <a:lnTo>
                    <a:pt x="1317992" y="500643"/>
                  </a:lnTo>
                  <a:lnTo>
                    <a:pt x="1319273" y="500643"/>
                  </a:lnTo>
                  <a:lnTo>
                    <a:pt x="1320555" y="500643"/>
                  </a:lnTo>
                  <a:lnTo>
                    <a:pt x="1321837" y="478392"/>
                  </a:lnTo>
                  <a:lnTo>
                    <a:pt x="1323119" y="445016"/>
                  </a:lnTo>
                  <a:lnTo>
                    <a:pt x="1324401" y="445016"/>
                  </a:lnTo>
                  <a:lnTo>
                    <a:pt x="1325683" y="445016"/>
                  </a:lnTo>
                  <a:lnTo>
                    <a:pt x="1326964" y="445016"/>
                  </a:lnTo>
                  <a:lnTo>
                    <a:pt x="1328246" y="445016"/>
                  </a:lnTo>
                  <a:lnTo>
                    <a:pt x="1329528" y="389389"/>
                  </a:lnTo>
                  <a:lnTo>
                    <a:pt x="1330810" y="389389"/>
                  </a:lnTo>
                  <a:lnTo>
                    <a:pt x="1332092" y="378263"/>
                  </a:lnTo>
                  <a:lnTo>
                    <a:pt x="1333374" y="389389"/>
                  </a:lnTo>
                  <a:lnTo>
                    <a:pt x="1334656" y="344887"/>
                  </a:lnTo>
                  <a:lnTo>
                    <a:pt x="1335937" y="333762"/>
                  </a:lnTo>
                  <a:lnTo>
                    <a:pt x="1337219" y="375482"/>
                  </a:lnTo>
                  <a:lnTo>
                    <a:pt x="1338501" y="389389"/>
                  </a:lnTo>
                  <a:lnTo>
                    <a:pt x="1339783" y="433890"/>
                  </a:lnTo>
                  <a:lnTo>
                    <a:pt x="1341065" y="417202"/>
                  </a:lnTo>
                  <a:lnTo>
                    <a:pt x="1342347" y="436672"/>
                  </a:lnTo>
                  <a:lnTo>
                    <a:pt x="1343628" y="481173"/>
                  </a:lnTo>
                  <a:lnTo>
                    <a:pt x="1344910" y="589646"/>
                  </a:lnTo>
                  <a:lnTo>
                    <a:pt x="1346192" y="614678"/>
                  </a:lnTo>
                  <a:lnTo>
                    <a:pt x="1347474" y="667524"/>
                  </a:lnTo>
                  <a:lnTo>
                    <a:pt x="1348756" y="670305"/>
                  </a:lnTo>
                  <a:lnTo>
                    <a:pt x="1350038" y="723151"/>
                  </a:lnTo>
                  <a:lnTo>
                    <a:pt x="1351320" y="723151"/>
                  </a:lnTo>
                  <a:lnTo>
                    <a:pt x="1352601" y="723151"/>
                  </a:lnTo>
                  <a:lnTo>
                    <a:pt x="1353883" y="734276"/>
                  </a:lnTo>
                  <a:lnTo>
                    <a:pt x="1355165" y="684212"/>
                  </a:lnTo>
                  <a:lnTo>
                    <a:pt x="1356447" y="611897"/>
                  </a:lnTo>
                  <a:lnTo>
                    <a:pt x="1357729" y="611897"/>
                  </a:lnTo>
                  <a:lnTo>
                    <a:pt x="1359011" y="611897"/>
                  </a:lnTo>
                  <a:lnTo>
                    <a:pt x="1360292" y="611897"/>
                  </a:lnTo>
                  <a:lnTo>
                    <a:pt x="1361574" y="664742"/>
                  </a:lnTo>
                  <a:lnTo>
                    <a:pt x="1362856" y="667524"/>
                  </a:lnTo>
                  <a:lnTo>
                    <a:pt x="1364138" y="720369"/>
                  </a:lnTo>
                  <a:lnTo>
                    <a:pt x="1365420" y="723151"/>
                  </a:lnTo>
                  <a:lnTo>
                    <a:pt x="1366702" y="764871"/>
                  </a:lnTo>
                  <a:lnTo>
                    <a:pt x="1367983" y="778778"/>
                  </a:lnTo>
                  <a:lnTo>
                    <a:pt x="1369265" y="778778"/>
                  </a:lnTo>
                  <a:lnTo>
                    <a:pt x="1370547" y="778778"/>
                  </a:lnTo>
                  <a:lnTo>
                    <a:pt x="1371829" y="778778"/>
                  </a:lnTo>
                  <a:lnTo>
                    <a:pt x="1373111" y="759308"/>
                  </a:lnTo>
                  <a:lnTo>
                    <a:pt x="1374393" y="778778"/>
                  </a:lnTo>
                  <a:lnTo>
                    <a:pt x="1375675" y="778778"/>
                  </a:lnTo>
                  <a:lnTo>
                    <a:pt x="1376956" y="778778"/>
                  </a:lnTo>
                  <a:lnTo>
                    <a:pt x="1378238" y="764871"/>
                  </a:lnTo>
                  <a:lnTo>
                    <a:pt x="1379520" y="723151"/>
                  </a:lnTo>
                  <a:lnTo>
                    <a:pt x="1380802" y="723151"/>
                  </a:lnTo>
                  <a:lnTo>
                    <a:pt x="1382084" y="723151"/>
                  </a:lnTo>
                  <a:lnTo>
                    <a:pt x="1383366" y="723151"/>
                  </a:lnTo>
                  <a:lnTo>
                    <a:pt x="1384647" y="723151"/>
                  </a:lnTo>
                  <a:lnTo>
                    <a:pt x="1385929" y="703681"/>
                  </a:lnTo>
                  <a:lnTo>
                    <a:pt x="1387211" y="759308"/>
                  </a:lnTo>
                  <a:lnTo>
                    <a:pt x="1388493" y="831623"/>
                  </a:lnTo>
                  <a:lnTo>
                    <a:pt x="1389775" y="834405"/>
                  </a:lnTo>
                  <a:lnTo>
                    <a:pt x="1391057" y="834405"/>
                  </a:lnTo>
                  <a:lnTo>
                    <a:pt x="1392339" y="834405"/>
                  </a:lnTo>
                  <a:lnTo>
                    <a:pt x="1393620" y="834405"/>
                  </a:lnTo>
                  <a:lnTo>
                    <a:pt x="1394902" y="834405"/>
                  </a:lnTo>
                  <a:lnTo>
                    <a:pt x="1396184" y="834405"/>
                  </a:lnTo>
                  <a:lnTo>
                    <a:pt x="1397466" y="834405"/>
                  </a:lnTo>
                  <a:lnTo>
                    <a:pt x="1398748" y="834405"/>
                  </a:lnTo>
                  <a:lnTo>
                    <a:pt x="1400030" y="834405"/>
                  </a:lnTo>
                  <a:lnTo>
                    <a:pt x="1401311" y="834405"/>
                  </a:lnTo>
                  <a:lnTo>
                    <a:pt x="1402593" y="834405"/>
                  </a:lnTo>
                  <a:lnTo>
                    <a:pt x="1403875" y="834405"/>
                  </a:lnTo>
                  <a:lnTo>
                    <a:pt x="1405157" y="876125"/>
                  </a:lnTo>
                  <a:lnTo>
                    <a:pt x="1406439" y="890032"/>
                  </a:lnTo>
                  <a:lnTo>
                    <a:pt x="1407721" y="890032"/>
                  </a:lnTo>
                  <a:lnTo>
                    <a:pt x="1409002" y="890032"/>
                  </a:lnTo>
                  <a:lnTo>
                    <a:pt x="1410284" y="901157"/>
                  </a:lnTo>
                  <a:lnTo>
                    <a:pt x="1411566" y="945659"/>
                  </a:lnTo>
                  <a:lnTo>
                    <a:pt x="1412848" y="945659"/>
                  </a:lnTo>
                  <a:lnTo>
                    <a:pt x="1414130" y="945659"/>
                  </a:lnTo>
                  <a:lnTo>
                    <a:pt x="1415412" y="915064"/>
                  </a:lnTo>
                  <a:lnTo>
                    <a:pt x="1416694" y="890032"/>
                  </a:lnTo>
                  <a:lnTo>
                    <a:pt x="1417975" y="912282"/>
                  </a:lnTo>
                  <a:lnTo>
                    <a:pt x="1419257" y="945659"/>
                  </a:lnTo>
                  <a:lnTo>
                    <a:pt x="1420539" y="945659"/>
                  </a:lnTo>
                  <a:lnTo>
                    <a:pt x="1421821" y="945659"/>
                  </a:lnTo>
                  <a:lnTo>
                    <a:pt x="1423103" y="945659"/>
                  </a:lnTo>
                  <a:lnTo>
                    <a:pt x="1424385" y="945659"/>
                  </a:lnTo>
                  <a:lnTo>
                    <a:pt x="1425666" y="945659"/>
                  </a:lnTo>
                  <a:lnTo>
                    <a:pt x="1426948" y="945659"/>
                  </a:lnTo>
                  <a:lnTo>
                    <a:pt x="1428230" y="945659"/>
                  </a:lnTo>
                  <a:lnTo>
                    <a:pt x="1429512" y="917845"/>
                  </a:lnTo>
                  <a:lnTo>
                    <a:pt x="1430794" y="890032"/>
                  </a:lnTo>
                  <a:lnTo>
                    <a:pt x="1432076" y="890032"/>
                  </a:lnTo>
                  <a:lnTo>
                    <a:pt x="1433358" y="834405"/>
                  </a:lnTo>
                  <a:lnTo>
                    <a:pt x="1434639" y="834405"/>
                  </a:lnTo>
                  <a:lnTo>
                    <a:pt x="1435921" y="834405"/>
                  </a:lnTo>
                  <a:lnTo>
                    <a:pt x="1437203" y="834405"/>
                  </a:lnTo>
                  <a:lnTo>
                    <a:pt x="1438485" y="834405"/>
                  </a:lnTo>
                  <a:lnTo>
                    <a:pt x="1439767" y="834405"/>
                  </a:lnTo>
                  <a:lnTo>
                    <a:pt x="1441049" y="834405"/>
                  </a:lnTo>
                  <a:lnTo>
                    <a:pt x="1442330" y="834405"/>
                  </a:lnTo>
                  <a:lnTo>
                    <a:pt x="1443612" y="834405"/>
                  </a:lnTo>
                  <a:lnTo>
                    <a:pt x="1444894" y="834405"/>
                  </a:lnTo>
                  <a:lnTo>
                    <a:pt x="1446176" y="834405"/>
                  </a:lnTo>
                  <a:lnTo>
                    <a:pt x="1447458" y="823279"/>
                  </a:lnTo>
                  <a:lnTo>
                    <a:pt x="1448740" y="834405"/>
                  </a:lnTo>
                  <a:lnTo>
                    <a:pt x="1450022" y="834405"/>
                  </a:lnTo>
                  <a:lnTo>
                    <a:pt x="1451303" y="834405"/>
                  </a:lnTo>
                  <a:lnTo>
                    <a:pt x="1452585" y="834405"/>
                  </a:lnTo>
                  <a:lnTo>
                    <a:pt x="1453867" y="834405"/>
                  </a:lnTo>
                  <a:lnTo>
                    <a:pt x="1455149" y="834405"/>
                  </a:lnTo>
                  <a:lnTo>
                    <a:pt x="1456431" y="834405"/>
                  </a:lnTo>
                  <a:lnTo>
                    <a:pt x="1457713" y="834405"/>
                  </a:lnTo>
                  <a:lnTo>
                    <a:pt x="1458994" y="814935"/>
                  </a:lnTo>
                  <a:lnTo>
                    <a:pt x="1460276" y="778778"/>
                  </a:lnTo>
                  <a:lnTo>
                    <a:pt x="1461558" y="803810"/>
                  </a:lnTo>
                  <a:lnTo>
                    <a:pt x="1462840" y="834405"/>
                  </a:lnTo>
                  <a:lnTo>
                    <a:pt x="1464122" y="834405"/>
                  </a:lnTo>
                  <a:lnTo>
                    <a:pt x="1465404" y="887250"/>
                  </a:lnTo>
                  <a:lnTo>
                    <a:pt x="1466685" y="890032"/>
                  </a:lnTo>
                  <a:lnTo>
                    <a:pt x="1467967" y="890032"/>
                  </a:lnTo>
                  <a:lnTo>
                    <a:pt x="1469249" y="867781"/>
                  </a:lnTo>
                  <a:lnTo>
                    <a:pt x="1470531" y="834405"/>
                  </a:lnTo>
                  <a:lnTo>
                    <a:pt x="1471813" y="823279"/>
                  </a:lnTo>
                  <a:lnTo>
                    <a:pt x="1473095" y="778778"/>
                  </a:lnTo>
                  <a:lnTo>
                    <a:pt x="1474377" y="778778"/>
                  </a:lnTo>
                  <a:lnTo>
                    <a:pt x="1475658" y="770434"/>
                  </a:lnTo>
                  <a:lnTo>
                    <a:pt x="1476940" y="686993"/>
                  </a:lnTo>
                  <a:lnTo>
                    <a:pt x="1478222" y="648054"/>
                  </a:lnTo>
                  <a:lnTo>
                    <a:pt x="1479504" y="648054"/>
                  </a:lnTo>
                  <a:lnTo>
                    <a:pt x="1480786" y="667524"/>
                  </a:lnTo>
                  <a:lnTo>
                    <a:pt x="1482068" y="667524"/>
                  </a:lnTo>
                  <a:lnTo>
                    <a:pt x="1483349" y="667524"/>
                  </a:lnTo>
                  <a:lnTo>
                    <a:pt x="1484631" y="634147"/>
                  </a:lnTo>
                  <a:lnTo>
                    <a:pt x="1485913" y="611897"/>
                  </a:lnTo>
                  <a:lnTo>
                    <a:pt x="1487195" y="603553"/>
                  </a:lnTo>
                  <a:lnTo>
                    <a:pt x="1488477" y="503424"/>
                  </a:lnTo>
                  <a:lnTo>
                    <a:pt x="1489759" y="500643"/>
                  </a:lnTo>
                  <a:lnTo>
                    <a:pt x="1491041" y="517331"/>
                  </a:lnTo>
                  <a:lnTo>
                    <a:pt x="1492322" y="556270"/>
                  </a:lnTo>
                  <a:lnTo>
                    <a:pt x="1493604" y="556270"/>
                  </a:lnTo>
                  <a:lnTo>
                    <a:pt x="1494886" y="556270"/>
                  </a:lnTo>
                  <a:lnTo>
                    <a:pt x="1496168" y="556270"/>
                  </a:lnTo>
                  <a:lnTo>
                    <a:pt x="1497450" y="556270"/>
                  </a:lnTo>
                  <a:lnTo>
                    <a:pt x="1498732" y="500643"/>
                  </a:lnTo>
                  <a:lnTo>
                    <a:pt x="1500013" y="445016"/>
                  </a:lnTo>
                  <a:lnTo>
                    <a:pt x="1501295" y="464485"/>
                  </a:lnTo>
                  <a:lnTo>
                    <a:pt x="1502577" y="500643"/>
                  </a:lnTo>
                  <a:lnTo>
                    <a:pt x="1503859" y="464485"/>
                  </a:lnTo>
                  <a:lnTo>
                    <a:pt x="1505141" y="445016"/>
                  </a:lnTo>
                  <a:lnTo>
                    <a:pt x="1506423" y="445016"/>
                  </a:lnTo>
                  <a:lnTo>
                    <a:pt x="1507704" y="450578"/>
                  </a:lnTo>
                  <a:lnTo>
                    <a:pt x="1508986" y="534019"/>
                  </a:lnTo>
                  <a:lnTo>
                    <a:pt x="1510268" y="572958"/>
                  </a:lnTo>
                  <a:lnTo>
                    <a:pt x="1511550" y="606334"/>
                  </a:lnTo>
                  <a:lnTo>
                    <a:pt x="1512832" y="456141"/>
                  </a:lnTo>
                  <a:lnTo>
                    <a:pt x="1514114" y="445016"/>
                  </a:lnTo>
                  <a:lnTo>
                    <a:pt x="1515396" y="445016"/>
                  </a:lnTo>
                  <a:lnTo>
                    <a:pt x="1516677" y="475610"/>
                  </a:lnTo>
                  <a:lnTo>
                    <a:pt x="1517959" y="478392"/>
                  </a:lnTo>
                  <a:lnTo>
                    <a:pt x="1519241" y="450578"/>
                  </a:lnTo>
                  <a:lnTo>
                    <a:pt x="1520523" y="550707"/>
                  </a:lnTo>
                  <a:lnTo>
                    <a:pt x="1521805" y="556270"/>
                  </a:lnTo>
                  <a:lnTo>
                    <a:pt x="1523087" y="556270"/>
                  </a:lnTo>
                  <a:lnTo>
                    <a:pt x="1524368" y="556270"/>
                  </a:lnTo>
                  <a:lnTo>
                    <a:pt x="1525650" y="556270"/>
                  </a:lnTo>
                  <a:lnTo>
                    <a:pt x="1526932" y="536800"/>
                  </a:lnTo>
                  <a:lnTo>
                    <a:pt x="1528214" y="500643"/>
                  </a:lnTo>
                  <a:lnTo>
                    <a:pt x="1529496" y="500643"/>
                  </a:lnTo>
                  <a:lnTo>
                    <a:pt x="1530778" y="550707"/>
                  </a:lnTo>
                  <a:lnTo>
                    <a:pt x="1532060" y="564614"/>
                  </a:lnTo>
                  <a:lnTo>
                    <a:pt x="1533341" y="556270"/>
                  </a:lnTo>
                  <a:lnTo>
                    <a:pt x="1534623" y="556270"/>
                  </a:lnTo>
                  <a:lnTo>
                    <a:pt x="1535905" y="595209"/>
                  </a:lnTo>
                  <a:lnTo>
                    <a:pt x="1537187" y="667524"/>
                  </a:lnTo>
                  <a:lnTo>
                    <a:pt x="1538469" y="667524"/>
                  </a:lnTo>
                  <a:lnTo>
                    <a:pt x="1539751" y="642492"/>
                  </a:lnTo>
                  <a:lnTo>
                    <a:pt x="1541032" y="556270"/>
                  </a:lnTo>
                  <a:lnTo>
                    <a:pt x="1542314" y="486736"/>
                  </a:lnTo>
                  <a:lnTo>
                    <a:pt x="1543596" y="447797"/>
                  </a:lnTo>
                  <a:lnTo>
                    <a:pt x="1544878" y="595209"/>
                  </a:lnTo>
                  <a:lnTo>
                    <a:pt x="1546160" y="611897"/>
                  </a:lnTo>
                  <a:lnTo>
                    <a:pt x="1547442" y="611897"/>
                  </a:lnTo>
                  <a:lnTo>
                    <a:pt x="1548723" y="609115"/>
                  </a:lnTo>
                  <a:lnTo>
                    <a:pt x="1550005" y="575739"/>
                  </a:lnTo>
                  <a:lnTo>
                    <a:pt x="1551287" y="611897"/>
                  </a:lnTo>
                  <a:lnTo>
                    <a:pt x="1552569" y="611897"/>
                  </a:lnTo>
                  <a:lnTo>
                    <a:pt x="1553851" y="611897"/>
                  </a:lnTo>
                  <a:lnTo>
                    <a:pt x="1555133" y="595209"/>
                  </a:lnTo>
                  <a:lnTo>
                    <a:pt x="1556415" y="500643"/>
                  </a:lnTo>
                  <a:lnTo>
                    <a:pt x="1557696" y="500643"/>
                  </a:lnTo>
                  <a:lnTo>
                    <a:pt x="1558978" y="517331"/>
                  </a:lnTo>
                  <a:lnTo>
                    <a:pt x="1560260" y="556270"/>
                  </a:lnTo>
                  <a:lnTo>
                    <a:pt x="1561542" y="556270"/>
                  </a:lnTo>
                  <a:lnTo>
                    <a:pt x="1562824" y="522893"/>
                  </a:lnTo>
                  <a:lnTo>
                    <a:pt x="1564106" y="545144"/>
                  </a:lnTo>
                  <a:lnTo>
                    <a:pt x="1565387" y="542363"/>
                  </a:lnTo>
                  <a:lnTo>
                    <a:pt x="1566669" y="500643"/>
                  </a:lnTo>
                  <a:lnTo>
                    <a:pt x="1567951" y="500643"/>
                  </a:lnTo>
                  <a:lnTo>
                    <a:pt x="1569233" y="495080"/>
                  </a:lnTo>
                  <a:lnTo>
                    <a:pt x="1570515" y="445016"/>
                  </a:lnTo>
                  <a:lnTo>
                    <a:pt x="1571797" y="436672"/>
                  </a:lnTo>
                  <a:lnTo>
                    <a:pt x="1573079" y="497861"/>
                  </a:lnTo>
                  <a:lnTo>
                    <a:pt x="1574360" y="564614"/>
                  </a:lnTo>
                  <a:lnTo>
                    <a:pt x="1575642" y="611897"/>
                  </a:lnTo>
                  <a:lnTo>
                    <a:pt x="1576924" y="611897"/>
                  </a:lnTo>
                  <a:lnTo>
                    <a:pt x="1578206" y="611897"/>
                  </a:lnTo>
                  <a:lnTo>
                    <a:pt x="1579488" y="611897"/>
                  </a:lnTo>
                  <a:lnTo>
                    <a:pt x="1580770" y="611897"/>
                  </a:lnTo>
                  <a:lnTo>
                    <a:pt x="1582051" y="667524"/>
                  </a:lnTo>
                  <a:lnTo>
                    <a:pt x="1583333" y="667524"/>
                  </a:lnTo>
                  <a:lnTo>
                    <a:pt x="1584615" y="667524"/>
                  </a:lnTo>
                  <a:lnTo>
                    <a:pt x="1585897" y="642492"/>
                  </a:lnTo>
                  <a:lnTo>
                    <a:pt x="1587179" y="623022"/>
                  </a:lnTo>
                  <a:lnTo>
                    <a:pt x="1588461" y="723151"/>
                  </a:lnTo>
                  <a:lnTo>
                    <a:pt x="1589743" y="686993"/>
                  </a:lnTo>
                  <a:lnTo>
                    <a:pt x="1591024" y="667524"/>
                  </a:lnTo>
                  <a:lnTo>
                    <a:pt x="1592306" y="667524"/>
                  </a:lnTo>
                  <a:lnTo>
                    <a:pt x="1593588" y="645273"/>
                  </a:lnTo>
                  <a:lnTo>
                    <a:pt x="1594870" y="642492"/>
                  </a:lnTo>
                  <a:lnTo>
                    <a:pt x="1596152" y="667524"/>
                  </a:lnTo>
                  <a:lnTo>
                    <a:pt x="1597434" y="678649"/>
                  </a:lnTo>
                  <a:lnTo>
                    <a:pt x="1598715" y="723151"/>
                  </a:lnTo>
                  <a:lnTo>
                    <a:pt x="1599997" y="723151"/>
                  </a:lnTo>
                  <a:lnTo>
                    <a:pt x="1601279" y="725932"/>
                  </a:lnTo>
                  <a:lnTo>
                    <a:pt x="1602561" y="778778"/>
                  </a:lnTo>
                  <a:lnTo>
                    <a:pt x="1603843" y="806591"/>
                  </a:lnTo>
                  <a:lnTo>
                    <a:pt x="1605125" y="759308"/>
                  </a:lnTo>
                  <a:lnTo>
                    <a:pt x="1606406" y="723151"/>
                  </a:lnTo>
                  <a:lnTo>
                    <a:pt x="1607688" y="723151"/>
                  </a:lnTo>
                  <a:lnTo>
                    <a:pt x="1608970" y="723151"/>
                  </a:lnTo>
                  <a:lnTo>
                    <a:pt x="1610252" y="723151"/>
                  </a:lnTo>
                  <a:lnTo>
                    <a:pt x="1611534" y="723151"/>
                  </a:lnTo>
                  <a:lnTo>
                    <a:pt x="1612816" y="723151"/>
                  </a:lnTo>
                  <a:lnTo>
                    <a:pt x="1614098" y="723151"/>
                  </a:lnTo>
                  <a:lnTo>
                    <a:pt x="1615379" y="723151"/>
                  </a:lnTo>
                  <a:lnTo>
                    <a:pt x="1616661" y="723151"/>
                  </a:lnTo>
                  <a:lnTo>
                    <a:pt x="1617943" y="745402"/>
                  </a:lnTo>
                  <a:lnTo>
                    <a:pt x="1619225" y="778778"/>
                  </a:lnTo>
                  <a:lnTo>
                    <a:pt x="1620507" y="778778"/>
                  </a:lnTo>
                  <a:lnTo>
                    <a:pt x="1621789" y="812154"/>
                  </a:lnTo>
                  <a:lnTo>
                    <a:pt x="1623070" y="814935"/>
                  </a:lnTo>
                  <a:lnTo>
                    <a:pt x="1624352" y="778778"/>
                  </a:lnTo>
                  <a:lnTo>
                    <a:pt x="1625634" y="798247"/>
                  </a:lnTo>
                  <a:lnTo>
                    <a:pt x="1626916" y="834405"/>
                  </a:lnTo>
                  <a:lnTo>
                    <a:pt x="1628198" y="834405"/>
                  </a:lnTo>
                  <a:lnTo>
                    <a:pt x="1629480" y="834405"/>
                  </a:lnTo>
                  <a:lnTo>
                    <a:pt x="1630762" y="834405"/>
                  </a:lnTo>
                  <a:lnTo>
                    <a:pt x="1632043" y="834405"/>
                  </a:lnTo>
                  <a:lnTo>
                    <a:pt x="1633325" y="834405"/>
                  </a:lnTo>
                  <a:lnTo>
                    <a:pt x="1634607" y="812154"/>
                  </a:lnTo>
                  <a:lnTo>
                    <a:pt x="1635889" y="775996"/>
                  </a:lnTo>
                  <a:lnTo>
                    <a:pt x="1637171" y="792684"/>
                  </a:lnTo>
                  <a:lnTo>
                    <a:pt x="1638453" y="817717"/>
                  </a:lnTo>
                  <a:lnTo>
                    <a:pt x="1639734" y="748183"/>
                  </a:lnTo>
                  <a:lnTo>
                    <a:pt x="1641016" y="709244"/>
                  </a:lnTo>
                  <a:lnTo>
                    <a:pt x="1642298" y="667524"/>
                  </a:lnTo>
                  <a:lnTo>
                    <a:pt x="1643580" y="667524"/>
                  </a:lnTo>
                  <a:lnTo>
                    <a:pt x="1644862" y="642492"/>
                  </a:lnTo>
                  <a:lnTo>
                    <a:pt x="1646144" y="611897"/>
                  </a:lnTo>
                  <a:lnTo>
                    <a:pt x="1647425" y="611897"/>
                  </a:lnTo>
                  <a:lnTo>
                    <a:pt x="1648707" y="570176"/>
                  </a:lnTo>
                  <a:lnTo>
                    <a:pt x="1649989" y="556270"/>
                  </a:lnTo>
                  <a:lnTo>
                    <a:pt x="1651271" y="556270"/>
                  </a:lnTo>
                  <a:lnTo>
                    <a:pt x="1652553" y="556270"/>
                  </a:lnTo>
                  <a:lnTo>
                    <a:pt x="1653835" y="556270"/>
                  </a:lnTo>
                  <a:lnTo>
                    <a:pt x="1655117" y="572958"/>
                  </a:lnTo>
                  <a:lnTo>
                    <a:pt x="1656398" y="611897"/>
                  </a:lnTo>
                  <a:lnTo>
                    <a:pt x="1657680" y="586865"/>
                  </a:lnTo>
                  <a:lnTo>
                    <a:pt x="1658962" y="556270"/>
                  </a:lnTo>
                  <a:lnTo>
                    <a:pt x="1660244" y="556270"/>
                  </a:lnTo>
                  <a:lnTo>
                    <a:pt x="1661526" y="556270"/>
                  </a:lnTo>
                  <a:lnTo>
                    <a:pt x="1662808" y="556270"/>
                  </a:lnTo>
                  <a:lnTo>
                    <a:pt x="1664089" y="536800"/>
                  </a:lnTo>
                  <a:lnTo>
                    <a:pt x="1665371" y="500643"/>
                  </a:lnTo>
                  <a:lnTo>
                    <a:pt x="1666653" y="511768"/>
                  </a:lnTo>
                  <a:lnTo>
                    <a:pt x="1667935" y="500643"/>
                  </a:lnTo>
                  <a:lnTo>
                    <a:pt x="1669217" y="556270"/>
                  </a:lnTo>
                  <a:lnTo>
                    <a:pt x="1670499" y="570176"/>
                  </a:lnTo>
                  <a:lnTo>
                    <a:pt x="1671781" y="639710"/>
                  </a:lnTo>
                  <a:lnTo>
                    <a:pt x="1673062" y="678649"/>
                  </a:lnTo>
                  <a:lnTo>
                    <a:pt x="1674344" y="681430"/>
                  </a:lnTo>
                  <a:lnTo>
                    <a:pt x="1675626" y="667524"/>
                  </a:lnTo>
                  <a:lnTo>
                    <a:pt x="1676908" y="689774"/>
                  </a:lnTo>
                  <a:lnTo>
                    <a:pt x="1678190" y="686993"/>
                  </a:lnTo>
                  <a:lnTo>
                    <a:pt x="1679472" y="600771"/>
                  </a:lnTo>
                  <a:lnTo>
                    <a:pt x="1680753" y="586865"/>
                  </a:lnTo>
                  <a:lnTo>
                    <a:pt x="1682035" y="556270"/>
                  </a:lnTo>
                  <a:lnTo>
                    <a:pt x="1683317" y="556270"/>
                  </a:lnTo>
                  <a:lnTo>
                    <a:pt x="1684599" y="500643"/>
                  </a:lnTo>
                  <a:lnTo>
                    <a:pt x="1685881" y="500643"/>
                  </a:lnTo>
                  <a:lnTo>
                    <a:pt x="1687163" y="431109"/>
                  </a:lnTo>
                  <a:lnTo>
                    <a:pt x="1688444" y="372701"/>
                  </a:lnTo>
                  <a:lnTo>
                    <a:pt x="1689726" y="336543"/>
                  </a:lnTo>
                  <a:lnTo>
                    <a:pt x="1691008" y="333762"/>
                  </a:lnTo>
                  <a:lnTo>
                    <a:pt x="1692290" y="278135"/>
                  </a:lnTo>
                  <a:lnTo>
                    <a:pt x="1693572" y="233633"/>
                  </a:lnTo>
                  <a:lnTo>
                    <a:pt x="1694854" y="222508"/>
                  </a:lnTo>
                  <a:lnTo>
                    <a:pt x="1696136" y="233633"/>
                  </a:lnTo>
                  <a:lnTo>
                    <a:pt x="1697417" y="222508"/>
                  </a:lnTo>
                  <a:lnTo>
                    <a:pt x="1698699" y="228070"/>
                  </a:lnTo>
                  <a:lnTo>
                    <a:pt x="1699981" y="278135"/>
                  </a:lnTo>
                  <a:lnTo>
                    <a:pt x="1701263" y="278135"/>
                  </a:lnTo>
                  <a:lnTo>
                    <a:pt x="1702545" y="278135"/>
                  </a:lnTo>
                  <a:lnTo>
                    <a:pt x="1703827" y="222508"/>
                  </a:lnTo>
                  <a:lnTo>
                    <a:pt x="1705108" y="222508"/>
                  </a:lnTo>
                  <a:lnTo>
                    <a:pt x="1706390" y="261447"/>
                  </a:lnTo>
                  <a:lnTo>
                    <a:pt x="1707672" y="278135"/>
                  </a:lnTo>
                  <a:lnTo>
                    <a:pt x="1708954" y="278135"/>
                  </a:lnTo>
                  <a:lnTo>
                    <a:pt x="1710236" y="308730"/>
                  </a:lnTo>
                  <a:lnTo>
                    <a:pt x="1711518" y="397733"/>
                  </a:lnTo>
                  <a:lnTo>
                    <a:pt x="1712800" y="450578"/>
                  </a:lnTo>
                  <a:lnTo>
                    <a:pt x="1714081" y="500643"/>
                  </a:lnTo>
                  <a:lnTo>
                    <a:pt x="1715363" y="500643"/>
                  </a:lnTo>
                  <a:lnTo>
                    <a:pt x="1716645" y="553488"/>
                  </a:lnTo>
                  <a:lnTo>
                    <a:pt x="1717927" y="556270"/>
                  </a:lnTo>
                  <a:lnTo>
                    <a:pt x="1719209" y="620241"/>
                  </a:lnTo>
                  <a:lnTo>
                    <a:pt x="1720491" y="681430"/>
                  </a:lnTo>
                  <a:lnTo>
                    <a:pt x="1721772" y="739839"/>
                  </a:lnTo>
                  <a:lnTo>
                    <a:pt x="1723054" y="778778"/>
                  </a:lnTo>
                  <a:lnTo>
                    <a:pt x="1724336" y="831623"/>
                  </a:lnTo>
                  <a:lnTo>
                    <a:pt x="1725618" y="876125"/>
                  </a:lnTo>
                  <a:lnTo>
                    <a:pt x="1726900" y="890032"/>
                  </a:lnTo>
                  <a:lnTo>
                    <a:pt x="1728182" y="876125"/>
                  </a:lnTo>
                  <a:lnTo>
                    <a:pt x="1729464" y="890032"/>
                  </a:lnTo>
                  <a:lnTo>
                    <a:pt x="1730745" y="890032"/>
                  </a:lnTo>
                  <a:lnTo>
                    <a:pt x="1732027" y="890032"/>
                  </a:lnTo>
                  <a:lnTo>
                    <a:pt x="1733309" y="890032"/>
                  </a:lnTo>
                  <a:lnTo>
                    <a:pt x="1734591" y="834405"/>
                  </a:lnTo>
                  <a:lnTo>
                    <a:pt x="1735873" y="887250"/>
                  </a:lnTo>
                  <a:lnTo>
                    <a:pt x="1737155" y="890032"/>
                  </a:lnTo>
                  <a:lnTo>
                    <a:pt x="1738436" y="890032"/>
                  </a:lnTo>
                  <a:lnTo>
                    <a:pt x="1739718" y="890032"/>
                  </a:lnTo>
                  <a:lnTo>
                    <a:pt x="1741000" y="890032"/>
                  </a:lnTo>
                  <a:lnTo>
                    <a:pt x="1742282" y="890032"/>
                  </a:lnTo>
                  <a:lnTo>
                    <a:pt x="1743564" y="890032"/>
                  </a:lnTo>
                  <a:lnTo>
                    <a:pt x="1744846" y="834405"/>
                  </a:lnTo>
                  <a:lnTo>
                    <a:pt x="1746127" y="834405"/>
                  </a:lnTo>
                  <a:lnTo>
                    <a:pt x="1747409" y="834405"/>
                  </a:lnTo>
                  <a:lnTo>
                    <a:pt x="1748691" y="834405"/>
                  </a:lnTo>
                  <a:lnTo>
                    <a:pt x="1749973" y="834405"/>
                  </a:lnTo>
                  <a:lnTo>
                    <a:pt x="1751255" y="834405"/>
                  </a:lnTo>
                  <a:lnTo>
                    <a:pt x="1752537" y="834405"/>
                  </a:lnTo>
                  <a:lnTo>
                    <a:pt x="1753819" y="812154"/>
                  </a:lnTo>
                  <a:lnTo>
                    <a:pt x="1755100" y="778778"/>
                  </a:lnTo>
                  <a:lnTo>
                    <a:pt x="1756382" y="778778"/>
                  </a:lnTo>
                  <a:lnTo>
                    <a:pt x="1757664" y="778778"/>
                  </a:lnTo>
                  <a:lnTo>
                    <a:pt x="1758946" y="728713"/>
                  </a:lnTo>
                  <a:lnTo>
                    <a:pt x="1760228" y="737057"/>
                  </a:lnTo>
                  <a:lnTo>
                    <a:pt x="1761510" y="731495"/>
                  </a:lnTo>
                  <a:lnTo>
                    <a:pt x="1762791" y="723151"/>
                  </a:lnTo>
                  <a:lnTo>
                    <a:pt x="1764073" y="723151"/>
                  </a:lnTo>
                  <a:lnTo>
                    <a:pt x="1765355" y="723151"/>
                  </a:lnTo>
                  <a:lnTo>
                    <a:pt x="1766637" y="764871"/>
                  </a:lnTo>
                  <a:lnTo>
                    <a:pt x="1767919" y="723151"/>
                  </a:lnTo>
                  <a:lnTo>
                    <a:pt x="1769201" y="723151"/>
                  </a:lnTo>
                  <a:lnTo>
                    <a:pt x="1770483" y="723151"/>
                  </a:lnTo>
                  <a:lnTo>
                    <a:pt x="1771764" y="712025"/>
                  </a:lnTo>
                  <a:lnTo>
                    <a:pt x="1773046" y="600771"/>
                  </a:lnTo>
                  <a:lnTo>
                    <a:pt x="1774328" y="556270"/>
                  </a:lnTo>
                  <a:lnTo>
                    <a:pt x="1775610" y="542363"/>
                  </a:lnTo>
                  <a:lnTo>
                    <a:pt x="1776892" y="506205"/>
                  </a:lnTo>
                  <a:lnTo>
                    <a:pt x="1778174" y="500643"/>
                  </a:lnTo>
                  <a:lnTo>
                    <a:pt x="1779455" y="458922"/>
                  </a:lnTo>
                  <a:lnTo>
                    <a:pt x="1780737" y="445016"/>
                  </a:lnTo>
                  <a:lnTo>
                    <a:pt x="1782019" y="445016"/>
                  </a:lnTo>
                  <a:lnTo>
                    <a:pt x="1783301" y="433890"/>
                  </a:lnTo>
                  <a:lnTo>
                    <a:pt x="1784583" y="389389"/>
                  </a:lnTo>
                  <a:lnTo>
                    <a:pt x="1785865" y="408858"/>
                  </a:lnTo>
                  <a:lnTo>
                    <a:pt x="1787146" y="445016"/>
                  </a:lnTo>
                  <a:lnTo>
                    <a:pt x="1788428" y="445016"/>
                  </a:lnTo>
                  <a:lnTo>
                    <a:pt x="1789710" y="445016"/>
                  </a:lnTo>
                  <a:lnTo>
                    <a:pt x="1790992" y="492299"/>
                  </a:lnTo>
                  <a:lnTo>
                    <a:pt x="1792274" y="500643"/>
                  </a:lnTo>
                  <a:lnTo>
                    <a:pt x="1793556" y="545144"/>
                  </a:lnTo>
                  <a:lnTo>
                    <a:pt x="1794838" y="556270"/>
                  </a:lnTo>
                  <a:lnTo>
                    <a:pt x="1796119" y="556270"/>
                  </a:lnTo>
                  <a:lnTo>
                    <a:pt x="1797401" y="556270"/>
                  </a:lnTo>
                  <a:lnTo>
                    <a:pt x="1798683" y="564614"/>
                  </a:lnTo>
                  <a:lnTo>
                    <a:pt x="1799965" y="611897"/>
                  </a:lnTo>
                  <a:lnTo>
                    <a:pt x="1801247" y="611897"/>
                  </a:lnTo>
                  <a:lnTo>
                    <a:pt x="1802529" y="570176"/>
                  </a:lnTo>
                  <a:lnTo>
                    <a:pt x="1803810" y="564614"/>
                  </a:lnTo>
                  <a:lnTo>
                    <a:pt x="1805092" y="673086"/>
                  </a:lnTo>
                  <a:lnTo>
                    <a:pt x="1806374" y="723151"/>
                  </a:lnTo>
                  <a:lnTo>
                    <a:pt x="1807656" y="734276"/>
                  </a:lnTo>
                  <a:lnTo>
                    <a:pt x="1808938" y="823279"/>
                  </a:lnTo>
                  <a:lnTo>
                    <a:pt x="1810220" y="834405"/>
                  </a:lnTo>
                  <a:lnTo>
                    <a:pt x="1811502" y="870562"/>
                  </a:lnTo>
                  <a:lnTo>
                    <a:pt x="1812783" y="814935"/>
                  </a:lnTo>
                  <a:lnTo>
                    <a:pt x="1814065" y="778778"/>
                  </a:lnTo>
                  <a:lnTo>
                    <a:pt x="1815347" y="787122"/>
                  </a:lnTo>
                  <a:lnTo>
                    <a:pt x="1816629" y="817717"/>
                  </a:lnTo>
                  <a:lnTo>
                    <a:pt x="1817911" y="778778"/>
                  </a:lnTo>
                  <a:lnTo>
                    <a:pt x="1819193" y="778778"/>
                  </a:lnTo>
                  <a:lnTo>
                    <a:pt x="1820474" y="778778"/>
                  </a:lnTo>
                  <a:lnTo>
                    <a:pt x="1821756" y="725932"/>
                  </a:lnTo>
                  <a:lnTo>
                    <a:pt x="1823038" y="723151"/>
                  </a:lnTo>
                  <a:lnTo>
                    <a:pt x="1824320" y="723151"/>
                  </a:lnTo>
                  <a:lnTo>
                    <a:pt x="1825602" y="723151"/>
                  </a:lnTo>
                  <a:lnTo>
                    <a:pt x="1826884" y="689775"/>
                  </a:lnTo>
                  <a:lnTo>
                    <a:pt x="1828165" y="667524"/>
                  </a:lnTo>
                  <a:lnTo>
                    <a:pt x="1829447" y="667524"/>
                  </a:lnTo>
                  <a:lnTo>
                    <a:pt x="1830729" y="634147"/>
                  </a:lnTo>
                  <a:lnTo>
                    <a:pt x="1832011" y="611897"/>
                  </a:lnTo>
                  <a:lnTo>
                    <a:pt x="1833293" y="611897"/>
                  </a:lnTo>
                  <a:lnTo>
                    <a:pt x="1834575" y="650836"/>
                  </a:lnTo>
                  <a:lnTo>
                    <a:pt x="1835857" y="667524"/>
                  </a:lnTo>
                  <a:lnTo>
                    <a:pt x="1837138" y="667524"/>
                  </a:lnTo>
                  <a:lnTo>
                    <a:pt x="1838420" y="667524"/>
                  </a:lnTo>
                  <a:lnTo>
                    <a:pt x="1839702" y="667524"/>
                  </a:lnTo>
                  <a:lnTo>
                    <a:pt x="1840984" y="667524"/>
                  </a:lnTo>
                  <a:lnTo>
                    <a:pt x="1842266" y="667524"/>
                  </a:lnTo>
                  <a:lnTo>
                    <a:pt x="1843548" y="667524"/>
                  </a:lnTo>
                  <a:lnTo>
                    <a:pt x="1844829" y="739839"/>
                  </a:lnTo>
                  <a:lnTo>
                    <a:pt x="1846111" y="778778"/>
                  </a:lnTo>
                  <a:lnTo>
                    <a:pt x="1847393" y="778778"/>
                  </a:lnTo>
                  <a:lnTo>
                    <a:pt x="1848675" y="792684"/>
                  </a:lnTo>
                  <a:lnTo>
                    <a:pt x="1849957" y="834405"/>
                  </a:lnTo>
                  <a:lnTo>
                    <a:pt x="1851239" y="798247"/>
                  </a:lnTo>
                  <a:lnTo>
                    <a:pt x="1852521" y="778778"/>
                  </a:lnTo>
                  <a:lnTo>
                    <a:pt x="1853802" y="828842"/>
                  </a:lnTo>
                  <a:lnTo>
                    <a:pt x="1855084" y="789903"/>
                  </a:lnTo>
                  <a:lnTo>
                    <a:pt x="1856366" y="778778"/>
                  </a:lnTo>
                  <a:lnTo>
                    <a:pt x="1857648" y="778778"/>
                  </a:lnTo>
                  <a:lnTo>
                    <a:pt x="1858930" y="809373"/>
                  </a:lnTo>
                  <a:lnTo>
                    <a:pt x="1860212" y="834405"/>
                  </a:lnTo>
                  <a:lnTo>
                    <a:pt x="1861493" y="834405"/>
                  </a:lnTo>
                  <a:lnTo>
                    <a:pt x="1862775" y="865000"/>
                  </a:lnTo>
                  <a:lnTo>
                    <a:pt x="1864057" y="890032"/>
                  </a:lnTo>
                  <a:lnTo>
                    <a:pt x="1865339" y="890032"/>
                  </a:lnTo>
                  <a:lnTo>
                    <a:pt x="1866621" y="890032"/>
                  </a:lnTo>
                  <a:lnTo>
                    <a:pt x="1867903" y="878906"/>
                  </a:lnTo>
                  <a:lnTo>
                    <a:pt x="1869185" y="834405"/>
                  </a:lnTo>
                  <a:lnTo>
                    <a:pt x="1870466" y="834405"/>
                  </a:lnTo>
                  <a:lnTo>
                    <a:pt x="1871748" y="834405"/>
                  </a:lnTo>
                  <a:lnTo>
                    <a:pt x="1873030" y="834405"/>
                  </a:lnTo>
                  <a:lnTo>
                    <a:pt x="1874312" y="834405"/>
                  </a:lnTo>
                  <a:lnTo>
                    <a:pt x="1875594" y="834405"/>
                  </a:lnTo>
                  <a:lnTo>
                    <a:pt x="1876876" y="834405"/>
                  </a:lnTo>
                  <a:lnTo>
                    <a:pt x="1878157" y="834405"/>
                  </a:lnTo>
                  <a:lnTo>
                    <a:pt x="1879439" y="773215"/>
                  </a:lnTo>
                  <a:lnTo>
                    <a:pt x="1880721" y="723151"/>
                  </a:lnTo>
                  <a:lnTo>
                    <a:pt x="1882003" y="723151"/>
                  </a:lnTo>
                  <a:lnTo>
                    <a:pt x="1883285" y="756527"/>
                  </a:lnTo>
                  <a:lnTo>
                    <a:pt x="1884567" y="778778"/>
                  </a:lnTo>
                  <a:lnTo>
                    <a:pt x="1885848" y="778778"/>
                  </a:lnTo>
                  <a:lnTo>
                    <a:pt x="1887130" y="820498"/>
                  </a:lnTo>
                  <a:lnTo>
                    <a:pt x="1888412" y="834405"/>
                  </a:lnTo>
                  <a:lnTo>
                    <a:pt x="1889694" y="834405"/>
                  </a:lnTo>
                  <a:lnTo>
                    <a:pt x="1890976" y="834405"/>
                  </a:lnTo>
                  <a:lnTo>
                    <a:pt x="1892258" y="801028"/>
                  </a:lnTo>
                  <a:lnTo>
                    <a:pt x="1893540" y="778778"/>
                  </a:lnTo>
                  <a:lnTo>
                    <a:pt x="1894821" y="778778"/>
                  </a:lnTo>
                  <a:lnTo>
                    <a:pt x="1896103" y="778778"/>
                  </a:lnTo>
                  <a:lnTo>
                    <a:pt x="1897385" y="762090"/>
                  </a:lnTo>
                  <a:lnTo>
                    <a:pt x="1898667" y="723151"/>
                  </a:lnTo>
                  <a:lnTo>
                    <a:pt x="1899949" y="731495"/>
                  </a:lnTo>
                  <a:lnTo>
                    <a:pt x="1901231" y="778778"/>
                  </a:lnTo>
                  <a:lnTo>
                    <a:pt x="1902512" y="750964"/>
                  </a:lnTo>
                  <a:lnTo>
                    <a:pt x="1903794" y="723151"/>
                  </a:lnTo>
                  <a:lnTo>
                    <a:pt x="1905076" y="723151"/>
                  </a:lnTo>
                  <a:lnTo>
                    <a:pt x="1906358" y="723151"/>
                  </a:lnTo>
                  <a:lnTo>
                    <a:pt x="1907640" y="723151"/>
                  </a:lnTo>
                  <a:lnTo>
                    <a:pt x="1908922" y="698119"/>
                  </a:lnTo>
                  <a:lnTo>
                    <a:pt x="1910204" y="611897"/>
                  </a:lnTo>
                  <a:lnTo>
                    <a:pt x="1911485" y="667524"/>
                  </a:lnTo>
                  <a:lnTo>
                    <a:pt x="1912767" y="723151"/>
                  </a:lnTo>
                  <a:lnTo>
                    <a:pt x="1914049" y="723151"/>
                  </a:lnTo>
                  <a:lnTo>
                    <a:pt x="1915331" y="714807"/>
                  </a:lnTo>
                  <a:lnTo>
                    <a:pt x="1916613" y="617459"/>
                  </a:lnTo>
                  <a:lnTo>
                    <a:pt x="1917895" y="559051"/>
                  </a:lnTo>
                  <a:lnTo>
                    <a:pt x="1919176" y="556270"/>
                  </a:lnTo>
                  <a:lnTo>
                    <a:pt x="1920458" y="556270"/>
                  </a:lnTo>
                  <a:lnTo>
                    <a:pt x="1921740" y="556270"/>
                  </a:lnTo>
                  <a:lnTo>
                    <a:pt x="1923022" y="556270"/>
                  </a:lnTo>
                  <a:lnTo>
                    <a:pt x="1924304" y="586865"/>
                  </a:lnTo>
                  <a:lnTo>
                    <a:pt x="1925586" y="611897"/>
                  </a:lnTo>
                  <a:lnTo>
                    <a:pt x="1926867" y="584083"/>
                  </a:lnTo>
                  <a:lnTo>
                    <a:pt x="1928149" y="464485"/>
                  </a:lnTo>
                  <a:lnTo>
                    <a:pt x="1929431" y="458922"/>
                  </a:lnTo>
                  <a:lnTo>
                    <a:pt x="1930713" y="470048"/>
                  </a:lnTo>
                  <a:lnTo>
                    <a:pt x="1931995" y="445016"/>
                  </a:lnTo>
                  <a:lnTo>
                    <a:pt x="1933277" y="419983"/>
                  </a:lnTo>
                  <a:lnTo>
                    <a:pt x="1934559" y="400514"/>
                  </a:lnTo>
                  <a:lnTo>
                    <a:pt x="1935840" y="389389"/>
                  </a:lnTo>
                  <a:lnTo>
                    <a:pt x="1937122" y="389389"/>
                  </a:lnTo>
                  <a:lnTo>
                    <a:pt x="1938404" y="389389"/>
                  </a:lnTo>
                  <a:lnTo>
                    <a:pt x="1939686" y="389389"/>
                  </a:lnTo>
                  <a:lnTo>
                    <a:pt x="1940968" y="408858"/>
                  </a:lnTo>
                  <a:lnTo>
                    <a:pt x="1942250" y="500643"/>
                  </a:lnTo>
                  <a:lnTo>
                    <a:pt x="1943531" y="492299"/>
                  </a:lnTo>
                  <a:lnTo>
                    <a:pt x="1944813" y="445016"/>
                  </a:lnTo>
                  <a:lnTo>
                    <a:pt x="1946095" y="445016"/>
                  </a:lnTo>
                  <a:lnTo>
                    <a:pt x="1947377" y="450578"/>
                  </a:lnTo>
                  <a:lnTo>
                    <a:pt x="1948659" y="547926"/>
                  </a:lnTo>
                  <a:lnTo>
                    <a:pt x="1949941" y="606334"/>
                  </a:lnTo>
                  <a:lnTo>
                    <a:pt x="1951223" y="611897"/>
                  </a:lnTo>
                  <a:lnTo>
                    <a:pt x="1952504" y="611897"/>
                  </a:lnTo>
                  <a:lnTo>
                    <a:pt x="1953786" y="611897"/>
                  </a:lnTo>
                  <a:lnTo>
                    <a:pt x="1955068" y="611897"/>
                  </a:lnTo>
                  <a:lnTo>
                    <a:pt x="1956350" y="611897"/>
                  </a:lnTo>
                  <a:lnTo>
                    <a:pt x="1957632" y="611897"/>
                  </a:lnTo>
                  <a:lnTo>
                    <a:pt x="1958914" y="636929"/>
                  </a:lnTo>
                  <a:lnTo>
                    <a:pt x="1960195" y="753746"/>
                  </a:lnTo>
                  <a:lnTo>
                    <a:pt x="1961477" y="778778"/>
                  </a:lnTo>
                  <a:lnTo>
                    <a:pt x="1962759" y="798247"/>
                  </a:lnTo>
                  <a:lnTo>
                    <a:pt x="1964041" y="778778"/>
                  </a:lnTo>
                  <a:lnTo>
                    <a:pt x="1965323" y="789903"/>
                  </a:lnTo>
                  <a:lnTo>
                    <a:pt x="1966605" y="750964"/>
                  </a:lnTo>
                  <a:lnTo>
                    <a:pt x="1967887" y="775996"/>
                  </a:lnTo>
                  <a:lnTo>
                    <a:pt x="1969168" y="723151"/>
                  </a:lnTo>
                  <a:lnTo>
                    <a:pt x="1970450" y="670305"/>
                  </a:lnTo>
                  <a:lnTo>
                    <a:pt x="1971732" y="667524"/>
                  </a:lnTo>
                  <a:lnTo>
                    <a:pt x="1973014" y="667524"/>
                  </a:lnTo>
                  <a:lnTo>
                    <a:pt x="1974296" y="667524"/>
                  </a:lnTo>
                  <a:lnTo>
                    <a:pt x="1975578" y="673086"/>
                  </a:lnTo>
                  <a:lnTo>
                    <a:pt x="1976859" y="712025"/>
                  </a:lnTo>
                  <a:lnTo>
                    <a:pt x="1978141" y="667524"/>
                  </a:lnTo>
                  <a:lnTo>
                    <a:pt x="1979423" y="667524"/>
                  </a:lnTo>
                  <a:lnTo>
                    <a:pt x="1980705" y="667524"/>
                  </a:lnTo>
                  <a:lnTo>
                    <a:pt x="1981987" y="667524"/>
                  </a:lnTo>
                  <a:lnTo>
                    <a:pt x="1983269" y="609115"/>
                  </a:lnTo>
                  <a:lnTo>
                    <a:pt x="1984550" y="556270"/>
                  </a:lnTo>
                  <a:lnTo>
                    <a:pt x="1985832" y="556270"/>
                  </a:lnTo>
                  <a:lnTo>
                    <a:pt x="1987114" y="556270"/>
                  </a:lnTo>
                  <a:lnTo>
                    <a:pt x="1988396" y="536800"/>
                  </a:lnTo>
                  <a:lnTo>
                    <a:pt x="1989678" y="500643"/>
                  </a:lnTo>
                  <a:lnTo>
                    <a:pt x="1990960" y="414421"/>
                  </a:lnTo>
                  <a:lnTo>
                    <a:pt x="1992242" y="356013"/>
                  </a:lnTo>
                  <a:lnTo>
                    <a:pt x="1993523" y="333762"/>
                  </a:lnTo>
                  <a:lnTo>
                    <a:pt x="1994805" y="339324"/>
                  </a:lnTo>
                  <a:lnTo>
                    <a:pt x="1996087" y="389389"/>
                  </a:lnTo>
                  <a:lnTo>
                    <a:pt x="1997369" y="397733"/>
                  </a:lnTo>
                  <a:lnTo>
                    <a:pt x="1998651" y="425546"/>
                  </a:lnTo>
                  <a:lnTo>
                    <a:pt x="1999933" y="445016"/>
                  </a:lnTo>
                  <a:lnTo>
                    <a:pt x="2001214" y="500643"/>
                  </a:lnTo>
                  <a:lnTo>
                    <a:pt x="2002496" y="550707"/>
                  </a:lnTo>
                  <a:lnTo>
                    <a:pt x="2003778" y="511768"/>
                  </a:lnTo>
                  <a:lnTo>
                    <a:pt x="2005060" y="500643"/>
                  </a:lnTo>
                  <a:lnTo>
                    <a:pt x="2006342" y="500643"/>
                  </a:lnTo>
                  <a:lnTo>
                    <a:pt x="2007624" y="500643"/>
                  </a:lnTo>
                  <a:lnTo>
                    <a:pt x="2008906" y="508987"/>
                  </a:lnTo>
                  <a:lnTo>
                    <a:pt x="2010187" y="534019"/>
                  </a:lnTo>
                  <a:lnTo>
                    <a:pt x="2011469" y="500643"/>
                  </a:lnTo>
                  <a:lnTo>
                    <a:pt x="2012751" y="489517"/>
                  </a:lnTo>
                  <a:lnTo>
                    <a:pt x="2014033" y="445016"/>
                  </a:lnTo>
                  <a:lnTo>
                    <a:pt x="2015315" y="497861"/>
                  </a:lnTo>
                  <a:lnTo>
                    <a:pt x="2016597" y="556270"/>
                  </a:lnTo>
                  <a:lnTo>
                    <a:pt x="2017878" y="556270"/>
                  </a:lnTo>
                  <a:lnTo>
                    <a:pt x="2019160" y="556270"/>
                  </a:lnTo>
                  <a:lnTo>
                    <a:pt x="2020442" y="559051"/>
                  </a:lnTo>
                  <a:lnTo>
                    <a:pt x="2021724" y="556270"/>
                  </a:lnTo>
                  <a:lnTo>
                    <a:pt x="2023006" y="636929"/>
                  </a:lnTo>
                  <a:lnTo>
                    <a:pt x="2024288" y="698118"/>
                  </a:lnTo>
                  <a:lnTo>
                    <a:pt x="2025569" y="723151"/>
                  </a:lnTo>
                  <a:lnTo>
                    <a:pt x="2026851" y="723151"/>
                  </a:lnTo>
                  <a:lnTo>
                    <a:pt x="2028133" y="723151"/>
                  </a:lnTo>
                  <a:lnTo>
                    <a:pt x="2029415" y="723151"/>
                  </a:lnTo>
                  <a:lnTo>
                    <a:pt x="2030697" y="759308"/>
                  </a:lnTo>
                  <a:lnTo>
                    <a:pt x="2031979" y="723151"/>
                  </a:lnTo>
                  <a:lnTo>
                    <a:pt x="2033261" y="681430"/>
                  </a:lnTo>
                  <a:lnTo>
                    <a:pt x="2034542" y="667524"/>
                  </a:lnTo>
                  <a:lnTo>
                    <a:pt x="2035824" y="709244"/>
                  </a:lnTo>
                  <a:lnTo>
                    <a:pt x="2037106" y="723151"/>
                  </a:lnTo>
                  <a:lnTo>
                    <a:pt x="2038388" y="723151"/>
                  </a:lnTo>
                  <a:lnTo>
                    <a:pt x="2039670" y="723151"/>
                  </a:lnTo>
                  <a:lnTo>
                    <a:pt x="2040952" y="723151"/>
                  </a:lnTo>
                  <a:lnTo>
                    <a:pt x="2042233" y="742620"/>
                  </a:lnTo>
                  <a:lnTo>
                    <a:pt x="2043515" y="753745"/>
                  </a:lnTo>
                  <a:lnTo>
                    <a:pt x="2044797" y="731495"/>
                  </a:lnTo>
                  <a:lnTo>
                    <a:pt x="2046079" y="767652"/>
                  </a:lnTo>
                  <a:lnTo>
                    <a:pt x="2047361" y="723151"/>
                  </a:lnTo>
                  <a:lnTo>
                    <a:pt x="2048643" y="723151"/>
                  </a:lnTo>
                  <a:lnTo>
                    <a:pt x="2049925" y="723151"/>
                  </a:lnTo>
                  <a:lnTo>
                    <a:pt x="2051206" y="703681"/>
                  </a:lnTo>
                  <a:lnTo>
                    <a:pt x="2052488" y="634148"/>
                  </a:lnTo>
                  <a:lnTo>
                    <a:pt x="2053770" y="667524"/>
                  </a:lnTo>
                  <a:lnTo>
                    <a:pt x="2055052" y="667524"/>
                  </a:lnTo>
                  <a:lnTo>
                    <a:pt x="2056334" y="620241"/>
                  </a:lnTo>
                  <a:lnTo>
                    <a:pt x="2057616" y="572958"/>
                  </a:lnTo>
                  <a:lnTo>
                    <a:pt x="2058897" y="500643"/>
                  </a:lnTo>
                  <a:lnTo>
                    <a:pt x="2060179" y="500643"/>
                  </a:lnTo>
                  <a:lnTo>
                    <a:pt x="2061461" y="500643"/>
                  </a:lnTo>
                  <a:lnTo>
                    <a:pt x="2062743" y="461704"/>
                  </a:lnTo>
                  <a:lnTo>
                    <a:pt x="2064025" y="500643"/>
                  </a:lnTo>
                  <a:lnTo>
                    <a:pt x="2065307" y="539582"/>
                  </a:lnTo>
                  <a:lnTo>
                    <a:pt x="2066588" y="556270"/>
                  </a:lnTo>
                  <a:lnTo>
                    <a:pt x="2067870" y="556270"/>
                  </a:lnTo>
                  <a:lnTo>
                    <a:pt x="2069152" y="556270"/>
                  </a:lnTo>
                  <a:lnTo>
                    <a:pt x="2070434" y="556270"/>
                  </a:lnTo>
                  <a:lnTo>
                    <a:pt x="2071716" y="556270"/>
                  </a:lnTo>
                  <a:lnTo>
                    <a:pt x="2072998" y="556270"/>
                  </a:lnTo>
                  <a:lnTo>
                    <a:pt x="2074280" y="556270"/>
                  </a:lnTo>
                  <a:lnTo>
                    <a:pt x="2075561" y="578520"/>
                  </a:lnTo>
                  <a:lnTo>
                    <a:pt x="2076843" y="611897"/>
                  </a:lnTo>
                  <a:lnTo>
                    <a:pt x="2078125" y="620241"/>
                  </a:lnTo>
                  <a:lnTo>
                    <a:pt x="2079407" y="667524"/>
                  </a:lnTo>
                  <a:lnTo>
                    <a:pt x="2080689" y="667524"/>
                  </a:lnTo>
                  <a:lnTo>
                    <a:pt x="2081971" y="667524"/>
                  </a:lnTo>
                  <a:lnTo>
                    <a:pt x="2083252" y="684212"/>
                  </a:lnTo>
                  <a:lnTo>
                    <a:pt x="2084534" y="764871"/>
                  </a:lnTo>
                  <a:lnTo>
                    <a:pt x="2085816" y="728713"/>
                  </a:lnTo>
                  <a:lnTo>
                    <a:pt x="2087098" y="723151"/>
                  </a:lnTo>
                  <a:lnTo>
                    <a:pt x="2088380" y="767652"/>
                  </a:lnTo>
                  <a:lnTo>
                    <a:pt x="2089662" y="814935"/>
                  </a:lnTo>
                  <a:lnTo>
                    <a:pt x="2090944" y="887250"/>
                  </a:lnTo>
                  <a:lnTo>
                    <a:pt x="2092225" y="890032"/>
                  </a:lnTo>
                  <a:lnTo>
                    <a:pt x="2093507" y="890032"/>
                  </a:lnTo>
                  <a:lnTo>
                    <a:pt x="2094789" y="940096"/>
                  </a:lnTo>
                  <a:lnTo>
                    <a:pt x="2096071" y="945659"/>
                  </a:lnTo>
                  <a:lnTo>
                    <a:pt x="2097353" y="945659"/>
                  </a:lnTo>
                  <a:lnTo>
                    <a:pt x="2098635" y="945659"/>
                  </a:lnTo>
                  <a:lnTo>
                    <a:pt x="2099916" y="945659"/>
                  </a:lnTo>
                  <a:lnTo>
                    <a:pt x="2101198" y="931752"/>
                  </a:lnTo>
                  <a:lnTo>
                    <a:pt x="2102480" y="890032"/>
                  </a:lnTo>
                  <a:lnTo>
                    <a:pt x="2103762" y="890032"/>
                  </a:lnTo>
                  <a:lnTo>
                    <a:pt x="2105044" y="890032"/>
                  </a:lnTo>
                  <a:lnTo>
                    <a:pt x="2106326" y="890032"/>
                  </a:lnTo>
                  <a:lnTo>
                    <a:pt x="2107608" y="890032"/>
                  </a:lnTo>
                  <a:lnTo>
                    <a:pt x="2108889" y="890032"/>
                  </a:lnTo>
                  <a:lnTo>
                    <a:pt x="2110171" y="890032"/>
                  </a:lnTo>
                  <a:lnTo>
                    <a:pt x="2111453" y="890032"/>
                  </a:lnTo>
                  <a:lnTo>
                    <a:pt x="2112735" y="890032"/>
                  </a:lnTo>
                  <a:lnTo>
                    <a:pt x="2114017" y="890032"/>
                  </a:lnTo>
                  <a:lnTo>
                    <a:pt x="2115299" y="881688"/>
                  </a:lnTo>
                  <a:lnTo>
                    <a:pt x="2116580" y="834405"/>
                  </a:lnTo>
                  <a:lnTo>
                    <a:pt x="2117862" y="881688"/>
                  </a:lnTo>
                  <a:lnTo>
                    <a:pt x="2119144" y="890032"/>
                  </a:lnTo>
                  <a:lnTo>
                    <a:pt x="2120426" y="890032"/>
                  </a:lnTo>
                  <a:lnTo>
                    <a:pt x="2121708" y="862218"/>
                  </a:lnTo>
                  <a:lnTo>
                    <a:pt x="2122990" y="834405"/>
                  </a:lnTo>
                  <a:lnTo>
                    <a:pt x="2124271" y="834405"/>
                  </a:lnTo>
                  <a:lnTo>
                    <a:pt x="2125553" y="834405"/>
                  </a:lnTo>
                  <a:lnTo>
                    <a:pt x="2126835" y="823279"/>
                  </a:lnTo>
                  <a:lnTo>
                    <a:pt x="2128117" y="778778"/>
                  </a:lnTo>
                  <a:lnTo>
                    <a:pt x="2129399" y="778778"/>
                  </a:lnTo>
                  <a:lnTo>
                    <a:pt x="2130681" y="778778"/>
                  </a:lnTo>
                  <a:lnTo>
                    <a:pt x="2131963" y="778778"/>
                  </a:lnTo>
                  <a:lnTo>
                    <a:pt x="2133244" y="789903"/>
                  </a:lnTo>
                  <a:lnTo>
                    <a:pt x="2134526" y="834405"/>
                  </a:lnTo>
                  <a:lnTo>
                    <a:pt x="2135808" y="834405"/>
                  </a:lnTo>
                  <a:lnTo>
                    <a:pt x="2137090" y="834405"/>
                  </a:lnTo>
                  <a:lnTo>
                    <a:pt x="2138372" y="834405"/>
                  </a:lnTo>
                  <a:lnTo>
                    <a:pt x="2139654" y="834405"/>
                  </a:lnTo>
                  <a:lnTo>
                    <a:pt x="2140935" y="834405"/>
                  </a:lnTo>
                  <a:lnTo>
                    <a:pt x="2142217" y="834405"/>
                  </a:lnTo>
                  <a:lnTo>
                    <a:pt x="2143499" y="834405"/>
                  </a:lnTo>
                  <a:lnTo>
                    <a:pt x="2144781" y="834405"/>
                  </a:lnTo>
                  <a:lnTo>
                    <a:pt x="2146063" y="834405"/>
                  </a:lnTo>
                  <a:lnTo>
                    <a:pt x="2147345" y="839967"/>
                  </a:lnTo>
                  <a:lnTo>
                    <a:pt x="2148627" y="890032"/>
                  </a:lnTo>
                  <a:lnTo>
                    <a:pt x="2149908" y="890032"/>
                  </a:lnTo>
                  <a:lnTo>
                    <a:pt x="2151190" y="890032"/>
                  </a:lnTo>
                  <a:lnTo>
                    <a:pt x="2152472" y="890032"/>
                  </a:lnTo>
                  <a:lnTo>
                    <a:pt x="2153754" y="915064"/>
                  </a:lnTo>
                  <a:lnTo>
                    <a:pt x="2155036" y="945659"/>
                  </a:lnTo>
                  <a:lnTo>
                    <a:pt x="2156318" y="945659"/>
                  </a:lnTo>
                  <a:lnTo>
                    <a:pt x="2157599" y="945659"/>
                  </a:lnTo>
                  <a:lnTo>
                    <a:pt x="2158881" y="926189"/>
                  </a:lnTo>
                  <a:lnTo>
                    <a:pt x="2160163" y="945659"/>
                  </a:lnTo>
                  <a:lnTo>
                    <a:pt x="2161445" y="945659"/>
                  </a:lnTo>
                  <a:lnTo>
                    <a:pt x="2162727" y="945659"/>
                  </a:lnTo>
                  <a:lnTo>
                    <a:pt x="2164009" y="945659"/>
                  </a:lnTo>
                  <a:lnTo>
                    <a:pt x="2165290" y="945659"/>
                  </a:lnTo>
                  <a:lnTo>
                    <a:pt x="2166572" y="906720"/>
                  </a:lnTo>
                  <a:lnTo>
                    <a:pt x="2167854" y="890032"/>
                  </a:lnTo>
                  <a:lnTo>
                    <a:pt x="2169136" y="890032"/>
                  </a:lnTo>
                  <a:lnTo>
                    <a:pt x="2170418" y="890032"/>
                  </a:lnTo>
                  <a:lnTo>
                    <a:pt x="2171700" y="890032"/>
                  </a:lnTo>
                  <a:lnTo>
                    <a:pt x="2172982" y="890032"/>
                  </a:lnTo>
                  <a:lnTo>
                    <a:pt x="2174263" y="890032"/>
                  </a:lnTo>
                  <a:lnTo>
                    <a:pt x="2175545" y="890032"/>
                  </a:lnTo>
                  <a:lnTo>
                    <a:pt x="2176827" y="890032"/>
                  </a:lnTo>
                  <a:lnTo>
                    <a:pt x="2178109" y="890032"/>
                  </a:lnTo>
                  <a:lnTo>
                    <a:pt x="2179391" y="890032"/>
                  </a:lnTo>
                  <a:lnTo>
                    <a:pt x="2180673" y="890032"/>
                  </a:lnTo>
                  <a:lnTo>
                    <a:pt x="2181954" y="890032"/>
                  </a:lnTo>
                  <a:lnTo>
                    <a:pt x="2183236" y="890032"/>
                  </a:lnTo>
                  <a:lnTo>
                    <a:pt x="2184518" y="845530"/>
                  </a:lnTo>
                  <a:lnTo>
                    <a:pt x="2185800" y="834405"/>
                  </a:lnTo>
                  <a:lnTo>
                    <a:pt x="2187082" y="834405"/>
                  </a:lnTo>
                  <a:lnTo>
                    <a:pt x="2188364" y="828842"/>
                  </a:lnTo>
                  <a:lnTo>
                    <a:pt x="2189646" y="778778"/>
                  </a:lnTo>
                  <a:lnTo>
                    <a:pt x="2190927" y="803810"/>
                  </a:lnTo>
                  <a:lnTo>
                    <a:pt x="2192209" y="823279"/>
                  </a:lnTo>
                  <a:lnTo>
                    <a:pt x="2193491" y="778778"/>
                  </a:lnTo>
                  <a:lnTo>
                    <a:pt x="2194773" y="745401"/>
                  </a:lnTo>
                  <a:lnTo>
                    <a:pt x="2196055" y="723151"/>
                  </a:lnTo>
                  <a:lnTo>
                    <a:pt x="2197337" y="723151"/>
                  </a:lnTo>
                  <a:lnTo>
                    <a:pt x="2198618" y="759308"/>
                  </a:lnTo>
                  <a:lnTo>
                    <a:pt x="2199900" y="778778"/>
                  </a:lnTo>
                  <a:lnTo>
                    <a:pt x="2201182" y="778778"/>
                  </a:lnTo>
                  <a:lnTo>
                    <a:pt x="2202464" y="770434"/>
                  </a:lnTo>
                  <a:lnTo>
                    <a:pt x="2203746" y="723151"/>
                  </a:lnTo>
                  <a:lnTo>
                    <a:pt x="2205028" y="723151"/>
                  </a:lnTo>
                  <a:lnTo>
                    <a:pt x="2206309" y="723151"/>
                  </a:lnTo>
                  <a:lnTo>
                    <a:pt x="2207591" y="723151"/>
                  </a:lnTo>
                  <a:lnTo>
                    <a:pt x="2208873" y="642492"/>
                  </a:lnTo>
                  <a:lnTo>
                    <a:pt x="2210155" y="611897"/>
                  </a:lnTo>
                  <a:lnTo>
                    <a:pt x="2211437" y="611897"/>
                  </a:lnTo>
                  <a:lnTo>
                    <a:pt x="2212719" y="611897"/>
                  </a:lnTo>
                  <a:lnTo>
                    <a:pt x="2214001" y="611897"/>
                  </a:lnTo>
                  <a:lnTo>
                    <a:pt x="2215282" y="611897"/>
                  </a:lnTo>
                  <a:lnTo>
                    <a:pt x="2216564" y="653617"/>
                  </a:lnTo>
                  <a:lnTo>
                    <a:pt x="2217846" y="667524"/>
                  </a:lnTo>
                  <a:lnTo>
                    <a:pt x="2219128" y="667524"/>
                  </a:lnTo>
                  <a:lnTo>
                    <a:pt x="2220410" y="670305"/>
                  </a:lnTo>
                  <a:lnTo>
                    <a:pt x="2221692" y="723151"/>
                  </a:lnTo>
                  <a:lnTo>
                    <a:pt x="2222973" y="723151"/>
                  </a:lnTo>
                  <a:lnTo>
                    <a:pt x="2224255" y="731495"/>
                  </a:lnTo>
                  <a:lnTo>
                    <a:pt x="2225537" y="742620"/>
                  </a:lnTo>
                  <a:lnTo>
                    <a:pt x="2226819" y="753746"/>
                  </a:lnTo>
                  <a:lnTo>
                    <a:pt x="2228101" y="778778"/>
                  </a:lnTo>
                  <a:lnTo>
                    <a:pt x="2229383" y="706463"/>
                  </a:lnTo>
                  <a:lnTo>
                    <a:pt x="2230665" y="664742"/>
                  </a:lnTo>
                  <a:lnTo>
                    <a:pt x="2231946" y="611897"/>
                  </a:lnTo>
                  <a:lnTo>
                    <a:pt x="2233228" y="564614"/>
                  </a:lnTo>
                  <a:lnTo>
                    <a:pt x="2234510" y="561832"/>
                  </a:lnTo>
                  <a:lnTo>
                    <a:pt x="2235792" y="611897"/>
                  </a:lnTo>
                  <a:lnTo>
                    <a:pt x="2237074" y="611897"/>
                  </a:lnTo>
                  <a:lnTo>
                    <a:pt x="2238356" y="611897"/>
                  </a:lnTo>
                  <a:lnTo>
                    <a:pt x="2239637" y="611897"/>
                  </a:lnTo>
                  <a:lnTo>
                    <a:pt x="2240919" y="678649"/>
                  </a:lnTo>
                  <a:lnTo>
                    <a:pt x="2242201" y="550707"/>
                  </a:lnTo>
                  <a:lnTo>
                    <a:pt x="2243483" y="500643"/>
                  </a:lnTo>
                  <a:lnTo>
                    <a:pt x="2244765" y="500643"/>
                  </a:lnTo>
                  <a:lnTo>
                    <a:pt x="2246047" y="500643"/>
                  </a:lnTo>
                  <a:lnTo>
                    <a:pt x="2247329" y="500643"/>
                  </a:lnTo>
                  <a:lnTo>
                    <a:pt x="2248610" y="500643"/>
                  </a:lnTo>
                  <a:lnTo>
                    <a:pt x="2249892" y="500643"/>
                  </a:lnTo>
                  <a:lnTo>
                    <a:pt x="2251174" y="500643"/>
                  </a:lnTo>
                  <a:lnTo>
                    <a:pt x="2252456" y="500643"/>
                  </a:lnTo>
                  <a:lnTo>
                    <a:pt x="2253738" y="500643"/>
                  </a:lnTo>
                  <a:lnTo>
                    <a:pt x="2255020" y="500643"/>
                  </a:lnTo>
                  <a:lnTo>
                    <a:pt x="2256301" y="500643"/>
                  </a:lnTo>
                  <a:lnTo>
                    <a:pt x="2257583" y="534019"/>
                  </a:lnTo>
                  <a:lnTo>
                    <a:pt x="2258865" y="556270"/>
                  </a:lnTo>
                  <a:lnTo>
                    <a:pt x="2260147" y="556270"/>
                  </a:lnTo>
                  <a:lnTo>
                    <a:pt x="2261429" y="623022"/>
                  </a:lnTo>
                  <a:lnTo>
                    <a:pt x="2262711" y="667524"/>
                  </a:lnTo>
                  <a:lnTo>
                    <a:pt x="2263992" y="723151"/>
                  </a:lnTo>
                  <a:lnTo>
                    <a:pt x="2265274" y="767652"/>
                  </a:lnTo>
                  <a:lnTo>
                    <a:pt x="2266556" y="778778"/>
                  </a:lnTo>
                  <a:lnTo>
                    <a:pt x="2267838" y="778778"/>
                  </a:lnTo>
                  <a:lnTo>
                    <a:pt x="2269120" y="778778"/>
                  </a:lnTo>
                  <a:lnTo>
                    <a:pt x="2270402" y="753745"/>
                  </a:lnTo>
                  <a:lnTo>
                    <a:pt x="2271684" y="695337"/>
                  </a:lnTo>
                  <a:lnTo>
                    <a:pt x="2272965" y="673086"/>
                  </a:lnTo>
                  <a:lnTo>
                    <a:pt x="2274247" y="831623"/>
                  </a:lnTo>
                  <a:lnTo>
                    <a:pt x="2275529" y="890032"/>
                  </a:lnTo>
                  <a:lnTo>
                    <a:pt x="2276811" y="890032"/>
                  </a:lnTo>
                  <a:lnTo>
                    <a:pt x="2278093" y="890032"/>
                  </a:lnTo>
                  <a:lnTo>
                    <a:pt x="2279375" y="890032"/>
                  </a:lnTo>
                  <a:lnTo>
                    <a:pt x="2280656" y="890032"/>
                  </a:lnTo>
                  <a:lnTo>
                    <a:pt x="2281938" y="890032"/>
                  </a:lnTo>
                  <a:lnTo>
                    <a:pt x="2283220" y="890032"/>
                  </a:lnTo>
                  <a:lnTo>
                    <a:pt x="2284502" y="890032"/>
                  </a:lnTo>
                  <a:lnTo>
                    <a:pt x="2285784" y="890032"/>
                  </a:lnTo>
                  <a:lnTo>
                    <a:pt x="2287066" y="851093"/>
                  </a:lnTo>
                  <a:lnTo>
                    <a:pt x="2288348" y="834405"/>
                  </a:lnTo>
                  <a:lnTo>
                    <a:pt x="2289629" y="784340"/>
                  </a:lnTo>
                  <a:lnTo>
                    <a:pt x="2290911" y="778778"/>
                  </a:lnTo>
                  <a:lnTo>
                    <a:pt x="2292193" y="778778"/>
                  </a:lnTo>
                  <a:lnTo>
                    <a:pt x="2293475" y="778778"/>
                  </a:lnTo>
                  <a:lnTo>
                    <a:pt x="2294757" y="778778"/>
                  </a:lnTo>
                  <a:lnTo>
                    <a:pt x="2296039" y="778778"/>
                  </a:lnTo>
                  <a:lnTo>
                    <a:pt x="2297320" y="745401"/>
                  </a:lnTo>
                  <a:lnTo>
                    <a:pt x="2298602" y="723151"/>
                  </a:lnTo>
                  <a:lnTo>
                    <a:pt x="2299884" y="723151"/>
                  </a:lnTo>
                  <a:lnTo>
                    <a:pt x="2301166" y="723151"/>
                  </a:lnTo>
                  <a:lnTo>
                    <a:pt x="2302448" y="745402"/>
                  </a:lnTo>
                  <a:lnTo>
                    <a:pt x="2303730" y="803810"/>
                  </a:lnTo>
                  <a:lnTo>
                    <a:pt x="2305011" y="834405"/>
                  </a:lnTo>
                  <a:lnTo>
                    <a:pt x="2306293" y="834405"/>
                  </a:lnTo>
                  <a:lnTo>
                    <a:pt x="2307575" y="834405"/>
                  </a:lnTo>
                  <a:lnTo>
                    <a:pt x="2308857" y="834405"/>
                  </a:lnTo>
                  <a:lnTo>
                    <a:pt x="2310139" y="834405"/>
                  </a:lnTo>
                  <a:lnTo>
                    <a:pt x="2311421" y="834405"/>
                  </a:lnTo>
                  <a:lnTo>
                    <a:pt x="2312703" y="823279"/>
                  </a:lnTo>
                  <a:lnTo>
                    <a:pt x="2313984" y="778778"/>
                  </a:lnTo>
                  <a:lnTo>
                    <a:pt x="2315266" y="778778"/>
                  </a:lnTo>
                  <a:lnTo>
                    <a:pt x="2316548" y="778778"/>
                  </a:lnTo>
                  <a:lnTo>
                    <a:pt x="2317830" y="778778"/>
                  </a:lnTo>
                  <a:lnTo>
                    <a:pt x="2319112" y="814935"/>
                  </a:lnTo>
                  <a:lnTo>
                    <a:pt x="2320394" y="834405"/>
                  </a:lnTo>
                  <a:lnTo>
                    <a:pt x="2321675" y="881688"/>
                  </a:lnTo>
                  <a:lnTo>
                    <a:pt x="2322957" y="890032"/>
                  </a:lnTo>
                  <a:lnTo>
                    <a:pt x="2324239" y="890032"/>
                  </a:lnTo>
                  <a:lnTo>
                    <a:pt x="2325521" y="890032"/>
                  </a:lnTo>
                  <a:lnTo>
                    <a:pt x="2326803" y="890032"/>
                  </a:lnTo>
                  <a:lnTo>
                    <a:pt x="2328085" y="890032"/>
                  </a:lnTo>
                  <a:lnTo>
                    <a:pt x="2329367" y="920627"/>
                  </a:lnTo>
                  <a:lnTo>
                    <a:pt x="2330648" y="945659"/>
                  </a:lnTo>
                  <a:lnTo>
                    <a:pt x="2331930" y="923408"/>
                  </a:lnTo>
                  <a:lnTo>
                    <a:pt x="2333212" y="834405"/>
                  </a:lnTo>
                  <a:lnTo>
                    <a:pt x="2334494" y="834405"/>
                  </a:lnTo>
                  <a:lnTo>
                    <a:pt x="2335776" y="834405"/>
                  </a:lnTo>
                  <a:lnTo>
                    <a:pt x="2337058" y="834405"/>
                  </a:lnTo>
                  <a:lnTo>
                    <a:pt x="2338339" y="834405"/>
                  </a:lnTo>
                  <a:lnTo>
                    <a:pt x="2339621" y="834405"/>
                  </a:lnTo>
                  <a:lnTo>
                    <a:pt x="2340903" y="834405"/>
                  </a:lnTo>
                  <a:lnTo>
                    <a:pt x="2342185" y="834405"/>
                  </a:lnTo>
                  <a:lnTo>
                    <a:pt x="2343467" y="834405"/>
                  </a:lnTo>
                  <a:lnTo>
                    <a:pt x="2344749" y="842749"/>
                  </a:lnTo>
                  <a:lnTo>
                    <a:pt x="2346031" y="890032"/>
                  </a:lnTo>
                  <a:lnTo>
                    <a:pt x="2347312" y="890032"/>
                  </a:lnTo>
                  <a:lnTo>
                    <a:pt x="2348594" y="890032"/>
                  </a:lnTo>
                  <a:lnTo>
                    <a:pt x="2349876" y="890032"/>
                  </a:lnTo>
                  <a:lnTo>
                    <a:pt x="2351158" y="890032"/>
                  </a:lnTo>
                  <a:lnTo>
                    <a:pt x="2352440" y="890032"/>
                  </a:lnTo>
                  <a:lnTo>
                    <a:pt x="2353722" y="890032"/>
                  </a:lnTo>
                  <a:lnTo>
                    <a:pt x="2355003" y="890032"/>
                  </a:lnTo>
                  <a:lnTo>
                    <a:pt x="2356285" y="890032"/>
                  </a:lnTo>
                  <a:lnTo>
                    <a:pt x="2357567" y="890032"/>
                  </a:lnTo>
                  <a:lnTo>
                    <a:pt x="2358849" y="890032"/>
                  </a:lnTo>
                  <a:lnTo>
                    <a:pt x="2360131" y="890032"/>
                  </a:lnTo>
                  <a:lnTo>
                    <a:pt x="2361413" y="890032"/>
                  </a:lnTo>
                  <a:lnTo>
                    <a:pt x="2362694" y="890032"/>
                  </a:lnTo>
                  <a:lnTo>
                    <a:pt x="2363976" y="895594"/>
                  </a:lnTo>
                  <a:lnTo>
                    <a:pt x="2365258" y="945659"/>
                  </a:lnTo>
                  <a:lnTo>
                    <a:pt x="2366540" y="945659"/>
                  </a:lnTo>
                  <a:lnTo>
                    <a:pt x="2367822" y="945659"/>
                  </a:lnTo>
                  <a:lnTo>
                    <a:pt x="2369104" y="945659"/>
                  </a:lnTo>
                  <a:lnTo>
                    <a:pt x="2370386" y="945659"/>
                  </a:lnTo>
                  <a:lnTo>
                    <a:pt x="2371667" y="945659"/>
                  </a:lnTo>
                  <a:lnTo>
                    <a:pt x="2372949" y="887250"/>
                  </a:lnTo>
                  <a:lnTo>
                    <a:pt x="2374231" y="834405"/>
                  </a:lnTo>
                  <a:lnTo>
                    <a:pt x="2375513" y="834405"/>
                  </a:lnTo>
                  <a:lnTo>
                    <a:pt x="2376795" y="834405"/>
                  </a:lnTo>
                  <a:lnTo>
                    <a:pt x="2378077" y="834405"/>
                  </a:lnTo>
                  <a:lnTo>
                    <a:pt x="2379358" y="834405"/>
                  </a:lnTo>
                  <a:lnTo>
                    <a:pt x="2380640" y="834405"/>
                  </a:lnTo>
                  <a:lnTo>
                    <a:pt x="2381922" y="834405"/>
                  </a:lnTo>
                  <a:lnTo>
                    <a:pt x="2383204" y="834405"/>
                  </a:lnTo>
                  <a:lnTo>
                    <a:pt x="2384486" y="828842"/>
                  </a:lnTo>
                  <a:lnTo>
                    <a:pt x="2385768" y="778778"/>
                  </a:lnTo>
                  <a:lnTo>
                    <a:pt x="2387050" y="778778"/>
                  </a:lnTo>
                  <a:lnTo>
                    <a:pt x="2388331" y="778778"/>
                  </a:lnTo>
                  <a:lnTo>
                    <a:pt x="2389613" y="778778"/>
                  </a:lnTo>
                  <a:lnTo>
                    <a:pt x="2390895" y="778778"/>
                  </a:lnTo>
                  <a:lnTo>
                    <a:pt x="2392177" y="778778"/>
                  </a:lnTo>
                  <a:lnTo>
                    <a:pt x="2393459" y="778778"/>
                  </a:lnTo>
                  <a:lnTo>
                    <a:pt x="2394741" y="778778"/>
                  </a:lnTo>
                  <a:lnTo>
                    <a:pt x="2396022" y="787122"/>
                  </a:lnTo>
                  <a:lnTo>
                    <a:pt x="2397304" y="834405"/>
                  </a:lnTo>
                  <a:lnTo>
                    <a:pt x="2398586" y="753746"/>
                  </a:lnTo>
                  <a:lnTo>
                    <a:pt x="2399868" y="667524"/>
                  </a:lnTo>
                  <a:lnTo>
                    <a:pt x="2401150" y="556270"/>
                  </a:lnTo>
                  <a:lnTo>
                    <a:pt x="2402432" y="556270"/>
                  </a:lnTo>
                  <a:lnTo>
                    <a:pt x="2403713" y="556270"/>
                  </a:lnTo>
                  <a:lnTo>
                    <a:pt x="2404995" y="609115"/>
                  </a:lnTo>
                  <a:lnTo>
                    <a:pt x="2406277" y="667524"/>
                  </a:lnTo>
                  <a:lnTo>
                    <a:pt x="2407559" y="667524"/>
                  </a:lnTo>
                  <a:lnTo>
                    <a:pt x="2408841" y="628585"/>
                  </a:lnTo>
                  <a:lnTo>
                    <a:pt x="2410123" y="611897"/>
                  </a:lnTo>
                  <a:lnTo>
                    <a:pt x="2411405" y="611897"/>
                  </a:lnTo>
                  <a:lnTo>
                    <a:pt x="2412686" y="611897"/>
                  </a:lnTo>
                  <a:lnTo>
                    <a:pt x="2413968" y="606334"/>
                  </a:lnTo>
                  <a:lnTo>
                    <a:pt x="2415250" y="556270"/>
                  </a:lnTo>
                  <a:lnTo>
                    <a:pt x="2416532" y="559051"/>
                  </a:lnTo>
                  <a:lnTo>
                    <a:pt x="2417814" y="611897"/>
                  </a:lnTo>
                  <a:lnTo>
                    <a:pt x="2419096" y="611897"/>
                  </a:lnTo>
                  <a:lnTo>
                    <a:pt x="2420377" y="611897"/>
                  </a:lnTo>
                  <a:lnTo>
                    <a:pt x="2421659" y="606334"/>
                  </a:lnTo>
                  <a:lnTo>
                    <a:pt x="2422941" y="556270"/>
                  </a:lnTo>
                  <a:lnTo>
                    <a:pt x="2424223" y="556270"/>
                  </a:lnTo>
                  <a:lnTo>
                    <a:pt x="2425505" y="556270"/>
                  </a:lnTo>
                  <a:lnTo>
                    <a:pt x="2426787" y="508987"/>
                  </a:lnTo>
                  <a:lnTo>
                    <a:pt x="2428069" y="500643"/>
                  </a:lnTo>
                  <a:lnTo>
                    <a:pt x="2429350" y="500643"/>
                  </a:lnTo>
                  <a:lnTo>
                    <a:pt x="2430632" y="575739"/>
                  </a:lnTo>
                  <a:lnTo>
                    <a:pt x="2431914" y="659180"/>
                  </a:lnTo>
                  <a:lnTo>
                    <a:pt x="2433196" y="778778"/>
                  </a:lnTo>
                  <a:lnTo>
                    <a:pt x="2434478" y="778778"/>
                  </a:lnTo>
                  <a:lnTo>
                    <a:pt x="2435760" y="778778"/>
                  </a:lnTo>
                  <a:lnTo>
                    <a:pt x="2437041" y="778778"/>
                  </a:lnTo>
                  <a:lnTo>
                    <a:pt x="2438323" y="778778"/>
                  </a:lnTo>
                  <a:lnTo>
                    <a:pt x="2439605" y="778778"/>
                  </a:lnTo>
                  <a:lnTo>
                    <a:pt x="2440887" y="814935"/>
                  </a:lnTo>
                  <a:lnTo>
                    <a:pt x="2442169" y="834405"/>
                  </a:lnTo>
                  <a:lnTo>
                    <a:pt x="2443451" y="834405"/>
                  </a:lnTo>
                  <a:lnTo>
                    <a:pt x="2444732" y="834405"/>
                  </a:lnTo>
                  <a:lnTo>
                    <a:pt x="2446014" y="837186"/>
                  </a:lnTo>
                  <a:lnTo>
                    <a:pt x="2447296" y="890032"/>
                  </a:lnTo>
                  <a:lnTo>
                    <a:pt x="2448578" y="890032"/>
                  </a:lnTo>
                  <a:lnTo>
                    <a:pt x="2449860" y="890032"/>
                  </a:lnTo>
                  <a:lnTo>
                    <a:pt x="2451142" y="890032"/>
                  </a:lnTo>
                  <a:lnTo>
                    <a:pt x="2452424" y="890032"/>
                  </a:lnTo>
                  <a:lnTo>
                    <a:pt x="2453705" y="878906"/>
                  </a:lnTo>
                  <a:lnTo>
                    <a:pt x="2454987" y="837186"/>
                  </a:lnTo>
                  <a:lnTo>
                    <a:pt x="2456269" y="834405"/>
                  </a:lnTo>
                  <a:lnTo>
                    <a:pt x="2457551" y="834405"/>
                  </a:lnTo>
                  <a:lnTo>
                    <a:pt x="2458833" y="878906"/>
                  </a:lnTo>
                  <a:lnTo>
                    <a:pt x="2460115" y="890032"/>
                  </a:lnTo>
                  <a:lnTo>
                    <a:pt x="2461396" y="890032"/>
                  </a:lnTo>
                  <a:lnTo>
                    <a:pt x="2462678" y="859437"/>
                  </a:lnTo>
                  <a:lnTo>
                    <a:pt x="2463960" y="834405"/>
                  </a:lnTo>
                  <a:lnTo>
                    <a:pt x="2465242" y="834405"/>
                  </a:lnTo>
                  <a:lnTo>
                    <a:pt x="2466524" y="831623"/>
                  </a:lnTo>
                  <a:lnTo>
                    <a:pt x="2467806" y="778778"/>
                  </a:lnTo>
                  <a:lnTo>
                    <a:pt x="2469088" y="778778"/>
                  </a:lnTo>
                  <a:lnTo>
                    <a:pt x="2470369" y="778778"/>
                  </a:lnTo>
                  <a:lnTo>
                    <a:pt x="2471651" y="778778"/>
                  </a:lnTo>
                  <a:lnTo>
                    <a:pt x="2472933" y="778778"/>
                  </a:lnTo>
                  <a:lnTo>
                    <a:pt x="2474215" y="778778"/>
                  </a:lnTo>
                  <a:lnTo>
                    <a:pt x="2475497" y="778778"/>
                  </a:lnTo>
                  <a:lnTo>
                    <a:pt x="2476779" y="778778"/>
                  </a:lnTo>
                  <a:lnTo>
                    <a:pt x="2478060" y="737057"/>
                  </a:lnTo>
                  <a:lnTo>
                    <a:pt x="2479342" y="723151"/>
                  </a:lnTo>
                  <a:lnTo>
                    <a:pt x="2480624" y="723151"/>
                  </a:lnTo>
                  <a:lnTo>
                    <a:pt x="2481906" y="723151"/>
                  </a:lnTo>
                  <a:lnTo>
                    <a:pt x="2483188" y="723151"/>
                  </a:lnTo>
                  <a:lnTo>
                    <a:pt x="2484470" y="723151"/>
                  </a:lnTo>
                  <a:lnTo>
                    <a:pt x="2485752" y="734276"/>
                  </a:lnTo>
                  <a:lnTo>
                    <a:pt x="2487033" y="828842"/>
                  </a:lnTo>
                  <a:lnTo>
                    <a:pt x="2488315" y="834405"/>
                  </a:lnTo>
                  <a:lnTo>
                    <a:pt x="2489597" y="834405"/>
                  </a:lnTo>
                  <a:lnTo>
                    <a:pt x="2490879" y="834405"/>
                  </a:lnTo>
                  <a:lnTo>
                    <a:pt x="2492161" y="834405"/>
                  </a:lnTo>
                  <a:lnTo>
                    <a:pt x="2493443" y="834405"/>
                  </a:lnTo>
                  <a:lnTo>
                    <a:pt x="2494724" y="834405"/>
                  </a:lnTo>
                  <a:lnTo>
                    <a:pt x="2496006" y="834405"/>
                  </a:lnTo>
                  <a:lnTo>
                    <a:pt x="2497288" y="834405"/>
                  </a:lnTo>
                  <a:lnTo>
                    <a:pt x="2498570" y="834405"/>
                  </a:lnTo>
                  <a:lnTo>
                    <a:pt x="2499852" y="890032"/>
                  </a:lnTo>
                  <a:lnTo>
                    <a:pt x="2501134" y="867781"/>
                  </a:lnTo>
                  <a:lnTo>
                    <a:pt x="2502415" y="834405"/>
                  </a:lnTo>
                  <a:lnTo>
                    <a:pt x="2503697" y="834405"/>
                  </a:lnTo>
                  <a:lnTo>
                    <a:pt x="2504979" y="834405"/>
                  </a:lnTo>
                  <a:lnTo>
                    <a:pt x="2506261" y="834405"/>
                  </a:lnTo>
                  <a:lnTo>
                    <a:pt x="2507543" y="834405"/>
                  </a:lnTo>
                  <a:lnTo>
                    <a:pt x="2508825" y="834405"/>
                  </a:lnTo>
                  <a:lnTo>
                    <a:pt x="2510107" y="873344"/>
                  </a:lnTo>
                  <a:lnTo>
                    <a:pt x="2511388" y="890032"/>
                  </a:lnTo>
                  <a:lnTo>
                    <a:pt x="2512670" y="890032"/>
                  </a:lnTo>
                  <a:lnTo>
                    <a:pt x="2513952" y="890032"/>
                  </a:lnTo>
                  <a:lnTo>
                    <a:pt x="2515234" y="890032"/>
                  </a:lnTo>
                  <a:lnTo>
                    <a:pt x="2516516" y="890032"/>
                  </a:lnTo>
                  <a:lnTo>
                    <a:pt x="2517798" y="890032"/>
                  </a:lnTo>
                  <a:lnTo>
                    <a:pt x="2519079" y="890032"/>
                  </a:lnTo>
                  <a:lnTo>
                    <a:pt x="2520361" y="890032"/>
                  </a:lnTo>
                  <a:lnTo>
                    <a:pt x="2521643" y="890032"/>
                  </a:lnTo>
                  <a:lnTo>
                    <a:pt x="2522925" y="890032"/>
                  </a:lnTo>
                  <a:lnTo>
                    <a:pt x="2524207" y="890032"/>
                  </a:lnTo>
                  <a:lnTo>
                    <a:pt x="2525489" y="890032"/>
                  </a:lnTo>
                  <a:lnTo>
                    <a:pt x="2526771" y="915064"/>
                  </a:lnTo>
                  <a:lnTo>
                    <a:pt x="2528052" y="945659"/>
                  </a:lnTo>
                  <a:lnTo>
                    <a:pt x="2529334" y="945659"/>
                  </a:lnTo>
                  <a:lnTo>
                    <a:pt x="2530616" y="945659"/>
                  </a:lnTo>
                  <a:lnTo>
                    <a:pt x="2531898" y="945659"/>
                  </a:lnTo>
                  <a:lnTo>
                    <a:pt x="2533180" y="965128"/>
                  </a:lnTo>
                  <a:lnTo>
                    <a:pt x="2534462" y="1001286"/>
                  </a:lnTo>
                  <a:lnTo>
                    <a:pt x="2534462" y="1001286"/>
                  </a:lnTo>
                  <a:lnTo>
                    <a:pt x="2535743" y="1001286"/>
                  </a:lnTo>
                  <a:lnTo>
                    <a:pt x="2537025" y="956784"/>
                  </a:lnTo>
                  <a:lnTo>
                    <a:pt x="2538307" y="945659"/>
                  </a:lnTo>
                  <a:lnTo>
                    <a:pt x="2539589" y="945659"/>
                  </a:lnTo>
                  <a:lnTo>
                    <a:pt x="2540871" y="945659"/>
                  </a:lnTo>
                  <a:lnTo>
                    <a:pt x="2542153" y="890032"/>
                  </a:lnTo>
                  <a:lnTo>
                    <a:pt x="2543434" y="890032"/>
                  </a:lnTo>
                  <a:lnTo>
                    <a:pt x="2544716" y="890032"/>
                  </a:lnTo>
                  <a:lnTo>
                    <a:pt x="2545998" y="890032"/>
                  </a:lnTo>
                  <a:lnTo>
                    <a:pt x="2547280" y="890032"/>
                  </a:lnTo>
                  <a:lnTo>
                    <a:pt x="2548562" y="890032"/>
                  </a:lnTo>
                  <a:lnTo>
                    <a:pt x="2549844" y="784340"/>
                  </a:lnTo>
                  <a:lnTo>
                    <a:pt x="2551126" y="778778"/>
                  </a:lnTo>
                  <a:lnTo>
                    <a:pt x="2552407" y="778778"/>
                  </a:lnTo>
                  <a:lnTo>
                    <a:pt x="2553689" y="773215"/>
                  </a:lnTo>
                  <a:lnTo>
                    <a:pt x="2554971" y="723151"/>
                  </a:lnTo>
                  <a:lnTo>
                    <a:pt x="2556253" y="723151"/>
                  </a:lnTo>
                  <a:lnTo>
                    <a:pt x="2557535" y="723151"/>
                  </a:lnTo>
                  <a:lnTo>
                    <a:pt x="2558817" y="723151"/>
                  </a:lnTo>
                  <a:lnTo>
                    <a:pt x="2560098" y="723151"/>
                  </a:lnTo>
                  <a:lnTo>
                    <a:pt x="2561380" y="723151"/>
                  </a:lnTo>
                  <a:lnTo>
                    <a:pt x="2562662" y="723151"/>
                  </a:lnTo>
                  <a:lnTo>
                    <a:pt x="2563944" y="723151"/>
                  </a:lnTo>
                  <a:lnTo>
                    <a:pt x="2565226" y="689775"/>
                  </a:lnTo>
                  <a:lnTo>
                    <a:pt x="2566508" y="667524"/>
                  </a:lnTo>
                  <a:lnTo>
                    <a:pt x="2567790" y="667524"/>
                  </a:lnTo>
                  <a:lnTo>
                    <a:pt x="2569071" y="709244"/>
                  </a:lnTo>
                  <a:lnTo>
                    <a:pt x="2570353" y="723151"/>
                  </a:lnTo>
                  <a:lnTo>
                    <a:pt x="2571635" y="723151"/>
                  </a:lnTo>
                  <a:lnTo>
                    <a:pt x="2572917" y="723151"/>
                  </a:lnTo>
                  <a:lnTo>
                    <a:pt x="2574199" y="775996"/>
                  </a:lnTo>
                  <a:lnTo>
                    <a:pt x="2575481" y="778778"/>
                  </a:lnTo>
                  <a:lnTo>
                    <a:pt x="2576762" y="778778"/>
                  </a:lnTo>
                  <a:lnTo>
                    <a:pt x="2578044" y="723151"/>
                  </a:lnTo>
                  <a:lnTo>
                    <a:pt x="2579326" y="723151"/>
                  </a:lnTo>
                  <a:lnTo>
                    <a:pt x="2580608" y="723151"/>
                  </a:lnTo>
                  <a:lnTo>
                    <a:pt x="2581890" y="823279"/>
                  </a:lnTo>
                  <a:lnTo>
                    <a:pt x="2583172" y="806591"/>
                  </a:lnTo>
                  <a:lnTo>
                    <a:pt x="2584453" y="778778"/>
                  </a:lnTo>
                  <a:lnTo>
                    <a:pt x="2585735" y="781559"/>
                  </a:lnTo>
                  <a:lnTo>
                    <a:pt x="2587017" y="834405"/>
                  </a:lnTo>
                  <a:lnTo>
                    <a:pt x="2588299" y="801028"/>
                  </a:lnTo>
                  <a:lnTo>
                    <a:pt x="2589581" y="717588"/>
                  </a:lnTo>
                  <a:lnTo>
                    <a:pt x="2590863" y="611897"/>
                  </a:lnTo>
                  <a:lnTo>
                    <a:pt x="2592145" y="611897"/>
                  </a:lnTo>
                  <a:lnTo>
                    <a:pt x="2593426" y="600771"/>
                  </a:lnTo>
                  <a:lnTo>
                    <a:pt x="2594708" y="556270"/>
                  </a:lnTo>
                  <a:lnTo>
                    <a:pt x="2595990" y="545144"/>
                  </a:lnTo>
                  <a:lnTo>
                    <a:pt x="2597272" y="531238"/>
                  </a:lnTo>
                  <a:lnTo>
                    <a:pt x="2598554" y="556270"/>
                  </a:lnTo>
                  <a:lnTo>
                    <a:pt x="2599836" y="556270"/>
                  </a:lnTo>
                  <a:lnTo>
                    <a:pt x="2601117" y="556270"/>
                  </a:lnTo>
                  <a:lnTo>
                    <a:pt x="2602399" y="556270"/>
                  </a:lnTo>
                  <a:lnTo>
                    <a:pt x="2603681" y="556270"/>
                  </a:lnTo>
                  <a:lnTo>
                    <a:pt x="2604963" y="547926"/>
                  </a:lnTo>
                  <a:lnTo>
                    <a:pt x="2606245" y="500643"/>
                  </a:lnTo>
                  <a:lnTo>
                    <a:pt x="2607527" y="500643"/>
                  </a:lnTo>
                  <a:lnTo>
                    <a:pt x="2608809" y="456141"/>
                  </a:lnTo>
                  <a:lnTo>
                    <a:pt x="2610090" y="497861"/>
                  </a:lnTo>
                  <a:lnTo>
                    <a:pt x="2611372" y="500643"/>
                  </a:lnTo>
                  <a:lnTo>
                    <a:pt x="2612654" y="500643"/>
                  </a:lnTo>
                  <a:lnTo>
                    <a:pt x="2613936" y="500643"/>
                  </a:lnTo>
                  <a:lnTo>
                    <a:pt x="2615218" y="525675"/>
                  </a:lnTo>
                  <a:lnTo>
                    <a:pt x="2616500" y="556270"/>
                  </a:lnTo>
                  <a:lnTo>
                    <a:pt x="2617781" y="528456"/>
                  </a:lnTo>
                  <a:lnTo>
                    <a:pt x="2619063" y="500643"/>
                  </a:lnTo>
                  <a:lnTo>
                    <a:pt x="2620345" y="531238"/>
                  </a:lnTo>
                  <a:lnTo>
                    <a:pt x="2621627" y="611897"/>
                  </a:lnTo>
                  <a:lnTo>
                    <a:pt x="2622909" y="720369"/>
                  </a:lnTo>
                  <a:lnTo>
                    <a:pt x="2624191" y="723151"/>
                  </a:lnTo>
                  <a:lnTo>
                    <a:pt x="2625473" y="731495"/>
                  </a:lnTo>
                  <a:lnTo>
                    <a:pt x="2626754" y="773215"/>
                  </a:lnTo>
                  <a:lnTo>
                    <a:pt x="2628036" y="731495"/>
                  </a:lnTo>
                  <a:lnTo>
                    <a:pt x="2629318" y="778778"/>
                  </a:lnTo>
                  <a:lnTo>
                    <a:pt x="2630600" y="778778"/>
                  </a:lnTo>
                  <a:lnTo>
                    <a:pt x="2631882" y="778778"/>
                  </a:lnTo>
                  <a:lnTo>
                    <a:pt x="2633164" y="778778"/>
                  </a:lnTo>
                  <a:lnTo>
                    <a:pt x="2634445" y="778778"/>
                  </a:lnTo>
                  <a:lnTo>
                    <a:pt x="2635727" y="778778"/>
                  </a:lnTo>
                  <a:lnTo>
                    <a:pt x="2637009" y="784340"/>
                  </a:lnTo>
                  <a:lnTo>
                    <a:pt x="2638291" y="834405"/>
                  </a:lnTo>
                  <a:lnTo>
                    <a:pt x="2639573" y="834405"/>
                  </a:lnTo>
                  <a:lnTo>
                    <a:pt x="2640855" y="870562"/>
                  </a:lnTo>
                  <a:lnTo>
                    <a:pt x="2642136" y="834405"/>
                  </a:lnTo>
                  <a:lnTo>
                    <a:pt x="2643418" y="820498"/>
                  </a:lnTo>
                  <a:lnTo>
                    <a:pt x="2644700" y="778778"/>
                  </a:lnTo>
                  <a:lnTo>
                    <a:pt x="2645982" y="778778"/>
                  </a:lnTo>
                  <a:lnTo>
                    <a:pt x="2647264" y="778778"/>
                  </a:lnTo>
                  <a:lnTo>
                    <a:pt x="2648546" y="692556"/>
                  </a:lnTo>
                  <a:lnTo>
                    <a:pt x="2649828" y="667524"/>
                  </a:lnTo>
                  <a:lnTo>
                    <a:pt x="2651109" y="667524"/>
                  </a:lnTo>
                  <a:lnTo>
                    <a:pt x="2652391" y="667524"/>
                  </a:lnTo>
                  <a:lnTo>
                    <a:pt x="2653673" y="667524"/>
                  </a:lnTo>
                  <a:lnTo>
                    <a:pt x="2654955" y="667524"/>
                  </a:lnTo>
                  <a:lnTo>
                    <a:pt x="2656237" y="639710"/>
                  </a:lnTo>
                  <a:lnTo>
                    <a:pt x="2657519" y="611897"/>
                  </a:lnTo>
                  <a:lnTo>
                    <a:pt x="2658800" y="614678"/>
                  </a:lnTo>
                  <a:lnTo>
                    <a:pt x="2660082" y="667524"/>
                  </a:lnTo>
                  <a:lnTo>
                    <a:pt x="2661364" y="667524"/>
                  </a:lnTo>
                  <a:lnTo>
                    <a:pt x="2662646" y="667524"/>
                  </a:lnTo>
                  <a:lnTo>
                    <a:pt x="2663928" y="645273"/>
                  </a:lnTo>
                  <a:lnTo>
                    <a:pt x="2665210" y="611897"/>
                  </a:lnTo>
                  <a:lnTo>
                    <a:pt x="2666492" y="611897"/>
                  </a:lnTo>
                  <a:lnTo>
                    <a:pt x="2667773" y="575739"/>
                  </a:lnTo>
                  <a:lnTo>
                    <a:pt x="2669055" y="556270"/>
                  </a:lnTo>
                  <a:lnTo>
                    <a:pt x="2670337" y="556270"/>
                  </a:lnTo>
                  <a:lnTo>
                    <a:pt x="2671619" y="556270"/>
                  </a:lnTo>
                  <a:lnTo>
                    <a:pt x="2672901" y="559051"/>
                  </a:lnTo>
                  <a:lnTo>
                    <a:pt x="2674183" y="611897"/>
                  </a:lnTo>
                  <a:lnTo>
                    <a:pt x="2675464" y="595209"/>
                  </a:lnTo>
                  <a:lnTo>
                    <a:pt x="2676746" y="611897"/>
                  </a:lnTo>
                  <a:lnTo>
                    <a:pt x="2678028" y="611897"/>
                  </a:lnTo>
                  <a:lnTo>
                    <a:pt x="2679310" y="611897"/>
                  </a:lnTo>
                  <a:lnTo>
                    <a:pt x="2680592" y="692556"/>
                  </a:lnTo>
                  <a:lnTo>
                    <a:pt x="2681874" y="745402"/>
                  </a:lnTo>
                  <a:lnTo>
                    <a:pt x="2683155" y="778778"/>
                  </a:lnTo>
                  <a:lnTo>
                    <a:pt x="2684437" y="778778"/>
                  </a:lnTo>
                  <a:lnTo>
                    <a:pt x="2685719" y="778778"/>
                  </a:lnTo>
                  <a:lnTo>
                    <a:pt x="2687001" y="778778"/>
                  </a:lnTo>
                  <a:lnTo>
                    <a:pt x="2688283" y="753746"/>
                  </a:lnTo>
                  <a:lnTo>
                    <a:pt x="2689565" y="778778"/>
                  </a:lnTo>
                  <a:lnTo>
                    <a:pt x="2690847" y="778778"/>
                  </a:lnTo>
                  <a:lnTo>
                    <a:pt x="2692128" y="745401"/>
                  </a:lnTo>
                  <a:lnTo>
                    <a:pt x="2693410" y="706463"/>
                  </a:lnTo>
                  <a:lnTo>
                    <a:pt x="2694692" y="667524"/>
                  </a:lnTo>
                  <a:lnTo>
                    <a:pt x="2695974" y="686993"/>
                  </a:lnTo>
                  <a:lnTo>
                    <a:pt x="2697256" y="723151"/>
                  </a:lnTo>
                  <a:lnTo>
                    <a:pt x="2698538" y="723151"/>
                  </a:lnTo>
                  <a:lnTo>
                    <a:pt x="2699819" y="717588"/>
                  </a:lnTo>
                  <a:lnTo>
                    <a:pt x="2701101" y="723151"/>
                  </a:lnTo>
                  <a:lnTo>
                    <a:pt x="2702383" y="667524"/>
                  </a:lnTo>
                  <a:lnTo>
                    <a:pt x="2703665" y="667524"/>
                  </a:lnTo>
                  <a:lnTo>
                    <a:pt x="2704947" y="667524"/>
                  </a:lnTo>
                  <a:lnTo>
                    <a:pt x="2706229" y="667524"/>
                  </a:lnTo>
                  <a:lnTo>
                    <a:pt x="2707511" y="692556"/>
                  </a:lnTo>
                  <a:lnTo>
                    <a:pt x="2708792" y="723151"/>
                  </a:lnTo>
                  <a:lnTo>
                    <a:pt x="2710074" y="714807"/>
                  </a:lnTo>
                  <a:lnTo>
                    <a:pt x="2711356" y="667524"/>
                  </a:lnTo>
                  <a:lnTo>
                    <a:pt x="2712638" y="620241"/>
                  </a:lnTo>
                  <a:lnTo>
                    <a:pt x="2713920" y="606334"/>
                  </a:lnTo>
                  <a:lnTo>
                    <a:pt x="2715202" y="556270"/>
                  </a:lnTo>
                  <a:lnTo>
                    <a:pt x="2716483" y="556270"/>
                  </a:lnTo>
                  <a:lnTo>
                    <a:pt x="2717765" y="556270"/>
                  </a:lnTo>
                  <a:lnTo>
                    <a:pt x="2719047" y="500643"/>
                  </a:lnTo>
                  <a:lnTo>
                    <a:pt x="2720329" y="547926"/>
                  </a:lnTo>
                  <a:lnTo>
                    <a:pt x="2721611" y="534019"/>
                  </a:lnTo>
                  <a:lnTo>
                    <a:pt x="2722893" y="500643"/>
                  </a:lnTo>
                  <a:lnTo>
                    <a:pt x="2724174" y="531238"/>
                  </a:lnTo>
                  <a:lnTo>
                    <a:pt x="2725456" y="553488"/>
                  </a:lnTo>
                  <a:lnTo>
                    <a:pt x="2726738" y="556270"/>
                  </a:lnTo>
                  <a:lnTo>
                    <a:pt x="2728020" y="556270"/>
                  </a:lnTo>
                  <a:lnTo>
                    <a:pt x="2729302" y="556270"/>
                  </a:lnTo>
                  <a:lnTo>
                    <a:pt x="2730584" y="556270"/>
                  </a:lnTo>
                  <a:lnTo>
                    <a:pt x="2731866" y="592427"/>
                  </a:lnTo>
                  <a:lnTo>
                    <a:pt x="2733147" y="586865"/>
                  </a:lnTo>
                  <a:lnTo>
                    <a:pt x="2734429" y="609115"/>
                  </a:lnTo>
                  <a:lnTo>
                    <a:pt x="2735711" y="581302"/>
                  </a:lnTo>
                  <a:lnTo>
                    <a:pt x="2736993" y="556270"/>
                  </a:lnTo>
                  <a:lnTo>
                    <a:pt x="2738275" y="556270"/>
                  </a:lnTo>
                  <a:lnTo>
                    <a:pt x="2739557" y="556270"/>
                  </a:lnTo>
                  <a:lnTo>
                    <a:pt x="2740838" y="556270"/>
                  </a:lnTo>
                  <a:lnTo>
                    <a:pt x="2742120" y="561832"/>
                  </a:lnTo>
                  <a:lnTo>
                    <a:pt x="2743402" y="520112"/>
                  </a:lnTo>
                  <a:lnTo>
                    <a:pt x="2744684" y="545144"/>
                  </a:lnTo>
                  <a:lnTo>
                    <a:pt x="2745966" y="478392"/>
                  </a:lnTo>
                  <a:lnTo>
                    <a:pt x="2747248" y="394951"/>
                  </a:lnTo>
                  <a:lnTo>
                    <a:pt x="2748530" y="333762"/>
                  </a:lnTo>
                  <a:lnTo>
                    <a:pt x="2749811" y="278135"/>
                  </a:lnTo>
                  <a:lnTo>
                    <a:pt x="2751093" y="322636"/>
                  </a:lnTo>
                  <a:lnTo>
                    <a:pt x="2752375" y="278135"/>
                  </a:lnTo>
                  <a:lnTo>
                    <a:pt x="2753657" y="297604"/>
                  </a:lnTo>
                  <a:lnTo>
                    <a:pt x="2754939" y="330980"/>
                  </a:lnTo>
                  <a:lnTo>
                    <a:pt x="2756221" y="278135"/>
                  </a:lnTo>
                  <a:lnTo>
                    <a:pt x="2757502" y="253103"/>
                  </a:lnTo>
                  <a:lnTo>
                    <a:pt x="2758784" y="278135"/>
                  </a:lnTo>
                  <a:lnTo>
                    <a:pt x="2760066" y="278135"/>
                  </a:lnTo>
                  <a:lnTo>
                    <a:pt x="2761348" y="222508"/>
                  </a:lnTo>
                  <a:lnTo>
                    <a:pt x="2762630" y="222508"/>
                  </a:lnTo>
                  <a:lnTo>
                    <a:pt x="2763912" y="222508"/>
                  </a:lnTo>
                  <a:lnTo>
                    <a:pt x="2765194" y="244759"/>
                  </a:lnTo>
                  <a:lnTo>
                    <a:pt x="2766475" y="278135"/>
                  </a:lnTo>
                  <a:lnTo>
                    <a:pt x="2767757" y="305948"/>
                  </a:lnTo>
                  <a:lnTo>
                    <a:pt x="2769039" y="333762"/>
                  </a:lnTo>
                  <a:lnTo>
                    <a:pt x="2770321" y="333762"/>
                  </a:lnTo>
                  <a:lnTo>
                    <a:pt x="2771603" y="333762"/>
                  </a:lnTo>
                  <a:lnTo>
                    <a:pt x="2772885" y="333762"/>
                  </a:lnTo>
                  <a:lnTo>
                    <a:pt x="2774166" y="333762"/>
                  </a:lnTo>
                  <a:lnTo>
                    <a:pt x="2775448" y="419983"/>
                  </a:lnTo>
                  <a:lnTo>
                    <a:pt x="2776730" y="445016"/>
                  </a:lnTo>
                  <a:lnTo>
                    <a:pt x="2778012" y="517331"/>
                  </a:lnTo>
                  <a:lnTo>
                    <a:pt x="2779294" y="659180"/>
                  </a:lnTo>
                  <a:lnTo>
                    <a:pt x="2780576" y="717588"/>
                  </a:lnTo>
                  <a:lnTo>
                    <a:pt x="2781857" y="775996"/>
                  </a:lnTo>
                  <a:lnTo>
                    <a:pt x="2783139" y="728713"/>
                  </a:lnTo>
                  <a:lnTo>
                    <a:pt x="2784421" y="778778"/>
                  </a:lnTo>
                  <a:lnTo>
                    <a:pt x="2785703" y="723151"/>
                  </a:lnTo>
                  <a:lnTo>
                    <a:pt x="2786985" y="673086"/>
                  </a:lnTo>
                  <a:lnTo>
                    <a:pt x="2788267" y="723151"/>
                  </a:lnTo>
                  <a:lnTo>
                    <a:pt x="2789549" y="759308"/>
                  </a:lnTo>
                  <a:lnTo>
                    <a:pt x="2790830" y="778778"/>
                  </a:lnTo>
                  <a:lnTo>
                    <a:pt x="2792112" y="778778"/>
                  </a:lnTo>
                  <a:lnTo>
                    <a:pt x="2793394" y="831623"/>
                  </a:lnTo>
                  <a:lnTo>
                    <a:pt x="2794676" y="834405"/>
                  </a:lnTo>
                  <a:lnTo>
                    <a:pt x="2795958" y="834405"/>
                  </a:lnTo>
                  <a:lnTo>
                    <a:pt x="2797240" y="820498"/>
                  </a:lnTo>
                  <a:lnTo>
                    <a:pt x="2798521" y="778778"/>
                  </a:lnTo>
                  <a:lnTo>
                    <a:pt x="2799803" y="778778"/>
                  </a:lnTo>
                  <a:lnTo>
                    <a:pt x="2801085" y="770434"/>
                  </a:lnTo>
                  <a:lnTo>
                    <a:pt x="2802367" y="723151"/>
                  </a:lnTo>
                  <a:lnTo>
                    <a:pt x="2803649" y="723151"/>
                  </a:lnTo>
                  <a:lnTo>
                    <a:pt x="2804931" y="706463"/>
                  </a:lnTo>
                  <a:lnTo>
                    <a:pt x="2806213" y="667524"/>
                  </a:lnTo>
                  <a:lnTo>
                    <a:pt x="2807494" y="650836"/>
                  </a:lnTo>
                  <a:lnTo>
                    <a:pt x="2808776" y="600771"/>
                  </a:lnTo>
                  <a:lnTo>
                    <a:pt x="2810058" y="556270"/>
                  </a:lnTo>
                  <a:lnTo>
                    <a:pt x="2811340" y="539582"/>
                  </a:lnTo>
                  <a:lnTo>
                    <a:pt x="2812622" y="470048"/>
                  </a:lnTo>
                  <a:lnTo>
                    <a:pt x="2813904" y="445016"/>
                  </a:lnTo>
                  <a:lnTo>
                    <a:pt x="2815185" y="500643"/>
                  </a:lnTo>
                  <a:lnTo>
                    <a:pt x="2816467" y="500643"/>
                  </a:lnTo>
                  <a:lnTo>
                    <a:pt x="2817749" y="553488"/>
                  </a:lnTo>
                  <a:lnTo>
                    <a:pt x="2819031" y="603553"/>
                  </a:lnTo>
                  <a:lnTo>
                    <a:pt x="2820313" y="611897"/>
                  </a:lnTo>
                  <a:lnTo>
                    <a:pt x="2821595" y="611897"/>
                  </a:lnTo>
                  <a:lnTo>
                    <a:pt x="2822876" y="600771"/>
                  </a:lnTo>
                  <a:lnTo>
                    <a:pt x="2824158" y="556270"/>
                  </a:lnTo>
                  <a:lnTo>
                    <a:pt x="2825440" y="556270"/>
                  </a:lnTo>
                  <a:lnTo>
                    <a:pt x="2826722" y="539582"/>
                  </a:lnTo>
                  <a:lnTo>
                    <a:pt x="2828004" y="500643"/>
                  </a:lnTo>
                  <a:lnTo>
                    <a:pt x="2829286" y="431109"/>
                  </a:lnTo>
                  <a:lnTo>
                    <a:pt x="2830568" y="389389"/>
                  </a:lnTo>
                  <a:lnTo>
                    <a:pt x="2831849" y="389389"/>
                  </a:lnTo>
                  <a:lnTo>
                    <a:pt x="2833131" y="394951"/>
                  </a:lnTo>
                  <a:lnTo>
                    <a:pt x="2834413" y="445016"/>
                  </a:lnTo>
                  <a:lnTo>
                    <a:pt x="2835695" y="442234"/>
                  </a:lnTo>
                  <a:lnTo>
                    <a:pt x="2836977" y="403295"/>
                  </a:lnTo>
                  <a:lnTo>
                    <a:pt x="2838259" y="392170"/>
                  </a:lnTo>
                  <a:lnTo>
                    <a:pt x="2839540" y="403295"/>
                  </a:lnTo>
                  <a:lnTo>
                    <a:pt x="2840822" y="453360"/>
                  </a:lnTo>
                  <a:lnTo>
                    <a:pt x="2842104" y="500643"/>
                  </a:lnTo>
                  <a:lnTo>
                    <a:pt x="2843386" y="514549"/>
                  </a:lnTo>
                  <a:lnTo>
                    <a:pt x="2844668" y="584083"/>
                  </a:lnTo>
                  <a:lnTo>
                    <a:pt x="2845950" y="611897"/>
                  </a:lnTo>
                  <a:lnTo>
                    <a:pt x="2847232" y="578520"/>
                  </a:lnTo>
                  <a:lnTo>
                    <a:pt x="2848513" y="500643"/>
                  </a:lnTo>
                  <a:lnTo>
                    <a:pt x="2849795" y="500643"/>
                  </a:lnTo>
                  <a:lnTo>
                    <a:pt x="2851077" y="500643"/>
                  </a:lnTo>
                  <a:lnTo>
                    <a:pt x="2852359" y="500643"/>
                  </a:lnTo>
                  <a:lnTo>
                    <a:pt x="2853641" y="475610"/>
                  </a:lnTo>
                  <a:lnTo>
                    <a:pt x="2854923" y="453360"/>
                  </a:lnTo>
                  <a:lnTo>
                    <a:pt x="2856204" y="500643"/>
                  </a:lnTo>
                  <a:lnTo>
                    <a:pt x="2857486" y="500643"/>
                  </a:lnTo>
                  <a:lnTo>
                    <a:pt x="2858768" y="475610"/>
                  </a:lnTo>
                  <a:lnTo>
                    <a:pt x="2860050" y="500643"/>
                  </a:lnTo>
                  <a:lnTo>
                    <a:pt x="2861332" y="572958"/>
                  </a:lnTo>
                  <a:lnTo>
                    <a:pt x="2862614" y="667524"/>
                  </a:lnTo>
                  <a:lnTo>
                    <a:pt x="2863896" y="667524"/>
                  </a:lnTo>
                  <a:lnTo>
                    <a:pt x="2865177" y="639710"/>
                  </a:lnTo>
                  <a:lnTo>
                    <a:pt x="2866459" y="611897"/>
                  </a:lnTo>
                  <a:lnTo>
                    <a:pt x="2867741" y="611897"/>
                  </a:lnTo>
                  <a:lnTo>
                    <a:pt x="2869023" y="667524"/>
                  </a:lnTo>
                  <a:lnTo>
                    <a:pt x="2870305" y="667524"/>
                  </a:lnTo>
                  <a:lnTo>
                    <a:pt x="2871587" y="667524"/>
                  </a:lnTo>
                  <a:lnTo>
                    <a:pt x="2872868" y="661961"/>
                  </a:lnTo>
                  <a:lnTo>
                    <a:pt x="2874150" y="611897"/>
                  </a:lnTo>
                  <a:lnTo>
                    <a:pt x="2875432" y="514549"/>
                  </a:lnTo>
                  <a:lnTo>
                    <a:pt x="2876714" y="445016"/>
                  </a:lnTo>
                  <a:lnTo>
                    <a:pt x="2877996" y="445016"/>
                  </a:lnTo>
                  <a:lnTo>
                    <a:pt x="2879278" y="472829"/>
                  </a:lnTo>
                  <a:lnTo>
                    <a:pt x="2880559" y="556270"/>
                  </a:lnTo>
                  <a:lnTo>
                    <a:pt x="2881841" y="556270"/>
                  </a:lnTo>
                  <a:lnTo>
                    <a:pt x="2883123" y="556270"/>
                  </a:lnTo>
                  <a:lnTo>
                    <a:pt x="2884405" y="556270"/>
                  </a:lnTo>
                  <a:lnTo>
                    <a:pt x="2885687" y="578520"/>
                  </a:lnTo>
                  <a:lnTo>
                    <a:pt x="2886969" y="611897"/>
                  </a:lnTo>
                  <a:lnTo>
                    <a:pt x="2888251" y="539581"/>
                  </a:lnTo>
                  <a:lnTo>
                    <a:pt x="2889532" y="436672"/>
                  </a:lnTo>
                  <a:lnTo>
                    <a:pt x="2890814" y="381044"/>
                  </a:lnTo>
                  <a:lnTo>
                    <a:pt x="2892096" y="389389"/>
                  </a:lnTo>
                  <a:lnTo>
                    <a:pt x="2893378" y="389389"/>
                  </a:lnTo>
                  <a:lnTo>
                    <a:pt x="2894660" y="389389"/>
                  </a:lnTo>
                  <a:lnTo>
                    <a:pt x="2895942" y="375482"/>
                  </a:lnTo>
                  <a:lnTo>
                    <a:pt x="2897223" y="358794"/>
                  </a:lnTo>
                  <a:lnTo>
                    <a:pt x="2898505" y="375482"/>
                  </a:lnTo>
                  <a:lnTo>
                    <a:pt x="2899787" y="333762"/>
                  </a:lnTo>
                  <a:lnTo>
                    <a:pt x="2901069" y="333762"/>
                  </a:lnTo>
                  <a:lnTo>
                    <a:pt x="2902351" y="333762"/>
                  </a:lnTo>
                  <a:lnTo>
                    <a:pt x="2903633" y="333762"/>
                  </a:lnTo>
                  <a:lnTo>
                    <a:pt x="2904915" y="336543"/>
                  </a:lnTo>
                  <a:lnTo>
                    <a:pt x="2906196" y="389389"/>
                  </a:lnTo>
                  <a:lnTo>
                    <a:pt x="2907478" y="436672"/>
                  </a:lnTo>
                  <a:lnTo>
                    <a:pt x="2908760" y="500643"/>
                  </a:lnTo>
                  <a:lnTo>
                    <a:pt x="2910042" y="500643"/>
                  </a:lnTo>
                  <a:lnTo>
                    <a:pt x="2911324" y="500643"/>
                  </a:lnTo>
                  <a:lnTo>
                    <a:pt x="2912606" y="500643"/>
                  </a:lnTo>
                  <a:lnTo>
                    <a:pt x="2913887" y="500643"/>
                  </a:lnTo>
                  <a:lnTo>
                    <a:pt x="2915169" y="453360"/>
                  </a:lnTo>
                  <a:lnTo>
                    <a:pt x="2916451" y="445016"/>
                  </a:lnTo>
                  <a:lnTo>
                    <a:pt x="2917733" y="445016"/>
                  </a:lnTo>
                  <a:lnTo>
                    <a:pt x="2919015" y="439453"/>
                  </a:lnTo>
                  <a:lnTo>
                    <a:pt x="2920297" y="456141"/>
                  </a:lnTo>
                  <a:lnTo>
                    <a:pt x="2921578" y="559051"/>
                  </a:lnTo>
                  <a:lnTo>
                    <a:pt x="2922860" y="653617"/>
                  </a:lnTo>
                  <a:lnTo>
                    <a:pt x="2924142" y="667524"/>
                  </a:lnTo>
                  <a:lnTo>
                    <a:pt x="2925424" y="667524"/>
                  </a:lnTo>
                  <a:lnTo>
                    <a:pt x="2926706" y="667524"/>
                  </a:lnTo>
                  <a:lnTo>
                    <a:pt x="2927988" y="678649"/>
                  </a:lnTo>
                  <a:lnTo>
                    <a:pt x="2929270" y="723151"/>
                  </a:lnTo>
                  <a:lnTo>
                    <a:pt x="2930551" y="734276"/>
                  </a:lnTo>
                  <a:lnTo>
                    <a:pt x="2931833" y="778778"/>
                  </a:lnTo>
                  <a:lnTo>
                    <a:pt x="2933115" y="778778"/>
                  </a:lnTo>
                  <a:lnTo>
                    <a:pt x="2934397" y="823279"/>
                  </a:lnTo>
                  <a:lnTo>
                    <a:pt x="2935679" y="834405"/>
                  </a:lnTo>
                  <a:lnTo>
                    <a:pt x="2936961" y="834405"/>
                  </a:lnTo>
                  <a:lnTo>
                    <a:pt x="2938242" y="834405"/>
                  </a:lnTo>
                  <a:lnTo>
                    <a:pt x="2939524" y="873344"/>
                  </a:lnTo>
                  <a:lnTo>
                    <a:pt x="2940806" y="890032"/>
                  </a:lnTo>
                  <a:lnTo>
                    <a:pt x="2942088" y="890032"/>
                  </a:lnTo>
                  <a:lnTo>
                    <a:pt x="2943370" y="890032"/>
                  </a:lnTo>
                  <a:lnTo>
                    <a:pt x="2944652" y="890032"/>
                  </a:lnTo>
                  <a:lnTo>
                    <a:pt x="2945934" y="890032"/>
                  </a:lnTo>
                  <a:lnTo>
                    <a:pt x="2947215" y="934533"/>
                  </a:lnTo>
                  <a:lnTo>
                    <a:pt x="2948497" y="945659"/>
                  </a:lnTo>
                  <a:lnTo>
                    <a:pt x="2949779" y="945659"/>
                  </a:lnTo>
                  <a:lnTo>
                    <a:pt x="2951061" y="948440"/>
                  </a:lnTo>
                  <a:lnTo>
                    <a:pt x="2952343" y="1001286"/>
                  </a:lnTo>
                  <a:lnTo>
                    <a:pt x="2952343" y="1001286"/>
                  </a:lnTo>
                  <a:lnTo>
                    <a:pt x="2953625" y="970691"/>
                  </a:lnTo>
                  <a:lnTo>
                    <a:pt x="2954906" y="945659"/>
                  </a:lnTo>
                  <a:lnTo>
                    <a:pt x="2956188" y="945659"/>
                  </a:lnTo>
                  <a:lnTo>
                    <a:pt x="2957470" y="945659"/>
                  </a:lnTo>
                  <a:lnTo>
                    <a:pt x="2958752" y="945659"/>
                  </a:lnTo>
                  <a:lnTo>
                    <a:pt x="2960034" y="945659"/>
                  </a:lnTo>
                  <a:lnTo>
                    <a:pt x="2961316" y="945659"/>
                  </a:lnTo>
                  <a:lnTo>
                    <a:pt x="2962597" y="906720"/>
                  </a:lnTo>
                  <a:lnTo>
                    <a:pt x="2963879" y="848311"/>
                  </a:lnTo>
                  <a:lnTo>
                    <a:pt x="2965161" y="834405"/>
                  </a:lnTo>
                  <a:lnTo>
                    <a:pt x="2966443" y="834405"/>
                  </a:lnTo>
                  <a:lnTo>
                    <a:pt x="2967725" y="834405"/>
                  </a:lnTo>
                  <a:lnTo>
                    <a:pt x="2969007" y="834405"/>
                  </a:lnTo>
                  <a:lnTo>
                    <a:pt x="2970289" y="834405"/>
                  </a:lnTo>
                  <a:lnTo>
                    <a:pt x="2971570" y="834405"/>
                  </a:lnTo>
                  <a:lnTo>
                    <a:pt x="2972852" y="834405"/>
                  </a:lnTo>
                  <a:lnTo>
                    <a:pt x="2974134" y="787122"/>
                  </a:lnTo>
                  <a:lnTo>
                    <a:pt x="2975416" y="778778"/>
                  </a:lnTo>
                  <a:lnTo>
                    <a:pt x="2976698" y="778778"/>
                  </a:lnTo>
                  <a:lnTo>
                    <a:pt x="2977980" y="778778"/>
                  </a:lnTo>
                  <a:lnTo>
                    <a:pt x="2979261" y="778778"/>
                  </a:lnTo>
                  <a:lnTo>
                    <a:pt x="2980543" y="778778"/>
                  </a:lnTo>
                  <a:lnTo>
                    <a:pt x="2981825" y="725932"/>
                  </a:lnTo>
                  <a:lnTo>
                    <a:pt x="2983107" y="723151"/>
                  </a:lnTo>
                  <a:lnTo>
                    <a:pt x="2984389" y="723151"/>
                  </a:lnTo>
                  <a:lnTo>
                    <a:pt x="2985671" y="750964"/>
                  </a:lnTo>
                  <a:lnTo>
                    <a:pt x="2986953" y="778778"/>
                  </a:lnTo>
                  <a:lnTo>
                    <a:pt x="2988234" y="778778"/>
                  </a:lnTo>
                  <a:lnTo>
                    <a:pt x="2989516" y="778778"/>
                  </a:lnTo>
                  <a:lnTo>
                    <a:pt x="2990798" y="725932"/>
                  </a:lnTo>
                  <a:lnTo>
                    <a:pt x="2992080" y="720369"/>
                  </a:lnTo>
                  <a:lnTo>
                    <a:pt x="2993362" y="667524"/>
                  </a:lnTo>
                  <a:lnTo>
                    <a:pt x="2994644" y="689775"/>
                  </a:lnTo>
                  <a:lnTo>
                    <a:pt x="2995925" y="706463"/>
                  </a:lnTo>
                  <a:lnTo>
                    <a:pt x="2997207" y="723151"/>
                  </a:lnTo>
                  <a:lnTo>
                    <a:pt x="2998489" y="673086"/>
                  </a:lnTo>
                  <a:lnTo>
                    <a:pt x="2999771" y="667524"/>
                  </a:lnTo>
                  <a:lnTo>
                    <a:pt x="3001053" y="667524"/>
                  </a:lnTo>
                  <a:lnTo>
                    <a:pt x="3002335" y="667524"/>
                  </a:lnTo>
                  <a:lnTo>
                    <a:pt x="3003617" y="667524"/>
                  </a:lnTo>
                  <a:lnTo>
                    <a:pt x="3004898" y="667524"/>
                  </a:lnTo>
                  <a:lnTo>
                    <a:pt x="3006180" y="656398"/>
                  </a:lnTo>
                  <a:lnTo>
                    <a:pt x="3007462" y="650836"/>
                  </a:lnTo>
                  <a:lnTo>
                    <a:pt x="3008744" y="611897"/>
                  </a:lnTo>
                  <a:lnTo>
                    <a:pt x="3010026" y="611897"/>
                  </a:lnTo>
                  <a:lnTo>
                    <a:pt x="3011308" y="611897"/>
                  </a:lnTo>
                  <a:lnTo>
                    <a:pt x="3012589" y="611897"/>
                  </a:lnTo>
                  <a:lnTo>
                    <a:pt x="3013871" y="661961"/>
                  </a:lnTo>
                  <a:lnTo>
                    <a:pt x="3015153" y="634147"/>
                  </a:lnTo>
                  <a:lnTo>
                    <a:pt x="3016435" y="611897"/>
                  </a:lnTo>
                  <a:lnTo>
                    <a:pt x="3017717" y="611897"/>
                  </a:lnTo>
                  <a:lnTo>
                    <a:pt x="3018999" y="611897"/>
                  </a:lnTo>
                  <a:lnTo>
                    <a:pt x="3020280" y="611897"/>
                  </a:lnTo>
                  <a:lnTo>
                    <a:pt x="3021562" y="611897"/>
                  </a:lnTo>
                  <a:lnTo>
                    <a:pt x="3022844" y="661961"/>
                  </a:lnTo>
                  <a:lnTo>
                    <a:pt x="3024126" y="639710"/>
                  </a:lnTo>
                  <a:lnTo>
                    <a:pt x="3025408" y="667524"/>
                  </a:lnTo>
                  <a:lnTo>
                    <a:pt x="3026690" y="645273"/>
                  </a:lnTo>
                  <a:lnTo>
                    <a:pt x="3027972" y="667524"/>
                  </a:lnTo>
                  <a:lnTo>
                    <a:pt x="3029253" y="667524"/>
                  </a:lnTo>
                  <a:lnTo>
                    <a:pt x="3030535" y="714807"/>
                  </a:lnTo>
                  <a:lnTo>
                    <a:pt x="3031817" y="720369"/>
                  </a:lnTo>
                  <a:lnTo>
                    <a:pt x="3033099" y="667524"/>
                  </a:lnTo>
                  <a:lnTo>
                    <a:pt x="3034381" y="667524"/>
                  </a:lnTo>
                  <a:lnTo>
                    <a:pt x="3035663" y="667524"/>
                  </a:lnTo>
                  <a:lnTo>
                    <a:pt x="3036944" y="667524"/>
                  </a:lnTo>
                  <a:lnTo>
                    <a:pt x="3038226" y="720369"/>
                  </a:lnTo>
                  <a:lnTo>
                    <a:pt x="3039508" y="737057"/>
                  </a:lnTo>
                  <a:lnTo>
                    <a:pt x="3040790" y="748183"/>
                  </a:lnTo>
                  <a:lnTo>
                    <a:pt x="3042072" y="700900"/>
                  </a:lnTo>
                  <a:lnTo>
                    <a:pt x="3043354" y="667524"/>
                  </a:lnTo>
                  <a:lnTo>
                    <a:pt x="3044636" y="664742"/>
                  </a:lnTo>
                  <a:lnTo>
                    <a:pt x="3045917" y="611897"/>
                  </a:lnTo>
                  <a:lnTo>
                    <a:pt x="3047199" y="642492"/>
                  </a:lnTo>
                  <a:lnTo>
                    <a:pt x="3048481" y="667524"/>
                  </a:lnTo>
                  <a:lnTo>
                    <a:pt x="3049763" y="667524"/>
                  </a:lnTo>
                  <a:lnTo>
                    <a:pt x="3051045" y="667524"/>
                  </a:lnTo>
                  <a:lnTo>
                    <a:pt x="3052327" y="667524"/>
                  </a:lnTo>
                  <a:lnTo>
                    <a:pt x="3053608" y="667524"/>
                  </a:lnTo>
                  <a:lnTo>
                    <a:pt x="3054890" y="667524"/>
                  </a:lnTo>
                  <a:lnTo>
                    <a:pt x="3056172" y="692556"/>
                  </a:lnTo>
                  <a:lnTo>
                    <a:pt x="3057454" y="723151"/>
                  </a:lnTo>
                  <a:lnTo>
                    <a:pt x="3058736" y="753746"/>
                  </a:lnTo>
                  <a:lnTo>
                    <a:pt x="3060018" y="778778"/>
                  </a:lnTo>
                  <a:lnTo>
                    <a:pt x="3061299" y="778778"/>
                  </a:lnTo>
                  <a:lnTo>
                    <a:pt x="3062581" y="778778"/>
                  </a:lnTo>
                  <a:lnTo>
                    <a:pt x="3063863" y="778778"/>
                  </a:lnTo>
                  <a:lnTo>
                    <a:pt x="3065145" y="789903"/>
                  </a:lnTo>
                  <a:lnTo>
                    <a:pt x="3066427" y="778778"/>
                  </a:lnTo>
                  <a:lnTo>
                    <a:pt x="3067709" y="759308"/>
                  </a:lnTo>
                  <a:lnTo>
                    <a:pt x="3068991" y="684212"/>
                  </a:lnTo>
                  <a:lnTo>
                    <a:pt x="3070272" y="667524"/>
                  </a:lnTo>
                  <a:lnTo>
                    <a:pt x="3071554" y="650836"/>
                  </a:lnTo>
                  <a:lnTo>
                    <a:pt x="3072836" y="639710"/>
                  </a:lnTo>
                  <a:lnTo>
                    <a:pt x="3074118" y="686993"/>
                  </a:lnTo>
                  <a:lnTo>
                    <a:pt x="3075400" y="723151"/>
                  </a:lnTo>
                  <a:lnTo>
                    <a:pt x="3076682" y="723151"/>
                  </a:lnTo>
                  <a:lnTo>
                    <a:pt x="3077963" y="778778"/>
                  </a:lnTo>
                  <a:lnTo>
                    <a:pt x="3079245" y="778778"/>
                  </a:lnTo>
                  <a:lnTo>
                    <a:pt x="3080527" y="778778"/>
                  </a:lnTo>
                  <a:lnTo>
                    <a:pt x="3081809" y="778778"/>
                  </a:lnTo>
                  <a:lnTo>
                    <a:pt x="3083091" y="778778"/>
                  </a:lnTo>
                  <a:lnTo>
                    <a:pt x="3084373" y="778778"/>
                  </a:lnTo>
                  <a:lnTo>
                    <a:pt x="3085655" y="778778"/>
                  </a:lnTo>
                  <a:lnTo>
                    <a:pt x="3086936" y="778778"/>
                  </a:lnTo>
                  <a:lnTo>
                    <a:pt x="3088218" y="778778"/>
                  </a:lnTo>
                  <a:lnTo>
                    <a:pt x="3089500" y="778778"/>
                  </a:lnTo>
                  <a:lnTo>
                    <a:pt x="3090782" y="737057"/>
                  </a:lnTo>
                  <a:lnTo>
                    <a:pt x="3092064" y="684212"/>
                  </a:lnTo>
                  <a:lnTo>
                    <a:pt x="3093346" y="611897"/>
                  </a:lnTo>
                  <a:lnTo>
                    <a:pt x="3094627" y="575739"/>
                  </a:lnTo>
                  <a:lnTo>
                    <a:pt x="3095909" y="556270"/>
                  </a:lnTo>
                  <a:lnTo>
                    <a:pt x="3097191" y="550707"/>
                  </a:lnTo>
                  <a:lnTo>
                    <a:pt x="3098473" y="517331"/>
                  </a:lnTo>
                  <a:lnTo>
                    <a:pt x="3099755" y="517331"/>
                  </a:lnTo>
                  <a:lnTo>
                    <a:pt x="3101037" y="561832"/>
                  </a:lnTo>
                  <a:lnTo>
                    <a:pt x="3102318" y="556270"/>
                  </a:lnTo>
                  <a:lnTo>
                    <a:pt x="3103600" y="570176"/>
                  </a:lnTo>
                  <a:lnTo>
                    <a:pt x="3104882" y="611897"/>
                  </a:lnTo>
                  <a:lnTo>
                    <a:pt x="3106164" y="611897"/>
                  </a:lnTo>
                  <a:lnTo>
                    <a:pt x="3107446" y="611897"/>
                  </a:lnTo>
                  <a:lnTo>
                    <a:pt x="3108728" y="611897"/>
                  </a:lnTo>
                  <a:lnTo>
                    <a:pt x="3110010" y="611897"/>
                  </a:lnTo>
                  <a:lnTo>
                    <a:pt x="3111291" y="611897"/>
                  </a:lnTo>
                  <a:lnTo>
                    <a:pt x="3112573" y="611897"/>
                  </a:lnTo>
                  <a:lnTo>
                    <a:pt x="3113855" y="611897"/>
                  </a:lnTo>
                  <a:lnTo>
                    <a:pt x="3115137" y="611897"/>
                  </a:lnTo>
                  <a:lnTo>
                    <a:pt x="3116419" y="611897"/>
                  </a:lnTo>
                  <a:lnTo>
                    <a:pt x="3117701" y="611897"/>
                  </a:lnTo>
                  <a:lnTo>
                    <a:pt x="3118982" y="611897"/>
                  </a:lnTo>
                  <a:lnTo>
                    <a:pt x="3120264" y="611897"/>
                  </a:lnTo>
                  <a:lnTo>
                    <a:pt x="3121546" y="611897"/>
                  </a:lnTo>
                  <a:lnTo>
                    <a:pt x="3122828" y="650836"/>
                  </a:lnTo>
                  <a:lnTo>
                    <a:pt x="3124110" y="700900"/>
                  </a:lnTo>
                  <a:lnTo>
                    <a:pt x="3125392" y="778778"/>
                  </a:lnTo>
                  <a:lnTo>
                    <a:pt x="3126674" y="775996"/>
                  </a:lnTo>
                  <a:lnTo>
                    <a:pt x="3127955" y="778778"/>
                  </a:lnTo>
                  <a:lnTo>
                    <a:pt x="3129237" y="773215"/>
                  </a:lnTo>
                  <a:lnTo>
                    <a:pt x="3130519" y="814935"/>
                  </a:lnTo>
                  <a:lnTo>
                    <a:pt x="3131801" y="834405"/>
                  </a:lnTo>
                  <a:lnTo>
                    <a:pt x="3133083" y="862218"/>
                  </a:lnTo>
                  <a:lnTo>
                    <a:pt x="3134365" y="890032"/>
                  </a:lnTo>
                  <a:lnTo>
                    <a:pt x="3135646" y="890032"/>
                  </a:lnTo>
                  <a:lnTo>
                    <a:pt x="3136928" y="890032"/>
                  </a:lnTo>
                  <a:lnTo>
                    <a:pt x="3138210" y="890032"/>
                  </a:lnTo>
                  <a:lnTo>
                    <a:pt x="3139492" y="881688"/>
                  </a:lnTo>
                  <a:lnTo>
                    <a:pt x="3140774" y="834405"/>
                  </a:lnTo>
                  <a:lnTo>
                    <a:pt x="3142056" y="812154"/>
                  </a:lnTo>
                  <a:lnTo>
                    <a:pt x="3143338" y="778778"/>
                  </a:lnTo>
                  <a:lnTo>
                    <a:pt x="3144619" y="778778"/>
                  </a:lnTo>
                  <a:lnTo>
                    <a:pt x="3145901" y="778778"/>
                  </a:lnTo>
                  <a:lnTo>
                    <a:pt x="3147183" y="728713"/>
                  </a:lnTo>
                  <a:lnTo>
                    <a:pt x="3148465" y="723151"/>
                  </a:lnTo>
                  <a:lnTo>
                    <a:pt x="3149747" y="723151"/>
                  </a:lnTo>
                  <a:lnTo>
                    <a:pt x="3151029" y="723151"/>
                  </a:lnTo>
                  <a:lnTo>
                    <a:pt x="3152310" y="723151"/>
                  </a:lnTo>
                  <a:lnTo>
                    <a:pt x="3153592" y="723151"/>
                  </a:lnTo>
                  <a:lnTo>
                    <a:pt x="3154874" y="723151"/>
                  </a:lnTo>
                  <a:lnTo>
                    <a:pt x="3156156" y="698119"/>
                  </a:lnTo>
                  <a:lnTo>
                    <a:pt x="3157438" y="659180"/>
                  </a:lnTo>
                  <a:lnTo>
                    <a:pt x="3158720" y="592427"/>
                  </a:lnTo>
                  <a:lnTo>
                    <a:pt x="3160001" y="517331"/>
                  </a:lnTo>
                  <a:lnTo>
                    <a:pt x="3161283" y="547926"/>
                  </a:lnTo>
                  <a:lnTo>
                    <a:pt x="3162565" y="550707"/>
                  </a:lnTo>
                  <a:lnTo>
                    <a:pt x="3163847" y="500643"/>
                  </a:lnTo>
                  <a:lnTo>
                    <a:pt x="3165129" y="500643"/>
                  </a:lnTo>
                  <a:lnTo>
                    <a:pt x="3166411" y="500643"/>
                  </a:lnTo>
                  <a:lnTo>
                    <a:pt x="3167693" y="500643"/>
                  </a:lnTo>
                  <a:lnTo>
                    <a:pt x="3168974" y="500643"/>
                  </a:lnTo>
                  <a:lnTo>
                    <a:pt x="3170256" y="456141"/>
                  </a:lnTo>
                  <a:lnTo>
                    <a:pt x="3171538" y="450578"/>
                  </a:lnTo>
                  <a:lnTo>
                    <a:pt x="3172820" y="500643"/>
                  </a:lnTo>
                  <a:lnTo>
                    <a:pt x="3174102" y="520112"/>
                  </a:lnTo>
                  <a:lnTo>
                    <a:pt x="3175384" y="556270"/>
                  </a:lnTo>
                  <a:lnTo>
                    <a:pt x="3176665" y="556270"/>
                  </a:lnTo>
                  <a:lnTo>
                    <a:pt x="3177947" y="556270"/>
                  </a:lnTo>
                  <a:lnTo>
                    <a:pt x="3179229" y="550707"/>
                  </a:lnTo>
                  <a:lnTo>
                    <a:pt x="3180511" y="520112"/>
                  </a:lnTo>
                  <a:lnTo>
                    <a:pt x="3181793" y="500643"/>
                  </a:lnTo>
                  <a:lnTo>
                    <a:pt x="3183075" y="447797"/>
                  </a:lnTo>
                  <a:lnTo>
                    <a:pt x="3184357" y="445016"/>
                  </a:lnTo>
                  <a:lnTo>
                    <a:pt x="3185638" y="442234"/>
                  </a:lnTo>
                  <a:lnTo>
                    <a:pt x="3186920" y="389389"/>
                  </a:lnTo>
                  <a:lnTo>
                    <a:pt x="3188202" y="411639"/>
                  </a:lnTo>
                  <a:lnTo>
                    <a:pt x="3189484" y="450578"/>
                  </a:lnTo>
                  <a:lnTo>
                    <a:pt x="3190766" y="547926"/>
                  </a:lnTo>
                  <a:lnTo>
                    <a:pt x="3192048" y="648054"/>
                  </a:lnTo>
                  <a:lnTo>
                    <a:pt x="3193329" y="667524"/>
                  </a:lnTo>
                  <a:lnTo>
                    <a:pt x="3194611" y="664742"/>
                  </a:lnTo>
                  <a:lnTo>
                    <a:pt x="3195893" y="628585"/>
                  </a:lnTo>
                  <a:lnTo>
                    <a:pt x="3197175" y="581302"/>
                  </a:lnTo>
                  <a:lnTo>
                    <a:pt x="3198457" y="553488"/>
                  </a:lnTo>
                  <a:lnTo>
                    <a:pt x="3199739" y="453360"/>
                  </a:lnTo>
                  <a:lnTo>
                    <a:pt x="3201020" y="400514"/>
                  </a:lnTo>
                  <a:lnTo>
                    <a:pt x="3202302" y="375482"/>
                  </a:lnTo>
                  <a:lnTo>
                    <a:pt x="3203584" y="378263"/>
                  </a:lnTo>
                  <a:lnTo>
                    <a:pt x="3204866" y="333762"/>
                  </a:lnTo>
                  <a:lnTo>
                    <a:pt x="3206148" y="333762"/>
                  </a:lnTo>
                  <a:lnTo>
                    <a:pt x="3207430" y="333762"/>
                  </a:lnTo>
                  <a:lnTo>
                    <a:pt x="3208712" y="333762"/>
                  </a:lnTo>
                  <a:lnTo>
                    <a:pt x="3209993" y="325418"/>
                  </a:lnTo>
                  <a:lnTo>
                    <a:pt x="3211275" y="297604"/>
                  </a:lnTo>
                  <a:lnTo>
                    <a:pt x="3212557" y="264228"/>
                  </a:lnTo>
                  <a:lnTo>
                    <a:pt x="3213839" y="222508"/>
                  </a:lnTo>
                  <a:lnTo>
                    <a:pt x="3215121" y="261447"/>
                  </a:lnTo>
                  <a:lnTo>
                    <a:pt x="3216403" y="172444"/>
                  </a:lnTo>
                  <a:lnTo>
                    <a:pt x="3217684" y="166881"/>
                  </a:lnTo>
                  <a:lnTo>
                    <a:pt x="3218966" y="222508"/>
                  </a:lnTo>
                  <a:lnTo>
                    <a:pt x="3220248" y="194694"/>
                  </a:lnTo>
                  <a:lnTo>
                    <a:pt x="3221530" y="166881"/>
                  </a:lnTo>
                  <a:lnTo>
                    <a:pt x="3222812" y="141848"/>
                  </a:lnTo>
                  <a:lnTo>
                    <a:pt x="3224094" y="11125"/>
                  </a:lnTo>
                  <a:lnTo>
                    <a:pt x="3225376" y="0"/>
                  </a:lnTo>
                  <a:lnTo>
                    <a:pt x="3226657" y="2781"/>
                  </a:lnTo>
                  <a:lnTo>
                    <a:pt x="3227939" y="91784"/>
                  </a:lnTo>
                  <a:lnTo>
                    <a:pt x="3229221" y="139067"/>
                  </a:lnTo>
                  <a:lnTo>
                    <a:pt x="3230503" y="116816"/>
                  </a:lnTo>
                  <a:lnTo>
                    <a:pt x="3231785" y="211382"/>
                  </a:lnTo>
                  <a:lnTo>
                    <a:pt x="3233067" y="216945"/>
                  </a:lnTo>
                  <a:lnTo>
                    <a:pt x="3234348" y="278135"/>
                  </a:lnTo>
                  <a:lnTo>
                    <a:pt x="3235630" y="283698"/>
                  </a:lnTo>
                  <a:lnTo>
                    <a:pt x="3236912" y="230852"/>
                  </a:lnTo>
                  <a:lnTo>
                    <a:pt x="3238194" y="166881"/>
                  </a:lnTo>
                  <a:lnTo>
                    <a:pt x="3239476" y="166881"/>
                  </a:lnTo>
                  <a:lnTo>
                    <a:pt x="3240758" y="166881"/>
                  </a:lnTo>
                  <a:lnTo>
                    <a:pt x="3242039" y="172443"/>
                  </a:lnTo>
                  <a:lnTo>
                    <a:pt x="3243321" y="250321"/>
                  </a:lnTo>
                  <a:lnTo>
                    <a:pt x="3244603" y="289260"/>
                  </a:lnTo>
                  <a:lnTo>
                    <a:pt x="3245885" y="330980"/>
                  </a:lnTo>
                  <a:lnTo>
                    <a:pt x="3247167" y="300386"/>
                  </a:lnTo>
                  <a:lnTo>
                    <a:pt x="3248449" y="381044"/>
                  </a:lnTo>
                  <a:lnTo>
                    <a:pt x="3249731" y="342106"/>
                  </a:lnTo>
                  <a:lnTo>
                    <a:pt x="3251012" y="278135"/>
                  </a:lnTo>
                  <a:lnTo>
                    <a:pt x="3252294" y="303167"/>
                  </a:lnTo>
                  <a:lnTo>
                    <a:pt x="3253576" y="244759"/>
                  </a:lnTo>
                  <a:lnTo>
                    <a:pt x="3254858" y="183569"/>
                  </a:lnTo>
                  <a:lnTo>
                    <a:pt x="3256140" y="261447"/>
                  </a:lnTo>
                  <a:lnTo>
                    <a:pt x="3257422" y="278135"/>
                  </a:lnTo>
                  <a:lnTo>
                    <a:pt x="3258703" y="278135"/>
                  </a:lnTo>
                  <a:lnTo>
                    <a:pt x="3259985" y="269791"/>
                  </a:lnTo>
                  <a:lnTo>
                    <a:pt x="3261267" y="222508"/>
                  </a:lnTo>
                  <a:lnTo>
                    <a:pt x="3262549" y="269791"/>
                  </a:lnTo>
                  <a:lnTo>
                    <a:pt x="3263831" y="278135"/>
                  </a:lnTo>
                  <a:lnTo>
                    <a:pt x="3265113" y="319855"/>
                  </a:lnTo>
                  <a:lnTo>
                    <a:pt x="3266395" y="333762"/>
                  </a:lnTo>
                  <a:lnTo>
                    <a:pt x="3267676" y="333762"/>
                  </a:lnTo>
                  <a:lnTo>
                    <a:pt x="3268958" y="431109"/>
                  </a:lnTo>
                  <a:lnTo>
                    <a:pt x="3270240" y="453360"/>
                  </a:lnTo>
                  <a:lnTo>
                    <a:pt x="3271522" y="445016"/>
                  </a:lnTo>
                  <a:lnTo>
                    <a:pt x="3272804" y="445016"/>
                  </a:lnTo>
                  <a:lnTo>
                    <a:pt x="3274086" y="445016"/>
                  </a:lnTo>
                  <a:lnTo>
                    <a:pt x="3275367" y="445016"/>
                  </a:lnTo>
                  <a:lnTo>
                    <a:pt x="3276649" y="394951"/>
                  </a:lnTo>
                  <a:lnTo>
                    <a:pt x="3277931" y="389389"/>
                  </a:lnTo>
                  <a:lnTo>
                    <a:pt x="3279213" y="428328"/>
                  </a:lnTo>
                  <a:lnTo>
                    <a:pt x="3280495" y="445016"/>
                  </a:lnTo>
                  <a:lnTo>
                    <a:pt x="3281777" y="489517"/>
                  </a:lnTo>
                  <a:lnTo>
                    <a:pt x="3283059" y="536800"/>
                  </a:lnTo>
                  <a:lnTo>
                    <a:pt x="3284340" y="500643"/>
                  </a:lnTo>
                  <a:lnTo>
                    <a:pt x="3285622" y="581302"/>
                  </a:lnTo>
                  <a:lnTo>
                    <a:pt x="3286904" y="670305"/>
                  </a:lnTo>
                  <a:lnTo>
                    <a:pt x="3288186" y="723151"/>
                  </a:lnTo>
                  <a:lnTo>
                    <a:pt x="3289468" y="723151"/>
                  </a:lnTo>
                  <a:lnTo>
                    <a:pt x="3290750" y="695337"/>
                  </a:lnTo>
                  <a:lnTo>
                    <a:pt x="3292031" y="617459"/>
                  </a:lnTo>
                  <a:lnTo>
                    <a:pt x="3293313" y="667524"/>
                  </a:lnTo>
                  <a:lnTo>
                    <a:pt x="3294595" y="667524"/>
                  </a:lnTo>
                  <a:lnTo>
                    <a:pt x="3295877" y="667524"/>
                  </a:lnTo>
                  <a:lnTo>
                    <a:pt x="3297159" y="667524"/>
                  </a:lnTo>
                  <a:lnTo>
                    <a:pt x="3298441" y="667524"/>
                  </a:lnTo>
                  <a:lnTo>
                    <a:pt x="3299722" y="667524"/>
                  </a:lnTo>
                  <a:lnTo>
                    <a:pt x="3301004" y="667524"/>
                  </a:lnTo>
                  <a:lnTo>
                    <a:pt x="3302286" y="712025"/>
                  </a:lnTo>
                  <a:lnTo>
                    <a:pt x="3303568" y="681430"/>
                  </a:lnTo>
                  <a:lnTo>
                    <a:pt x="3304850" y="667524"/>
                  </a:lnTo>
                  <a:lnTo>
                    <a:pt x="3306132" y="667524"/>
                  </a:lnTo>
                  <a:lnTo>
                    <a:pt x="3307414" y="634147"/>
                  </a:lnTo>
                  <a:lnTo>
                    <a:pt x="3308695" y="686993"/>
                  </a:lnTo>
                  <a:lnTo>
                    <a:pt x="3309977" y="723151"/>
                  </a:lnTo>
                  <a:lnTo>
                    <a:pt x="3311259" y="723151"/>
                  </a:lnTo>
                  <a:lnTo>
                    <a:pt x="3312541" y="698119"/>
                  </a:lnTo>
                  <a:lnTo>
                    <a:pt x="3313823" y="667524"/>
                  </a:lnTo>
                  <a:lnTo>
                    <a:pt x="3315105" y="681430"/>
                  </a:lnTo>
                  <a:lnTo>
                    <a:pt x="3316386" y="709244"/>
                  </a:lnTo>
                  <a:lnTo>
                    <a:pt x="3317668" y="667524"/>
                  </a:lnTo>
                  <a:lnTo>
                    <a:pt x="3318950" y="667524"/>
                  </a:lnTo>
                  <a:lnTo>
                    <a:pt x="3320232" y="667524"/>
                  </a:lnTo>
                  <a:lnTo>
                    <a:pt x="3321514" y="664742"/>
                  </a:lnTo>
                  <a:lnTo>
                    <a:pt x="3322796" y="634148"/>
                  </a:lnTo>
                  <a:lnTo>
                    <a:pt x="3324078" y="723151"/>
                  </a:lnTo>
                  <a:lnTo>
                    <a:pt x="3325359" y="723151"/>
                  </a:lnTo>
                  <a:lnTo>
                    <a:pt x="3326641" y="723151"/>
                  </a:lnTo>
                  <a:lnTo>
                    <a:pt x="3327923" y="723151"/>
                  </a:lnTo>
                  <a:lnTo>
                    <a:pt x="3329205" y="723151"/>
                  </a:lnTo>
                  <a:lnTo>
                    <a:pt x="3330487" y="723151"/>
                  </a:lnTo>
                  <a:lnTo>
                    <a:pt x="3331769" y="723151"/>
                  </a:lnTo>
                  <a:lnTo>
                    <a:pt x="3333050" y="706463"/>
                  </a:lnTo>
                  <a:lnTo>
                    <a:pt x="3334332" y="661961"/>
                  </a:lnTo>
                  <a:lnTo>
                    <a:pt x="3335614" y="650836"/>
                  </a:lnTo>
                  <a:lnTo>
                    <a:pt x="3336896" y="617459"/>
                  </a:lnTo>
                  <a:lnTo>
                    <a:pt x="3338178" y="556270"/>
                  </a:lnTo>
                  <a:lnTo>
                    <a:pt x="3339460" y="586865"/>
                  </a:lnTo>
                  <a:lnTo>
                    <a:pt x="3340741" y="611897"/>
                  </a:lnTo>
                  <a:lnTo>
                    <a:pt x="3342023" y="611897"/>
                  </a:lnTo>
                  <a:lnTo>
                    <a:pt x="3343305" y="611897"/>
                  </a:lnTo>
                  <a:lnTo>
                    <a:pt x="3344587" y="634148"/>
                  </a:lnTo>
                  <a:lnTo>
                    <a:pt x="3345869" y="628585"/>
                  </a:lnTo>
                  <a:lnTo>
                    <a:pt x="3347151" y="611897"/>
                  </a:lnTo>
                  <a:lnTo>
                    <a:pt x="3348433" y="545144"/>
                  </a:lnTo>
                  <a:lnTo>
                    <a:pt x="3349714" y="556270"/>
                  </a:lnTo>
                  <a:lnTo>
                    <a:pt x="3350996" y="525675"/>
                  </a:lnTo>
                  <a:lnTo>
                    <a:pt x="3352278" y="447797"/>
                  </a:lnTo>
                  <a:lnTo>
                    <a:pt x="3353560" y="439453"/>
                  </a:lnTo>
                  <a:lnTo>
                    <a:pt x="3354842" y="417202"/>
                  </a:lnTo>
                  <a:lnTo>
                    <a:pt x="3356124" y="389389"/>
                  </a:lnTo>
                  <a:lnTo>
                    <a:pt x="3357405" y="353231"/>
                  </a:lnTo>
                  <a:lnTo>
                    <a:pt x="3358687" y="333762"/>
                  </a:lnTo>
                  <a:lnTo>
                    <a:pt x="3359969" y="322636"/>
                  </a:lnTo>
                  <a:lnTo>
                    <a:pt x="3361251" y="244759"/>
                  </a:lnTo>
                  <a:lnTo>
                    <a:pt x="3362533" y="222508"/>
                  </a:lnTo>
                  <a:lnTo>
                    <a:pt x="3363815" y="180788"/>
                  </a:lnTo>
                  <a:lnTo>
                    <a:pt x="3365097" y="180787"/>
                  </a:lnTo>
                  <a:lnTo>
                    <a:pt x="3366378" y="216945"/>
                  </a:lnTo>
                  <a:lnTo>
                    <a:pt x="3367660" y="222508"/>
                  </a:lnTo>
                  <a:lnTo>
                    <a:pt x="3368942" y="267009"/>
                  </a:lnTo>
                  <a:lnTo>
                    <a:pt x="3370224" y="333762"/>
                  </a:lnTo>
                  <a:lnTo>
                    <a:pt x="3371506" y="333762"/>
                  </a:lnTo>
                  <a:lnTo>
                    <a:pt x="3372788" y="333762"/>
                  </a:lnTo>
                  <a:lnTo>
                    <a:pt x="3374069" y="333762"/>
                  </a:lnTo>
                  <a:lnTo>
                    <a:pt x="3375351" y="333762"/>
                  </a:lnTo>
                  <a:lnTo>
                    <a:pt x="3376633" y="333762"/>
                  </a:lnTo>
                  <a:lnTo>
                    <a:pt x="3377915" y="369919"/>
                  </a:lnTo>
                  <a:lnTo>
                    <a:pt x="3379197" y="389389"/>
                  </a:lnTo>
                  <a:lnTo>
                    <a:pt x="3380479" y="461704"/>
                  </a:lnTo>
                  <a:lnTo>
                    <a:pt x="3381761" y="500643"/>
                  </a:lnTo>
                  <a:lnTo>
                    <a:pt x="3383042" y="520112"/>
                  </a:lnTo>
                  <a:lnTo>
                    <a:pt x="3384324" y="550707"/>
                  </a:lnTo>
                  <a:lnTo>
                    <a:pt x="3385606" y="536800"/>
                  </a:lnTo>
                  <a:lnTo>
                    <a:pt x="3386888" y="581302"/>
                  </a:lnTo>
                  <a:lnTo>
                    <a:pt x="3388170" y="611897"/>
                  </a:lnTo>
                  <a:lnTo>
                    <a:pt x="3389452" y="645273"/>
                  </a:lnTo>
                  <a:lnTo>
                    <a:pt x="3390733" y="667524"/>
                  </a:lnTo>
                  <a:lnTo>
                    <a:pt x="3392015" y="675868"/>
                  </a:lnTo>
                  <a:lnTo>
                    <a:pt x="3393297" y="753746"/>
                  </a:lnTo>
                  <a:lnTo>
                    <a:pt x="3394579" y="775996"/>
                  </a:lnTo>
                  <a:lnTo>
                    <a:pt x="3395861" y="762090"/>
                  </a:lnTo>
                  <a:lnTo>
                    <a:pt x="3397143" y="778778"/>
                  </a:lnTo>
                  <a:lnTo>
                    <a:pt x="3398424" y="784340"/>
                  </a:lnTo>
                  <a:lnTo>
                    <a:pt x="3399706" y="834405"/>
                  </a:lnTo>
                  <a:lnTo>
                    <a:pt x="3400988" y="834405"/>
                  </a:lnTo>
                  <a:lnTo>
                    <a:pt x="3402270" y="834405"/>
                  </a:lnTo>
                  <a:lnTo>
                    <a:pt x="3403552" y="834405"/>
                  </a:lnTo>
                  <a:lnTo>
                    <a:pt x="3404834" y="834405"/>
                  </a:lnTo>
                  <a:lnTo>
                    <a:pt x="3406116" y="834405"/>
                  </a:lnTo>
                  <a:lnTo>
                    <a:pt x="3407397" y="834405"/>
                  </a:lnTo>
                  <a:lnTo>
                    <a:pt x="3408679" y="809373"/>
                  </a:lnTo>
                  <a:lnTo>
                    <a:pt x="3409961" y="753745"/>
                  </a:lnTo>
                  <a:lnTo>
                    <a:pt x="3411243" y="723151"/>
                  </a:lnTo>
                  <a:lnTo>
                    <a:pt x="3412525" y="723151"/>
                  </a:lnTo>
                  <a:lnTo>
                    <a:pt x="3413807" y="723151"/>
                  </a:lnTo>
                  <a:lnTo>
                    <a:pt x="3415088" y="728713"/>
                  </a:lnTo>
                  <a:lnTo>
                    <a:pt x="3416370" y="778778"/>
                  </a:lnTo>
                  <a:lnTo>
                    <a:pt x="3417652" y="798247"/>
                  </a:lnTo>
                  <a:lnTo>
                    <a:pt x="3418934" y="834405"/>
                  </a:lnTo>
                  <a:lnTo>
                    <a:pt x="3420216" y="834405"/>
                  </a:lnTo>
                  <a:lnTo>
                    <a:pt x="3421498" y="834405"/>
                  </a:lnTo>
                  <a:lnTo>
                    <a:pt x="3422780" y="834405"/>
                  </a:lnTo>
                  <a:lnTo>
                    <a:pt x="3424061" y="834405"/>
                  </a:lnTo>
                  <a:lnTo>
                    <a:pt x="3425343" y="834405"/>
                  </a:lnTo>
                  <a:lnTo>
                    <a:pt x="3426625" y="778778"/>
                  </a:lnTo>
                  <a:lnTo>
                    <a:pt x="3427907" y="834405"/>
                  </a:lnTo>
                  <a:lnTo>
                    <a:pt x="3429189" y="834405"/>
                  </a:lnTo>
                  <a:lnTo>
                    <a:pt x="3430471" y="834405"/>
                  </a:lnTo>
                  <a:lnTo>
                    <a:pt x="3431752" y="795466"/>
                  </a:lnTo>
                  <a:lnTo>
                    <a:pt x="3433034" y="778778"/>
                  </a:lnTo>
                  <a:lnTo>
                    <a:pt x="3434316" y="778778"/>
                  </a:lnTo>
                  <a:lnTo>
                    <a:pt x="3435598" y="778778"/>
                  </a:lnTo>
                  <a:lnTo>
                    <a:pt x="3436880" y="778778"/>
                  </a:lnTo>
                  <a:lnTo>
                    <a:pt x="3438162" y="778778"/>
                  </a:lnTo>
                  <a:lnTo>
                    <a:pt x="3439443" y="778778"/>
                  </a:lnTo>
                  <a:lnTo>
                    <a:pt x="3440725" y="801029"/>
                  </a:lnTo>
                  <a:lnTo>
                    <a:pt x="3442007" y="856655"/>
                  </a:lnTo>
                  <a:lnTo>
                    <a:pt x="3443289" y="890032"/>
                  </a:lnTo>
                  <a:lnTo>
                    <a:pt x="3444571" y="890032"/>
                  </a:lnTo>
                  <a:lnTo>
                    <a:pt x="3445853" y="873344"/>
                  </a:lnTo>
                  <a:lnTo>
                    <a:pt x="3447135" y="834405"/>
                  </a:lnTo>
                  <a:lnTo>
                    <a:pt x="3448416" y="834405"/>
                  </a:lnTo>
                  <a:lnTo>
                    <a:pt x="3449698" y="834405"/>
                  </a:lnTo>
                  <a:lnTo>
                    <a:pt x="3450980" y="834405"/>
                  </a:lnTo>
                  <a:lnTo>
                    <a:pt x="3452262" y="789903"/>
                  </a:lnTo>
                  <a:lnTo>
                    <a:pt x="3453544" y="778778"/>
                  </a:lnTo>
                  <a:lnTo>
                    <a:pt x="3454826" y="778778"/>
                  </a:lnTo>
                  <a:lnTo>
                    <a:pt x="3456107" y="778778"/>
                  </a:lnTo>
                  <a:lnTo>
                    <a:pt x="3457389" y="778778"/>
                  </a:lnTo>
                  <a:lnTo>
                    <a:pt x="3458671" y="812154"/>
                  </a:lnTo>
                  <a:lnTo>
                    <a:pt x="3459953" y="778778"/>
                  </a:lnTo>
                  <a:lnTo>
                    <a:pt x="3461235" y="778778"/>
                  </a:lnTo>
                  <a:lnTo>
                    <a:pt x="3462517" y="778778"/>
                  </a:lnTo>
                  <a:lnTo>
                    <a:pt x="3463799" y="814935"/>
                  </a:lnTo>
                  <a:lnTo>
                    <a:pt x="3465080" y="834405"/>
                  </a:lnTo>
                  <a:lnTo>
                    <a:pt x="3466362" y="834405"/>
                  </a:lnTo>
                  <a:lnTo>
                    <a:pt x="3467644" y="778778"/>
                  </a:lnTo>
                  <a:lnTo>
                    <a:pt x="3468926" y="778778"/>
                  </a:lnTo>
                  <a:lnTo>
                    <a:pt x="3470208" y="778778"/>
                  </a:lnTo>
                  <a:lnTo>
                    <a:pt x="3471490" y="778778"/>
                  </a:lnTo>
                  <a:lnTo>
                    <a:pt x="3472771" y="759308"/>
                  </a:lnTo>
                  <a:lnTo>
                    <a:pt x="3474053" y="700900"/>
                  </a:lnTo>
                  <a:lnTo>
                    <a:pt x="3475335" y="636929"/>
                  </a:lnTo>
                  <a:lnTo>
                    <a:pt x="3476617" y="611897"/>
                  </a:lnTo>
                  <a:lnTo>
                    <a:pt x="3477899" y="625803"/>
                  </a:lnTo>
                  <a:lnTo>
                    <a:pt x="3479181" y="667524"/>
                  </a:lnTo>
                  <a:lnTo>
                    <a:pt x="3480462" y="667524"/>
                  </a:lnTo>
                  <a:lnTo>
                    <a:pt x="3481744" y="667524"/>
                  </a:lnTo>
                  <a:lnTo>
                    <a:pt x="3483026" y="667524"/>
                  </a:lnTo>
                  <a:lnTo>
                    <a:pt x="3484308" y="656398"/>
                  </a:lnTo>
                  <a:lnTo>
                    <a:pt x="3485590" y="667524"/>
                  </a:lnTo>
                  <a:lnTo>
                    <a:pt x="3486872" y="656398"/>
                  </a:lnTo>
                  <a:lnTo>
                    <a:pt x="3488154" y="611897"/>
                  </a:lnTo>
                  <a:lnTo>
                    <a:pt x="3489435" y="611897"/>
                  </a:lnTo>
                  <a:lnTo>
                    <a:pt x="3490717" y="628585"/>
                  </a:lnTo>
                  <a:lnTo>
                    <a:pt x="3491999" y="667524"/>
                  </a:lnTo>
                  <a:lnTo>
                    <a:pt x="3493281" y="645273"/>
                  </a:lnTo>
                  <a:lnTo>
                    <a:pt x="3494563" y="611897"/>
                  </a:lnTo>
                  <a:lnTo>
                    <a:pt x="3495845" y="611897"/>
                  </a:lnTo>
                  <a:lnTo>
                    <a:pt x="3497126" y="611897"/>
                  </a:lnTo>
                  <a:lnTo>
                    <a:pt x="3498408" y="570176"/>
                  </a:lnTo>
                  <a:lnTo>
                    <a:pt x="3499690" y="609115"/>
                  </a:lnTo>
                  <a:lnTo>
                    <a:pt x="3500972" y="589646"/>
                  </a:lnTo>
                  <a:lnTo>
                    <a:pt x="3502254" y="542363"/>
                  </a:lnTo>
                  <a:lnTo>
                    <a:pt x="3503536" y="500643"/>
                  </a:lnTo>
                  <a:lnTo>
                    <a:pt x="3504818" y="481173"/>
                  </a:lnTo>
                  <a:lnTo>
                    <a:pt x="3506099" y="520112"/>
                  </a:lnTo>
                  <a:lnTo>
                    <a:pt x="3507381" y="584083"/>
                  </a:lnTo>
                  <a:lnTo>
                    <a:pt x="3508663" y="611897"/>
                  </a:lnTo>
                  <a:lnTo>
                    <a:pt x="3509945" y="611897"/>
                  </a:lnTo>
                  <a:lnTo>
                    <a:pt x="3511227" y="611897"/>
                  </a:lnTo>
                  <a:lnTo>
                    <a:pt x="3512509" y="611897"/>
                  </a:lnTo>
                  <a:lnTo>
                    <a:pt x="3513790" y="611897"/>
                  </a:lnTo>
                  <a:lnTo>
                    <a:pt x="3515072" y="611897"/>
                  </a:lnTo>
                  <a:lnTo>
                    <a:pt x="3516354" y="661961"/>
                  </a:lnTo>
                  <a:lnTo>
                    <a:pt x="3517636" y="667524"/>
                  </a:lnTo>
                  <a:lnTo>
                    <a:pt x="3518918" y="675868"/>
                  </a:lnTo>
                  <a:lnTo>
                    <a:pt x="3520200" y="692556"/>
                  </a:lnTo>
                  <a:lnTo>
                    <a:pt x="3521482" y="625803"/>
                  </a:lnTo>
                  <a:lnTo>
                    <a:pt x="3522763" y="611897"/>
                  </a:lnTo>
                  <a:lnTo>
                    <a:pt x="3524045" y="606334"/>
                  </a:lnTo>
                  <a:lnTo>
                    <a:pt x="3525327" y="575739"/>
                  </a:lnTo>
                  <a:lnTo>
                    <a:pt x="3526609" y="611897"/>
                  </a:lnTo>
                  <a:lnTo>
                    <a:pt x="3527891" y="611897"/>
                  </a:lnTo>
                  <a:lnTo>
                    <a:pt x="3529173" y="611897"/>
                  </a:lnTo>
                  <a:lnTo>
                    <a:pt x="3530454" y="650836"/>
                  </a:lnTo>
                  <a:lnTo>
                    <a:pt x="3531736" y="667524"/>
                  </a:lnTo>
                  <a:lnTo>
                    <a:pt x="3533018" y="686993"/>
                  </a:lnTo>
                  <a:lnTo>
                    <a:pt x="3534300" y="734276"/>
                  </a:lnTo>
                  <a:lnTo>
                    <a:pt x="3535582" y="767652"/>
                  </a:lnTo>
                  <a:lnTo>
                    <a:pt x="3536864" y="717588"/>
                  </a:lnTo>
                  <a:lnTo>
                    <a:pt x="3538145" y="723151"/>
                  </a:lnTo>
                  <a:lnTo>
                    <a:pt x="3539427" y="723151"/>
                  </a:lnTo>
                  <a:lnTo>
                    <a:pt x="3540709" y="723151"/>
                  </a:lnTo>
                  <a:lnTo>
                    <a:pt x="3541991" y="723151"/>
                  </a:lnTo>
                  <a:lnTo>
                    <a:pt x="3543273" y="723151"/>
                  </a:lnTo>
                  <a:lnTo>
                    <a:pt x="3544555" y="723151"/>
                  </a:lnTo>
                  <a:lnTo>
                    <a:pt x="3545837" y="723151"/>
                  </a:lnTo>
                  <a:lnTo>
                    <a:pt x="3547118" y="723151"/>
                  </a:lnTo>
                  <a:lnTo>
                    <a:pt x="3548400" y="723151"/>
                  </a:lnTo>
                  <a:lnTo>
                    <a:pt x="3549682" y="692556"/>
                  </a:lnTo>
                  <a:lnTo>
                    <a:pt x="3550964" y="667524"/>
                  </a:lnTo>
                  <a:lnTo>
                    <a:pt x="3552246" y="686993"/>
                  </a:lnTo>
                  <a:lnTo>
                    <a:pt x="3553528" y="667524"/>
                  </a:lnTo>
                  <a:lnTo>
                    <a:pt x="3554809" y="667524"/>
                  </a:lnTo>
                  <a:lnTo>
                    <a:pt x="3556091" y="670305"/>
                  </a:lnTo>
                  <a:lnTo>
                    <a:pt x="3557373" y="720369"/>
                  </a:lnTo>
                  <a:lnTo>
                    <a:pt x="3558655" y="667524"/>
                  </a:lnTo>
                  <a:lnTo>
                    <a:pt x="3559937" y="667524"/>
                  </a:lnTo>
                  <a:lnTo>
                    <a:pt x="3561219" y="667524"/>
                  </a:lnTo>
                  <a:lnTo>
                    <a:pt x="3562501" y="667524"/>
                  </a:lnTo>
                  <a:lnTo>
                    <a:pt x="3563782" y="661961"/>
                  </a:lnTo>
                  <a:lnTo>
                    <a:pt x="3565064" y="611897"/>
                  </a:lnTo>
                  <a:lnTo>
                    <a:pt x="3566346" y="611897"/>
                  </a:lnTo>
                  <a:lnTo>
                    <a:pt x="3567628" y="620241"/>
                  </a:lnTo>
                  <a:lnTo>
                    <a:pt x="3568910" y="703681"/>
                  </a:lnTo>
                  <a:lnTo>
                    <a:pt x="3570192" y="723151"/>
                  </a:lnTo>
                  <a:lnTo>
                    <a:pt x="3571473" y="684212"/>
                  </a:lnTo>
                  <a:lnTo>
                    <a:pt x="3572755" y="617459"/>
                  </a:lnTo>
                  <a:lnTo>
                    <a:pt x="3574037" y="611897"/>
                  </a:lnTo>
                  <a:lnTo>
                    <a:pt x="3575319" y="611897"/>
                  </a:lnTo>
                  <a:lnTo>
                    <a:pt x="3576601" y="611897"/>
                  </a:lnTo>
                  <a:lnTo>
                    <a:pt x="3577883" y="611897"/>
                  </a:lnTo>
                  <a:lnTo>
                    <a:pt x="3579164" y="589646"/>
                  </a:lnTo>
                  <a:lnTo>
                    <a:pt x="3580446" y="556270"/>
                  </a:lnTo>
                  <a:lnTo>
                    <a:pt x="3581728" y="584083"/>
                  </a:lnTo>
                  <a:lnTo>
                    <a:pt x="3583010" y="611897"/>
                  </a:lnTo>
                  <a:lnTo>
                    <a:pt x="3584292" y="617459"/>
                  </a:lnTo>
                  <a:lnTo>
                    <a:pt x="3585574" y="703681"/>
                  </a:lnTo>
                  <a:lnTo>
                    <a:pt x="3586856" y="723151"/>
                  </a:lnTo>
                  <a:lnTo>
                    <a:pt x="3588137" y="698119"/>
                  </a:lnTo>
                  <a:lnTo>
                    <a:pt x="3589419" y="648054"/>
                  </a:lnTo>
                  <a:lnTo>
                    <a:pt x="3590701" y="667524"/>
                  </a:lnTo>
                  <a:lnTo>
                    <a:pt x="3591983" y="581302"/>
                  </a:lnTo>
                  <a:lnTo>
                    <a:pt x="3593265" y="500643"/>
                  </a:lnTo>
                  <a:lnTo>
                    <a:pt x="3594547" y="456141"/>
                  </a:lnTo>
                  <a:lnTo>
                    <a:pt x="3595828" y="342106"/>
                  </a:lnTo>
                  <a:lnTo>
                    <a:pt x="3597110" y="389389"/>
                  </a:lnTo>
                  <a:lnTo>
                    <a:pt x="3598392" y="367138"/>
                  </a:lnTo>
                  <a:lnTo>
                    <a:pt x="3599674" y="333762"/>
                  </a:lnTo>
                  <a:lnTo>
                    <a:pt x="3600956" y="333762"/>
                  </a:lnTo>
                  <a:lnTo>
                    <a:pt x="3602238" y="333762"/>
                  </a:lnTo>
                  <a:lnTo>
                    <a:pt x="3603520" y="369919"/>
                  </a:lnTo>
                  <a:lnTo>
                    <a:pt x="3604801" y="436672"/>
                  </a:lnTo>
                  <a:lnTo>
                    <a:pt x="3606083" y="439453"/>
                  </a:lnTo>
                  <a:lnTo>
                    <a:pt x="3607365" y="389389"/>
                  </a:lnTo>
                  <a:lnTo>
                    <a:pt x="3608647" y="389389"/>
                  </a:lnTo>
                  <a:lnTo>
                    <a:pt x="3609929" y="389389"/>
                  </a:lnTo>
                  <a:lnTo>
                    <a:pt x="3611211" y="408858"/>
                  </a:lnTo>
                  <a:lnTo>
                    <a:pt x="3612492" y="445016"/>
                  </a:lnTo>
                  <a:lnTo>
                    <a:pt x="3613774" y="445016"/>
                  </a:lnTo>
                  <a:lnTo>
                    <a:pt x="3615056" y="445016"/>
                  </a:lnTo>
                  <a:lnTo>
                    <a:pt x="3616338" y="445016"/>
                  </a:lnTo>
                  <a:lnTo>
                    <a:pt x="3617620" y="403295"/>
                  </a:lnTo>
                  <a:lnTo>
                    <a:pt x="3618902" y="364357"/>
                  </a:lnTo>
                  <a:lnTo>
                    <a:pt x="3620183" y="300386"/>
                  </a:lnTo>
                  <a:lnTo>
                    <a:pt x="3621465" y="350450"/>
                  </a:lnTo>
                  <a:lnTo>
                    <a:pt x="3622747" y="344887"/>
                  </a:lnTo>
                  <a:lnTo>
                    <a:pt x="3624029" y="411639"/>
                  </a:lnTo>
                  <a:lnTo>
                    <a:pt x="3625311" y="500643"/>
                  </a:lnTo>
                  <a:lnTo>
                    <a:pt x="3626593" y="539582"/>
                  </a:lnTo>
                  <a:lnTo>
                    <a:pt x="3627875" y="648054"/>
                  </a:lnTo>
                  <a:lnTo>
                    <a:pt x="3629156" y="597990"/>
                  </a:lnTo>
                  <a:lnTo>
                    <a:pt x="3630438" y="575739"/>
                  </a:lnTo>
                  <a:lnTo>
                    <a:pt x="3631720" y="611897"/>
                  </a:lnTo>
                  <a:lnTo>
                    <a:pt x="3633002" y="584083"/>
                  </a:lnTo>
                  <a:lnTo>
                    <a:pt x="3634284" y="556270"/>
                  </a:lnTo>
                  <a:lnTo>
                    <a:pt x="3635566" y="556270"/>
                  </a:lnTo>
                  <a:lnTo>
                    <a:pt x="3636847" y="556270"/>
                  </a:lnTo>
                  <a:lnTo>
                    <a:pt x="3638129" y="559051"/>
                  </a:lnTo>
                  <a:lnTo>
                    <a:pt x="3639411" y="592427"/>
                  </a:lnTo>
                  <a:lnTo>
                    <a:pt x="3640693" y="556270"/>
                  </a:lnTo>
                  <a:lnTo>
                    <a:pt x="3641975" y="520112"/>
                  </a:lnTo>
                  <a:lnTo>
                    <a:pt x="3643257" y="500643"/>
                  </a:lnTo>
                  <a:lnTo>
                    <a:pt x="3644539" y="500643"/>
                  </a:lnTo>
                  <a:lnTo>
                    <a:pt x="3645820" y="500643"/>
                  </a:lnTo>
                  <a:lnTo>
                    <a:pt x="3647102" y="500643"/>
                  </a:lnTo>
                  <a:lnTo>
                    <a:pt x="3648384" y="450578"/>
                  </a:lnTo>
                  <a:lnTo>
                    <a:pt x="3649666" y="483954"/>
                  </a:lnTo>
                  <a:lnTo>
                    <a:pt x="3650948" y="481173"/>
                  </a:lnTo>
                  <a:lnTo>
                    <a:pt x="3652230" y="531237"/>
                  </a:lnTo>
                  <a:lnTo>
                    <a:pt x="3653511" y="481173"/>
                  </a:lnTo>
                  <a:lnTo>
                    <a:pt x="3654793" y="486736"/>
                  </a:lnTo>
                  <a:lnTo>
                    <a:pt x="3656075" y="500643"/>
                  </a:lnTo>
                  <a:lnTo>
                    <a:pt x="3657357" y="500643"/>
                  </a:lnTo>
                  <a:lnTo>
                    <a:pt x="3658639" y="500643"/>
                  </a:lnTo>
                  <a:lnTo>
                    <a:pt x="3659921" y="508987"/>
                  </a:lnTo>
                  <a:lnTo>
                    <a:pt x="3661203" y="567395"/>
                  </a:lnTo>
                  <a:lnTo>
                    <a:pt x="3662484" y="567395"/>
                  </a:lnTo>
                  <a:lnTo>
                    <a:pt x="3663766" y="556270"/>
                  </a:lnTo>
                  <a:lnTo>
                    <a:pt x="3665048" y="581302"/>
                  </a:lnTo>
                  <a:lnTo>
                    <a:pt x="3666330" y="611897"/>
                  </a:lnTo>
                  <a:lnTo>
                    <a:pt x="3667612" y="589646"/>
                  </a:lnTo>
                  <a:lnTo>
                    <a:pt x="3668894" y="531237"/>
                  </a:lnTo>
                  <a:lnTo>
                    <a:pt x="3670175" y="500643"/>
                  </a:lnTo>
                  <a:lnTo>
                    <a:pt x="3671457" y="517331"/>
                  </a:lnTo>
                  <a:lnTo>
                    <a:pt x="3672739" y="556270"/>
                  </a:lnTo>
                  <a:lnTo>
                    <a:pt x="3674021" y="570176"/>
                  </a:lnTo>
                  <a:lnTo>
                    <a:pt x="3675303" y="517331"/>
                  </a:lnTo>
                  <a:lnTo>
                    <a:pt x="3676585" y="500643"/>
                  </a:lnTo>
                  <a:lnTo>
                    <a:pt x="3677866" y="500643"/>
                  </a:lnTo>
                  <a:lnTo>
                    <a:pt x="3679148" y="500643"/>
                  </a:lnTo>
                  <a:lnTo>
                    <a:pt x="3680430" y="547926"/>
                  </a:lnTo>
                  <a:lnTo>
                    <a:pt x="3681712" y="511768"/>
                  </a:lnTo>
                  <a:lnTo>
                    <a:pt x="3682994" y="536800"/>
                  </a:lnTo>
                  <a:lnTo>
                    <a:pt x="3684276" y="542363"/>
                  </a:lnTo>
                  <a:lnTo>
                    <a:pt x="3685558" y="572958"/>
                  </a:lnTo>
                  <a:lnTo>
                    <a:pt x="3686839" y="611897"/>
                  </a:lnTo>
                  <a:lnTo>
                    <a:pt x="3688121" y="611897"/>
                  </a:lnTo>
                  <a:lnTo>
                    <a:pt x="3689403" y="595209"/>
                  </a:lnTo>
                  <a:lnTo>
                    <a:pt x="3690685" y="556270"/>
                  </a:lnTo>
                  <a:lnTo>
                    <a:pt x="3691967" y="556270"/>
                  </a:lnTo>
                  <a:lnTo>
                    <a:pt x="3693249" y="556270"/>
                  </a:lnTo>
                  <a:lnTo>
                    <a:pt x="3694530" y="597990"/>
                  </a:lnTo>
                  <a:lnTo>
                    <a:pt x="3695812" y="611897"/>
                  </a:lnTo>
                  <a:lnTo>
                    <a:pt x="3697094" y="611897"/>
                  </a:lnTo>
                  <a:lnTo>
                    <a:pt x="3698376" y="611897"/>
                  </a:lnTo>
                  <a:lnTo>
                    <a:pt x="3699658" y="631366"/>
                  </a:lnTo>
                  <a:lnTo>
                    <a:pt x="3700940" y="689774"/>
                  </a:lnTo>
                  <a:lnTo>
                    <a:pt x="3702222" y="723151"/>
                  </a:lnTo>
                  <a:lnTo>
                    <a:pt x="3703503" y="695337"/>
                  </a:lnTo>
                  <a:lnTo>
                    <a:pt x="3704785" y="620241"/>
                  </a:lnTo>
                  <a:lnTo>
                    <a:pt x="3706067" y="628585"/>
                  </a:lnTo>
                  <a:lnTo>
                    <a:pt x="3707349" y="703681"/>
                  </a:lnTo>
                  <a:lnTo>
                    <a:pt x="3708631" y="723151"/>
                  </a:lnTo>
                  <a:lnTo>
                    <a:pt x="3709913" y="723151"/>
                  </a:lnTo>
                  <a:lnTo>
                    <a:pt x="3711194" y="723151"/>
                  </a:lnTo>
                  <a:lnTo>
                    <a:pt x="3712476" y="712025"/>
                  </a:lnTo>
                  <a:lnTo>
                    <a:pt x="3713758" y="709244"/>
                  </a:lnTo>
                  <a:lnTo>
                    <a:pt x="3715040" y="723151"/>
                  </a:lnTo>
                  <a:lnTo>
                    <a:pt x="3716322" y="756527"/>
                  </a:lnTo>
                  <a:lnTo>
                    <a:pt x="3717604" y="778778"/>
                  </a:lnTo>
                  <a:lnTo>
                    <a:pt x="3718885" y="778778"/>
                  </a:lnTo>
                  <a:lnTo>
                    <a:pt x="3720167" y="778778"/>
                  </a:lnTo>
                  <a:lnTo>
                    <a:pt x="3721449" y="792684"/>
                  </a:lnTo>
                  <a:lnTo>
                    <a:pt x="3722731" y="834405"/>
                  </a:lnTo>
                  <a:lnTo>
                    <a:pt x="3724013" y="834405"/>
                  </a:lnTo>
                  <a:lnTo>
                    <a:pt x="3725295" y="834405"/>
                  </a:lnTo>
                  <a:lnTo>
                    <a:pt x="3726577" y="834405"/>
                  </a:lnTo>
                  <a:lnTo>
                    <a:pt x="3727858" y="806591"/>
                  </a:lnTo>
                  <a:lnTo>
                    <a:pt x="3729140" y="778778"/>
                  </a:lnTo>
                  <a:lnTo>
                    <a:pt x="3730422" y="778778"/>
                  </a:lnTo>
                  <a:lnTo>
                    <a:pt x="3731704" y="778778"/>
                  </a:lnTo>
                  <a:lnTo>
                    <a:pt x="3732986" y="778778"/>
                  </a:lnTo>
                  <a:lnTo>
                    <a:pt x="3734268" y="778778"/>
                  </a:lnTo>
                  <a:lnTo>
                    <a:pt x="3735549" y="803810"/>
                  </a:lnTo>
                  <a:lnTo>
                    <a:pt x="3736831" y="878906"/>
                  </a:lnTo>
                  <a:lnTo>
                    <a:pt x="3738113" y="867781"/>
                  </a:lnTo>
                  <a:lnTo>
                    <a:pt x="3739395" y="834405"/>
                  </a:lnTo>
                  <a:lnTo>
                    <a:pt x="3740677" y="795466"/>
                  </a:lnTo>
                  <a:lnTo>
                    <a:pt x="3741959" y="778778"/>
                  </a:lnTo>
                  <a:lnTo>
                    <a:pt x="3743241" y="778778"/>
                  </a:lnTo>
                  <a:lnTo>
                    <a:pt x="3744522" y="767652"/>
                  </a:lnTo>
                  <a:lnTo>
                    <a:pt x="3745804" y="723151"/>
                  </a:lnTo>
                  <a:lnTo>
                    <a:pt x="3747086" y="723151"/>
                  </a:lnTo>
                  <a:lnTo>
                    <a:pt x="3748368" y="723151"/>
                  </a:lnTo>
                  <a:lnTo>
                    <a:pt x="3749650" y="723151"/>
                  </a:lnTo>
                  <a:lnTo>
                    <a:pt x="3750932" y="723151"/>
                  </a:lnTo>
                  <a:lnTo>
                    <a:pt x="3752213" y="723151"/>
                  </a:lnTo>
                  <a:lnTo>
                    <a:pt x="3753495" y="723151"/>
                  </a:lnTo>
                  <a:lnTo>
                    <a:pt x="3754777" y="723151"/>
                  </a:lnTo>
                  <a:lnTo>
                    <a:pt x="3756059" y="723151"/>
                  </a:lnTo>
                  <a:lnTo>
                    <a:pt x="3757341" y="723151"/>
                  </a:lnTo>
                  <a:lnTo>
                    <a:pt x="3758623" y="723151"/>
                  </a:lnTo>
                  <a:lnTo>
                    <a:pt x="3759904" y="748183"/>
                  </a:lnTo>
                  <a:lnTo>
                    <a:pt x="3761186" y="739839"/>
                  </a:lnTo>
                  <a:lnTo>
                    <a:pt x="3762468" y="723151"/>
                  </a:lnTo>
                  <a:lnTo>
                    <a:pt x="3763750" y="723151"/>
                  </a:lnTo>
                  <a:lnTo>
                    <a:pt x="3765032" y="723151"/>
                  </a:lnTo>
                  <a:lnTo>
                    <a:pt x="3766314" y="723151"/>
                  </a:lnTo>
                  <a:lnTo>
                    <a:pt x="3767596" y="723151"/>
                  </a:lnTo>
                  <a:lnTo>
                    <a:pt x="3768877" y="723151"/>
                  </a:lnTo>
                  <a:lnTo>
                    <a:pt x="3770159" y="742620"/>
                  </a:lnTo>
                  <a:lnTo>
                    <a:pt x="3771441" y="778778"/>
                  </a:lnTo>
                  <a:lnTo>
                    <a:pt x="3772723" y="814935"/>
                  </a:lnTo>
                  <a:lnTo>
                    <a:pt x="3774005" y="834405"/>
                  </a:lnTo>
                  <a:lnTo>
                    <a:pt x="3775287" y="834405"/>
                  </a:lnTo>
                  <a:lnTo>
                    <a:pt x="3776568" y="851093"/>
                  </a:lnTo>
                  <a:lnTo>
                    <a:pt x="3777850" y="942877"/>
                  </a:lnTo>
                  <a:lnTo>
                    <a:pt x="3779132" y="945659"/>
                  </a:lnTo>
                  <a:lnTo>
                    <a:pt x="3780414" y="945659"/>
                  </a:lnTo>
                  <a:lnTo>
                    <a:pt x="3781696" y="898376"/>
                  </a:lnTo>
                  <a:lnTo>
                    <a:pt x="3782978" y="890032"/>
                  </a:lnTo>
                  <a:lnTo>
                    <a:pt x="3784260" y="890032"/>
                  </a:lnTo>
                  <a:lnTo>
                    <a:pt x="3785541" y="870562"/>
                  </a:lnTo>
                  <a:lnTo>
                    <a:pt x="3786823" y="834405"/>
                  </a:lnTo>
                  <a:lnTo>
                    <a:pt x="3788105" y="834405"/>
                  </a:lnTo>
                  <a:lnTo>
                    <a:pt x="3789387" y="817717"/>
                  </a:lnTo>
                  <a:lnTo>
                    <a:pt x="3790669" y="764871"/>
                  </a:lnTo>
                  <a:lnTo>
                    <a:pt x="3791951" y="723151"/>
                  </a:lnTo>
                  <a:lnTo>
                    <a:pt x="3793232" y="759308"/>
                  </a:lnTo>
                  <a:lnTo>
                    <a:pt x="3794514" y="778778"/>
                  </a:lnTo>
                  <a:lnTo>
                    <a:pt x="3795796" y="778778"/>
                  </a:lnTo>
                  <a:lnTo>
                    <a:pt x="3797078" y="778778"/>
                  </a:lnTo>
                  <a:lnTo>
                    <a:pt x="3798360" y="778778"/>
                  </a:lnTo>
                  <a:lnTo>
                    <a:pt x="3799642" y="742620"/>
                  </a:lnTo>
                  <a:lnTo>
                    <a:pt x="3800924" y="723151"/>
                  </a:lnTo>
                  <a:lnTo>
                    <a:pt x="3802205" y="723151"/>
                  </a:lnTo>
                  <a:lnTo>
                    <a:pt x="3803487" y="723151"/>
                  </a:lnTo>
                  <a:lnTo>
                    <a:pt x="3804769" y="681430"/>
                  </a:lnTo>
                  <a:lnTo>
                    <a:pt x="3806051" y="636929"/>
                  </a:lnTo>
                  <a:lnTo>
                    <a:pt x="3807333" y="611897"/>
                  </a:lnTo>
                  <a:lnTo>
                    <a:pt x="3808615" y="611897"/>
                  </a:lnTo>
                  <a:lnTo>
                    <a:pt x="3809896" y="611897"/>
                  </a:lnTo>
                  <a:lnTo>
                    <a:pt x="3811178" y="592427"/>
                  </a:lnTo>
                  <a:lnTo>
                    <a:pt x="3812460" y="553488"/>
                  </a:lnTo>
                  <a:lnTo>
                    <a:pt x="3813742" y="534019"/>
                  </a:lnTo>
                  <a:lnTo>
                    <a:pt x="3815024" y="500643"/>
                  </a:lnTo>
                  <a:lnTo>
                    <a:pt x="3816306" y="500643"/>
                  </a:lnTo>
                  <a:lnTo>
                    <a:pt x="3817587" y="517331"/>
                  </a:lnTo>
                  <a:lnTo>
                    <a:pt x="3818869" y="556270"/>
                  </a:lnTo>
                  <a:lnTo>
                    <a:pt x="3820151" y="556270"/>
                  </a:lnTo>
                  <a:lnTo>
                    <a:pt x="3821433" y="570176"/>
                  </a:lnTo>
                  <a:lnTo>
                    <a:pt x="3822715" y="623022"/>
                  </a:lnTo>
                  <a:lnTo>
                    <a:pt x="3823997" y="667524"/>
                  </a:lnTo>
                  <a:lnTo>
                    <a:pt x="3825279" y="667524"/>
                  </a:lnTo>
                  <a:lnTo>
                    <a:pt x="3826560" y="667524"/>
                  </a:lnTo>
                  <a:lnTo>
                    <a:pt x="3827842" y="667524"/>
                  </a:lnTo>
                  <a:lnTo>
                    <a:pt x="3829124" y="667524"/>
                  </a:lnTo>
                  <a:lnTo>
                    <a:pt x="3830406" y="667524"/>
                  </a:lnTo>
                  <a:lnTo>
                    <a:pt x="3831688" y="700900"/>
                  </a:lnTo>
                  <a:lnTo>
                    <a:pt x="3832970" y="723151"/>
                  </a:lnTo>
                  <a:lnTo>
                    <a:pt x="3834251" y="723151"/>
                  </a:lnTo>
                  <a:lnTo>
                    <a:pt x="3835533" y="723151"/>
                  </a:lnTo>
                  <a:lnTo>
                    <a:pt x="3836815" y="762090"/>
                  </a:lnTo>
                  <a:lnTo>
                    <a:pt x="3838097" y="806591"/>
                  </a:lnTo>
                  <a:lnTo>
                    <a:pt x="3839379" y="834405"/>
                  </a:lnTo>
                  <a:lnTo>
                    <a:pt x="3840661" y="834405"/>
                  </a:lnTo>
                  <a:lnTo>
                    <a:pt x="3841943" y="834405"/>
                  </a:lnTo>
                  <a:lnTo>
                    <a:pt x="3843224" y="851093"/>
                  </a:lnTo>
                  <a:lnTo>
                    <a:pt x="3844506" y="890032"/>
                  </a:lnTo>
                  <a:lnTo>
                    <a:pt x="3845788" y="954003"/>
                  </a:lnTo>
                  <a:lnTo>
                    <a:pt x="3847070" y="1001286"/>
                  </a:lnTo>
                  <a:lnTo>
                    <a:pt x="3847070" y="1001286"/>
                  </a:lnTo>
                  <a:lnTo>
                    <a:pt x="3848352" y="1001286"/>
                  </a:lnTo>
                  <a:lnTo>
                    <a:pt x="3849634" y="1001286"/>
                  </a:lnTo>
                  <a:lnTo>
                    <a:pt x="3850915" y="1001286"/>
                  </a:lnTo>
                  <a:lnTo>
                    <a:pt x="3852197" y="1001286"/>
                  </a:lnTo>
                  <a:lnTo>
                    <a:pt x="3853479" y="1001286"/>
                  </a:lnTo>
                  <a:lnTo>
                    <a:pt x="3854761" y="1001286"/>
                  </a:lnTo>
                  <a:lnTo>
                    <a:pt x="3856043" y="1001286"/>
                  </a:lnTo>
                  <a:lnTo>
                    <a:pt x="3857325" y="1001286"/>
                  </a:lnTo>
                  <a:lnTo>
                    <a:pt x="3858606" y="959565"/>
                  </a:lnTo>
                  <a:lnTo>
                    <a:pt x="3859888" y="945659"/>
                  </a:lnTo>
                  <a:lnTo>
                    <a:pt x="3861170" y="945659"/>
                  </a:lnTo>
                  <a:lnTo>
                    <a:pt x="3862452" y="945659"/>
                  </a:lnTo>
                  <a:lnTo>
                    <a:pt x="3863734" y="945659"/>
                  </a:lnTo>
                  <a:lnTo>
                    <a:pt x="3865016" y="895594"/>
                  </a:lnTo>
                  <a:lnTo>
                    <a:pt x="3866298" y="890032"/>
                  </a:lnTo>
                  <a:lnTo>
                    <a:pt x="3867579" y="848311"/>
                  </a:lnTo>
                  <a:lnTo>
                    <a:pt x="3868861" y="834405"/>
                  </a:lnTo>
                  <a:lnTo>
                    <a:pt x="3870143" y="834405"/>
                  </a:lnTo>
                  <a:lnTo>
                    <a:pt x="3871425" y="834405"/>
                  </a:lnTo>
                  <a:lnTo>
                    <a:pt x="3872707" y="834405"/>
                  </a:lnTo>
                  <a:lnTo>
                    <a:pt x="3873989" y="834405"/>
                  </a:lnTo>
                  <a:lnTo>
                    <a:pt x="3875270" y="789903"/>
                  </a:lnTo>
                  <a:lnTo>
                    <a:pt x="3876552" y="698119"/>
                  </a:lnTo>
                  <a:lnTo>
                    <a:pt x="3877834" y="667524"/>
                  </a:lnTo>
                  <a:lnTo>
                    <a:pt x="3879116" y="667524"/>
                  </a:lnTo>
                  <a:lnTo>
                    <a:pt x="3880398" y="667524"/>
                  </a:lnTo>
                  <a:lnTo>
                    <a:pt x="3881680" y="667524"/>
                  </a:lnTo>
                  <a:lnTo>
                    <a:pt x="3882962" y="584083"/>
                  </a:lnTo>
                  <a:lnTo>
                    <a:pt x="3884243" y="556270"/>
                  </a:lnTo>
                  <a:lnTo>
                    <a:pt x="3885525" y="542363"/>
                  </a:lnTo>
                  <a:lnTo>
                    <a:pt x="3886807" y="470048"/>
                  </a:lnTo>
                  <a:lnTo>
                    <a:pt x="3888089" y="445016"/>
                  </a:lnTo>
                  <a:lnTo>
                    <a:pt x="3889371" y="445016"/>
                  </a:lnTo>
                  <a:lnTo>
                    <a:pt x="3890653" y="456141"/>
                  </a:lnTo>
                  <a:lnTo>
                    <a:pt x="3891934" y="445016"/>
                  </a:lnTo>
                  <a:lnTo>
                    <a:pt x="3893216" y="414421"/>
                  </a:lnTo>
                  <a:lnTo>
                    <a:pt x="3894498" y="389389"/>
                  </a:lnTo>
                  <a:lnTo>
                    <a:pt x="3895780" y="389389"/>
                  </a:lnTo>
                  <a:lnTo>
                    <a:pt x="3897062" y="436672"/>
                  </a:lnTo>
                  <a:lnTo>
                    <a:pt x="3898344" y="411639"/>
                  </a:lnTo>
                  <a:lnTo>
                    <a:pt x="3899626" y="428328"/>
                  </a:lnTo>
                  <a:lnTo>
                    <a:pt x="3900907" y="445016"/>
                  </a:lnTo>
                  <a:lnTo>
                    <a:pt x="3902189" y="411639"/>
                  </a:lnTo>
                  <a:lnTo>
                    <a:pt x="3903471" y="389389"/>
                  </a:lnTo>
                  <a:lnTo>
                    <a:pt x="3904753" y="358794"/>
                  </a:lnTo>
                  <a:lnTo>
                    <a:pt x="3906035" y="333762"/>
                  </a:lnTo>
                  <a:lnTo>
                    <a:pt x="3907317" y="375482"/>
                  </a:lnTo>
                  <a:lnTo>
                    <a:pt x="3908598" y="464485"/>
                  </a:lnTo>
                  <a:lnTo>
                    <a:pt x="3909880" y="500643"/>
                  </a:lnTo>
                  <a:lnTo>
                    <a:pt x="3911162" y="500643"/>
                  </a:lnTo>
                  <a:lnTo>
                    <a:pt x="3912444" y="450578"/>
                  </a:lnTo>
                  <a:lnTo>
                    <a:pt x="3913726" y="445016"/>
                  </a:lnTo>
                  <a:lnTo>
                    <a:pt x="3915008" y="522893"/>
                  </a:lnTo>
                  <a:lnTo>
                    <a:pt x="3916289" y="556270"/>
                  </a:lnTo>
                  <a:lnTo>
                    <a:pt x="3917571" y="567395"/>
                  </a:lnTo>
                  <a:lnTo>
                    <a:pt x="3918853" y="639710"/>
                  </a:lnTo>
                  <a:lnTo>
                    <a:pt x="3920135" y="667524"/>
                  </a:lnTo>
                  <a:lnTo>
                    <a:pt x="3921417" y="667524"/>
                  </a:lnTo>
                  <a:lnTo>
                    <a:pt x="3922699" y="692556"/>
                  </a:lnTo>
                  <a:lnTo>
                    <a:pt x="3923981" y="723151"/>
                  </a:lnTo>
                  <a:lnTo>
                    <a:pt x="3925262" y="750964"/>
                  </a:lnTo>
                  <a:lnTo>
                    <a:pt x="3926544" y="778778"/>
                  </a:lnTo>
                  <a:lnTo>
                    <a:pt x="3927826" y="778778"/>
                  </a:lnTo>
                  <a:lnTo>
                    <a:pt x="3929108" y="778778"/>
                  </a:lnTo>
                  <a:lnTo>
                    <a:pt x="3930390" y="809373"/>
                  </a:lnTo>
                  <a:lnTo>
                    <a:pt x="3931672" y="803810"/>
                  </a:lnTo>
                  <a:lnTo>
                    <a:pt x="3932953" y="778778"/>
                  </a:lnTo>
                  <a:lnTo>
                    <a:pt x="3934235" y="775996"/>
                  </a:lnTo>
                  <a:lnTo>
                    <a:pt x="3935517" y="778778"/>
                  </a:lnTo>
                  <a:lnTo>
                    <a:pt x="3936799" y="806591"/>
                  </a:lnTo>
                  <a:lnTo>
                    <a:pt x="3938081" y="834405"/>
                  </a:lnTo>
                  <a:lnTo>
                    <a:pt x="3939363" y="834405"/>
                  </a:lnTo>
                  <a:lnTo>
                    <a:pt x="3940645" y="834405"/>
                  </a:lnTo>
                  <a:lnTo>
                    <a:pt x="3941926" y="834405"/>
                  </a:lnTo>
                  <a:lnTo>
                    <a:pt x="3943208" y="834405"/>
                  </a:lnTo>
                  <a:lnTo>
                    <a:pt x="3944490" y="828842"/>
                  </a:lnTo>
                  <a:lnTo>
                    <a:pt x="3945772" y="834405"/>
                  </a:lnTo>
                  <a:lnTo>
                    <a:pt x="3947054" y="834405"/>
                  </a:lnTo>
                  <a:lnTo>
                    <a:pt x="3948336" y="834405"/>
                  </a:lnTo>
                  <a:lnTo>
                    <a:pt x="3949617" y="834405"/>
                  </a:lnTo>
                  <a:lnTo>
                    <a:pt x="3950899" y="834405"/>
                  </a:lnTo>
                  <a:lnTo>
                    <a:pt x="3952181" y="834405"/>
                  </a:lnTo>
                  <a:lnTo>
                    <a:pt x="3953463" y="803810"/>
                  </a:lnTo>
                  <a:lnTo>
                    <a:pt x="3954745" y="778778"/>
                  </a:lnTo>
                  <a:lnTo>
                    <a:pt x="3956027" y="778778"/>
                  </a:lnTo>
                  <a:lnTo>
                    <a:pt x="3957308" y="778778"/>
                  </a:lnTo>
                  <a:lnTo>
                    <a:pt x="3958590" y="745401"/>
                  </a:lnTo>
                  <a:lnTo>
                    <a:pt x="3959872" y="667524"/>
                  </a:lnTo>
                  <a:lnTo>
                    <a:pt x="3961154" y="667524"/>
                  </a:lnTo>
                  <a:lnTo>
                    <a:pt x="3962436" y="667524"/>
                  </a:lnTo>
                  <a:lnTo>
                    <a:pt x="3963718" y="695337"/>
                  </a:lnTo>
                  <a:lnTo>
                    <a:pt x="3965000" y="723151"/>
                  </a:lnTo>
                  <a:lnTo>
                    <a:pt x="3966281" y="723151"/>
                  </a:lnTo>
                  <a:lnTo>
                    <a:pt x="3967563" y="714807"/>
                  </a:lnTo>
                  <a:lnTo>
                    <a:pt x="3968845" y="667524"/>
                  </a:lnTo>
                  <a:lnTo>
                    <a:pt x="3970127" y="667524"/>
                  </a:lnTo>
                  <a:lnTo>
                    <a:pt x="3971409" y="667524"/>
                  </a:lnTo>
                  <a:lnTo>
                    <a:pt x="3972691" y="667524"/>
                  </a:lnTo>
                  <a:lnTo>
                    <a:pt x="3973972" y="667524"/>
                  </a:lnTo>
                  <a:lnTo>
                    <a:pt x="3975254" y="667524"/>
                  </a:lnTo>
                  <a:lnTo>
                    <a:pt x="3976536" y="717588"/>
                  </a:lnTo>
                  <a:lnTo>
                    <a:pt x="3977818" y="723151"/>
                  </a:lnTo>
                  <a:lnTo>
                    <a:pt x="3979100" y="723151"/>
                  </a:lnTo>
                  <a:lnTo>
                    <a:pt x="3980382" y="723151"/>
                  </a:lnTo>
                  <a:lnTo>
                    <a:pt x="3981664" y="723151"/>
                  </a:lnTo>
                  <a:lnTo>
                    <a:pt x="3982945" y="723151"/>
                  </a:lnTo>
                  <a:lnTo>
                    <a:pt x="3984227" y="723151"/>
                  </a:lnTo>
                  <a:lnTo>
                    <a:pt x="3985509" y="706463"/>
                  </a:lnTo>
                  <a:lnTo>
                    <a:pt x="3986791" y="723151"/>
                  </a:lnTo>
                  <a:lnTo>
                    <a:pt x="3988073" y="723151"/>
                  </a:lnTo>
                  <a:lnTo>
                    <a:pt x="3989355" y="723151"/>
                  </a:lnTo>
                  <a:lnTo>
                    <a:pt x="3990636" y="750964"/>
                  </a:lnTo>
                  <a:lnTo>
                    <a:pt x="3991918" y="834405"/>
                  </a:lnTo>
                  <a:lnTo>
                    <a:pt x="3993200" y="834405"/>
                  </a:lnTo>
                  <a:lnTo>
                    <a:pt x="3994482" y="834405"/>
                  </a:lnTo>
                  <a:lnTo>
                    <a:pt x="3995764" y="834405"/>
                  </a:lnTo>
                  <a:lnTo>
                    <a:pt x="3997046" y="834405"/>
                  </a:lnTo>
                  <a:lnTo>
                    <a:pt x="3998327" y="862218"/>
                  </a:lnTo>
                  <a:lnTo>
                    <a:pt x="3999609" y="895594"/>
                  </a:lnTo>
                  <a:lnTo>
                    <a:pt x="4000891" y="945659"/>
                  </a:lnTo>
                  <a:lnTo>
                    <a:pt x="4002173" y="945659"/>
                  </a:lnTo>
                  <a:lnTo>
                    <a:pt x="4003455" y="945659"/>
                  </a:lnTo>
                  <a:lnTo>
                    <a:pt x="4004737" y="945659"/>
                  </a:lnTo>
                  <a:lnTo>
                    <a:pt x="4006019" y="945659"/>
                  </a:lnTo>
                  <a:lnTo>
                    <a:pt x="4007300" y="945659"/>
                  </a:lnTo>
                  <a:lnTo>
                    <a:pt x="4008582" y="945659"/>
                  </a:lnTo>
                  <a:lnTo>
                    <a:pt x="4009864" y="945659"/>
                  </a:lnTo>
                  <a:lnTo>
                    <a:pt x="4011146" y="892813"/>
                  </a:lnTo>
                  <a:lnTo>
                    <a:pt x="4012428" y="834405"/>
                  </a:lnTo>
                  <a:lnTo>
                    <a:pt x="4013710" y="834405"/>
                  </a:lnTo>
                  <a:lnTo>
                    <a:pt x="4014991" y="834405"/>
                  </a:lnTo>
                  <a:lnTo>
                    <a:pt x="4016273" y="834405"/>
                  </a:lnTo>
                  <a:lnTo>
                    <a:pt x="4017555" y="876125"/>
                  </a:lnTo>
                  <a:lnTo>
                    <a:pt x="4018837" y="845530"/>
                  </a:lnTo>
                  <a:lnTo>
                    <a:pt x="4020119" y="834405"/>
                  </a:lnTo>
                  <a:lnTo>
                    <a:pt x="4021401" y="784340"/>
                  </a:lnTo>
                  <a:lnTo>
                    <a:pt x="4022683" y="756527"/>
                  </a:lnTo>
                  <a:lnTo>
                    <a:pt x="4023964" y="692556"/>
                  </a:lnTo>
                  <a:lnTo>
                    <a:pt x="4025246" y="667524"/>
                  </a:lnTo>
                  <a:lnTo>
                    <a:pt x="4026528" y="667524"/>
                  </a:lnTo>
                  <a:lnTo>
                    <a:pt x="4027810" y="667524"/>
                  </a:lnTo>
                  <a:lnTo>
                    <a:pt x="4029092" y="667524"/>
                  </a:lnTo>
                  <a:lnTo>
                    <a:pt x="4030374" y="667524"/>
                  </a:lnTo>
                  <a:lnTo>
                    <a:pt x="4031655" y="667524"/>
                  </a:lnTo>
                  <a:lnTo>
                    <a:pt x="4032937" y="667524"/>
                  </a:lnTo>
                  <a:lnTo>
                    <a:pt x="4034219" y="667524"/>
                  </a:lnTo>
                  <a:lnTo>
                    <a:pt x="4035501" y="667524"/>
                  </a:lnTo>
                  <a:lnTo>
                    <a:pt x="4036783" y="667524"/>
                  </a:lnTo>
                  <a:lnTo>
                    <a:pt x="4038065" y="667524"/>
                  </a:lnTo>
                  <a:lnTo>
                    <a:pt x="4039347" y="664742"/>
                  </a:lnTo>
                  <a:lnTo>
                    <a:pt x="4040628" y="611897"/>
                  </a:lnTo>
                  <a:lnTo>
                    <a:pt x="4041910" y="611897"/>
                  </a:lnTo>
                  <a:lnTo>
                    <a:pt x="4043192" y="659180"/>
                  </a:lnTo>
                  <a:lnTo>
                    <a:pt x="4044474" y="659180"/>
                  </a:lnTo>
                  <a:lnTo>
                    <a:pt x="4045756" y="611897"/>
                  </a:lnTo>
                  <a:lnTo>
                    <a:pt x="4047038" y="611897"/>
                  </a:lnTo>
                  <a:lnTo>
                    <a:pt x="4048319" y="611897"/>
                  </a:lnTo>
                  <a:lnTo>
                    <a:pt x="4049601" y="611897"/>
                  </a:lnTo>
                  <a:lnTo>
                    <a:pt x="4050883" y="653617"/>
                  </a:lnTo>
                  <a:lnTo>
                    <a:pt x="4052165" y="664742"/>
                  </a:lnTo>
                  <a:lnTo>
                    <a:pt x="4053447" y="659180"/>
                  </a:lnTo>
                  <a:lnTo>
                    <a:pt x="4054729" y="686993"/>
                  </a:lnTo>
                  <a:lnTo>
                    <a:pt x="4056010" y="750964"/>
                  </a:lnTo>
                  <a:lnTo>
                    <a:pt x="4057292" y="778778"/>
                  </a:lnTo>
                  <a:lnTo>
                    <a:pt x="4058574" y="778778"/>
                  </a:lnTo>
                  <a:lnTo>
                    <a:pt x="4059856" y="778778"/>
                  </a:lnTo>
                  <a:lnTo>
                    <a:pt x="4061138" y="778778"/>
                  </a:lnTo>
                  <a:lnTo>
                    <a:pt x="4062420" y="778778"/>
                  </a:lnTo>
                  <a:lnTo>
                    <a:pt x="4063702" y="778778"/>
                  </a:lnTo>
                  <a:lnTo>
                    <a:pt x="4064983" y="778778"/>
                  </a:lnTo>
                  <a:lnTo>
                    <a:pt x="4066265" y="778778"/>
                  </a:lnTo>
                  <a:lnTo>
                    <a:pt x="4067547" y="778778"/>
                  </a:lnTo>
                  <a:lnTo>
                    <a:pt x="4068829" y="778778"/>
                  </a:lnTo>
                  <a:lnTo>
                    <a:pt x="4070111" y="778778"/>
                  </a:lnTo>
                  <a:lnTo>
                    <a:pt x="4071393" y="778778"/>
                  </a:lnTo>
                  <a:lnTo>
                    <a:pt x="4072674" y="834405"/>
                  </a:lnTo>
                  <a:lnTo>
                    <a:pt x="4073956" y="834405"/>
                  </a:lnTo>
                  <a:lnTo>
                    <a:pt x="4075238" y="834405"/>
                  </a:lnTo>
                  <a:lnTo>
                    <a:pt x="4076520" y="892813"/>
                  </a:lnTo>
                  <a:lnTo>
                    <a:pt x="4077802" y="945659"/>
                  </a:lnTo>
                  <a:lnTo>
                    <a:pt x="4079084" y="906720"/>
                  </a:lnTo>
                  <a:lnTo>
                    <a:pt x="4080366" y="890032"/>
                  </a:lnTo>
                  <a:lnTo>
                    <a:pt x="4081647" y="890032"/>
                  </a:lnTo>
                  <a:lnTo>
                    <a:pt x="4082929" y="890032"/>
                  </a:lnTo>
                  <a:lnTo>
                    <a:pt x="4084211" y="890032"/>
                  </a:lnTo>
                  <a:lnTo>
                    <a:pt x="4085493" y="915064"/>
                  </a:lnTo>
                  <a:lnTo>
                    <a:pt x="4086775" y="890032"/>
                  </a:lnTo>
                  <a:lnTo>
                    <a:pt x="4088057" y="873344"/>
                  </a:lnTo>
                  <a:lnTo>
                    <a:pt x="4089338" y="834405"/>
                  </a:lnTo>
                  <a:lnTo>
                    <a:pt x="4090620" y="834405"/>
                  </a:lnTo>
                  <a:lnTo>
                    <a:pt x="4091902" y="834405"/>
                  </a:lnTo>
                  <a:lnTo>
                    <a:pt x="4093184" y="834405"/>
                  </a:lnTo>
                  <a:lnTo>
                    <a:pt x="4094466" y="834405"/>
                  </a:lnTo>
                  <a:lnTo>
                    <a:pt x="4095748" y="834405"/>
                  </a:lnTo>
                  <a:lnTo>
                    <a:pt x="4097029" y="834405"/>
                  </a:lnTo>
                  <a:lnTo>
                    <a:pt x="4098311" y="834405"/>
                  </a:lnTo>
                  <a:lnTo>
                    <a:pt x="4099593" y="834405"/>
                  </a:lnTo>
                  <a:lnTo>
                    <a:pt x="4100875" y="834405"/>
                  </a:lnTo>
                  <a:lnTo>
                    <a:pt x="4102157" y="834405"/>
                  </a:lnTo>
                  <a:lnTo>
                    <a:pt x="4103439" y="834405"/>
                  </a:lnTo>
                  <a:lnTo>
                    <a:pt x="4104721" y="834405"/>
                  </a:lnTo>
                  <a:lnTo>
                    <a:pt x="4106002" y="820498"/>
                  </a:lnTo>
                  <a:lnTo>
                    <a:pt x="4107284" y="778778"/>
                  </a:lnTo>
                  <a:lnTo>
                    <a:pt x="4108566" y="728713"/>
                  </a:lnTo>
                  <a:lnTo>
                    <a:pt x="4109848" y="723151"/>
                  </a:lnTo>
                  <a:lnTo>
                    <a:pt x="4111130" y="759308"/>
                  </a:lnTo>
                  <a:lnTo>
                    <a:pt x="4112412" y="778778"/>
                  </a:lnTo>
                  <a:lnTo>
                    <a:pt x="4113693" y="778778"/>
                  </a:lnTo>
                  <a:lnTo>
                    <a:pt x="4114975" y="778778"/>
                  </a:lnTo>
                  <a:lnTo>
                    <a:pt x="4116257" y="778778"/>
                  </a:lnTo>
                  <a:lnTo>
                    <a:pt x="4117539" y="806591"/>
                  </a:lnTo>
                  <a:lnTo>
                    <a:pt x="4118821" y="834405"/>
                  </a:lnTo>
                  <a:lnTo>
                    <a:pt x="4120103" y="842749"/>
                  </a:lnTo>
                  <a:lnTo>
                    <a:pt x="4121385" y="834405"/>
                  </a:lnTo>
                  <a:lnTo>
                    <a:pt x="4122666" y="834405"/>
                  </a:lnTo>
                  <a:lnTo>
                    <a:pt x="4123948" y="834405"/>
                  </a:lnTo>
                  <a:lnTo>
                    <a:pt x="4125230" y="834405"/>
                  </a:lnTo>
                  <a:lnTo>
                    <a:pt x="4126512" y="834405"/>
                  </a:lnTo>
                  <a:lnTo>
                    <a:pt x="4127794" y="834405"/>
                  </a:lnTo>
                  <a:lnTo>
                    <a:pt x="4129076" y="834405"/>
                  </a:lnTo>
                  <a:lnTo>
                    <a:pt x="4130357" y="834405"/>
                  </a:lnTo>
                  <a:lnTo>
                    <a:pt x="4131639" y="834405"/>
                  </a:lnTo>
                  <a:lnTo>
                    <a:pt x="4132921" y="784340"/>
                  </a:lnTo>
                  <a:lnTo>
                    <a:pt x="4134203" y="737057"/>
                  </a:lnTo>
                  <a:lnTo>
                    <a:pt x="4135485" y="723151"/>
                  </a:lnTo>
                  <a:lnTo>
                    <a:pt x="4136767" y="723151"/>
                  </a:lnTo>
                  <a:lnTo>
                    <a:pt x="4138048" y="734276"/>
                  </a:lnTo>
                  <a:lnTo>
                    <a:pt x="4139330" y="778778"/>
                  </a:lnTo>
                  <a:lnTo>
                    <a:pt x="4140612" y="826061"/>
                  </a:lnTo>
                  <a:lnTo>
                    <a:pt x="4141894" y="834405"/>
                  </a:lnTo>
                  <a:lnTo>
                    <a:pt x="4143176" y="834405"/>
                  </a:lnTo>
                  <a:lnTo>
                    <a:pt x="4144458" y="834405"/>
                  </a:lnTo>
                  <a:lnTo>
                    <a:pt x="4145740" y="834405"/>
                  </a:lnTo>
                  <a:lnTo>
                    <a:pt x="4147021" y="834405"/>
                  </a:lnTo>
                  <a:lnTo>
                    <a:pt x="4148303" y="834405"/>
                  </a:lnTo>
                  <a:lnTo>
                    <a:pt x="4149585" y="834405"/>
                  </a:lnTo>
                  <a:lnTo>
                    <a:pt x="4150867" y="834405"/>
                  </a:lnTo>
                  <a:lnTo>
                    <a:pt x="4152149" y="837186"/>
                  </a:lnTo>
                  <a:lnTo>
                    <a:pt x="4153431" y="890032"/>
                  </a:lnTo>
                  <a:lnTo>
                    <a:pt x="4154712" y="890032"/>
                  </a:lnTo>
                  <a:lnTo>
                    <a:pt x="4155994" y="890032"/>
                  </a:lnTo>
                  <a:lnTo>
                    <a:pt x="4157276" y="890032"/>
                  </a:lnTo>
                  <a:lnTo>
                    <a:pt x="4158558" y="834405"/>
                  </a:lnTo>
                  <a:lnTo>
                    <a:pt x="4159840" y="834405"/>
                  </a:lnTo>
                  <a:lnTo>
                    <a:pt x="4161122" y="834405"/>
                  </a:lnTo>
                  <a:lnTo>
                    <a:pt x="4162404" y="834405"/>
                  </a:lnTo>
                  <a:lnTo>
                    <a:pt x="4163685" y="795466"/>
                  </a:lnTo>
                  <a:lnTo>
                    <a:pt x="4164967" y="826061"/>
                  </a:lnTo>
                  <a:lnTo>
                    <a:pt x="4166249" y="873344"/>
                  </a:lnTo>
                  <a:lnTo>
                    <a:pt x="4167531" y="851093"/>
                  </a:lnTo>
                  <a:lnTo>
                    <a:pt x="4168813" y="834405"/>
                  </a:lnTo>
                  <a:lnTo>
                    <a:pt x="4170095" y="834405"/>
                  </a:lnTo>
                  <a:lnTo>
                    <a:pt x="4171376" y="834405"/>
                  </a:lnTo>
                  <a:lnTo>
                    <a:pt x="4172658" y="834405"/>
                  </a:lnTo>
                  <a:lnTo>
                    <a:pt x="4173940" y="834405"/>
                  </a:lnTo>
                  <a:lnTo>
                    <a:pt x="4175222" y="834405"/>
                  </a:lnTo>
                  <a:lnTo>
                    <a:pt x="4176504" y="834405"/>
                  </a:lnTo>
                  <a:lnTo>
                    <a:pt x="4177786" y="834405"/>
                  </a:lnTo>
                  <a:lnTo>
                    <a:pt x="4179068" y="834405"/>
                  </a:lnTo>
                  <a:lnTo>
                    <a:pt x="4180349" y="809373"/>
                  </a:lnTo>
                  <a:lnTo>
                    <a:pt x="4181631" y="778778"/>
                  </a:lnTo>
                  <a:lnTo>
                    <a:pt x="4182913" y="778778"/>
                  </a:lnTo>
                  <a:lnTo>
                    <a:pt x="4184195" y="778778"/>
                  </a:lnTo>
                  <a:lnTo>
                    <a:pt x="4185477" y="778778"/>
                  </a:lnTo>
                  <a:lnTo>
                    <a:pt x="4186759" y="778778"/>
                  </a:lnTo>
                  <a:lnTo>
                    <a:pt x="4188040" y="778778"/>
                  </a:lnTo>
                  <a:lnTo>
                    <a:pt x="4189322" y="778778"/>
                  </a:lnTo>
                  <a:lnTo>
                    <a:pt x="4190604" y="831623"/>
                  </a:lnTo>
                  <a:lnTo>
                    <a:pt x="4191886" y="834405"/>
                  </a:lnTo>
                  <a:lnTo>
                    <a:pt x="4193168" y="834405"/>
                  </a:lnTo>
                  <a:lnTo>
                    <a:pt x="4194450" y="834405"/>
                  </a:lnTo>
                  <a:lnTo>
                    <a:pt x="4195731" y="870562"/>
                  </a:lnTo>
                  <a:lnTo>
                    <a:pt x="4197013" y="890032"/>
                  </a:lnTo>
                  <a:lnTo>
                    <a:pt x="4198295" y="890032"/>
                  </a:lnTo>
                  <a:lnTo>
                    <a:pt x="4199577" y="926189"/>
                  </a:lnTo>
                  <a:lnTo>
                    <a:pt x="4200859" y="945659"/>
                  </a:lnTo>
                  <a:lnTo>
                    <a:pt x="4202141" y="945659"/>
                  </a:lnTo>
                  <a:lnTo>
                    <a:pt x="4203423" y="945659"/>
                  </a:lnTo>
                  <a:lnTo>
                    <a:pt x="4204704" y="945659"/>
                  </a:lnTo>
                  <a:lnTo>
                    <a:pt x="4205986" y="903938"/>
                  </a:lnTo>
                  <a:lnTo>
                    <a:pt x="4207268" y="890032"/>
                  </a:lnTo>
                  <a:lnTo>
                    <a:pt x="4208550" y="881688"/>
                  </a:lnTo>
                  <a:lnTo>
                    <a:pt x="4209832" y="834405"/>
                  </a:lnTo>
                  <a:lnTo>
                    <a:pt x="4211114" y="834405"/>
                  </a:lnTo>
                  <a:lnTo>
                    <a:pt x="4212395" y="856655"/>
                  </a:lnTo>
                  <a:lnTo>
                    <a:pt x="4213677" y="890032"/>
                  </a:lnTo>
                  <a:lnTo>
                    <a:pt x="4214959" y="884469"/>
                  </a:lnTo>
                  <a:lnTo>
                    <a:pt x="4216241" y="834405"/>
                  </a:lnTo>
                  <a:lnTo>
                    <a:pt x="4217523" y="834405"/>
                  </a:lnTo>
                  <a:lnTo>
                    <a:pt x="4218805" y="784340"/>
                  </a:lnTo>
                  <a:lnTo>
                    <a:pt x="4220087" y="778778"/>
                  </a:lnTo>
                  <a:lnTo>
                    <a:pt x="4221368" y="778778"/>
                  </a:lnTo>
                  <a:lnTo>
                    <a:pt x="4222650" y="778778"/>
                  </a:lnTo>
                  <a:lnTo>
                    <a:pt x="4223932" y="778778"/>
                  </a:lnTo>
                  <a:lnTo>
                    <a:pt x="4225214" y="778778"/>
                  </a:lnTo>
                  <a:lnTo>
                    <a:pt x="4226496" y="778778"/>
                  </a:lnTo>
                  <a:lnTo>
                    <a:pt x="4227778" y="778778"/>
                  </a:lnTo>
                  <a:lnTo>
                    <a:pt x="4229059" y="778778"/>
                  </a:lnTo>
                  <a:lnTo>
                    <a:pt x="4230341" y="778778"/>
                  </a:lnTo>
                  <a:lnTo>
                    <a:pt x="4231623" y="773215"/>
                  </a:lnTo>
                  <a:lnTo>
                    <a:pt x="4232905" y="723151"/>
                  </a:lnTo>
                  <a:lnTo>
                    <a:pt x="4234187" y="723151"/>
                  </a:lnTo>
                  <a:lnTo>
                    <a:pt x="4235469" y="723151"/>
                  </a:lnTo>
                  <a:lnTo>
                    <a:pt x="4236750" y="723151"/>
                  </a:lnTo>
                  <a:lnTo>
                    <a:pt x="4238032" y="709244"/>
                  </a:lnTo>
                  <a:lnTo>
                    <a:pt x="4239314" y="723151"/>
                  </a:lnTo>
                  <a:lnTo>
                    <a:pt x="4240596" y="728713"/>
                  </a:lnTo>
                  <a:lnTo>
                    <a:pt x="4241878" y="778778"/>
                  </a:lnTo>
                  <a:lnTo>
                    <a:pt x="4243160" y="778778"/>
                  </a:lnTo>
                  <a:lnTo>
                    <a:pt x="4244442" y="778778"/>
                  </a:lnTo>
                  <a:lnTo>
                    <a:pt x="4245723" y="778778"/>
                  </a:lnTo>
                  <a:lnTo>
                    <a:pt x="4247005" y="781559"/>
                  </a:lnTo>
                  <a:lnTo>
                    <a:pt x="4248287" y="834405"/>
                  </a:lnTo>
                  <a:lnTo>
                    <a:pt x="4249569" y="834405"/>
                  </a:lnTo>
                  <a:lnTo>
                    <a:pt x="4250851" y="881688"/>
                  </a:lnTo>
                  <a:lnTo>
                    <a:pt x="4252133" y="890032"/>
                  </a:lnTo>
                  <a:lnTo>
                    <a:pt x="4253414" y="890032"/>
                  </a:lnTo>
                  <a:lnTo>
                    <a:pt x="4254696" y="890032"/>
                  </a:lnTo>
                  <a:lnTo>
                    <a:pt x="4255978" y="890032"/>
                  </a:lnTo>
                  <a:lnTo>
                    <a:pt x="4257260" y="890032"/>
                  </a:lnTo>
                  <a:lnTo>
                    <a:pt x="4258542" y="884469"/>
                  </a:lnTo>
                  <a:lnTo>
                    <a:pt x="4259824" y="834405"/>
                  </a:lnTo>
                  <a:lnTo>
                    <a:pt x="4261106" y="834405"/>
                  </a:lnTo>
                  <a:lnTo>
                    <a:pt x="4262387" y="834405"/>
                  </a:lnTo>
                  <a:lnTo>
                    <a:pt x="4263669" y="784340"/>
                  </a:lnTo>
                  <a:lnTo>
                    <a:pt x="4264951" y="834405"/>
                  </a:lnTo>
                  <a:lnTo>
                    <a:pt x="4266233" y="834405"/>
                  </a:lnTo>
                  <a:lnTo>
                    <a:pt x="4267515" y="834405"/>
                  </a:lnTo>
                  <a:lnTo>
                    <a:pt x="4268797" y="812154"/>
                  </a:lnTo>
                  <a:lnTo>
                    <a:pt x="4270078" y="828842"/>
                  </a:lnTo>
                  <a:lnTo>
                    <a:pt x="4271360" y="834405"/>
                  </a:lnTo>
                  <a:lnTo>
                    <a:pt x="4272642" y="834405"/>
                  </a:lnTo>
                  <a:lnTo>
                    <a:pt x="4273924" y="834405"/>
                  </a:lnTo>
                  <a:lnTo>
                    <a:pt x="4275206" y="834405"/>
                  </a:lnTo>
                  <a:lnTo>
                    <a:pt x="4276488" y="834405"/>
                  </a:lnTo>
                  <a:lnTo>
                    <a:pt x="4277770" y="834405"/>
                  </a:lnTo>
                  <a:lnTo>
                    <a:pt x="4279051" y="834405"/>
                  </a:lnTo>
                  <a:lnTo>
                    <a:pt x="4280333" y="834405"/>
                  </a:lnTo>
                  <a:lnTo>
                    <a:pt x="4281615" y="834405"/>
                  </a:lnTo>
                  <a:lnTo>
                    <a:pt x="4282897" y="834405"/>
                  </a:lnTo>
                  <a:lnTo>
                    <a:pt x="4284179" y="834405"/>
                  </a:lnTo>
                  <a:lnTo>
                    <a:pt x="4285461" y="803810"/>
                  </a:lnTo>
                  <a:lnTo>
                    <a:pt x="4286742" y="778778"/>
                  </a:lnTo>
                  <a:lnTo>
                    <a:pt x="4288024" y="778778"/>
                  </a:lnTo>
                  <a:lnTo>
                    <a:pt x="4289306" y="778778"/>
                  </a:lnTo>
                  <a:lnTo>
                    <a:pt x="4290588" y="781559"/>
                  </a:lnTo>
                  <a:lnTo>
                    <a:pt x="4291870" y="834405"/>
                  </a:lnTo>
                  <a:lnTo>
                    <a:pt x="4293152" y="834405"/>
                  </a:lnTo>
                  <a:lnTo>
                    <a:pt x="4294433" y="792684"/>
                  </a:lnTo>
                  <a:lnTo>
                    <a:pt x="4295715" y="795466"/>
                  </a:lnTo>
                  <a:lnTo>
                    <a:pt x="4296997" y="778778"/>
                  </a:lnTo>
                  <a:lnTo>
                    <a:pt x="4298279" y="778778"/>
                  </a:lnTo>
                  <a:lnTo>
                    <a:pt x="4299561" y="778778"/>
                  </a:lnTo>
                  <a:lnTo>
                    <a:pt x="4300843" y="798247"/>
                  </a:lnTo>
                  <a:lnTo>
                    <a:pt x="4302125" y="834405"/>
                  </a:lnTo>
                  <a:lnTo>
                    <a:pt x="4303406" y="834405"/>
                  </a:lnTo>
                  <a:lnTo>
                    <a:pt x="4304688" y="834405"/>
                  </a:lnTo>
                  <a:lnTo>
                    <a:pt x="4305970" y="834405"/>
                  </a:lnTo>
                  <a:lnTo>
                    <a:pt x="4307252" y="834405"/>
                  </a:lnTo>
                  <a:lnTo>
                    <a:pt x="4308534" y="834405"/>
                  </a:lnTo>
                  <a:lnTo>
                    <a:pt x="4309816" y="792684"/>
                  </a:lnTo>
                  <a:lnTo>
                    <a:pt x="4311097" y="778778"/>
                  </a:lnTo>
                  <a:lnTo>
                    <a:pt x="4312379" y="778778"/>
                  </a:lnTo>
                  <a:lnTo>
                    <a:pt x="4313661" y="725932"/>
                  </a:lnTo>
                  <a:lnTo>
                    <a:pt x="4314943" y="723151"/>
                  </a:lnTo>
                  <a:lnTo>
                    <a:pt x="4316225" y="723151"/>
                  </a:lnTo>
                  <a:lnTo>
                    <a:pt x="4317507" y="750964"/>
                  </a:lnTo>
                  <a:lnTo>
                    <a:pt x="4318789" y="778778"/>
                  </a:lnTo>
                  <a:lnTo>
                    <a:pt x="4320070" y="778778"/>
                  </a:lnTo>
                  <a:lnTo>
                    <a:pt x="4321352" y="778778"/>
                  </a:lnTo>
                  <a:lnTo>
                    <a:pt x="4322634" y="778778"/>
                  </a:lnTo>
                  <a:lnTo>
                    <a:pt x="4323916" y="778778"/>
                  </a:lnTo>
                  <a:lnTo>
                    <a:pt x="4325198" y="778778"/>
                  </a:lnTo>
                  <a:lnTo>
                    <a:pt x="4326480" y="817717"/>
                  </a:lnTo>
                  <a:lnTo>
                    <a:pt x="4327761" y="865000"/>
                  </a:lnTo>
                  <a:lnTo>
                    <a:pt x="4329043" y="890032"/>
                  </a:lnTo>
                  <a:lnTo>
                    <a:pt x="4330325" y="890032"/>
                  </a:lnTo>
                  <a:lnTo>
                    <a:pt x="4331607" y="842749"/>
                  </a:lnTo>
                  <a:lnTo>
                    <a:pt x="4332889" y="834405"/>
                  </a:lnTo>
                  <a:lnTo>
                    <a:pt x="4334171" y="834405"/>
                  </a:lnTo>
                  <a:lnTo>
                    <a:pt x="4335452" y="834405"/>
                  </a:lnTo>
                  <a:lnTo>
                    <a:pt x="4336734" y="834405"/>
                  </a:lnTo>
                  <a:lnTo>
                    <a:pt x="4338016" y="834405"/>
                  </a:lnTo>
                  <a:lnTo>
                    <a:pt x="4339298" y="801028"/>
                  </a:lnTo>
                  <a:lnTo>
                    <a:pt x="4340580" y="723151"/>
                  </a:lnTo>
                  <a:lnTo>
                    <a:pt x="4341862" y="762090"/>
                  </a:lnTo>
                  <a:lnTo>
                    <a:pt x="4343144" y="778778"/>
                  </a:lnTo>
                  <a:lnTo>
                    <a:pt x="4344425" y="778778"/>
                  </a:lnTo>
                  <a:lnTo>
                    <a:pt x="4345707" y="828842"/>
                  </a:lnTo>
                  <a:lnTo>
                    <a:pt x="4346989" y="834405"/>
                  </a:lnTo>
                  <a:lnTo>
                    <a:pt x="4348271" y="834405"/>
                  </a:lnTo>
                  <a:lnTo>
                    <a:pt x="4349553" y="834405"/>
                  </a:lnTo>
                  <a:lnTo>
                    <a:pt x="4350835" y="834405"/>
                  </a:lnTo>
                  <a:lnTo>
                    <a:pt x="4352116" y="834405"/>
                  </a:lnTo>
                  <a:lnTo>
                    <a:pt x="4353398" y="834405"/>
                  </a:lnTo>
                  <a:lnTo>
                    <a:pt x="4354680" y="834405"/>
                  </a:lnTo>
                  <a:lnTo>
                    <a:pt x="4355962" y="834405"/>
                  </a:lnTo>
                  <a:lnTo>
                    <a:pt x="4357244" y="834405"/>
                  </a:lnTo>
                  <a:lnTo>
                    <a:pt x="4358526" y="834405"/>
                  </a:lnTo>
                  <a:lnTo>
                    <a:pt x="4359808" y="834405"/>
                  </a:lnTo>
                  <a:lnTo>
                    <a:pt x="4361089" y="834405"/>
                  </a:lnTo>
                  <a:lnTo>
                    <a:pt x="4362371" y="809373"/>
                  </a:lnTo>
                  <a:lnTo>
                    <a:pt x="4363653" y="823279"/>
                  </a:lnTo>
                  <a:lnTo>
                    <a:pt x="4364935" y="834405"/>
                  </a:lnTo>
                  <a:lnTo>
                    <a:pt x="4366217" y="784340"/>
                  </a:lnTo>
                  <a:lnTo>
                    <a:pt x="4367499" y="778778"/>
                  </a:lnTo>
                  <a:lnTo>
                    <a:pt x="4368780" y="778778"/>
                  </a:lnTo>
                  <a:lnTo>
                    <a:pt x="4370062" y="745401"/>
                  </a:lnTo>
                  <a:lnTo>
                    <a:pt x="4371344" y="750964"/>
                  </a:lnTo>
                  <a:lnTo>
                    <a:pt x="4372626" y="834405"/>
                  </a:lnTo>
                  <a:lnTo>
                    <a:pt x="4373908" y="834405"/>
                  </a:lnTo>
                  <a:lnTo>
                    <a:pt x="4375190" y="834405"/>
                  </a:lnTo>
                  <a:lnTo>
                    <a:pt x="4376471" y="834405"/>
                  </a:lnTo>
                  <a:lnTo>
                    <a:pt x="4377753" y="798247"/>
                  </a:lnTo>
                  <a:lnTo>
                    <a:pt x="4379035" y="778778"/>
                  </a:lnTo>
                  <a:lnTo>
                    <a:pt x="4380317" y="778778"/>
                  </a:lnTo>
                  <a:lnTo>
                    <a:pt x="4381599" y="778778"/>
                  </a:lnTo>
                  <a:lnTo>
                    <a:pt x="4382881" y="778778"/>
                  </a:lnTo>
                  <a:lnTo>
                    <a:pt x="4384163" y="748183"/>
                  </a:lnTo>
                  <a:lnTo>
                    <a:pt x="4385444" y="723151"/>
                  </a:lnTo>
                  <a:lnTo>
                    <a:pt x="4386726" y="723151"/>
                  </a:lnTo>
                  <a:lnTo>
                    <a:pt x="4388008" y="723151"/>
                  </a:lnTo>
                  <a:lnTo>
                    <a:pt x="4389290" y="695337"/>
                  </a:lnTo>
                  <a:lnTo>
                    <a:pt x="4390572" y="667524"/>
                  </a:lnTo>
                  <a:lnTo>
                    <a:pt x="4391854" y="656398"/>
                  </a:lnTo>
                  <a:lnTo>
                    <a:pt x="4393135" y="611897"/>
                  </a:lnTo>
                  <a:lnTo>
                    <a:pt x="4394417" y="634148"/>
                  </a:lnTo>
                  <a:lnTo>
                    <a:pt x="4395699" y="667524"/>
                  </a:lnTo>
                  <a:lnTo>
                    <a:pt x="4396981" y="667524"/>
                  </a:lnTo>
                  <a:lnTo>
                    <a:pt x="4398263" y="714807"/>
                  </a:lnTo>
                  <a:lnTo>
                    <a:pt x="4399545" y="723151"/>
                  </a:lnTo>
                  <a:lnTo>
                    <a:pt x="4400827" y="723151"/>
                  </a:lnTo>
                  <a:lnTo>
                    <a:pt x="4402108" y="753746"/>
                  </a:lnTo>
                  <a:lnTo>
                    <a:pt x="4403390" y="778778"/>
                  </a:lnTo>
                  <a:lnTo>
                    <a:pt x="4404672" y="778778"/>
                  </a:lnTo>
                  <a:lnTo>
                    <a:pt x="4405954" y="778778"/>
                  </a:lnTo>
                  <a:lnTo>
                    <a:pt x="4407236" y="778778"/>
                  </a:lnTo>
                  <a:lnTo>
                    <a:pt x="4408518" y="778778"/>
                  </a:lnTo>
                  <a:lnTo>
                    <a:pt x="4409799" y="773215"/>
                  </a:lnTo>
                  <a:lnTo>
                    <a:pt x="4411081" y="778778"/>
                  </a:lnTo>
                  <a:lnTo>
                    <a:pt x="4412363" y="778778"/>
                  </a:lnTo>
                  <a:lnTo>
                    <a:pt x="4413645" y="778778"/>
                  </a:lnTo>
                  <a:lnTo>
                    <a:pt x="4414927" y="778778"/>
                  </a:lnTo>
                  <a:lnTo>
                    <a:pt x="4416209" y="806591"/>
                  </a:lnTo>
                  <a:lnTo>
                    <a:pt x="4417491" y="834405"/>
                  </a:lnTo>
                  <a:lnTo>
                    <a:pt x="4418772" y="795466"/>
                  </a:lnTo>
                  <a:lnTo>
                    <a:pt x="4420054" y="778778"/>
                  </a:lnTo>
                  <a:lnTo>
                    <a:pt x="4421336" y="803810"/>
                  </a:lnTo>
                  <a:lnTo>
                    <a:pt x="4422618" y="834405"/>
                  </a:lnTo>
                  <a:lnTo>
                    <a:pt x="4423900" y="842749"/>
                  </a:lnTo>
                  <a:lnTo>
                    <a:pt x="4425182" y="890032"/>
                  </a:lnTo>
                  <a:lnTo>
                    <a:pt x="4426463" y="890032"/>
                  </a:lnTo>
                  <a:lnTo>
                    <a:pt x="4427745" y="890032"/>
                  </a:lnTo>
                  <a:lnTo>
                    <a:pt x="4429027" y="837186"/>
                  </a:lnTo>
                  <a:lnTo>
                    <a:pt x="4430309" y="834405"/>
                  </a:lnTo>
                  <a:lnTo>
                    <a:pt x="4431591" y="834405"/>
                  </a:lnTo>
                  <a:lnTo>
                    <a:pt x="4432873" y="834405"/>
                  </a:lnTo>
                  <a:lnTo>
                    <a:pt x="4434154" y="834405"/>
                  </a:lnTo>
                  <a:lnTo>
                    <a:pt x="4435436" y="834405"/>
                  </a:lnTo>
                  <a:lnTo>
                    <a:pt x="4436718" y="834405"/>
                  </a:lnTo>
                  <a:lnTo>
                    <a:pt x="4438000" y="834405"/>
                  </a:lnTo>
                  <a:lnTo>
                    <a:pt x="4439282" y="834405"/>
                  </a:lnTo>
                  <a:lnTo>
                    <a:pt x="4440564" y="834405"/>
                  </a:lnTo>
                  <a:lnTo>
                    <a:pt x="4441846" y="870562"/>
                  </a:lnTo>
                  <a:lnTo>
                    <a:pt x="4443127" y="890032"/>
                  </a:lnTo>
                  <a:lnTo>
                    <a:pt x="4444409" y="890032"/>
                  </a:lnTo>
                  <a:lnTo>
                    <a:pt x="4445691" y="890032"/>
                  </a:lnTo>
                  <a:lnTo>
                    <a:pt x="4446973" y="890032"/>
                  </a:lnTo>
                  <a:lnTo>
                    <a:pt x="4448255" y="890032"/>
                  </a:lnTo>
                  <a:lnTo>
                    <a:pt x="4449537" y="859437"/>
                  </a:lnTo>
                  <a:lnTo>
                    <a:pt x="4450818" y="870562"/>
                  </a:lnTo>
                  <a:lnTo>
                    <a:pt x="4452100" y="890032"/>
                  </a:lnTo>
                  <a:lnTo>
                    <a:pt x="4453382" y="890032"/>
                  </a:lnTo>
                  <a:lnTo>
                    <a:pt x="4454664" y="890032"/>
                  </a:lnTo>
                  <a:lnTo>
                    <a:pt x="4455946" y="890032"/>
                  </a:lnTo>
                  <a:lnTo>
                    <a:pt x="4457228" y="890032"/>
                  </a:lnTo>
                  <a:lnTo>
                    <a:pt x="4458510" y="890032"/>
                  </a:lnTo>
                  <a:lnTo>
                    <a:pt x="4459791" y="878906"/>
                  </a:lnTo>
                  <a:lnTo>
                    <a:pt x="4461073" y="884469"/>
                  </a:lnTo>
                  <a:lnTo>
                    <a:pt x="4462355" y="890032"/>
                  </a:lnTo>
                  <a:lnTo>
                    <a:pt x="4463637" y="890032"/>
                  </a:lnTo>
                  <a:lnTo>
                    <a:pt x="4464919" y="870562"/>
                  </a:lnTo>
                  <a:lnTo>
                    <a:pt x="4466201" y="834405"/>
                  </a:lnTo>
                  <a:lnTo>
                    <a:pt x="4467482" y="834405"/>
                  </a:lnTo>
                  <a:lnTo>
                    <a:pt x="4468764" y="834405"/>
                  </a:lnTo>
                  <a:lnTo>
                    <a:pt x="4470046" y="834405"/>
                  </a:lnTo>
                  <a:lnTo>
                    <a:pt x="4471328" y="834405"/>
                  </a:lnTo>
                  <a:lnTo>
                    <a:pt x="4472610" y="834405"/>
                  </a:lnTo>
                  <a:lnTo>
                    <a:pt x="4473892" y="834405"/>
                  </a:lnTo>
                  <a:lnTo>
                    <a:pt x="4475173" y="789903"/>
                  </a:lnTo>
                  <a:lnTo>
                    <a:pt x="4476455" y="723151"/>
                  </a:lnTo>
                  <a:lnTo>
                    <a:pt x="4477737" y="723151"/>
                  </a:lnTo>
                  <a:lnTo>
                    <a:pt x="4479019" y="723151"/>
                  </a:lnTo>
                  <a:lnTo>
                    <a:pt x="4480301" y="723151"/>
                  </a:lnTo>
                  <a:lnTo>
                    <a:pt x="4481583" y="750964"/>
                  </a:lnTo>
                  <a:lnTo>
                    <a:pt x="4482865" y="778778"/>
                  </a:lnTo>
                  <a:lnTo>
                    <a:pt x="4484146" y="778778"/>
                  </a:lnTo>
                  <a:lnTo>
                    <a:pt x="4485428" y="778778"/>
                  </a:lnTo>
                  <a:lnTo>
                    <a:pt x="4486710" y="778778"/>
                  </a:lnTo>
                  <a:lnTo>
                    <a:pt x="4487992" y="778778"/>
                  </a:lnTo>
                  <a:lnTo>
                    <a:pt x="4489274" y="778778"/>
                  </a:lnTo>
                  <a:lnTo>
                    <a:pt x="4490556" y="778778"/>
                  </a:lnTo>
                  <a:lnTo>
                    <a:pt x="4491837" y="739839"/>
                  </a:lnTo>
                  <a:lnTo>
                    <a:pt x="4493119" y="759308"/>
                  </a:lnTo>
                  <a:lnTo>
                    <a:pt x="4494401" y="723151"/>
                  </a:lnTo>
                  <a:lnTo>
                    <a:pt x="4495683" y="667524"/>
                  </a:lnTo>
                  <a:lnTo>
                    <a:pt x="4496965" y="678649"/>
                  </a:lnTo>
                  <a:lnTo>
                    <a:pt x="4498247" y="667524"/>
                  </a:lnTo>
                  <a:lnTo>
                    <a:pt x="4499529" y="667524"/>
                  </a:lnTo>
                  <a:lnTo>
                    <a:pt x="4500810" y="667524"/>
                  </a:lnTo>
                  <a:lnTo>
                    <a:pt x="4502092" y="667524"/>
                  </a:lnTo>
                  <a:lnTo>
                    <a:pt x="4503374" y="667524"/>
                  </a:lnTo>
                  <a:lnTo>
                    <a:pt x="4504656" y="620241"/>
                  </a:lnTo>
                  <a:lnTo>
                    <a:pt x="4505938" y="570176"/>
                  </a:lnTo>
                  <a:lnTo>
                    <a:pt x="4507220" y="595209"/>
                  </a:lnTo>
                  <a:lnTo>
                    <a:pt x="4508501" y="645273"/>
                  </a:lnTo>
                  <a:lnTo>
                    <a:pt x="4509783" y="611897"/>
                  </a:lnTo>
                  <a:lnTo>
                    <a:pt x="4511065" y="611897"/>
                  </a:lnTo>
                  <a:lnTo>
                    <a:pt x="4512347" y="611897"/>
                  </a:lnTo>
                  <a:lnTo>
                    <a:pt x="4513629" y="611897"/>
                  </a:lnTo>
                  <a:lnTo>
                    <a:pt x="4514911" y="611897"/>
                  </a:lnTo>
                  <a:lnTo>
                    <a:pt x="4516192" y="575739"/>
                  </a:lnTo>
                  <a:lnTo>
                    <a:pt x="4517474" y="500643"/>
                  </a:lnTo>
                  <a:lnTo>
                    <a:pt x="4518756" y="500643"/>
                  </a:lnTo>
                  <a:lnTo>
                    <a:pt x="4520038" y="500643"/>
                  </a:lnTo>
                  <a:lnTo>
                    <a:pt x="4521320" y="500643"/>
                  </a:lnTo>
                  <a:lnTo>
                    <a:pt x="4522602" y="500643"/>
                  </a:lnTo>
                  <a:lnTo>
                    <a:pt x="4523884" y="545144"/>
                  </a:lnTo>
                  <a:lnTo>
                    <a:pt x="4525165" y="572958"/>
                  </a:lnTo>
                  <a:lnTo>
                    <a:pt x="4526447" y="611897"/>
                  </a:lnTo>
                  <a:lnTo>
                    <a:pt x="4527729" y="631366"/>
                  </a:lnTo>
                  <a:lnTo>
                    <a:pt x="4529011" y="614678"/>
                  </a:lnTo>
                  <a:lnTo>
                    <a:pt x="4530293" y="667524"/>
                  </a:lnTo>
                  <a:lnTo>
                    <a:pt x="4531575" y="667524"/>
                  </a:lnTo>
                  <a:lnTo>
                    <a:pt x="4532856" y="667524"/>
                  </a:lnTo>
                  <a:lnTo>
                    <a:pt x="4534138" y="600771"/>
                  </a:lnTo>
                  <a:lnTo>
                    <a:pt x="4535420" y="556270"/>
                  </a:lnTo>
                  <a:lnTo>
                    <a:pt x="4536702" y="600771"/>
                  </a:lnTo>
                  <a:lnTo>
                    <a:pt x="4537984" y="650836"/>
                  </a:lnTo>
                  <a:lnTo>
                    <a:pt x="4539266" y="667524"/>
                  </a:lnTo>
                  <a:lnTo>
                    <a:pt x="4540548" y="686993"/>
                  </a:lnTo>
                  <a:lnTo>
                    <a:pt x="4541829" y="723151"/>
                  </a:lnTo>
                  <a:lnTo>
                    <a:pt x="4543111" y="684212"/>
                  </a:lnTo>
                  <a:lnTo>
                    <a:pt x="4544393" y="667524"/>
                  </a:lnTo>
                  <a:lnTo>
                    <a:pt x="4545675" y="667524"/>
                  </a:lnTo>
                  <a:lnTo>
                    <a:pt x="4546957" y="667524"/>
                  </a:lnTo>
                  <a:lnTo>
                    <a:pt x="4548239" y="681430"/>
                  </a:lnTo>
                  <a:lnTo>
                    <a:pt x="4549520" y="723151"/>
                  </a:lnTo>
                  <a:lnTo>
                    <a:pt x="4550802" y="723151"/>
                  </a:lnTo>
                  <a:lnTo>
                    <a:pt x="4552084" y="723151"/>
                  </a:lnTo>
                  <a:lnTo>
                    <a:pt x="4553366" y="684212"/>
                  </a:lnTo>
                  <a:lnTo>
                    <a:pt x="4554648" y="667524"/>
                  </a:lnTo>
                  <a:lnTo>
                    <a:pt x="4555930" y="667524"/>
                  </a:lnTo>
                  <a:lnTo>
                    <a:pt x="4557212" y="656398"/>
                  </a:lnTo>
                  <a:lnTo>
                    <a:pt x="4558493" y="611897"/>
                  </a:lnTo>
                  <a:lnTo>
                    <a:pt x="4559775" y="642492"/>
                  </a:lnTo>
                  <a:lnTo>
                    <a:pt x="4561057" y="667524"/>
                  </a:lnTo>
                  <a:lnTo>
                    <a:pt x="4562339" y="667524"/>
                  </a:lnTo>
                  <a:lnTo>
                    <a:pt x="4563621" y="667524"/>
                  </a:lnTo>
                  <a:lnTo>
                    <a:pt x="4564903" y="667524"/>
                  </a:lnTo>
                  <a:lnTo>
                    <a:pt x="4566184" y="728713"/>
                  </a:lnTo>
                  <a:lnTo>
                    <a:pt x="4567466" y="778778"/>
                  </a:lnTo>
                  <a:lnTo>
                    <a:pt x="4568748" y="778778"/>
                  </a:lnTo>
                  <a:lnTo>
                    <a:pt x="4570030" y="778778"/>
                  </a:lnTo>
                  <a:lnTo>
                    <a:pt x="4571312" y="778778"/>
                  </a:lnTo>
                  <a:lnTo>
                    <a:pt x="4572594" y="778778"/>
                  </a:lnTo>
                  <a:lnTo>
                    <a:pt x="4573875" y="778778"/>
                  </a:lnTo>
                  <a:lnTo>
                    <a:pt x="4575157" y="814935"/>
                  </a:lnTo>
                  <a:lnTo>
                    <a:pt x="4576439" y="834405"/>
                  </a:lnTo>
                  <a:lnTo>
                    <a:pt x="4577721" y="834405"/>
                  </a:lnTo>
                  <a:lnTo>
                    <a:pt x="4579003" y="834405"/>
                  </a:lnTo>
                  <a:lnTo>
                    <a:pt x="4580285" y="848311"/>
                  </a:lnTo>
                  <a:lnTo>
                    <a:pt x="4581567" y="881688"/>
                  </a:lnTo>
                  <a:lnTo>
                    <a:pt x="4582848" y="834405"/>
                  </a:lnTo>
                  <a:lnTo>
                    <a:pt x="4584130" y="834405"/>
                  </a:lnTo>
                  <a:lnTo>
                    <a:pt x="4585412" y="820498"/>
                  </a:lnTo>
                  <a:lnTo>
                    <a:pt x="4586694" y="828842"/>
                  </a:lnTo>
                  <a:lnTo>
                    <a:pt x="4587976" y="778778"/>
                  </a:lnTo>
                  <a:lnTo>
                    <a:pt x="4589258" y="787122"/>
                  </a:lnTo>
                  <a:lnTo>
                    <a:pt x="4590539" y="834405"/>
                  </a:lnTo>
                  <a:lnTo>
                    <a:pt x="4591821" y="784340"/>
                  </a:lnTo>
                  <a:lnTo>
                    <a:pt x="4593103" y="778778"/>
                  </a:lnTo>
                  <a:lnTo>
                    <a:pt x="4594385" y="778778"/>
                  </a:lnTo>
                  <a:lnTo>
                    <a:pt x="4595667" y="778778"/>
                  </a:lnTo>
                  <a:lnTo>
                    <a:pt x="4596949" y="778778"/>
                  </a:lnTo>
                  <a:lnTo>
                    <a:pt x="4598231" y="778778"/>
                  </a:lnTo>
                  <a:lnTo>
                    <a:pt x="4599512" y="778778"/>
                  </a:lnTo>
                  <a:lnTo>
                    <a:pt x="4600794" y="778778"/>
                  </a:lnTo>
                  <a:lnTo>
                    <a:pt x="4602076" y="778778"/>
                  </a:lnTo>
                  <a:lnTo>
                    <a:pt x="4603358" y="742620"/>
                  </a:lnTo>
                  <a:lnTo>
                    <a:pt x="4604640" y="723151"/>
                  </a:lnTo>
                  <a:lnTo>
                    <a:pt x="4605922" y="723151"/>
                  </a:lnTo>
                  <a:lnTo>
                    <a:pt x="4607203" y="686993"/>
                  </a:lnTo>
                  <a:lnTo>
                    <a:pt x="4608485" y="667524"/>
                  </a:lnTo>
                  <a:lnTo>
                    <a:pt x="4609767" y="667524"/>
                  </a:lnTo>
                  <a:lnTo>
                    <a:pt x="4611049" y="667524"/>
                  </a:lnTo>
                  <a:lnTo>
                    <a:pt x="4612331" y="667524"/>
                  </a:lnTo>
                  <a:lnTo>
                    <a:pt x="4613613" y="673086"/>
                  </a:lnTo>
                  <a:lnTo>
                    <a:pt x="4614894" y="723151"/>
                  </a:lnTo>
                  <a:lnTo>
                    <a:pt x="4616176" y="723151"/>
                  </a:lnTo>
                  <a:lnTo>
                    <a:pt x="4617458" y="770434"/>
                  </a:lnTo>
                  <a:lnTo>
                    <a:pt x="4618740" y="781559"/>
                  </a:lnTo>
                  <a:lnTo>
                    <a:pt x="4620022" y="834405"/>
                  </a:lnTo>
                  <a:lnTo>
                    <a:pt x="4621304" y="834405"/>
                  </a:lnTo>
                  <a:lnTo>
                    <a:pt x="4622586" y="834405"/>
                  </a:lnTo>
                  <a:lnTo>
                    <a:pt x="4623867" y="881688"/>
                  </a:lnTo>
                  <a:lnTo>
                    <a:pt x="4625149" y="890032"/>
                  </a:lnTo>
                  <a:lnTo>
                    <a:pt x="4626431" y="890032"/>
                  </a:lnTo>
                  <a:lnTo>
                    <a:pt x="4627713" y="867781"/>
                  </a:lnTo>
                  <a:lnTo>
                    <a:pt x="4628995" y="834405"/>
                  </a:lnTo>
                  <a:lnTo>
                    <a:pt x="4630277" y="834405"/>
                  </a:lnTo>
                  <a:lnTo>
                    <a:pt x="4631558" y="834405"/>
                  </a:lnTo>
                  <a:lnTo>
                    <a:pt x="4632840" y="806591"/>
                  </a:lnTo>
                  <a:lnTo>
                    <a:pt x="4634122" y="778778"/>
                  </a:lnTo>
                  <a:lnTo>
                    <a:pt x="4635404" y="759308"/>
                  </a:lnTo>
                  <a:lnTo>
                    <a:pt x="4636686" y="692556"/>
                  </a:lnTo>
                  <a:lnTo>
                    <a:pt x="4637968" y="667524"/>
                  </a:lnTo>
                  <a:lnTo>
                    <a:pt x="4639250" y="700900"/>
                  </a:lnTo>
                  <a:lnTo>
                    <a:pt x="4640531" y="723151"/>
                  </a:lnTo>
                  <a:lnTo>
                    <a:pt x="4641813" y="723151"/>
                  </a:lnTo>
                  <a:lnTo>
                    <a:pt x="4643095" y="723151"/>
                  </a:lnTo>
                  <a:lnTo>
                    <a:pt x="4644377" y="723151"/>
                  </a:lnTo>
                  <a:lnTo>
                    <a:pt x="4645659" y="695337"/>
                  </a:lnTo>
                  <a:lnTo>
                    <a:pt x="4646941" y="667524"/>
                  </a:lnTo>
                  <a:lnTo>
                    <a:pt x="4648222" y="620241"/>
                  </a:lnTo>
                  <a:lnTo>
                    <a:pt x="4649504" y="611897"/>
                  </a:lnTo>
                  <a:lnTo>
                    <a:pt x="4650786" y="611897"/>
                  </a:lnTo>
                  <a:lnTo>
                    <a:pt x="4652068" y="611897"/>
                  </a:lnTo>
                  <a:lnTo>
                    <a:pt x="4653350" y="611897"/>
                  </a:lnTo>
                  <a:lnTo>
                    <a:pt x="4654632" y="611897"/>
                  </a:lnTo>
                  <a:lnTo>
                    <a:pt x="4655913" y="611897"/>
                  </a:lnTo>
                  <a:lnTo>
                    <a:pt x="4657195" y="611897"/>
                  </a:lnTo>
                  <a:lnTo>
                    <a:pt x="4658477" y="575739"/>
                  </a:lnTo>
                  <a:lnTo>
                    <a:pt x="4659759" y="575739"/>
                  </a:lnTo>
                  <a:lnTo>
                    <a:pt x="4661041" y="611897"/>
                  </a:lnTo>
                  <a:lnTo>
                    <a:pt x="4662323" y="611897"/>
                  </a:lnTo>
                  <a:lnTo>
                    <a:pt x="4663605" y="561832"/>
                  </a:lnTo>
                  <a:lnTo>
                    <a:pt x="4664886" y="581302"/>
                  </a:lnTo>
                  <a:lnTo>
                    <a:pt x="4666168" y="611897"/>
                  </a:lnTo>
                  <a:lnTo>
                    <a:pt x="4667450" y="661961"/>
                  </a:lnTo>
                  <a:lnTo>
                    <a:pt x="4668732" y="748183"/>
                  </a:lnTo>
                  <a:lnTo>
                    <a:pt x="4670014" y="778778"/>
                  </a:lnTo>
                  <a:lnTo>
                    <a:pt x="4671296" y="778778"/>
                  </a:lnTo>
                  <a:lnTo>
                    <a:pt x="4672577" y="778778"/>
                  </a:lnTo>
                  <a:lnTo>
                    <a:pt x="4673859" y="778778"/>
                  </a:lnTo>
                  <a:lnTo>
                    <a:pt x="4675141" y="728713"/>
                  </a:lnTo>
                  <a:lnTo>
                    <a:pt x="4676423" y="723151"/>
                  </a:lnTo>
                  <a:lnTo>
                    <a:pt x="4677705" y="748183"/>
                  </a:lnTo>
                  <a:lnTo>
                    <a:pt x="4678987" y="723151"/>
                  </a:lnTo>
                  <a:lnTo>
                    <a:pt x="4680269" y="767652"/>
                  </a:lnTo>
                  <a:lnTo>
                    <a:pt x="4681550" y="778778"/>
                  </a:lnTo>
                  <a:lnTo>
                    <a:pt x="4682832" y="778778"/>
                  </a:lnTo>
                  <a:lnTo>
                    <a:pt x="4684114" y="778778"/>
                  </a:lnTo>
                  <a:lnTo>
                    <a:pt x="4685396" y="778778"/>
                  </a:lnTo>
                  <a:lnTo>
                    <a:pt x="4686678" y="778778"/>
                  </a:lnTo>
                  <a:lnTo>
                    <a:pt x="4687960" y="778778"/>
                  </a:lnTo>
                  <a:lnTo>
                    <a:pt x="4689241" y="775996"/>
                  </a:lnTo>
                  <a:lnTo>
                    <a:pt x="4690523" y="756527"/>
                  </a:lnTo>
                  <a:lnTo>
                    <a:pt x="4691805" y="739839"/>
                  </a:lnTo>
                  <a:lnTo>
                    <a:pt x="4693087" y="686993"/>
                  </a:lnTo>
                  <a:lnTo>
                    <a:pt x="4694369" y="667524"/>
                  </a:lnTo>
                  <a:lnTo>
                    <a:pt x="4695651" y="667524"/>
                  </a:lnTo>
                  <a:lnTo>
                    <a:pt x="4696933" y="667524"/>
                  </a:lnTo>
                  <a:lnTo>
                    <a:pt x="4698214" y="667524"/>
                  </a:lnTo>
                  <a:lnTo>
                    <a:pt x="4699496" y="667524"/>
                  </a:lnTo>
                  <a:lnTo>
                    <a:pt x="4700778" y="667524"/>
                  </a:lnTo>
                  <a:lnTo>
                    <a:pt x="4702060" y="667524"/>
                  </a:lnTo>
                  <a:lnTo>
                    <a:pt x="4703342" y="667524"/>
                  </a:lnTo>
                  <a:lnTo>
                    <a:pt x="4704624" y="667524"/>
                  </a:lnTo>
                  <a:lnTo>
                    <a:pt x="4705905" y="667524"/>
                  </a:lnTo>
                  <a:lnTo>
                    <a:pt x="4707187" y="706463"/>
                  </a:lnTo>
                  <a:lnTo>
                    <a:pt x="4708469" y="667524"/>
                  </a:lnTo>
                  <a:lnTo>
                    <a:pt x="4709751" y="667524"/>
                  </a:lnTo>
                  <a:lnTo>
                    <a:pt x="4711033" y="720369"/>
                  </a:lnTo>
                  <a:lnTo>
                    <a:pt x="4712315" y="723151"/>
                  </a:lnTo>
                  <a:lnTo>
                    <a:pt x="4713596" y="723151"/>
                  </a:lnTo>
                  <a:lnTo>
                    <a:pt x="4714878" y="723151"/>
                  </a:lnTo>
                  <a:lnTo>
                    <a:pt x="4716160" y="723151"/>
                  </a:lnTo>
                  <a:lnTo>
                    <a:pt x="4717442" y="723151"/>
                  </a:lnTo>
                  <a:lnTo>
                    <a:pt x="4718724" y="723151"/>
                  </a:lnTo>
                  <a:lnTo>
                    <a:pt x="4720006" y="723151"/>
                  </a:lnTo>
                  <a:lnTo>
                    <a:pt x="4721288" y="723151"/>
                  </a:lnTo>
                  <a:lnTo>
                    <a:pt x="4722569" y="778778"/>
                  </a:lnTo>
                  <a:lnTo>
                    <a:pt x="4723851" y="764871"/>
                  </a:lnTo>
                  <a:lnTo>
                    <a:pt x="4725133" y="812154"/>
                  </a:lnTo>
                  <a:lnTo>
                    <a:pt x="4726415" y="834405"/>
                  </a:lnTo>
                  <a:lnTo>
                    <a:pt x="4727697" y="878906"/>
                  </a:lnTo>
                  <a:lnTo>
                    <a:pt x="4728979" y="812154"/>
                  </a:lnTo>
                  <a:lnTo>
                    <a:pt x="4730260" y="728713"/>
                  </a:lnTo>
                  <a:lnTo>
                    <a:pt x="4731542" y="723151"/>
                  </a:lnTo>
                  <a:lnTo>
                    <a:pt x="4732824" y="723151"/>
                  </a:lnTo>
                  <a:lnTo>
                    <a:pt x="4734106" y="636929"/>
                  </a:lnTo>
                  <a:lnTo>
                    <a:pt x="4735388" y="581302"/>
                  </a:lnTo>
                  <a:lnTo>
                    <a:pt x="4736670" y="539582"/>
                  </a:lnTo>
                  <a:lnTo>
                    <a:pt x="4737952" y="500643"/>
                  </a:lnTo>
                  <a:lnTo>
                    <a:pt x="4739233" y="467266"/>
                  </a:lnTo>
                  <a:lnTo>
                    <a:pt x="4740515" y="500643"/>
                  </a:lnTo>
                  <a:lnTo>
                    <a:pt x="4741797" y="500643"/>
                  </a:lnTo>
                  <a:lnTo>
                    <a:pt x="4743079" y="456141"/>
                  </a:lnTo>
                  <a:lnTo>
                    <a:pt x="4744361" y="445016"/>
                  </a:lnTo>
                  <a:lnTo>
                    <a:pt x="4745643" y="417202"/>
                  </a:lnTo>
                  <a:lnTo>
                    <a:pt x="4746924" y="386607"/>
                  </a:lnTo>
                  <a:lnTo>
                    <a:pt x="4748206" y="333762"/>
                  </a:lnTo>
                  <a:lnTo>
                    <a:pt x="4749488" y="333762"/>
                  </a:lnTo>
                  <a:lnTo>
                    <a:pt x="4750770" y="333762"/>
                  </a:lnTo>
                  <a:lnTo>
                    <a:pt x="4752052" y="333762"/>
                  </a:lnTo>
                  <a:lnTo>
                    <a:pt x="4753334" y="333762"/>
                  </a:lnTo>
                  <a:lnTo>
                    <a:pt x="4754615" y="333762"/>
                  </a:lnTo>
                  <a:lnTo>
                    <a:pt x="4755897" y="381044"/>
                  </a:lnTo>
                  <a:lnTo>
                    <a:pt x="4757179" y="389389"/>
                  </a:lnTo>
                  <a:lnTo>
                    <a:pt x="4758461" y="333762"/>
                  </a:lnTo>
                  <a:lnTo>
                    <a:pt x="4759743" y="333762"/>
                  </a:lnTo>
                  <a:lnTo>
                    <a:pt x="4761025" y="406077"/>
                  </a:lnTo>
                  <a:lnTo>
                    <a:pt x="4762307" y="442234"/>
                  </a:lnTo>
                  <a:lnTo>
                    <a:pt x="4763588" y="445016"/>
                  </a:lnTo>
                  <a:lnTo>
                    <a:pt x="4764870" y="414421"/>
                  </a:lnTo>
                  <a:lnTo>
                    <a:pt x="4766152" y="470048"/>
                  </a:lnTo>
                  <a:lnTo>
                    <a:pt x="4767434" y="514549"/>
                  </a:lnTo>
                  <a:lnTo>
                    <a:pt x="4768716" y="514549"/>
                  </a:lnTo>
                  <a:lnTo>
                    <a:pt x="4769998" y="556270"/>
                  </a:lnTo>
                  <a:lnTo>
                    <a:pt x="4771279" y="592427"/>
                  </a:lnTo>
                  <a:lnTo>
                    <a:pt x="4772561" y="611897"/>
                  </a:lnTo>
                  <a:lnTo>
                    <a:pt x="4773843" y="611897"/>
                  </a:lnTo>
                  <a:lnTo>
                    <a:pt x="4775125" y="653617"/>
                  </a:lnTo>
                  <a:lnTo>
                    <a:pt x="4776407" y="667524"/>
                  </a:lnTo>
                  <a:lnTo>
                    <a:pt x="4777689" y="692556"/>
                  </a:lnTo>
                  <a:lnTo>
                    <a:pt x="4778971" y="723151"/>
                  </a:lnTo>
                  <a:lnTo>
                    <a:pt x="4780252" y="778778"/>
                  </a:lnTo>
                  <a:lnTo>
                    <a:pt x="4781534" y="778778"/>
                  </a:lnTo>
                  <a:lnTo>
                    <a:pt x="4782816" y="750964"/>
                  </a:lnTo>
                  <a:lnTo>
                    <a:pt x="4784098" y="723151"/>
                  </a:lnTo>
                  <a:lnTo>
                    <a:pt x="4785380" y="723151"/>
                  </a:lnTo>
                  <a:lnTo>
                    <a:pt x="4786662" y="723151"/>
                  </a:lnTo>
                  <a:lnTo>
                    <a:pt x="4787943" y="723151"/>
                  </a:lnTo>
                  <a:lnTo>
                    <a:pt x="4789225" y="723151"/>
                  </a:lnTo>
                  <a:lnTo>
                    <a:pt x="4790507" y="775996"/>
                  </a:lnTo>
                  <a:lnTo>
                    <a:pt x="4791789" y="739839"/>
                  </a:lnTo>
                  <a:lnTo>
                    <a:pt x="4793071" y="723151"/>
                  </a:lnTo>
                  <a:lnTo>
                    <a:pt x="4794353" y="770434"/>
                  </a:lnTo>
                  <a:lnTo>
                    <a:pt x="4795635" y="767652"/>
                  </a:lnTo>
                  <a:lnTo>
                    <a:pt x="4796916" y="750964"/>
                  </a:lnTo>
                  <a:lnTo>
                    <a:pt x="4798198" y="778778"/>
                  </a:lnTo>
                  <a:lnTo>
                    <a:pt x="4799480" y="789903"/>
                  </a:lnTo>
                  <a:lnTo>
                    <a:pt x="4800762" y="834405"/>
                  </a:lnTo>
                  <a:lnTo>
                    <a:pt x="4802044" y="784340"/>
                  </a:lnTo>
                  <a:lnTo>
                    <a:pt x="4803326" y="770434"/>
                  </a:lnTo>
                  <a:lnTo>
                    <a:pt x="4804607" y="723151"/>
                  </a:lnTo>
                  <a:lnTo>
                    <a:pt x="4805889" y="664742"/>
                  </a:lnTo>
                  <a:lnTo>
                    <a:pt x="4807171" y="611897"/>
                  </a:lnTo>
                  <a:lnTo>
                    <a:pt x="4808453" y="611897"/>
                  </a:lnTo>
                  <a:lnTo>
                    <a:pt x="4809735" y="559051"/>
                  </a:lnTo>
                  <a:lnTo>
                    <a:pt x="4811017" y="556270"/>
                  </a:lnTo>
                  <a:lnTo>
                    <a:pt x="4812298" y="539582"/>
                  </a:lnTo>
                  <a:lnTo>
                    <a:pt x="4813580" y="500643"/>
                  </a:lnTo>
                  <a:lnTo>
                    <a:pt x="4814862" y="525675"/>
                  </a:lnTo>
                  <a:lnTo>
                    <a:pt x="4816144" y="556270"/>
                  </a:lnTo>
                  <a:lnTo>
                    <a:pt x="4817426" y="556270"/>
                  </a:lnTo>
                  <a:lnTo>
                    <a:pt x="4818708" y="556270"/>
                  </a:lnTo>
                  <a:lnTo>
                    <a:pt x="4819990" y="556270"/>
                  </a:lnTo>
                  <a:lnTo>
                    <a:pt x="4821271" y="556270"/>
                  </a:lnTo>
                  <a:lnTo>
                    <a:pt x="4822553" y="556270"/>
                  </a:lnTo>
                  <a:lnTo>
                    <a:pt x="4823835" y="545144"/>
                  </a:lnTo>
                  <a:lnTo>
                    <a:pt x="4825117" y="556270"/>
                  </a:lnTo>
                  <a:lnTo>
                    <a:pt x="4826399" y="556270"/>
                  </a:lnTo>
                  <a:lnTo>
                    <a:pt x="4827681" y="525675"/>
                  </a:lnTo>
                  <a:lnTo>
                    <a:pt x="4828962" y="528456"/>
                  </a:lnTo>
                  <a:lnTo>
                    <a:pt x="4830244" y="500643"/>
                  </a:lnTo>
                  <a:lnTo>
                    <a:pt x="4831526" y="445016"/>
                  </a:lnTo>
                  <a:lnTo>
                    <a:pt x="4832808" y="445016"/>
                  </a:lnTo>
                  <a:lnTo>
                    <a:pt x="4834090" y="445016"/>
                  </a:lnTo>
                  <a:lnTo>
                    <a:pt x="4835372" y="450578"/>
                  </a:lnTo>
                  <a:lnTo>
                    <a:pt x="4836654" y="500643"/>
                  </a:lnTo>
                  <a:lnTo>
                    <a:pt x="4837935" y="553488"/>
                  </a:lnTo>
                  <a:lnTo>
                    <a:pt x="4839217" y="611897"/>
                  </a:lnTo>
                  <a:lnTo>
                    <a:pt x="4840499" y="611897"/>
                  </a:lnTo>
                  <a:lnTo>
                    <a:pt x="4841781" y="661961"/>
                  </a:lnTo>
                  <a:lnTo>
                    <a:pt x="4843063" y="650836"/>
                  </a:lnTo>
                  <a:lnTo>
                    <a:pt x="4844345" y="589646"/>
                  </a:lnTo>
                  <a:lnTo>
                    <a:pt x="4845626" y="592427"/>
                  </a:lnTo>
                  <a:lnTo>
                    <a:pt x="4846908" y="514549"/>
                  </a:lnTo>
                  <a:lnTo>
                    <a:pt x="4848190" y="500643"/>
                  </a:lnTo>
                  <a:lnTo>
                    <a:pt x="4849472" y="483954"/>
                  </a:lnTo>
                  <a:lnTo>
                    <a:pt x="4850754" y="445016"/>
                  </a:lnTo>
                  <a:lnTo>
                    <a:pt x="4852036" y="392170"/>
                  </a:lnTo>
                  <a:lnTo>
                    <a:pt x="4853317" y="339324"/>
                  </a:lnTo>
                  <a:lnTo>
                    <a:pt x="4854599" y="333762"/>
                  </a:lnTo>
                  <a:lnTo>
                    <a:pt x="4855881" y="378263"/>
                  </a:lnTo>
                  <a:lnTo>
                    <a:pt x="4857163" y="389389"/>
                  </a:lnTo>
                  <a:lnTo>
                    <a:pt x="4858445" y="311511"/>
                  </a:lnTo>
                  <a:lnTo>
                    <a:pt x="4859727" y="314292"/>
                  </a:lnTo>
                  <a:lnTo>
                    <a:pt x="4861009" y="350450"/>
                  </a:lnTo>
                  <a:lnTo>
                    <a:pt x="4862290" y="311511"/>
                  </a:lnTo>
                  <a:lnTo>
                    <a:pt x="4863572" y="325418"/>
                  </a:lnTo>
                  <a:lnTo>
                    <a:pt x="4864854" y="230852"/>
                  </a:lnTo>
                  <a:lnTo>
                    <a:pt x="4866136" y="267009"/>
                  </a:lnTo>
                  <a:lnTo>
                    <a:pt x="4867418" y="278135"/>
                  </a:lnTo>
                  <a:lnTo>
                    <a:pt x="4868700" y="278135"/>
                  </a:lnTo>
                  <a:lnTo>
                    <a:pt x="4869981" y="278135"/>
                  </a:lnTo>
                  <a:lnTo>
                    <a:pt x="4871263" y="278135"/>
                  </a:lnTo>
                  <a:lnTo>
                    <a:pt x="4872545" y="278135"/>
                  </a:lnTo>
                  <a:lnTo>
                    <a:pt x="4873827" y="230852"/>
                  </a:lnTo>
                  <a:lnTo>
                    <a:pt x="4875109" y="236414"/>
                  </a:lnTo>
                  <a:lnTo>
                    <a:pt x="4876391" y="311511"/>
                  </a:lnTo>
                  <a:lnTo>
                    <a:pt x="4877673" y="350450"/>
                  </a:lnTo>
                  <a:lnTo>
                    <a:pt x="4878954" y="428328"/>
                  </a:lnTo>
                  <a:lnTo>
                    <a:pt x="4880236" y="445016"/>
                  </a:lnTo>
                  <a:lnTo>
                    <a:pt x="4881518" y="458922"/>
                  </a:lnTo>
                  <a:lnTo>
                    <a:pt x="4882800" y="500643"/>
                  </a:lnTo>
                  <a:lnTo>
                    <a:pt x="4884082" y="550707"/>
                  </a:lnTo>
                  <a:lnTo>
                    <a:pt x="4885364" y="603553"/>
                  </a:lnTo>
                  <a:lnTo>
                    <a:pt x="4886645" y="611897"/>
                  </a:lnTo>
                  <a:lnTo>
                    <a:pt x="4887927" y="611897"/>
                  </a:lnTo>
                  <a:lnTo>
                    <a:pt x="4889209" y="575739"/>
                  </a:lnTo>
                  <a:lnTo>
                    <a:pt x="4890491" y="628585"/>
                  </a:lnTo>
                  <a:lnTo>
                    <a:pt x="4891773" y="592427"/>
                  </a:lnTo>
                  <a:lnTo>
                    <a:pt x="4893055" y="561832"/>
                  </a:lnTo>
                  <a:lnTo>
                    <a:pt x="4894336" y="631366"/>
                  </a:lnTo>
                  <a:lnTo>
                    <a:pt x="4895618" y="639710"/>
                  </a:lnTo>
                  <a:lnTo>
                    <a:pt x="4896900" y="656398"/>
                  </a:lnTo>
                  <a:lnTo>
                    <a:pt x="4898182" y="667524"/>
                  </a:lnTo>
                  <a:lnTo>
                    <a:pt x="4899464" y="667524"/>
                  </a:lnTo>
                  <a:lnTo>
                    <a:pt x="4900746" y="667524"/>
                  </a:lnTo>
                  <a:lnTo>
                    <a:pt x="4902028" y="667524"/>
                  </a:lnTo>
                  <a:lnTo>
                    <a:pt x="4903309" y="667524"/>
                  </a:lnTo>
                  <a:lnTo>
                    <a:pt x="4904591" y="667524"/>
                  </a:lnTo>
                  <a:lnTo>
                    <a:pt x="4905873" y="712025"/>
                  </a:lnTo>
                  <a:lnTo>
                    <a:pt x="4907155" y="698119"/>
                  </a:lnTo>
                  <a:lnTo>
                    <a:pt x="4908437" y="611897"/>
                  </a:lnTo>
                  <a:lnTo>
                    <a:pt x="4909719" y="525675"/>
                  </a:lnTo>
                  <a:lnTo>
                    <a:pt x="4911000" y="500643"/>
                  </a:lnTo>
                  <a:lnTo>
                    <a:pt x="4912282" y="500643"/>
                  </a:lnTo>
                  <a:lnTo>
                    <a:pt x="4913564" y="500643"/>
                  </a:lnTo>
                  <a:lnTo>
                    <a:pt x="4914846" y="500643"/>
                  </a:lnTo>
                  <a:lnTo>
                    <a:pt x="4916128" y="497861"/>
                  </a:lnTo>
                  <a:lnTo>
                    <a:pt x="4917410" y="445016"/>
                  </a:lnTo>
                  <a:lnTo>
                    <a:pt x="4918692" y="445016"/>
                  </a:lnTo>
                  <a:lnTo>
                    <a:pt x="4919973" y="445016"/>
                  </a:lnTo>
                  <a:lnTo>
                    <a:pt x="4921255" y="478392"/>
                  </a:lnTo>
                  <a:lnTo>
                    <a:pt x="4922537" y="500643"/>
                  </a:lnTo>
                  <a:lnTo>
                    <a:pt x="4923819" y="570176"/>
                  </a:lnTo>
                  <a:lnTo>
                    <a:pt x="4925101" y="611897"/>
                  </a:lnTo>
                  <a:lnTo>
                    <a:pt x="4926383" y="611897"/>
                  </a:lnTo>
                  <a:lnTo>
                    <a:pt x="4927664" y="636929"/>
                  </a:lnTo>
                  <a:lnTo>
                    <a:pt x="4928946" y="723151"/>
                  </a:lnTo>
                  <a:lnTo>
                    <a:pt x="4930228" y="695337"/>
                  </a:lnTo>
                  <a:lnTo>
                    <a:pt x="4931510" y="667524"/>
                  </a:lnTo>
                  <a:lnTo>
                    <a:pt x="4932792" y="667524"/>
                  </a:lnTo>
                  <a:lnTo>
                    <a:pt x="4934074" y="667524"/>
                  </a:lnTo>
                  <a:lnTo>
                    <a:pt x="4935356" y="667524"/>
                  </a:lnTo>
                  <a:lnTo>
                    <a:pt x="4936637" y="667524"/>
                  </a:lnTo>
                  <a:lnTo>
                    <a:pt x="4937919" y="667524"/>
                  </a:lnTo>
                  <a:lnTo>
                    <a:pt x="4939201" y="689774"/>
                  </a:lnTo>
                  <a:lnTo>
                    <a:pt x="4940483" y="773215"/>
                  </a:lnTo>
                  <a:lnTo>
                    <a:pt x="4941765" y="862218"/>
                  </a:lnTo>
                  <a:lnTo>
                    <a:pt x="4943047" y="890032"/>
                  </a:lnTo>
                  <a:lnTo>
                    <a:pt x="4944328" y="890032"/>
                  </a:lnTo>
                  <a:lnTo>
                    <a:pt x="4945610" y="890032"/>
                  </a:lnTo>
                  <a:lnTo>
                    <a:pt x="4946892" y="890032"/>
                  </a:lnTo>
                  <a:lnTo>
                    <a:pt x="4948174" y="878906"/>
                  </a:lnTo>
                  <a:lnTo>
                    <a:pt x="4949456" y="890032"/>
                  </a:lnTo>
                  <a:lnTo>
                    <a:pt x="4950738" y="837186"/>
                  </a:lnTo>
                  <a:lnTo>
                    <a:pt x="4952019" y="778778"/>
                  </a:lnTo>
                  <a:lnTo>
                    <a:pt x="4953301" y="778778"/>
                  </a:lnTo>
                  <a:lnTo>
                    <a:pt x="4954583" y="778778"/>
                  </a:lnTo>
                  <a:lnTo>
                    <a:pt x="4955865" y="778778"/>
                  </a:lnTo>
                  <a:lnTo>
                    <a:pt x="4957147" y="778778"/>
                  </a:lnTo>
                  <a:lnTo>
                    <a:pt x="4958429" y="778778"/>
                  </a:lnTo>
                  <a:lnTo>
                    <a:pt x="4959711" y="778778"/>
                  </a:lnTo>
                  <a:lnTo>
                    <a:pt x="4960992" y="739839"/>
                  </a:lnTo>
                  <a:lnTo>
                    <a:pt x="4962274" y="748183"/>
                  </a:lnTo>
                  <a:lnTo>
                    <a:pt x="4963556" y="778778"/>
                  </a:lnTo>
                  <a:lnTo>
                    <a:pt x="4964838" y="778778"/>
                  </a:lnTo>
                  <a:lnTo>
                    <a:pt x="4966120" y="778778"/>
                  </a:lnTo>
                  <a:lnTo>
                    <a:pt x="4967402" y="778778"/>
                  </a:lnTo>
                  <a:lnTo>
                    <a:pt x="4968683" y="778778"/>
                  </a:lnTo>
                  <a:lnTo>
                    <a:pt x="4969965" y="778778"/>
                  </a:lnTo>
                  <a:lnTo>
                    <a:pt x="4971247" y="778778"/>
                  </a:lnTo>
                  <a:lnTo>
                    <a:pt x="4972529" y="728713"/>
                  </a:lnTo>
                  <a:lnTo>
                    <a:pt x="4973811" y="692556"/>
                  </a:lnTo>
                  <a:lnTo>
                    <a:pt x="4975093" y="667524"/>
                  </a:lnTo>
                  <a:lnTo>
                    <a:pt x="4976375" y="667524"/>
                  </a:lnTo>
                  <a:lnTo>
                    <a:pt x="4977656" y="667524"/>
                  </a:lnTo>
                  <a:lnTo>
                    <a:pt x="4978938" y="661961"/>
                  </a:lnTo>
                  <a:lnTo>
                    <a:pt x="4980220" y="620241"/>
                  </a:lnTo>
                  <a:lnTo>
                    <a:pt x="4981502" y="667524"/>
                  </a:lnTo>
                  <a:lnTo>
                    <a:pt x="4982784" y="714807"/>
                  </a:lnTo>
                  <a:lnTo>
                    <a:pt x="4984066" y="778778"/>
                  </a:lnTo>
                  <a:lnTo>
                    <a:pt x="4985347" y="778778"/>
                  </a:lnTo>
                  <a:lnTo>
                    <a:pt x="4986629" y="778778"/>
                  </a:lnTo>
                  <a:lnTo>
                    <a:pt x="4987911" y="778778"/>
                  </a:lnTo>
                  <a:lnTo>
                    <a:pt x="4989193" y="778778"/>
                  </a:lnTo>
                  <a:lnTo>
                    <a:pt x="4990475" y="778778"/>
                  </a:lnTo>
                  <a:lnTo>
                    <a:pt x="4991757" y="778778"/>
                  </a:lnTo>
                  <a:lnTo>
                    <a:pt x="4993038" y="814935"/>
                  </a:lnTo>
                  <a:lnTo>
                    <a:pt x="4994320" y="834405"/>
                  </a:lnTo>
                  <a:lnTo>
                    <a:pt x="4995602" y="834405"/>
                  </a:lnTo>
                  <a:lnTo>
                    <a:pt x="4996884" y="834405"/>
                  </a:lnTo>
                  <a:lnTo>
                    <a:pt x="4998166" y="834405"/>
                  </a:lnTo>
                  <a:lnTo>
                    <a:pt x="4999448" y="834405"/>
                  </a:lnTo>
                  <a:lnTo>
                    <a:pt x="5000730" y="767652"/>
                  </a:lnTo>
                  <a:lnTo>
                    <a:pt x="5002011" y="675868"/>
                  </a:lnTo>
                  <a:lnTo>
                    <a:pt x="5003293" y="648054"/>
                  </a:lnTo>
                  <a:lnTo>
                    <a:pt x="5004575" y="659180"/>
                  </a:lnTo>
                  <a:lnTo>
                    <a:pt x="5005857" y="681430"/>
                  </a:lnTo>
                  <a:lnTo>
                    <a:pt x="5007139" y="667524"/>
                  </a:lnTo>
                  <a:lnTo>
                    <a:pt x="5008421" y="667524"/>
                  </a:lnTo>
                  <a:lnTo>
                    <a:pt x="5009702" y="639710"/>
                  </a:lnTo>
                  <a:lnTo>
                    <a:pt x="5010984" y="614678"/>
                  </a:lnTo>
                  <a:lnTo>
                    <a:pt x="5012266" y="667524"/>
                  </a:lnTo>
                  <a:lnTo>
                    <a:pt x="5013548" y="667524"/>
                  </a:lnTo>
                  <a:lnTo>
                    <a:pt x="5014830" y="667524"/>
                  </a:lnTo>
                  <a:lnTo>
                    <a:pt x="5016112" y="667524"/>
                  </a:lnTo>
                  <a:lnTo>
                    <a:pt x="5017394" y="667524"/>
                  </a:lnTo>
                  <a:lnTo>
                    <a:pt x="5018675" y="667524"/>
                  </a:lnTo>
                  <a:lnTo>
                    <a:pt x="5019957" y="667524"/>
                  </a:lnTo>
                  <a:lnTo>
                    <a:pt x="5021239" y="667524"/>
                  </a:lnTo>
                  <a:lnTo>
                    <a:pt x="5022521" y="667524"/>
                  </a:lnTo>
                  <a:lnTo>
                    <a:pt x="5023803" y="667524"/>
                  </a:lnTo>
                  <a:lnTo>
                    <a:pt x="5025085" y="667524"/>
                  </a:lnTo>
                  <a:lnTo>
                    <a:pt x="5026366" y="667524"/>
                  </a:lnTo>
                  <a:lnTo>
                    <a:pt x="5027648" y="667524"/>
                  </a:lnTo>
                  <a:lnTo>
                    <a:pt x="5028930" y="667524"/>
                  </a:lnTo>
                  <a:lnTo>
                    <a:pt x="5030212" y="667524"/>
                  </a:lnTo>
                  <a:lnTo>
                    <a:pt x="5031494" y="667524"/>
                  </a:lnTo>
                  <a:lnTo>
                    <a:pt x="5032776" y="728713"/>
                  </a:lnTo>
                  <a:lnTo>
                    <a:pt x="5034057" y="823279"/>
                  </a:lnTo>
                  <a:lnTo>
                    <a:pt x="5035339" y="851093"/>
                  </a:lnTo>
                  <a:lnTo>
                    <a:pt x="5036621" y="878906"/>
                  </a:lnTo>
                  <a:lnTo>
                    <a:pt x="5037903" y="845530"/>
                  </a:lnTo>
                  <a:lnTo>
                    <a:pt x="5039185" y="853874"/>
                  </a:lnTo>
                  <a:lnTo>
                    <a:pt x="5040467" y="795466"/>
                  </a:lnTo>
                  <a:lnTo>
                    <a:pt x="5041749" y="803810"/>
                  </a:lnTo>
                  <a:lnTo>
                    <a:pt x="5043030" y="834405"/>
                  </a:lnTo>
                  <a:lnTo>
                    <a:pt x="5044312" y="834405"/>
                  </a:lnTo>
                  <a:lnTo>
                    <a:pt x="5045594" y="834405"/>
                  </a:lnTo>
                  <a:lnTo>
                    <a:pt x="5046876" y="834405"/>
                  </a:lnTo>
                  <a:lnTo>
                    <a:pt x="5048158" y="834405"/>
                  </a:lnTo>
                  <a:lnTo>
                    <a:pt x="5049440" y="834405"/>
                  </a:lnTo>
                  <a:lnTo>
                    <a:pt x="5050721" y="834405"/>
                  </a:lnTo>
                  <a:lnTo>
                    <a:pt x="5052003" y="784340"/>
                  </a:lnTo>
                  <a:lnTo>
                    <a:pt x="5053285" y="778778"/>
                  </a:lnTo>
                  <a:lnTo>
                    <a:pt x="5054567" y="773215"/>
                  </a:lnTo>
                  <a:lnTo>
                    <a:pt x="5055849" y="723151"/>
                  </a:lnTo>
                  <a:lnTo>
                    <a:pt x="5057131" y="723151"/>
                  </a:lnTo>
                  <a:lnTo>
                    <a:pt x="5058413" y="723151"/>
                  </a:lnTo>
                  <a:lnTo>
                    <a:pt x="5059694" y="664742"/>
                  </a:lnTo>
                  <a:lnTo>
                    <a:pt x="5060976" y="611897"/>
                  </a:lnTo>
                  <a:lnTo>
                    <a:pt x="5062258" y="597990"/>
                  </a:lnTo>
                  <a:lnTo>
                    <a:pt x="5063540" y="556270"/>
                  </a:lnTo>
                  <a:lnTo>
                    <a:pt x="5064822" y="517331"/>
                  </a:lnTo>
                  <a:lnTo>
                    <a:pt x="5066104" y="478392"/>
                  </a:lnTo>
                  <a:lnTo>
                    <a:pt x="5067385" y="445016"/>
                  </a:lnTo>
                  <a:lnTo>
                    <a:pt x="5068667" y="453360"/>
                  </a:lnTo>
                  <a:lnTo>
                    <a:pt x="5069949" y="461704"/>
                  </a:lnTo>
                  <a:lnTo>
                    <a:pt x="5071231" y="422765"/>
                  </a:lnTo>
                  <a:lnTo>
                    <a:pt x="5072513" y="481173"/>
                  </a:lnTo>
                  <a:lnTo>
                    <a:pt x="5073795" y="500643"/>
                  </a:lnTo>
                  <a:lnTo>
                    <a:pt x="5075077" y="472829"/>
                  </a:lnTo>
                  <a:lnTo>
                    <a:pt x="5076358" y="445016"/>
                  </a:lnTo>
                  <a:lnTo>
                    <a:pt x="5077640" y="445016"/>
                  </a:lnTo>
                  <a:lnTo>
                    <a:pt x="5078922" y="445016"/>
                  </a:lnTo>
                  <a:lnTo>
                    <a:pt x="5080204" y="445016"/>
                  </a:lnTo>
                  <a:lnTo>
                    <a:pt x="5081486" y="445016"/>
                  </a:lnTo>
                  <a:lnTo>
                    <a:pt x="5082768" y="392170"/>
                  </a:lnTo>
                  <a:lnTo>
                    <a:pt x="5084049" y="436672"/>
                  </a:lnTo>
                  <a:lnTo>
                    <a:pt x="5085331" y="445016"/>
                  </a:lnTo>
                  <a:lnTo>
                    <a:pt x="5086613" y="447797"/>
                  </a:lnTo>
                  <a:lnTo>
                    <a:pt x="5087895" y="500643"/>
                  </a:lnTo>
                  <a:lnTo>
                    <a:pt x="5089177" y="500643"/>
                  </a:lnTo>
                  <a:lnTo>
                    <a:pt x="5090459" y="500643"/>
                  </a:lnTo>
                  <a:lnTo>
                    <a:pt x="5091740" y="553488"/>
                  </a:lnTo>
                  <a:lnTo>
                    <a:pt x="5093022" y="611897"/>
                  </a:lnTo>
                  <a:lnTo>
                    <a:pt x="5094304" y="623022"/>
                  </a:lnTo>
                  <a:lnTo>
                    <a:pt x="5095586" y="642492"/>
                  </a:lnTo>
                  <a:lnTo>
                    <a:pt x="5096868" y="648054"/>
                  </a:lnTo>
                  <a:lnTo>
                    <a:pt x="5098150" y="686993"/>
                  </a:lnTo>
                  <a:lnTo>
                    <a:pt x="5099432" y="723151"/>
                  </a:lnTo>
                  <a:lnTo>
                    <a:pt x="5100713" y="723151"/>
                  </a:lnTo>
                  <a:lnTo>
                    <a:pt x="5101995" y="756527"/>
                  </a:lnTo>
                  <a:lnTo>
                    <a:pt x="5103277" y="834405"/>
                  </a:lnTo>
                  <a:lnTo>
                    <a:pt x="5104559" y="834405"/>
                  </a:lnTo>
                  <a:lnTo>
                    <a:pt x="5105841" y="834405"/>
                  </a:lnTo>
                  <a:lnTo>
                    <a:pt x="5107123" y="859437"/>
                  </a:lnTo>
                  <a:lnTo>
                    <a:pt x="5108404" y="890032"/>
                  </a:lnTo>
                  <a:lnTo>
                    <a:pt x="5109686" y="890032"/>
                  </a:lnTo>
                  <a:lnTo>
                    <a:pt x="5110968" y="890032"/>
                  </a:lnTo>
                  <a:lnTo>
                    <a:pt x="5112250" y="890032"/>
                  </a:lnTo>
                  <a:lnTo>
                    <a:pt x="5113532" y="890032"/>
                  </a:lnTo>
                  <a:lnTo>
                    <a:pt x="5114814" y="940096"/>
                  </a:lnTo>
                  <a:lnTo>
                    <a:pt x="5116096" y="945659"/>
                  </a:lnTo>
                  <a:lnTo>
                    <a:pt x="5117377" y="945659"/>
                  </a:lnTo>
                  <a:lnTo>
                    <a:pt x="5118659" y="945659"/>
                  </a:lnTo>
                  <a:lnTo>
                    <a:pt x="5119941" y="901157"/>
                  </a:lnTo>
                  <a:lnTo>
                    <a:pt x="5121223" y="792684"/>
                  </a:lnTo>
                  <a:lnTo>
                    <a:pt x="5122505" y="748183"/>
                  </a:lnTo>
                  <a:lnTo>
                    <a:pt x="5123787" y="723151"/>
                  </a:lnTo>
                  <a:lnTo>
                    <a:pt x="5125068" y="723151"/>
                  </a:lnTo>
                  <a:lnTo>
                    <a:pt x="5126350" y="723151"/>
                  </a:lnTo>
                  <a:lnTo>
                    <a:pt x="5127632" y="745402"/>
                  </a:lnTo>
                  <a:lnTo>
                    <a:pt x="5128914" y="778778"/>
                  </a:lnTo>
                  <a:lnTo>
                    <a:pt x="5130196" y="745401"/>
                  </a:lnTo>
                  <a:lnTo>
                    <a:pt x="5131478" y="723151"/>
                  </a:lnTo>
                  <a:lnTo>
                    <a:pt x="5132759" y="723151"/>
                  </a:lnTo>
                  <a:lnTo>
                    <a:pt x="5134041" y="723151"/>
                  </a:lnTo>
                  <a:lnTo>
                    <a:pt x="5135323" y="723151"/>
                  </a:lnTo>
                  <a:lnTo>
                    <a:pt x="5136605" y="723151"/>
                  </a:lnTo>
                  <a:lnTo>
                    <a:pt x="5137887" y="717588"/>
                  </a:lnTo>
                  <a:lnTo>
                    <a:pt x="5139169" y="631366"/>
                  </a:lnTo>
                  <a:lnTo>
                    <a:pt x="5140451" y="611897"/>
                  </a:lnTo>
                  <a:lnTo>
                    <a:pt x="5141732" y="611897"/>
                  </a:lnTo>
                  <a:lnTo>
                    <a:pt x="5143014" y="611897"/>
                  </a:lnTo>
                  <a:lnTo>
                    <a:pt x="5144296" y="597990"/>
                  </a:lnTo>
                  <a:lnTo>
                    <a:pt x="5145578" y="556270"/>
                  </a:lnTo>
                  <a:lnTo>
                    <a:pt x="5146860" y="536800"/>
                  </a:lnTo>
                  <a:lnTo>
                    <a:pt x="5148142" y="500643"/>
                  </a:lnTo>
                  <a:lnTo>
                    <a:pt x="5149423" y="500643"/>
                  </a:lnTo>
                  <a:lnTo>
                    <a:pt x="5150705" y="500643"/>
                  </a:lnTo>
                  <a:lnTo>
                    <a:pt x="5151987" y="539582"/>
                  </a:lnTo>
                  <a:lnTo>
                    <a:pt x="5153269" y="650836"/>
                  </a:lnTo>
                  <a:lnTo>
                    <a:pt x="5154551" y="695337"/>
                  </a:lnTo>
                  <a:lnTo>
                    <a:pt x="5155833" y="723151"/>
                  </a:lnTo>
                  <a:lnTo>
                    <a:pt x="5157115" y="723151"/>
                  </a:lnTo>
                  <a:lnTo>
                    <a:pt x="5158396" y="723151"/>
                  </a:lnTo>
                  <a:lnTo>
                    <a:pt x="5159678" y="723151"/>
                  </a:lnTo>
                  <a:lnTo>
                    <a:pt x="5160960" y="723151"/>
                  </a:lnTo>
                  <a:lnTo>
                    <a:pt x="5162242" y="753746"/>
                  </a:lnTo>
                  <a:lnTo>
                    <a:pt x="5163524" y="778778"/>
                  </a:lnTo>
                  <a:lnTo>
                    <a:pt x="5164806" y="778778"/>
                  </a:lnTo>
                  <a:lnTo>
                    <a:pt x="5166087" y="725932"/>
                  </a:lnTo>
                  <a:lnTo>
                    <a:pt x="5167369" y="723151"/>
                  </a:lnTo>
                  <a:lnTo>
                    <a:pt x="5168651" y="723151"/>
                  </a:lnTo>
                  <a:lnTo>
                    <a:pt x="5169933" y="725932"/>
                  </a:lnTo>
                  <a:lnTo>
                    <a:pt x="5171215" y="812154"/>
                  </a:lnTo>
                  <a:lnTo>
                    <a:pt x="5172497" y="834405"/>
                  </a:lnTo>
                  <a:lnTo>
                    <a:pt x="5173778" y="834405"/>
                  </a:lnTo>
                  <a:lnTo>
                    <a:pt x="5175060" y="834405"/>
                  </a:lnTo>
                  <a:lnTo>
                    <a:pt x="5176342" y="823279"/>
                  </a:lnTo>
                  <a:lnTo>
                    <a:pt x="5177624" y="834405"/>
                  </a:lnTo>
                  <a:lnTo>
                    <a:pt x="5178906" y="826061"/>
                  </a:lnTo>
                  <a:lnTo>
                    <a:pt x="5180188" y="834405"/>
                  </a:lnTo>
                  <a:lnTo>
                    <a:pt x="5181470" y="834405"/>
                  </a:lnTo>
                  <a:lnTo>
                    <a:pt x="5182751" y="834405"/>
                  </a:lnTo>
                  <a:lnTo>
                    <a:pt x="5184033" y="834405"/>
                  </a:lnTo>
                  <a:lnTo>
                    <a:pt x="5185315" y="834405"/>
                  </a:lnTo>
                  <a:lnTo>
                    <a:pt x="5186597" y="834405"/>
                  </a:lnTo>
                  <a:lnTo>
                    <a:pt x="5187879" y="834405"/>
                  </a:lnTo>
                  <a:lnTo>
                    <a:pt x="5189161" y="834405"/>
                  </a:lnTo>
                  <a:lnTo>
                    <a:pt x="5190442" y="834405"/>
                  </a:lnTo>
                  <a:lnTo>
                    <a:pt x="5191724" y="834405"/>
                  </a:lnTo>
                  <a:lnTo>
                    <a:pt x="5193006" y="834405"/>
                  </a:lnTo>
                  <a:lnTo>
                    <a:pt x="5194288" y="834405"/>
                  </a:lnTo>
                  <a:lnTo>
                    <a:pt x="5195570" y="834405"/>
                  </a:lnTo>
                  <a:lnTo>
                    <a:pt x="5196852" y="834405"/>
                  </a:lnTo>
                  <a:lnTo>
                    <a:pt x="5198134" y="848311"/>
                  </a:lnTo>
                  <a:lnTo>
                    <a:pt x="5199415" y="834405"/>
                  </a:lnTo>
                  <a:lnTo>
                    <a:pt x="5200697" y="834405"/>
                  </a:lnTo>
                  <a:lnTo>
                    <a:pt x="5201979" y="834405"/>
                  </a:lnTo>
                  <a:lnTo>
                    <a:pt x="5203261" y="834405"/>
                  </a:lnTo>
                  <a:lnTo>
                    <a:pt x="5204543" y="834405"/>
                  </a:lnTo>
                  <a:lnTo>
                    <a:pt x="5205825" y="834405"/>
                  </a:lnTo>
                  <a:lnTo>
                    <a:pt x="5207106" y="834405"/>
                  </a:lnTo>
                  <a:lnTo>
                    <a:pt x="5208388" y="853874"/>
                  </a:lnTo>
                  <a:lnTo>
                    <a:pt x="5209670" y="856656"/>
                  </a:lnTo>
                  <a:lnTo>
                    <a:pt x="5210952" y="856655"/>
                  </a:lnTo>
                  <a:lnTo>
                    <a:pt x="5212234" y="890032"/>
                  </a:lnTo>
                  <a:lnTo>
                    <a:pt x="5213516" y="873344"/>
                  </a:lnTo>
                  <a:lnTo>
                    <a:pt x="5214798" y="792684"/>
                  </a:lnTo>
                  <a:lnTo>
                    <a:pt x="5216079" y="745401"/>
                  </a:lnTo>
                  <a:lnTo>
                    <a:pt x="5217361" y="667524"/>
                  </a:lnTo>
                  <a:lnTo>
                    <a:pt x="5218643" y="617459"/>
                  </a:lnTo>
                  <a:lnTo>
                    <a:pt x="5219925" y="611897"/>
                  </a:lnTo>
                  <a:lnTo>
                    <a:pt x="5221207" y="611897"/>
                  </a:lnTo>
                  <a:lnTo>
                    <a:pt x="5222489" y="611897"/>
                  </a:lnTo>
                  <a:lnTo>
                    <a:pt x="5223770" y="611897"/>
                  </a:lnTo>
                  <a:lnTo>
                    <a:pt x="5225052" y="572958"/>
                  </a:lnTo>
                  <a:lnTo>
                    <a:pt x="5226334" y="464485"/>
                  </a:lnTo>
                  <a:lnTo>
                    <a:pt x="5227616" y="445016"/>
                  </a:lnTo>
                  <a:lnTo>
                    <a:pt x="5228898" y="394951"/>
                  </a:lnTo>
                  <a:lnTo>
                    <a:pt x="5230180" y="422765"/>
                  </a:lnTo>
                  <a:lnTo>
                    <a:pt x="5231461" y="445016"/>
                  </a:lnTo>
                  <a:lnTo>
                    <a:pt x="5232743" y="445016"/>
                  </a:lnTo>
                  <a:lnTo>
                    <a:pt x="5234025" y="406077"/>
                  </a:lnTo>
                  <a:lnTo>
                    <a:pt x="5235307" y="389389"/>
                  </a:lnTo>
                  <a:lnTo>
                    <a:pt x="5236589" y="342106"/>
                  </a:lnTo>
                  <a:lnTo>
                    <a:pt x="5237871" y="333762"/>
                  </a:lnTo>
                  <a:lnTo>
                    <a:pt x="5239153" y="333762"/>
                  </a:lnTo>
                  <a:lnTo>
                    <a:pt x="5240434" y="333762"/>
                  </a:lnTo>
                  <a:lnTo>
                    <a:pt x="5241716" y="364356"/>
                  </a:lnTo>
                  <a:lnTo>
                    <a:pt x="5242998" y="389389"/>
                  </a:lnTo>
                  <a:lnTo>
                    <a:pt x="5244280" y="389389"/>
                  </a:lnTo>
                  <a:lnTo>
                    <a:pt x="5245562" y="350450"/>
                  </a:lnTo>
                  <a:lnTo>
                    <a:pt x="5246844" y="328199"/>
                  </a:lnTo>
                  <a:lnTo>
                    <a:pt x="5248125" y="308730"/>
                  </a:lnTo>
                  <a:lnTo>
                    <a:pt x="5249407" y="386607"/>
                  </a:lnTo>
                  <a:lnTo>
                    <a:pt x="5250689" y="436672"/>
                  </a:lnTo>
                  <a:lnTo>
                    <a:pt x="5251971" y="445016"/>
                  </a:lnTo>
                  <a:lnTo>
                    <a:pt x="5253253" y="445016"/>
                  </a:lnTo>
                  <a:lnTo>
                    <a:pt x="5254535" y="445016"/>
                  </a:lnTo>
                  <a:lnTo>
                    <a:pt x="5255817" y="445016"/>
                  </a:lnTo>
                  <a:lnTo>
                    <a:pt x="5257098" y="475610"/>
                  </a:lnTo>
                  <a:lnTo>
                    <a:pt x="5258380" y="534019"/>
                  </a:lnTo>
                  <a:lnTo>
                    <a:pt x="5259662" y="556270"/>
                  </a:lnTo>
                  <a:lnTo>
                    <a:pt x="5260944" y="603553"/>
                  </a:lnTo>
                  <a:lnTo>
                    <a:pt x="5262226" y="611897"/>
                  </a:lnTo>
                  <a:lnTo>
                    <a:pt x="5263508" y="611897"/>
                  </a:lnTo>
                  <a:lnTo>
                    <a:pt x="5264789" y="611897"/>
                  </a:lnTo>
                  <a:lnTo>
                    <a:pt x="5266071" y="648054"/>
                  </a:lnTo>
                  <a:lnTo>
                    <a:pt x="5267353" y="667524"/>
                  </a:lnTo>
                  <a:lnTo>
                    <a:pt x="5268635" y="712025"/>
                  </a:lnTo>
                  <a:lnTo>
                    <a:pt x="5269917" y="723151"/>
                  </a:lnTo>
                  <a:lnTo>
                    <a:pt x="5271199" y="723151"/>
                  </a:lnTo>
                  <a:lnTo>
                    <a:pt x="5272480" y="723151"/>
                  </a:lnTo>
                  <a:lnTo>
                    <a:pt x="5273762" y="723151"/>
                  </a:lnTo>
                  <a:lnTo>
                    <a:pt x="5275044" y="723151"/>
                  </a:lnTo>
                  <a:lnTo>
                    <a:pt x="5276326" y="723151"/>
                  </a:lnTo>
                  <a:lnTo>
                    <a:pt x="5277608" y="770434"/>
                  </a:lnTo>
                  <a:lnTo>
                    <a:pt x="5278890" y="873344"/>
                  </a:lnTo>
                  <a:lnTo>
                    <a:pt x="5280172" y="903938"/>
                  </a:lnTo>
                  <a:lnTo>
                    <a:pt x="5281453" y="890032"/>
                  </a:lnTo>
                  <a:lnTo>
                    <a:pt x="5282735" y="862218"/>
                  </a:lnTo>
                  <a:lnTo>
                    <a:pt x="5284017" y="814935"/>
                  </a:lnTo>
                  <a:lnTo>
                    <a:pt x="5285299" y="778778"/>
                  </a:lnTo>
                  <a:lnTo>
                    <a:pt x="5286581" y="773215"/>
                  </a:lnTo>
                  <a:lnTo>
                    <a:pt x="5287863" y="656398"/>
                  </a:lnTo>
                  <a:lnTo>
                    <a:pt x="5289144" y="606334"/>
                  </a:lnTo>
                  <a:lnTo>
                    <a:pt x="5290426" y="592427"/>
                  </a:lnTo>
                  <a:lnTo>
                    <a:pt x="5291708" y="556270"/>
                  </a:lnTo>
                  <a:lnTo>
                    <a:pt x="5292990" y="556270"/>
                  </a:lnTo>
                  <a:lnTo>
                    <a:pt x="5294272" y="556270"/>
                  </a:lnTo>
                  <a:lnTo>
                    <a:pt x="5295554" y="556270"/>
                  </a:lnTo>
                  <a:lnTo>
                    <a:pt x="5296836" y="542363"/>
                  </a:lnTo>
                  <a:lnTo>
                    <a:pt x="5298117" y="500643"/>
                  </a:lnTo>
                  <a:lnTo>
                    <a:pt x="5299399" y="500643"/>
                  </a:lnTo>
                  <a:lnTo>
                    <a:pt x="5300681" y="500643"/>
                  </a:lnTo>
                  <a:lnTo>
                    <a:pt x="5301963" y="500643"/>
                  </a:lnTo>
                  <a:lnTo>
                    <a:pt x="5303245" y="470048"/>
                  </a:lnTo>
                  <a:lnTo>
                    <a:pt x="5304527" y="445016"/>
                  </a:lnTo>
                  <a:lnTo>
                    <a:pt x="5305808" y="445016"/>
                  </a:lnTo>
                  <a:lnTo>
                    <a:pt x="5307090" y="445016"/>
                  </a:lnTo>
                  <a:lnTo>
                    <a:pt x="5308372" y="442234"/>
                  </a:lnTo>
                  <a:lnTo>
                    <a:pt x="5309654" y="389389"/>
                  </a:lnTo>
                  <a:lnTo>
                    <a:pt x="5310936" y="389389"/>
                  </a:lnTo>
                  <a:lnTo>
                    <a:pt x="5312218" y="428328"/>
                  </a:lnTo>
                  <a:lnTo>
                    <a:pt x="5313500" y="408858"/>
                  </a:lnTo>
                  <a:lnTo>
                    <a:pt x="5314781" y="358794"/>
                  </a:lnTo>
                  <a:lnTo>
                    <a:pt x="5316063" y="353231"/>
                  </a:lnTo>
                  <a:lnTo>
                    <a:pt x="5317345" y="389389"/>
                  </a:lnTo>
                  <a:lnTo>
                    <a:pt x="5318627" y="392170"/>
                  </a:lnTo>
                  <a:lnTo>
                    <a:pt x="5319909" y="506205"/>
                  </a:lnTo>
                  <a:lnTo>
                    <a:pt x="5321191" y="553488"/>
                  </a:lnTo>
                  <a:lnTo>
                    <a:pt x="5322472" y="545144"/>
                  </a:lnTo>
                  <a:lnTo>
                    <a:pt x="5323754" y="556270"/>
                  </a:lnTo>
                  <a:lnTo>
                    <a:pt x="5325036" y="556270"/>
                  </a:lnTo>
                  <a:lnTo>
                    <a:pt x="5326318" y="556270"/>
                  </a:lnTo>
                  <a:lnTo>
                    <a:pt x="5327600" y="556270"/>
                  </a:lnTo>
                  <a:lnTo>
                    <a:pt x="5328882" y="567395"/>
                  </a:lnTo>
                  <a:lnTo>
                    <a:pt x="5330163" y="559051"/>
                  </a:lnTo>
                  <a:lnTo>
                    <a:pt x="5331445" y="475610"/>
                  </a:lnTo>
                  <a:lnTo>
                    <a:pt x="5332727" y="414421"/>
                  </a:lnTo>
                  <a:lnTo>
                    <a:pt x="5334009" y="389389"/>
                  </a:lnTo>
                  <a:lnTo>
                    <a:pt x="5335291" y="397733"/>
                  </a:lnTo>
                  <a:lnTo>
                    <a:pt x="5336573" y="389389"/>
                  </a:lnTo>
                  <a:lnTo>
                    <a:pt x="5337855" y="372701"/>
                  </a:lnTo>
                  <a:lnTo>
                    <a:pt x="5339136" y="333762"/>
                  </a:lnTo>
                  <a:lnTo>
                    <a:pt x="5340418" y="333762"/>
                  </a:lnTo>
                  <a:lnTo>
                    <a:pt x="5341700" y="389389"/>
                  </a:lnTo>
                  <a:lnTo>
                    <a:pt x="5342982" y="389389"/>
                  </a:lnTo>
                  <a:lnTo>
                    <a:pt x="5344264" y="389389"/>
                  </a:lnTo>
                  <a:lnTo>
                    <a:pt x="5345546" y="419983"/>
                  </a:lnTo>
                  <a:lnTo>
                    <a:pt x="5346827" y="495080"/>
                  </a:lnTo>
                  <a:lnTo>
                    <a:pt x="5348109" y="495080"/>
                  </a:lnTo>
                  <a:lnTo>
                    <a:pt x="5349391" y="500643"/>
                  </a:lnTo>
                  <a:lnTo>
                    <a:pt x="5350673" y="481173"/>
                  </a:lnTo>
                  <a:lnTo>
                    <a:pt x="5351955" y="397733"/>
                  </a:lnTo>
                  <a:lnTo>
                    <a:pt x="5353237" y="392170"/>
                  </a:lnTo>
                  <a:lnTo>
                    <a:pt x="5354519" y="470048"/>
                  </a:lnTo>
                  <a:lnTo>
                    <a:pt x="5355800" y="500643"/>
                  </a:lnTo>
                  <a:lnTo>
                    <a:pt x="5357082" y="500643"/>
                  </a:lnTo>
                  <a:lnTo>
                    <a:pt x="5358364" y="500643"/>
                  </a:lnTo>
                  <a:lnTo>
                    <a:pt x="5359646" y="492299"/>
                  </a:lnTo>
                  <a:lnTo>
                    <a:pt x="5360928" y="445016"/>
                  </a:lnTo>
                  <a:lnTo>
                    <a:pt x="5362210" y="492299"/>
                  </a:lnTo>
                  <a:lnTo>
                    <a:pt x="5363491" y="578520"/>
                  </a:lnTo>
                  <a:lnTo>
                    <a:pt x="5364773" y="636929"/>
                  </a:lnTo>
                  <a:lnTo>
                    <a:pt x="5366055" y="611897"/>
                  </a:lnTo>
                  <a:lnTo>
                    <a:pt x="5367337" y="628585"/>
                  </a:lnTo>
                  <a:lnTo>
                    <a:pt x="5368619" y="667524"/>
                  </a:lnTo>
                  <a:lnTo>
                    <a:pt x="5369901" y="681430"/>
                  </a:lnTo>
                  <a:lnTo>
                    <a:pt x="5371182" y="723151"/>
                  </a:lnTo>
                  <a:lnTo>
                    <a:pt x="5372464" y="723151"/>
                  </a:lnTo>
                  <a:lnTo>
                    <a:pt x="5373746" y="723151"/>
                  </a:lnTo>
                  <a:lnTo>
                    <a:pt x="5375028" y="723151"/>
                  </a:lnTo>
                  <a:lnTo>
                    <a:pt x="5376310" y="723151"/>
                  </a:lnTo>
                  <a:lnTo>
                    <a:pt x="5377592" y="664742"/>
                  </a:lnTo>
                  <a:lnTo>
                    <a:pt x="5378874" y="614678"/>
                  </a:lnTo>
                  <a:lnTo>
                    <a:pt x="5380155" y="667524"/>
                  </a:lnTo>
                  <a:lnTo>
                    <a:pt x="5381437" y="667524"/>
                  </a:lnTo>
                  <a:lnTo>
                    <a:pt x="5382719" y="684212"/>
                  </a:lnTo>
                  <a:lnTo>
                    <a:pt x="5384001" y="767652"/>
                  </a:lnTo>
                  <a:lnTo>
                    <a:pt x="5385283" y="778778"/>
                  </a:lnTo>
                  <a:lnTo>
                    <a:pt x="5386565" y="742620"/>
                  </a:lnTo>
                  <a:lnTo>
                    <a:pt x="5387846" y="723151"/>
                  </a:lnTo>
                  <a:lnTo>
                    <a:pt x="5389128" y="723151"/>
                  </a:lnTo>
                  <a:lnTo>
                    <a:pt x="5390410" y="723151"/>
                  </a:lnTo>
                  <a:lnTo>
                    <a:pt x="5391692" y="728713"/>
                  </a:lnTo>
                  <a:lnTo>
                    <a:pt x="5392974" y="778778"/>
                  </a:lnTo>
                  <a:lnTo>
                    <a:pt x="5394256" y="778778"/>
                  </a:lnTo>
                  <a:lnTo>
                    <a:pt x="5395538" y="778778"/>
                  </a:lnTo>
                  <a:lnTo>
                    <a:pt x="5396819" y="778778"/>
                  </a:lnTo>
                  <a:lnTo>
                    <a:pt x="5398101" y="834405"/>
                  </a:lnTo>
                  <a:lnTo>
                    <a:pt x="5399383" y="834405"/>
                  </a:lnTo>
                  <a:lnTo>
                    <a:pt x="5400665" y="823279"/>
                  </a:lnTo>
                  <a:lnTo>
                    <a:pt x="5401947" y="778778"/>
                  </a:lnTo>
                  <a:lnTo>
                    <a:pt x="5403229" y="778778"/>
                  </a:lnTo>
                  <a:lnTo>
                    <a:pt x="5404510" y="778778"/>
                  </a:lnTo>
                  <a:lnTo>
                    <a:pt x="5405792" y="778778"/>
                  </a:lnTo>
                  <a:lnTo>
                    <a:pt x="5407074" y="778778"/>
                  </a:lnTo>
                  <a:lnTo>
                    <a:pt x="5408356" y="767652"/>
                  </a:lnTo>
                  <a:lnTo>
                    <a:pt x="5409638" y="775996"/>
                  </a:lnTo>
                  <a:lnTo>
                    <a:pt x="5410920" y="806591"/>
                  </a:lnTo>
                  <a:lnTo>
                    <a:pt x="5412201" y="778778"/>
                  </a:lnTo>
                  <a:lnTo>
                    <a:pt x="5413483" y="778778"/>
                  </a:lnTo>
                  <a:lnTo>
                    <a:pt x="5414765" y="778778"/>
                  </a:lnTo>
                  <a:lnTo>
                    <a:pt x="5416047" y="700900"/>
                  </a:lnTo>
                  <a:lnTo>
                    <a:pt x="5417329" y="667524"/>
                  </a:lnTo>
                  <a:lnTo>
                    <a:pt x="5418611" y="700900"/>
                  </a:lnTo>
                  <a:lnTo>
                    <a:pt x="5419893" y="723151"/>
                  </a:lnTo>
                  <a:lnTo>
                    <a:pt x="5421174" y="723151"/>
                  </a:lnTo>
                  <a:lnTo>
                    <a:pt x="5422456" y="723151"/>
                  </a:lnTo>
                  <a:lnTo>
                    <a:pt x="5423738" y="723151"/>
                  </a:lnTo>
                  <a:lnTo>
                    <a:pt x="5425020" y="723151"/>
                  </a:lnTo>
                  <a:lnTo>
                    <a:pt x="5426302" y="723151"/>
                  </a:lnTo>
                  <a:lnTo>
                    <a:pt x="5427584" y="723151"/>
                  </a:lnTo>
                  <a:lnTo>
                    <a:pt x="5428865" y="653617"/>
                  </a:lnTo>
                  <a:lnTo>
                    <a:pt x="5430147" y="595209"/>
                  </a:lnTo>
                  <a:lnTo>
                    <a:pt x="5431429" y="556270"/>
                  </a:lnTo>
                  <a:lnTo>
                    <a:pt x="5432711" y="564614"/>
                  </a:lnTo>
                  <a:lnTo>
                    <a:pt x="5433993" y="611897"/>
                  </a:lnTo>
                  <a:lnTo>
                    <a:pt x="5435275" y="570176"/>
                  </a:lnTo>
                  <a:lnTo>
                    <a:pt x="5436557" y="556270"/>
                  </a:lnTo>
                  <a:lnTo>
                    <a:pt x="5437838" y="556270"/>
                  </a:lnTo>
                  <a:lnTo>
                    <a:pt x="5439120" y="508987"/>
                  </a:lnTo>
                  <a:lnTo>
                    <a:pt x="5440402" y="508987"/>
                  </a:lnTo>
                  <a:lnTo>
                    <a:pt x="5441684" y="556270"/>
                  </a:lnTo>
                  <a:lnTo>
                    <a:pt x="5442966" y="581302"/>
                  </a:lnTo>
                  <a:lnTo>
                    <a:pt x="5444248" y="611897"/>
                  </a:lnTo>
                  <a:lnTo>
                    <a:pt x="5445529" y="611897"/>
                  </a:lnTo>
                  <a:lnTo>
                    <a:pt x="5446811" y="611897"/>
                  </a:lnTo>
                  <a:lnTo>
                    <a:pt x="5448093" y="684212"/>
                  </a:lnTo>
                  <a:lnTo>
                    <a:pt x="5449375" y="723151"/>
                  </a:lnTo>
                  <a:lnTo>
                    <a:pt x="5450657" y="723151"/>
                  </a:lnTo>
                  <a:lnTo>
                    <a:pt x="5451939" y="723151"/>
                  </a:lnTo>
                  <a:lnTo>
                    <a:pt x="5453221" y="723151"/>
                  </a:lnTo>
                  <a:lnTo>
                    <a:pt x="5454502" y="700900"/>
                  </a:lnTo>
                  <a:lnTo>
                    <a:pt x="5455784" y="667524"/>
                  </a:lnTo>
                  <a:lnTo>
                    <a:pt x="5457066" y="667524"/>
                  </a:lnTo>
                  <a:lnTo>
                    <a:pt x="5458348" y="667524"/>
                  </a:lnTo>
                  <a:lnTo>
                    <a:pt x="5459630" y="667524"/>
                  </a:lnTo>
                  <a:lnTo>
                    <a:pt x="5460912" y="731495"/>
                  </a:lnTo>
                  <a:lnTo>
                    <a:pt x="5462193" y="792684"/>
                  </a:lnTo>
                  <a:lnTo>
                    <a:pt x="5463475" y="834405"/>
                  </a:lnTo>
                  <a:lnTo>
                    <a:pt x="5464757" y="834405"/>
                  </a:lnTo>
                  <a:lnTo>
                    <a:pt x="5466039" y="834405"/>
                  </a:lnTo>
                  <a:lnTo>
                    <a:pt x="5467321" y="873344"/>
                  </a:lnTo>
                  <a:lnTo>
                    <a:pt x="5468603" y="890032"/>
                  </a:lnTo>
                  <a:lnTo>
                    <a:pt x="5469884" y="890032"/>
                  </a:lnTo>
                  <a:lnTo>
                    <a:pt x="5471166" y="934533"/>
                  </a:lnTo>
                  <a:lnTo>
                    <a:pt x="5472448" y="945659"/>
                  </a:lnTo>
                  <a:lnTo>
                    <a:pt x="5473730" y="945659"/>
                  </a:lnTo>
                  <a:lnTo>
                    <a:pt x="5475012" y="945659"/>
                  </a:lnTo>
                  <a:lnTo>
                    <a:pt x="5476294" y="945659"/>
                  </a:lnTo>
                  <a:lnTo>
                    <a:pt x="5477576" y="915064"/>
                  </a:lnTo>
                  <a:lnTo>
                    <a:pt x="5478857" y="890032"/>
                  </a:lnTo>
                  <a:lnTo>
                    <a:pt x="5480139" y="839967"/>
                  </a:lnTo>
                  <a:lnTo>
                    <a:pt x="5481421" y="834405"/>
                  </a:lnTo>
                  <a:lnTo>
                    <a:pt x="5482703" y="834405"/>
                  </a:lnTo>
                  <a:lnTo>
                    <a:pt x="5483985" y="834405"/>
                  </a:lnTo>
                  <a:lnTo>
                    <a:pt x="5485267" y="834405"/>
                  </a:lnTo>
                  <a:lnTo>
                    <a:pt x="5486548" y="817717"/>
                  </a:lnTo>
                  <a:lnTo>
                    <a:pt x="5487830" y="834405"/>
                  </a:lnTo>
                  <a:lnTo>
                    <a:pt x="5489112" y="834405"/>
                  </a:lnTo>
                  <a:lnTo>
                    <a:pt x="5490394" y="834405"/>
                  </a:lnTo>
                  <a:lnTo>
                    <a:pt x="5491676" y="834405"/>
                  </a:lnTo>
                  <a:lnTo>
                    <a:pt x="5492958" y="834405"/>
                  </a:lnTo>
                  <a:lnTo>
                    <a:pt x="5494240" y="781559"/>
                  </a:lnTo>
                  <a:lnTo>
                    <a:pt x="5495521" y="778778"/>
                  </a:lnTo>
                  <a:lnTo>
                    <a:pt x="5496803" y="778778"/>
                  </a:lnTo>
                  <a:lnTo>
                    <a:pt x="5498085" y="778778"/>
                  </a:lnTo>
                  <a:lnTo>
                    <a:pt x="5499367" y="778778"/>
                  </a:lnTo>
                  <a:lnTo>
                    <a:pt x="5500649" y="778778"/>
                  </a:lnTo>
                  <a:lnTo>
                    <a:pt x="5501931" y="717588"/>
                  </a:lnTo>
                  <a:lnTo>
                    <a:pt x="5503212" y="667524"/>
                  </a:lnTo>
                  <a:lnTo>
                    <a:pt x="5504494" y="667524"/>
                  </a:lnTo>
                  <a:lnTo>
                    <a:pt x="5505776" y="667524"/>
                  </a:lnTo>
                  <a:lnTo>
                    <a:pt x="5507058" y="667524"/>
                  </a:lnTo>
                  <a:lnTo>
                    <a:pt x="5508340" y="667524"/>
                  </a:lnTo>
                  <a:lnTo>
                    <a:pt x="5509622" y="695337"/>
                  </a:lnTo>
                  <a:lnTo>
                    <a:pt x="5510903" y="723151"/>
                  </a:lnTo>
                  <a:lnTo>
                    <a:pt x="5512185" y="770434"/>
                  </a:lnTo>
                  <a:lnTo>
                    <a:pt x="5513467" y="778778"/>
                  </a:lnTo>
                  <a:lnTo>
                    <a:pt x="5514749" y="778778"/>
                  </a:lnTo>
                  <a:lnTo>
                    <a:pt x="5516031" y="778778"/>
                  </a:lnTo>
                  <a:lnTo>
                    <a:pt x="5517313" y="778778"/>
                  </a:lnTo>
                  <a:lnTo>
                    <a:pt x="5518595" y="812154"/>
                  </a:lnTo>
                  <a:lnTo>
                    <a:pt x="5519876" y="834405"/>
                  </a:lnTo>
                  <a:lnTo>
                    <a:pt x="5521158" y="834405"/>
                  </a:lnTo>
                  <a:lnTo>
                    <a:pt x="5522440" y="834405"/>
                  </a:lnTo>
                  <a:lnTo>
                    <a:pt x="5523722" y="834405"/>
                  </a:lnTo>
                  <a:lnTo>
                    <a:pt x="5525004" y="834405"/>
                  </a:lnTo>
                  <a:lnTo>
                    <a:pt x="5526286" y="884469"/>
                  </a:lnTo>
                  <a:lnTo>
                    <a:pt x="5527567" y="890032"/>
                  </a:lnTo>
                  <a:lnTo>
                    <a:pt x="5528849" y="890032"/>
                  </a:lnTo>
                  <a:lnTo>
                    <a:pt x="5530131" y="848311"/>
                  </a:lnTo>
                  <a:lnTo>
                    <a:pt x="5531413" y="834405"/>
                  </a:lnTo>
                  <a:lnTo>
                    <a:pt x="5532695" y="817717"/>
                  </a:lnTo>
                  <a:lnTo>
                    <a:pt x="5533977" y="834405"/>
                  </a:lnTo>
                  <a:lnTo>
                    <a:pt x="5535259" y="890032"/>
                  </a:lnTo>
                  <a:lnTo>
                    <a:pt x="5536540" y="890032"/>
                  </a:lnTo>
                  <a:lnTo>
                    <a:pt x="5537822" y="890032"/>
                  </a:lnTo>
                  <a:lnTo>
                    <a:pt x="5539104" y="873344"/>
                  </a:lnTo>
                  <a:lnTo>
                    <a:pt x="5540386" y="834405"/>
                  </a:lnTo>
                  <a:lnTo>
                    <a:pt x="5541668" y="792684"/>
                  </a:lnTo>
                  <a:lnTo>
                    <a:pt x="5542950" y="778778"/>
                  </a:lnTo>
                  <a:lnTo>
                    <a:pt x="5544231" y="778778"/>
                  </a:lnTo>
                  <a:lnTo>
                    <a:pt x="5545513" y="778778"/>
                  </a:lnTo>
                  <a:lnTo>
                    <a:pt x="5546795" y="778778"/>
                  </a:lnTo>
                  <a:lnTo>
                    <a:pt x="5548077" y="775996"/>
                  </a:lnTo>
                  <a:lnTo>
                    <a:pt x="5549359" y="723151"/>
                  </a:lnTo>
                  <a:lnTo>
                    <a:pt x="5550641" y="673086"/>
                  </a:lnTo>
                  <a:lnTo>
                    <a:pt x="5551922" y="667524"/>
                  </a:lnTo>
                  <a:lnTo>
                    <a:pt x="5553204" y="667524"/>
                  </a:lnTo>
                  <a:lnTo>
                    <a:pt x="5554486" y="667524"/>
                  </a:lnTo>
                  <a:lnTo>
                    <a:pt x="5555768" y="667524"/>
                  </a:lnTo>
                  <a:lnTo>
                    <a:pt x="5557050" y="667524"/>
                  </a:lnTo>
                  <a:lnTo>
                    <a:pt x="5558332" y="667524"/>
                  </a:lnTo>
                  <a:lnTo>
                    <a:pt x="5559614" y="667524"/>
                  </a:lnTo>
                  <a:lnTo>
                    <a:pt x="5560895" y="620241"/>
                  </a:lnTo>
                  <a:lnTo>
                    <a:pt x="5562177" y="617459"/>
                  </a:lnTo>
                  <a:lnTo>
                    <a:pt x="5563459" y="611897"/>
                  </a:lnTo>
                  <a:lnTo>
                    <a:pt x="5564741" y="625803"/>
                  </a:lnTo>
                  <a:lnTo>
                    <a:pt x="5566023" y="667524"/>
                  </a:lnTo>
                  <a:lnTo>
                    <a:pt x="5567305" y="667524"/>
                  </a:lnTo>
                  <a:lnTo>
                    <a:pt x="5568586" y="667524"/>
                  </a:lnTo>
                  <a:lnTo>
                    <a:pt x="5569868" y="623022"/>
                  </a:lnTo>
                  <a:lnTo>
                    <a:pt x="5571150" y="611897"/>
                  </a:lnTo>
                  <a:lnTo>
                    <a:pt x="5572432" y="584083"/>
                  </a:lnTo>
                  <a:lnTo>
                    <a:pt x="5573714" y="595209"/>
                  </a:lnTo>
                  <a:lnTo>
                    <a:pt x="5574996" y="611897"/>
                  </a:lnTo>
                  <a:lnTo>
                    <a:pt x="5576278" y="611897"/>
                  </a:lnTo>
                  <a:lnTo>
                    <a:pt x="5577559" y="603553"/>
                  </a:lnTo>
                  <a:lnTo>
                    <a:pt x="5578841" y="556270"/>
                  </a:lnTo>
                  <a:lnTo>
                    <a:pt x="5580123" y="556270"/>
                  </a:lnTo>
                  <a:lnTo>
                    <a:pt x="5581405" y="611897"/>
                  </a:lnTo>
                  <a:lnTo>
                    <a:pt x="5582687" y="659180"/>
                  </a:lnTo>
                  <a:lnTo>
                    <a:pt x="5583969" y="667524"/>
                  </a:lnTo>
                  <a:lnTo>
                    <a:pt x="5585250" y="667524"/>
                  </a:lnTo>
                  <a:lnTo>
                    <a:pt x="5586532" y="667524"/>
                  </a:lnTo>
                  <a:lnTo>
                    <a:pt x="5587814" y="667524"/>
                  </a:lnTo>
                  <a:lnTo>
                    <a:pt x="5589096" y="667524"/>
                  </a:lnTo>
                  <a:lnTo>
                    <a:pt x="5590378" y="667524"/>
                  </a:lnTo>
                  <a:lnTo>
                    <a:pt x="5591660" y="667524"/>
                  </a:lnTo>
                  <a:lnTo>
                    <a:pt x="5592942" y="712025"/>
                  </a:lnTo>
                  <a:lnTo>
                    <a:pt x="5594223" y="753746"/>
                  </a:lnTo>
                  <a:lnTo>
                    <a:pt x="5595505" y="778778"/>
                  </a:lnTo>
                  <a:lnTo>
                    <a:pt x="5596787" y="770434"/>
                  </a:lnTo>
                  <a:lnTo>
                    <a:pt x="5598069" y="723151"/>
                  </a:lnTo>
                  <a:lnTo>
                    <a:pt x="5599351" y="723151"/>
                  </a:lnTo>
                  <a:lnTo>
                    <a:pt x="5600633" y="723151"/>
                  </a:lnTo>
                  <a:lnTo>
                    <a:pt x="5601914" y="764871"/>
                  </a:lnTo>
                  <a:lnTo>
                    <a:pt x="5603196" y="775996"/>
                  </a:lnTo>
                  <a:lnTo>
                    <a:pt x="5604478" y="803810"/>
                  </a:lnTo>
                  <a:lnTo>
                    <a:pt x="5605760" y="834405"/>
                  </a:lnTo>
                  <a:lnTo>
                    <a:pt x="5607042" y="834405"/>
                  </a:lnTo>
                  <a:lnTo>
                    <a:pt x="5608324" y="834405"/>
                  </a:lnTo>
                  <a:lnTo>
                    <a:pt x="5609605" y="839967"/>
                  </a:lnTo>
                  <a:lnTo>
                    <a:pt x="5610887" y="890032"/>
                  </a:lnTo>
                  <a:lnTo>
                    <a:pt x="5612169" y="865000"/>
                  </a:lnTo>
                  <a:lnTo>
                    <a:pt x="5613451" y="778778"/>
                  </a:lnTo>
                  <a:lnTo>
                    <a:pt x="5614733" y="778778"/>
                  </a:lnTo>
                  <a:lnTo>
                    <a:pt x="5616015" y="778778"/>
                  </a:lnTo>
                  <a:lnTo>
                    <a:pt x="5617297" y="778778"/>
                  </a:lnTo>
                  <a:lnTo>
                    <a:pt x="5618578" y="778778"/>
                  </a:lnTo>
                  <a:lnTo>
                    <a:pt x="5619860" y="778778"/>
                  </a:lnTo>
                  <a:lnTo>
                    <a:pt x="5621142" y="778778"/>
                  </a:lnTo>
                  <a:lnTo>
                    <a:pt x="5622424" y="778778"/>
                  </a:lnTo>
                  <a:lnTo>
                    <a:pt x="5623706" y="778778"/>
                  </a:lnTo>
                  <a:lnTo>
                    <a:pt x="5624988" y="778778"/>
                  </a:lnTo>
                  <a:lnTo>
                    <a:pt x="5626269" y="778778"/>
                  </a:lnTo>
                  <a:lnTo>
                    <a:pt x="5627551" y="778778"/>
                  </a:lnTo>
                  <a:lnTo>
                    <a:pt x="5628833" y="784340"/>
                  </a:lnTo>
                  <a:lnTo>
                    <a:pt x="5630115" y="834405"/>
                  </a:lnTo>
                  <a:lnTo>
                    <a:pt x="5631397" y="778778"/>
                  </a:lnTo>
                  <a:lnTo>
                    <a:pt x="5632679" y="723151"/>
                  </a:lnTo>
                  <a:lnTo>
                    <a:pt x="5633961" y="670305"/>
                  </a:lnTo>
                  <a:lnTo>
                    <a:pt x="5635242" y="678649"/>
                  </a:lnTo>
                  <a:lnTo>
                    <a:pt x="5636524" y="723151"/>
                  </a:lnTo>
                  <a:lnTo>
                    <a:pt x="5637806" y="703681"/>
                  </a:lnTo>
                  <a:lnTo>
                    <a:pt x="5639088" y="664742"/>
                  </a:lnTo>
                  <a:lnTo>
                    <a:pt x="5640370" y="611897"/>
                  </a:lnTo>
                  <a:lnTo>
                    <a:pt x="5641652" y="611897"/>
                  </a:lnTo>
                  <a:lnTo>
                    <a:pt x="5642933" y="611897"/>
                  </a:lnTo>
                  <a:lnTo>
                    <a:pt x="5644215" y="634148"/>
                  </a:lnTo>
                  <a:lnTo>
                    <a:pt x="5645497" y="720369"/>
                  </a:lnTo>
                  <a:lnTo>
                    <a:pt x="5646779" y="723151"/>
                  </a:lnTo>
                  <a:lnTo>
                    <a:pt x="5648061" y="712025"/>
                  </a:lnTo>
                  <a:lnTo>
                    <a:pt x="5649343" y="614678"/>
                  </a:lnTo>
                  <a:lnTo>
                    <a:pt x="5650624" y="611897"/>
                  </a:lnTo>
                  <a:lnTo>
                    <a:pt x="5651906" y="611897"/>
                  </a:lnTo>
                  <a:lnTo>
                    <a:pt x="5653188" y="606334"/>
                  </a:lnTo>
                  <a:lnTo>
                    <a:pt x="5654470" y="556270"/>
                  </a:lnTo>
                  <a:lnTo>
                    <a:pt x="5655752" y="553488"/>
                  </a:lnTo>
                  <a:lnTo>
                    <a:pt x="5657034" y="500643"/>
                  </a:lnTo>
                  <a:lnTo>
                    <a:pt x="5658316" y="500643"/>
                  </a:lnTo>
                  <a:lnTo>
                    <a:pt x="5659597" y="500643"/>
                  </a:lnTo>
                  <a:lnTo>
                    <a:pt x="5660879" y="500643"/>
                  </a:lnTo>
                  <a:lnTo>
                    <a:pt x="5662161" y="481173"/>
                  </a:lnTo>
                  <a:lnTo>
                    <a:pt x="5663443" y="495080"/>
                  </a:lnTo>
                  <a:lnTo>
                    <a:pt x="5664725" y="534019"/>
                  </a:lnTo>
                  <a:lnTo>
                    <a:pt x="5666007" y="550707"/>
                  </a:lnTo>
                  <a:lnTo>
                    <a:pt x="5667288" y="556270"/>
                  </a:lnTo>
                  <a:lnTo>
                    <a:pt x="5668570" y="556270"/>
                  </a:lnTo>
                  <a:lnTo>
                    <a:pt x="5669852" y="572958"/>
                  </a:lnTo>
                  <a:lnTo>
                    <a:pt x="5671134" y="611897"/>
                  </a:lnTo>
                  <a:lnTo>
                    <a:pt x="5672416" y="667524"/>
                  </a:lnTo>
                  <a:lnTo>
                    <a:pt x="5673698" y="667524"/>
                  </a:lnTo>
                  <a:lnTo>
                    <a:pt x="5674980" y="667524"/>
                  </a:lnTo>
                  <a:lnTo>
                    <a:pt x="5676261" y="667524"/>
                  </a:lnTo>
                  <a:lnTo>
                    <a:pt x="5677543" y="667524"/>
                  </a:lnTo>
                  <a:lnTo>
                    <a:pt x="5678825" y="667524"/>
                  </a:lnTo>
                  <a:lnTo>
                    <a:pt x="5680107" y="675868"/>
                  </a:lnTo>
                  <a:lnTo>
                    <a:pt x="5681389" y="773215"/>
                  </a:lnTo>
                  <a:lnTo>
                    <a:pt x="5682671" y="778778"/>
                  </a:lnTo>
                  <a:lnTo>
                    <a:pt x="5683952" y="778778"/>
                  </a:lnTo>
                  <a:lnTo>
                    <a:pt x="5685234" y="781559"/>
                  </a:lnTo>
                  <a:lnTo>
                    <a:pt x="5686516" y="834405"/>
                  </a:lnTo>
                  <a:lnTo>
                    <a:pt x="5687798" y="834405"/>
                  </a:lnTo>
                  <a:lnTo>
                    <a:pt x="5689080" y="890032"/>
                  </a:lnTo>
                  <a:lnTo>
                    <a:pt x="5690362" y="890032"/>
                  </a:lnTo>
                  <a:lnTo>
                    <a:pt x="5691643" y="806591"/>
                  </a:lnTo>
                  <a:lnTo>
                    <a:pt x="5692925" y="778778"/>
                  </a:lnTo>
                  <a:lnTo>
                    <a:pt x="5694207" y="795466"/>
                  </a:lnTo>
                  <a:lnTo>
                    <a:pt x="5695489" y="834405"/>
                  </a:lnTo>
                  <a:lnTo>
                    <a:pt x="5696771" y="853874"/>
                  </a:lnTo>
                  <a:lnTo>
                    <a:pt x="5698053" y="890032"/>
                  </a:lnTo>
                  <a:lnTo>
                    <a:pt x="5699335" y="890032"/>
                  </a:lnTo>
                  <a:lnTo>
                    <a:pt x="5700616" y="890032"/>
                  </a:lnTo>
                  <a:lnTo>
                    <a:pt x="5701898" y="890032"/>
                  </a:lnTo>
                  <a:lnTo>
                    <a:pt x="5703180" y="890032"/>
                  </a:lnTo>
                  <a:lnTo>
                    <a:pt x="5704462" y="890032"/>
                  </a:lnTo>
                  <a:lnTo>
                    <a:pt x="5705744" y="890032"/>
                  </a:lnTo>
                  <a:lnTo>
                    <a:pt x="5707026" y="837186"/>
                  </a:lnTo>
                  <a:lnTo>
                    <a:pt x="5708307" y="834405"/>
                  </a:lnTo>
                  <a:lnTo>
                    <a:pt x="5709589" y="834405"/>
                  </a:lnTo>
                  <a:lnTo>
                    <a:pt x="5710871" y="834405"/>
                  </a:lnTo>
                  <a:lnTo>
                    <a:pt x="5712153" y="834405"/>
                  </a:lnTo>
                  <a:lnTo>
                    <a:pt x="5713435" y="834405"/>
                  </a:lnTo>
                  <a:lnTo>
                    <a:pt x="5714717" y="809373"/>
                  </a:lnTo>
                  <a:lnTo>
                    <a:pt x="5715999" y="778778"/>
                  </a:lnTo>
                  <a:lnTo>
                    <a:pt x="5717280" y="778778"/>
                  </a:lnTo>
                  <a:lnTo>
                    <a:pt x="5718562" y="778778"/>
                  </a:lnTo>
                  <a:lnTo>
                    <a:pt x="5719844" y="778778"/>
                  </a:lnTo>
                  <a:lnTo>
                    <a:pt x="5721126" y="778778"/>
                  </a:lnTo>
                  <a:lnTo>
                    <a:pt x="5722408" y="778778"/>
                  </a:lnTo>
                  <a:lnTo>
                    <a:pt x="5723690" y="856655"/>
                  </a:lnTo>
                  <a:lnTo>
                    <a:pt x="5724971" y="890032"/>
                  </a:lnTo>
                  <a:lnTo>
                    <a:pt x="5726253" y="890032"/>
                  </a:lnTo>
                  <a:lnTo>
                    <a:pt x="5727535" y="890032"/>
                  </a:lnTo>
                  <a:lnTo>
                    <a:pt x="5728817" y="845530"/>
                  </a:lnTo>
                  <a:lnTo>
                    <a:pt x="5730099" y="778778"/>
                  </a:lnTo>
                  <a:lnTo>
                    <a:pt x="5731381" y="778778"/>
                  </a:lnTo>
                  <a:lnTo>
                    <a:pt x="5732663" y="778778"/>
                  </a:lnTo>
                  <a:lnTo>
                    <a:pt x="5733944" y="778778"/>
                  </a:lnTo>
                  <a:lnTo>
                    <a:pt x="5735226" y="778778"/>
                  </a:lnTo>
                  <a:lnTo>
                    <a:pt x="5736508" y="739839"/>
                  </a:lnTo>
                  <a:lnTo>
                    <a:pt x="5737790" y="723151"/>
                  </a:lnTo>
                  <a:lnTo>
                    <a:pt x="5739072" y="773215"/>
                  </a:lnTo>
                  <a:lnTo>
                    <a:pt x="5740354" y="778778"/>
                  </a:lnTo>
                  <a:lnTo>
                    <a:pt x="5741635" y="778778"/>
                  </a:lnTo>
                  <a:lnTo>
                    <a:pt x="5742917" y="778778"/>
                  </a:lnTo>
                  <a:lnTo>
                    <a:pt x="5744199" y="778778"/>
                  </a:lnTo>
                  <a:lnTo>
                    <a:pt x="5745481" y="778778"/>
                  </a:lnTo>
                  <a:lnTo>
                    <a:pt x="5746763" y="801029"/>
                  </a:lnTo>
                  <a:lnTo>
                    <a:pt x="5748045" y="834405"/>
                  </a:lnTo>
                  <a:lnTo>
                    <a:pt x="5749326" y="834405"/>
                  </a:lnTo>
                  <a:lnTo>
                    <a:pt x="5750608" y="817717"/>
                  </a:lnTo>
                  <a:lnTo>
                    <a:pt x="5751890" y="778778"/>
                  </a:lnTo>
                  <a:lnTo>
                    <a:pt x="5753172" y="778778"/>
                  </a:lnTo>
                  <a:lnTo>
                    <a:pt x="5754454" y="778778"/>
                  </a:lnTo>
                  <a:lnTo>
                    <a:pt x="5755736" y="778778"/>
                  </a:lnTo>
                  <a:lnTo>
                    <a:pt x="5757018" y="778778"/>
                  </a:lnTo>
                  <a:lnTo>
                    <a:pt x="5758299" y="778778"/>
                  </a:lnTo>
                  <a:lnTo>
                    <a:pt x="5759581" y="778778"/>
                  </a:lnTo>
                  <a:lnTo>
                    <a:pt x="5760863" y="817717"/>
                  </a:lnTo>
                  <a:lnTo>
                    <a:pt x="5762145" y="890032"/>
                  </a:lnTo>
                  <a:lnTo>
                    <a:pt x="5763427" y="890032"/>
                  </a:lnTo>
                  <a:lnTo>
                    <a:pt x="5764709" y="856656"/>
                  </a:lnTo>
                  <a:lnTo>
                    <a:pt x="5765990" y="814935"/>
                  </a:lnTo>
                  <a:lnTo>
                    <a:pt x="5767272" y="778778"/>
                  </a:lnTo>
                  <a:lnTo>
                    <a:pt x="5768554" y="814935"/>
                  </a:lnTo>
                  <a:lnTo>
                    <a:pt x="5769836" y="834405"/>
                  </a:lnTo>
                  <a:lnTo>
                    <a:pt x="5771118" y="834405"/>
                  </a:lnTo>
                  <a:lnTo>
                    <a:pt x="5772400" y="784340"/>
                  </a:lnTo>
                  <a:lnTo>
                    <a:pt x="5773682" y="778778"/>
                  </a:lnTo>
                  <a:lnTo>
                    <a:pt x="5774963" y="742620"/>
                  </a:lnTo>
                  <a:lnTo>
                    <a:pt x="5776245" y="723151"/>
                  </a:lnTo>
                  <a:lnTo>
                    <a:pt x="5777527" y="723151"/>
                  </a:lnTo>
                  <a:lnTo>
                    <a:pt x="5778809" y="723151"/>
                  </a:lnTo>
                  <a:lnTo>
                    <a:pt x="5780091" y="723151"/>
                  </a:lnTo>
                  <a:lnTo>
                    <a:pt x="5781373" y="706463"/>
                  </a:lnTo>
                  <a:lnTo>
                    <a:pt x="5782654" y="681430"/>
                  </a:lnTo>
                  <a:lnTo>
                    <a:pt x="5783936" y="684212"/>
                  </a:lnTo>
                  <a:lnTo>
                    <a:pt x="5785218" y="667524"/>
                  </a:lnTo>
                  <a:lnTo>
                    <a:pt x="5786500" y="667524"/>
                  </a:lnTo>
                  <a:lnTo>
                    <a:pt x="5787782" y="667524"/>
                  </a:lnTo>
                  <a:lnTo>
                    <a:pt x="5789064" y="667524"/>
                  </a:lnTo>
                  <a:lnTo>
                    <a:pt x="5790345" y="667524"/>
                  </a:lnTo>
                  <a:lnTo>
                    <a:pt x="5791627" y="667524"/>
                  </a:lnTo>
                  <a:lnTo>
                    <a:pt x="5792909" y="667524"/>
                  </a:lnTo>
                  <a:lnTo>
                    <a:pt x="5794191" y="611897"/>
                  </a:lnTo>
                  <a:lnTo>
                    <a:pt x="5795473" y="611897"/>
                  </a:lnTo>
                  <a:lnTo>
                    <a:pt x="5796755" y="586865"/>
                  </a:lnTo>
                  <a:lnTo>
                    <a:pt x="5798037" y="620241"/>
                  </a:lnTo>
                  <a:lnTo>
                    <a:pt x="5799318" y="611897"/>
                  </a:lnTo>
                  <a:lnTo>
                    <a:pt x="5800600" y="611897"/>
                  </a:lnTo>
                  <a:lnTo>
                    <a:pt x="5801882" y="611897"/>
                  </a:lnTo>
                  <a:lnTo>
                    <a:pt x="5803164" y="611897"/>
                  </a:lnTo>
                  <a:lnTo>
                    <a:pt x="5804446" y="659180"/>
                  </a:lnTo>
                  <a:lnTo>
                    <a:pt x="5805728" y="667524"/>
                  </a:lnTo>
                  <a:lnTo>
                    <a:pt x="5807009" y="700900"/>
                  </a:lnTo>
                  <a:lnTo>
                    <a:pt x="5808291" y="723151"/>
                  </a:lnTo>
                  <a:lnTo>
                    <a:pt x="5809573" y="723151"/>
                  </a:lnTo>
                  <a:lnTo>
                    <a:pt x="5810855" y="723151"/>
                  </a:lnTo>
                  <a:lnTo>
                    <a:pt x="5812137" y="723151"/>
                  </a:lnTo>
                  <a:lnTo>
                    <a:pt x="5813419" y="737057"/>
                  </a:lnTo>
                  <a:lnTo>
                    <a:pt x="5814701" y="778778"/>
                  </a:lnTo>
                  <a:lnTo>
                    <a:pt x="5815982" y="814935"/>
                  </a:lnTo>
                  <a:lnTo>
                    <a:pt x="5817264" y="834405"/>
                  </a:lnTo>
                  <a:lnTo>
                    <a:pt x="5818546" y="834405"/>
                  </a:lnTo>
                  <a:lnTo>
                    <a:pt x="5819828" y="834405"/>
                  </a:lnTo>
                  <a:lnTo>
                    <a:pt x="5821110" y="834405"/>
                  </a:lnTo>
                  <a:lnTo>
                    <a:pt x="5822392" y="834405"/>
                  </a:lnTo>
                  <a:lnTo>
                    <a:pt x="5823673" y="834405"/>
                  </a:lnTo>
                  <a:lnTo>
                    <a:pt x="5824955" y="834405"/>
                  </a:lnTo>
                  <a:lnTo>
                    <a:pt x="5826237" y="887250"/>
                  </a:lnTo>
                  <a:lnTo>
                    <a:pt x="5827519" y="890032"/>
                  </a:lnTo>
                  <a:lnTo>
                    <a:pt x="5828801" y="942877"/>
                  </a:lnTo>
                  <a:lnTo>
                    <a:pt x="5830083" y="951221"/>
                  </a:lnTo>
                  <a:lnTo>
                    <a:pt x="5831365" y="967910"/>
                  </a:lnTo>
                  <a:lnTo>
                    <a:pt x="5832646" y="945659"/>
                  </a:lnTo>
                  <a:lnTo>
                    <a:pt x="5833928" y="945659"/>
                  </a:lnTo>
                  <a:lnTo>
                    <a:pt x="5835210" y="945659"/>
                  </a:lnTo>
                  <a:lnTo>
                    <a:pt x="5836492" y="945659"/>
                  </a:lnTo>
                  <a:lnTo>
                    <a:pt x="5837774" y="945659"/>
                  </a:lnTo>
                  <a:lnTo>
                    <a:pt x="5839056" y="915064"/>
                  </a:lnTo>
                  <a:lnTo>
                    <a:pt x="5840337" y="890032"/>
                  </a:lnTo>
                  <a:lnTo>
                    <a:pt x="5841619" y="873344"/>
                  </a:lnTo>
                  <a:lnTo>
                    <a:pt x="5842901" y="775996"/>
                  </a:lnTo>
                  <a:lnTo>
                    <a:pt x="5844183" y="723151"/>
                  </a:lnTo>
                  <a:lnTo>
                    <a:pt x="5845465" y="661961"/>
                  </a:lnTo>
                  <a:lnTo>
                    <a:pt x="5846747" y="611897"/>
                  </a:lnTo>
                  <a:lnTo>
                    <a:pt x="5848028" y="611897"/>
                  </a:lnTo>
                  <a:lnTo>
                    <a:pt x="5849310" y="611897"/>
                  </a:lnTo>
                  <a:lnTo>
                    <a:pt x="5850592" y="611897"/>
                  </a:lnTo>
                  <a:lnTo>
                    <a:pt x="5851874" y="611897"/>
                  </a:lnTo>
                  <a:lnTo>
                    <a:pt x="5853156" y="611897"/>
                  </a:lnTo>
                  <a:lnTo>
                    <a:pt x="5854438" y="567395"/>
                  </a:lnTo>
                  <a:lnTo>
                    <a:pt x="5855720" y="442234"/>
                  </a:lnTo>
                  <a:lnTo>
                    <a:pt x="5857001" y="389389"/>
                  </a:lnTo>
                  <a:lnTo>
                    <a:pt x="5858283" y="389389"/>
                  </a:lnTo>
                  <a:lnTo>
                    <a:pt x="5859565" y="389389"/>
                  </a:lnTo>
                  <a:lnTo>
                    <a:pt x="5860847" y="389389"/>
                  </a:lnTo>
                  <a:lnTo>
                    <a:pt x="5862129" y="389389"/>
                  </a:lnTo>
                  <a:lnTo>
                    <a:pt x="5863411" y="419983"/>
                  </a:lnTo>
                  <a:lnTo>
                    <a:pt x="5864692" y="394951"/>
                  </a:lnTo>
                  <a:lnTo>
                    <a:pt x="5865974" y="389389"/>
                  </a:lnTo>
                  <a:lnTo>
                    <a:pt x="5867256" y="389389"/>
                  </a:lnTo>
                  <a:lnTo>
                    <a:pt x="5868538" y="389389"/>
                  </a:lnTo>
                  <a:lnTo>
                    <a:pt x="5869820" y="389389"/>
                  </a:lnTo>
                  <a:lnTo>
                    <a:pt x="5871102" y="417202"/>
                  </a:lnTo>
                  <a:lnTo>
                    <a:pt x="5872384" y="445016"/>
                  </a:lnTo>
                  <a:lnTo>
                    <a:pt x="5873665" y="458922"/>
                  </a:lnTo>
                  <a:lnTo>
                    <a:pt x="5874947" y="553488"/>
                  </a:lnTo>
                  <a:lnTo>
                    <a:pt x="5876229" y="611897"/>
                  </a:lnTo>
                  <a:lnTo>
                    <a:pt x="5877511" y="623022"/>
                  </a:lnTo>
                  <a:lnTo>
                    <a:pt x="5878793" y="667524"/>
                  </a:lnTo>
                  <a:lnTo>
                    <a:pt x="5880075" y="667524"/>
                  </a:lnTo>
                  <a:lnTo>
                    <a:pt x="5881356" y="667524"/>
                  </a:lnTo>
                  <a:lnTo>
                    <a:pt x="5882638" y="656398"/>
                  </a:lnTo>
                  <a:lnTo>
                    <a:pt x="5883920" y="611897"/>
                  </a:lnTo>
                  <a:lnTo>
                    <a:pt x="5885202" y="600771"/>
                  </a:lnTo>
                  <a:lnTo>
                    <a:pt x="5886484" y="595209"/>
                  </a:lnTo>
                  <a:lnTo>
                    <a:pt x="5887766" y="720369"/>
                  </a:lnTo>
                  <a:lnTo>
                    <a:pt x="5889047" y="778778"/>
                  </a:lnTo>
                  <a:lnTo>
                    <a:pt x="5890329" y="778778"/>
                  </a:lnTo>
                  <a:lnTo>
                    <a:pt x="5891611" y="778778"/>
                  </a:lnTo>
                  <a:lnTo>
                    <a:pt x="5892893" y="778778"/>
                  </a:lnTo>
                  <a:lnTo>
                    <a:pt x="5894175" y="706463"/>
                  </a:lnTo>
                  <a:lnTo>
                    <a:pt x="5895457" y="667524"/>
                  </a:lnTo>
                  <a:lnTo>
                    <a:pt x="5896739" y="664742"/>
                  </a:lnTo>
                  <a:lnTo>
                    <a:pt x="5898020" y="667524"/>
                  </a:lnTo>
                  <a:lnTo>
                    <a:pt x="5899302" y="667524"/>
                  </a:lnTo>
                  <a:lnTo>
                    <a:pt x="5900584" y="667524"/>
                  </a:lnTo>
                  <a:lnTo>
                    <a:pt x="5901866" y="667524"/>
                  </a:lnTo>
                  <a:lnTo>
                    <a:pt x="5903148" y="667524"/>
                  </a:lnTo>
                  <a:lnTo>
                    <a:pt x="5904430" y="667524"/>
                  </a:lnTo>
                  <a:lnTo>
                    <a:pt x="5905711" y="667524"/>
                  </a:lnTo>
                  <a:lnTo>
                    <a:pt x="5906993" y="617459"/>
                  </a:lnTo>
                  <a:lnTo>
                    <a:pt x="5908275" y="611897"/>
                  </a:lnTo>
                  <a:lnTo>
                    <a:pt x="5909557" y="653617"/>
                  </a:lnTo>
                  <a:lnTo>
                    <a:pt x="5910839" y="667524"/>
                  </a:lnTo>
                  <a:lnTo>
                    <a:pt x="5912121" y="667524"/>
                  </a:lnTo>
                  <a:lnTo>
                    <a:pt x="5913403" y="611897"/>
                  </a:lnTo>
                  <a:lnTo>
                    <a:pt x="5914684" y="620241"/>
                  </a:lnTo>
                  <a:lnTo>
                    <a:pt x="5915966" y="667524"/>
                  </a:lnTo>
                  <a:lnTo>
                    <a:pt x="5917248" y="675868"/>
                  </a:lnTo>
                  <a:lnTo>
                    <a:pt x="5918530" y="723151"/>
                  </a:lnTo>
                  <a:lnTo>
                    <a:pt x="5919812" y="723151"/>
                  </a:lnTo>
                  <a:lnTo>
                    <a:pt x="5921094" y="723151"/>
                  </a:lnTo>
                  <a:lnTo>
                    <a:pt x="5922375" y="723151"/>
                  </a:lnTo>
                  <a:lnTo>
                    <a:pt x="5923657" y="670305"/>
                  </a:lnTo>
                  <a:lnTo>
                    <a:pt x="5924939" y="584083"/>
                  </a:lnTo>
                  <a:lnTo>
                    <a:pt x="5926221" y="623022"/>
                  </a:lnTo>
                  <a:lnTo>
                    <a:pt x="5927503" y="570176"/>
                  </a:lnTo>
                  <a:lnTo>
                    <a:pt x="5928785" y="603553"/>
                  </a:lnTo>
                  <a:lnTo>
                    <a:pt x="5930066" y="564614"/>
                  </a:lnTo>
                  <a:lnTo>
                    <a:pt x="5931348" y="525675"/>
                  </a:lnTo>
                  <a:lnTo>
                    <a:pt x="5932630" y="500643"/>
                  </a:lnTo>
                  <a:lnTo>
                    <a:pt x="5933912" y="500643"/>
                  </a:lnTo>
                  <a:lnTo>
                    <a:pt x="5935194" y="500643"/>
                  </a:lnTo>
                  <a:lnTo>
                    <a:pt x="5936476" y="500643"/>
                  </a:lnTo>
                  <a:lnTo>
                    <a:pt x="5937758" y="500643"/>
                  </a:lnTo>
                  <a:lnTo>
                    <a:pt x="5939039" y="547926"/>
                  </a:lnTo>
                  <a:lnTo>
                    <a:pt x="5940321" y="556270"/>
                  </a:lnTo>
                  <a:lnTo>
                    <a:pt x="5941603" y="556270"/>
                  </a:lnTo>
                  <a:lnTo>
                    <a:pt x="5942885" y="556270"/>
                  </a:lnTo>
                  <a:lnTo>
                    <a:pt x="5944167" y="556270"/>
                  </a:lnTo>
                  <a:lnTo>
                    <a:pt x="5945449" y="609115"/>
                  </a:lnTo>
                  <a:lnTo>
                    <a:pt x="5946730" y="603553"/>
                  </a:lnTo>
                  <a:lnTo>
                    <a:pt x="5948012" y="556270"/>
                  </a:lnTo>
                  <a:lnTo>
                    <a:pt x="5949294" y="556270"/>
                  </a:lnTo>
                  <a:lnTo>
                    <a:pt x="5950576" y="556270"/>
                  </a:lnTo>
                  <a:lnTo>
                    <a:pt x="5951858" y="556270"/>
                  </a:lnTo>
                  <a:lnTo>
                    <a:pt x="5953140" y="556270"/>
                  </a:lnTo>
                  <a:lnTo>
                    <a:pt x="5954422" y="556270"/>
                  </a:lnTo>
                  <a:lnTo>
                    <a:pt x="5955703" y="603553"/>
                  </a:lnTo>
                  <a:lnTo>
                    <a:pt x="5956985" y="692556"/>
                  </a:lnTo>
                  <a:lnTo>
                    <a:pt x="5958267" y="723151"/>
                  </a:lnTo>
                  <a:lnTo>
                    <a:pt x="5959549" y="814935"/>
                  </a:lnTo>
                  <a:lnTo>
                    <a:pt x="5960831" y="834405"/>
                  </a:lnTo>
                  <a:lnTo>
                    <a:pt x="5962113" y="878906"/>
                  </a:lnTo>
                  <a:lnTo>
                    <a:pt x="5963394" y="917845"/>
                  </a:lnTo>
                  <a:lnTo>
                    <a:pt x="5964676" y="945659"/>
                  </a:lnTo>
                  <a:lnTo>
                    <a:pt x="5965958" y="945659"/>
                  </a:lnTo>
                  <a:lnTo>
                    <a:pt x="5967240" y="945659"/>
                  </a:lnTo>
                  <a:lnTo>
                    <a:pt x="5968522" y="945659"/>
                  </a:lnTo>
                  <a:lnTo>
                    <a:pt x="5969804" y="945659"/>
                  </a:lnTo>
                  <a:lnTo>
                    <a:pt x="5971086" y="945659"/>
                  </a:lnTo>
                  <a:lnTo>
                    <a:pt x="5972367" y="945659"/>
                  </a:lnTo>
                  <a:lnTo>
                    <a:pt x="5973649" y="940096"/>
                  </a:lnTo>
                  <a:lnTo>
                    <a:pt x="5974931" y="890032"/>
                  </a:lnTo>
                  <a:lnTo>
                    <a:pt x="5976213" y="890032"/>
                  </a:lnTo>
                  <a:lnTo>
                    <a:pt x="5977495" y="890032"/>
                  </a:lnTo>
                  <a:lnTo>
                    <a:pt x="5978777" y="895594"/>
                  </a:lnTo>
                  <a:lnTo>
                    <a:pt x="5980058" y="945659"/>
                  </a:lnTo>
                  <a:lnTo>
                    <a:pt x="5981340" y="901157"/>
                  </a:lnTo>
                  <a:lnTo>
                    <a:pt x="5982622" y="881688"/>
                  </a:lnTo>
                  <a:lnTo>
                    <a:pt x="5983904" y="834405"/>
                  </a:lnTo>
                  <a:lnTo>
                    <a:pt x="5985186" y="826061"/>
                  </a:lnTo>
                  <a:lnTo>
                    <a:pt x="5986468" y="778778"/>
                  </a:lnTo>
                  <a:lnTo>
                    <a:pt x="5987749" y="778778"/>
                  </a:lnTo>
                  <a:lnTo>
                    <a:pt x="5989031" y="778778"/>
                  </a:lnTo>
                  <a:lnTo>
                    <a:pt x="5990313" y="773215"/>
                  </a:lnTo>
                  <a:lnTo>
                    <a:pt x="5991595" y="723151"/>
                  </a:lnTo>
                  <a:lnTo>
                    <a:pt x="5992877" y="681430"/>
                  </a:lnTo>
                  <a:lnTo>
                    <a:pt x="5994159" y="667524"/>
                  </a:lnTo>
                  <a:lnTo>
                    <a:pt x="5995441" y="667524"/>
                  </a:lnTo>
                  <a:lnTo>
                    <a:pt x="5996722" y="650836"/>
                  </a:lnTo>
                  <a:lnTo>
                    <a:pt x="5998004" y="611897"/>
                  </a:lnTo>
                  <a:lnTo>
                    <a:pt x="5999286" y="584083"/>
                  </a:lnTo>
                  <a:lnTo>
                    <a:pt x="6000568" y="547926"/>
                  </a:lnTo>
                  <a:lnTo>
                    <a:pt x="6001850" y="489517"/>
                  </a:lnTo>
                  <a:lnTo>
                    <a:pt x="6003132" y="406077"/>
                  </a:lnTo>
                  <a:lnTo>
                    <a:pt x="6004413" y="358794"/>
                  </a:lnTo>
                  <a:lnTo>
                    <a:pt x="6005695" y="336543"/>
                  </a:lnTo>
                  <a:lnTo>
                    <a:pt x="6006977" y="389389"/>
                  </a:lnTo>
                  <a:lnTo>
                    <a:pt x="6008259" y="389389"/>
                  </a:lnTo>
                  <a:lnTo>
                    <a:pt x="6009541" y="389389"/>
                  </a:lnTo>
                  <a:lnTo>
                    <a:pt x="6010823" y="386607"/>
                  </a:lnTo>
                  <a:lnTo>
                    <a:pt x="6012105" y="333762"/>
                  </a:lnTo>
                  <a:lnTo>
                    <a:pt x="6013386" y="342106"/>
                  </a:lnTo>
                  <a:lnTo>
                    <a:pt x="6014668" y="339324"/>
                  </a:lnTo>
                  <a:lnTo>
                    <a:pt x="6015950" y="389389"/>
                  </a:lnTo>
                  <a:lnTo>
                    <a:pt x="6017232" y="394951"/>
                  </a:lnTo>
                  <a:lnTo>
                    <a:pt x="6018514" y="445016"/>
                  </a:lnTo>
                  <a:lnTo>
                    <a:pt x="6019796" y="445016"/>
                  </a:lnTo>
                  <a:lnTo>
                    <a:pt x="6021077" y="445016"/>
                  </a:lnTo>
                  <a:lnTo>
                    <a:pt x="6022359" y="447797"/>
                  </a:lnTo>
                  <a:lnTo>
                    <a:pt x="6023641" y="500643"/>
                  </a:lnTo>
                  <a:lnTo>
                    <a:pt x="6024923" y="539582"/>
                  </a:lnTo>
                  <a:lnTo>
                    <a:pt x="6026205" y="556270"/>
                  </a:lnTo>
                  <a:lnTo>
                    <a:pt x="6027487" y="556270"/>
                  </a:lnTo>
                  <a:lnTo>
                    <a:pt x="6028768" y="570176"/>
                  </a:lnTo>
                  <a:lnTo>
                    <a:pt x="6030050" y="611897"/>
                  </a:lnTo>
                  <a:lnTo>
                    <a:pt x="6031332" y="597990"/>
                  </a:lnTo>
                  <a:lnTo>
                    <a:pt x="6032614" y="617459"/>
                  </a:lnTo>
                  <a:lnTo>
                    <a:pt x="6033896" y="675868"/>
                  </a:lnTo>
                  <a:lnTo>
                    <a:pt x="6035178" y="759308"/>
                  </a:lnTo>
                  <a:lnTo>
                    <a:pt x="6036460" y="789903"/>
                  </a:lnTo>
                  <a:lnTo>
                    <a:pt x="6037741" y="778778"/>
                  </a:lnTo>
                  <a:lnTo>
                    <a:pt x="6039023" y="778778"/>
                  </a:lnTo>
                  <a:lnTo>
                    <a:pt x="6040305" y="778778"/>
                  </a:lnTo>
                  <a:lnTo>
                    <a:pt x="6041587" y="778778"/>
                  </a:lnTo>
                  <a:lnTo>
                    <a:pt x="6042869" y="778778"/>
                  </a:lnTo>
                  <a:lnTo>
                    <a:pt x="6044151" y="834405"/>
                  </a:lnTo>
                  <a:lnTo>
                    <a:pt x="6045432" y="865000"/>
                  </a:lnTo>
                  <a:lnTo>
                    <a:pt x="6046714" y="890032"/>
                  </a:lnTo>
                  <a:lnTo>
                    <a:pt x="6047996" y="845530"/>
                  </a:lnTo>
                  <a:lnTo>
                    <a:pt x="6049278" y="834405"/>
                  </a:lnTo>
                  <a:lnTo>
                    <a:pt x="6050560" y="834405"/>
                  </a:lnTo>
                  <a:lnTo>
                    <a:pt x="6051842" y="834405"/>
                  </a:lnTo>
                  <a:lnTo>
                    <a:pt x="6053124" y="834405"/>
                  </a:lnTo>
                  <a:lnTo>
                    <a:pt x="6054405" y="801028"/>
                  </a:lnTo>
                  <a:lnTo>
                    <a:pt x="6055687" y="778778"/>
                  </a:lnTo>
                  <a:lnTo>
                    <a:pt x="6056969" y="778778"/>
                  </a:lnTo>
                  <a:lnTo>
                    <a:pt x="6058251" y="778778"/>
                  </a:lnTo>
                  <a:lnTo>
                    <a:pt x="6059533" y="767652"/>
                  </a:lnTo>
                  <a:lnTo>
                    <a:pt x="6060815" y="667524"/>
                  </a:lnTo>
                  <a:lnTo>
                    <a:pt x="6062096" y="661961"/>
                  </a:lnTo>
                  <a:lnTo>
                    <a:pt x="6063378" y="648054"/>
                  </a:lnTo>
                  <a:lnTo>
                    <a:pt x="6064660" y="667524"/>
                  </a:lnTo>
                  <a:lnTo>
                    <a:pt x="6065942" y="620241"/>
                  </a:lnTo>
                  <a:lnTo>
                    <a:pt x="6067224" y="597990"/>
                  </a:lnTo>
                  <a:lnTo>
                    <a:pt x="6068506" y="570176"/>
                  </a:lnTo>
                  <a:lnTo>
                    <a:pt x="6069787" y="611897"/>
                  </a:lnTo>
                  <a:lnTo>
                    <a:pt x="6071069" y="611897"/>
                  </a:lnTo>
                  <a:lnTo>
                    <a:pt x="6072351" y="611897"/>
                  </a:lnTo>
                  <a:lnTo>
                    <a:pt x="6073633" y="578520"/>
                  </a:lnTo>
                  <a:lnTo>
                    <a:pt x="6074915" y="556270"/>
                  </a:lnTo>
                  <a:lnTo>
                    <a:pt x="6076197" y="556270"/>
                  </a:lnTo>
                  <a:lnTo>
                    <a:pt x="6077479" y="556270"/>
                  </a:lnTo>
                  <a:lnTo>
                    <a:pt x="6078760" y="556270"/>
                  </a:lnTo>
                  <a:lnTo>
                    <a:pt x="6080042" y="597990"/>
                  </a:lnTo>
                  <a:lnTo>
                    <a:pt x="6081324" y="609115"/>
                  </a:lnTo>
                  <a:lnTo>
                    <a:pt x="6082606" y="556270"/>
                  </a:lnTo>
                  <a:lnTo>
                    <a:pt x="6083888" y="556270"/>
                  </a:lnTo>
                  <a:lnTo>
                    <a:pt x="6085170" y="556270"/>
                  </a:lnTo>
                  <a:lnTo>
                    <a:pt x="6086451" y="586865"/>
                  </a:lnTo>
                  <a:lnTo>
                    <a:pt x="6087733" y="611897"/>
                  </a:lnTo>
                  <a:lnTo>
                    <a:pt x="6089015" y="611897"/>
                  </a:lnTo>
                  <a:lnTo>
                    <a:pt x="6090297" y="611897"/>
                  </a:lnTo>
                  <a:lnTo>
                    <a:pt x="6091579" y="597990"/>
                  </a:lnTo>
                  <a:lnTo>
                    <a:pt x="6092861" y="664742"/>
                  </a:lnTo>
                  <a:lnTo>
                    <a:pt x="6094143" y="670305"/>
                  </a:lnTo>
                  <a:lnTo>
                    <a:pt x="6095424" y="723151"/>
                  </a:lnTo>
                  <a:lnTo>
                    <a:pt x="6096706" y="723151"/>
                  </a:lnTo>
                  <a:lnTo>
                    <a:pt x="6097988" y="767652"/>
                  </a:lnTo>
                  <a:lnTo>
                    <a:pt x="6099270" y="789903"/>
                  </a:lnTo>
                  <a:lnTo>
                    <a:pt x="6100552" y="834405"/>
                  </a:lnTo>
                  <a:lnTo>
                    <a:pt x="6101834" y="834405"/>
                  </a:lnTo>
                  <a:lnTo>
                    <a:pt x="6103115" y="834405"/>
                  </a:lnTo>
                  <a:lnTo>
                    <a:pt x="6104397" y="834405"/>
                  </a:lnTo>
                  <a:lnTo>
                    <a:pt x="6105679" y="865000"/>
                  </a:lnTo>
                  <a:lnTo>
                    <a:pt x="6106961" y="870562"/>
                  </a:lnTo>
                  <a:lnTo>
                    <a:pt x="6108243" y="834405"/>
                  </a:lnTo>
                  <a:lnTo>
                    <a:pt x="6109525" y="834405"/>
                  </a:lnTo>
                  <a:lnTo>
                    <a:pt x="6110807" y="834405"/>
                  </a:lnTo>
                  <a:lnTo>
                    <a:pt x="6112088" y="834405"/>
                  </a:lnTo>
                  <a:lnTo>
                    <a:pt x="6113370" y="834405"/>
                  </a:lnTo>
                  <a:lnTo>
                    <a:pt x="6114652" y="890032"/>
                  </a:lnTo>
                  <a:lnTo>
                    <a:pt x="6115934" y="837186"/>
                  </a:lnTo>
                  <a:lnTo>
                    <a:pt x="6117216" y="834405"/>
                  </a:lnTo>
                  <a:lnTo>
                    <a:pt x="6118498" y="809373"/>
                  </a:lnTo>
                  <a:lnTo>
                    <a:pt x="6119779" y="778778"/>
                  </a:lnTo>
                  <a:lnTo>
                    <a:pt x="6121061" y="778778"/>
                  </a:lnTo>
                  <a:lnTo>
                    <a:pt x="6122343" y="778778"/>
                  </a:lnTo>
                  <a:lnTo>
                    <a:pt x="6123625" y="798247"/>
                  </a:lnTo>
                  <a:lnTo>
                    <a:pt x="6124907" y="831623"/>
                  </a:lnTo>
                  <a:lnTo>
                    <a:pt x="6126189" y="778778"/>
                  </a:lnTo>
                  <a:lnTo>
                    <a:pt x="6127470" y="778778"/>
                  </a:lnTo>
                  <a:lnTo>
                    <a:pt x="6128752" y="778778"/>
                  </a:lnTo>
                  <a:lnTo>
                    <a:pt x="6130034" y="778778"/>
                  </a:lnTo>
                  <a:lnTo>
                    <a:pt x="6131316" y="778778"/>
                  </a:lnTo>
                  <a:lnTo>
                    <a:pt x="6132598" y="778778"/>
                  </a:lnTo>
                  <a:lnTo>
                    <a:pt x="6133880" y="778778"/>
                  </a:lnTo>
                  <a:lnTo>
                    <a:pt x="6135162" y="778778"/>
                  </a:lnTo>
                  <a:lnTo>
                    <a:pt x="6136443" y="778778"/>
                  </a:lnTo>
                  <a:lnTo>
                    <a:pt x="6137725" y="778778"/>
                  </a:lnTo>
                  <a:lnTo>
                    <a:pt x="6139007" y="795466"/>
                  </a:lnTo>
                  <a:lnTo>
                    <a:pt x="6140289" y="834405"/>
                  </a:lnTo>
                  <a:lnTo>
                    <a:pt x="6141571" y="781559"/>
                  </a:lnTo>
                  <a:lnTo>
                    <a:pt x="6142853" y="778778"/>
                  </a:lnTo>
                  <a:lnTo>
                    <a:pt x="6144134" y="773215"/>
                  </a:lnTo>
                  <a:lnTo>
                    <a:pt x="6145416" y="712025"/>
                  </a:lnTo>
                  <a:lnTo>
                    <a:pt x="6146698" y="667524"/>
                  </a:lnTo>
                  <a:lnTo>
                    <a:pt x="6147980" y="717588"/>
                  </a:lnTo>
                  <a:lnTo>
                    <a:pt x="6149262" y="723151"/>
                  </a:lnTo>
                  <a:lnTo>
                    <a:pt x="6150544" y="675868"/>
                  </a:lnTo>
                  <a:lnTo>
                    <a:pt x="6151826" y="667524"/>
                  </a:lnTo>
                  <a:lnTo>
                    <a:pt x="6153107" y="581302"/>
                  </a:lnTo>
                  <a:lnTo>
                    <a:pt x="6154389" y="556270"/>
                  </a:lnTo>
                  <a:lnTo>
                    <a:pt x="6155671" y="556270"/>
                  </a:lnTo>
                  <a:lnTo>
                    <a:pt x="6156953" y="534019"/>
                  </a:lnTo>
                  <a:lnTo>
                    <a:pt x="6158235" y="556270"/>
                  </a:lnTo>
                  <a:lnTo>
                    <a:pt x="6159517" y="556270"/>
                  </a:lnTo>
                  <a:lnTo>
                    <a:pt x="6160798" y="556270"/>
                  </a:lnTo>
                  <a:lnTo>
                    <a:pt x="6162080" y="556270"/>
                  </a:lnTo>
                  <a:lnTo>
                    <a:pt x="6163362" y="550707"/>
                  </a:lnTo>
                  <a:lnTo>
                    <a:pt x="6164644" y="478392"/>
                  </a:lnTo>
                  <a:lnTo>
                    <a:pt x="6165926" y="417202"/>
                  </a:lnTo>
                  <a:lnTo>
                    <a:pt x="6167208" y="389389"/>
                  </a:lnTo>
                  <a:lnTo>
                    <a:pt x="6168489" y="389389"/>
                  </a:lnTo>
                  <a:lnTo>
                    <a:pt x="6169771" y="389389"/>
                  </a:lnTo>
                  <a:lnTo>
                    <a:pt x="6171053" y="389389"/>
                  </a:lnTo>
                  <a:lnTo>
                    <a:pt x="6172335" y="389389"/>
                  </a:lnTo>
                  <a:lnTo>
                    <a:pt x="6173617" y="439453"/>
                  </a:lnTo>
                  <a:lnTo>
                    <a:pt x="6174899" y="445016"/>
                  </a:lnTo>
                  <a:lnTo>
                    <a:pt x="6176181" y="447797"/>
                  </a:lnTo>
                  <a:lnTo>
                    <a:pt x="6177462" y="508987"/>
                  </a:lnTo>
                  <a:lnTo>
                    <a:pt x="6178744" y="556270"/>
                  </a:lnTo>
                  <a:lnTo>
                    <a:pt x="6180026" y="556270"/>
                  </a:lnTo>
                  <a:lnTo>
                    <a:pt x="6181308" y="556270"/>
                  </a:lnTo>
                  <a:lnTo>
                    <a:pt x="6182590" y="620241"/>
                  </a:lnTo>
                  <a:lnTo>
                    <a:pt x="6183872" y="667524"/>
                  </a:lnTo>
                  <a:lnTo>
                    <a:pt x="6185153" y="748183"/>
                  </a:lnTo>
                  <a:lnTo>
                    <a:pt x="6186435" y="770434"/>
                  </a:lnTo>
                  <a:lnTo>
                    <a:pt x="6187717" y="723151"/>
                  </a:lnTo>
                  <a:lnTo>
                    <a:pt x="6188999" y="742620"/>
                  </a:lnTo>
                  <a:lnTo>
                    <a:pt x="6190281" y="778778"/>
                  </a:lnTo>
                  <a:lnTo>
                    <a:pt x="6191563" y="778778"/>
                  </a:lnTo>
                  <a:lnTo>
                    <a:pt x="6192845" y="778778"/>
                  </a:lnTo>
                  <a:lnTo>
                    <a:pt x="6194126" y="778778"/>
                  </a:lnTo>
                  <a:lnTo>
                    <a:pt x="6195408" y="748183"/>
                  </a:lnTo>
                  <a:lnTo>
                    <a:pt x="6196690" y="798247"/>
                  </a:lnTo>
                  <a:lnTo>
                    <a:pt x="6197972" y="859437"/>
                  </a:lnTo>
                  <a:lnTo>
                    <a:pt x="6199254" y="890032"/>
                  </a:lnTo>
                  <a:lnTo>
                    <a:pt x="6200536" y="890032"/>
                  </a:lnTo>
                  <a:lnTo>
                    <a:pt x="6201817" y="890032"/>
                  </a:lnTo>
                  <a:lnTo>
                    <a:pt x="6203099" y="890032"/>
                  </a:lnTo>
                  <a:lnTo>
                    <a:pt x="6204381" y="845530"/>
                  </a:lnTo>
                  <a:lnTo>
                    <a:pt x="6205663" y="798247"/>
                  </a:lnTo>
                  <a:lnTo>
                    <a:pt x="6206945" y="700900"/>
                  </a:lnTo>
                  <a:lnTo>
                    <a:pt x="6208227" y="667524"/>
                  </a:lnTo>
                  <a:lnTo>
                    <a:pt x="6209509" y="620241"/>
                  </a:lnTo>
                  <a:lnTo>
                    <a:pt x="6210790" y="556270"/>
                  </a:lnTo>
                  <a:lnTo>
                    <a:pt x="6212072" y="556270"/>
                  </a:lnTo>
                  <a:lnTo>
                    <a:pt x="6213354" y="556270"/>
                  </a:lnTo>
                  <a:lnTo>
                    <a:pt x="6214636" y="556270"/>
                  </a:lnTo>
                  <a:lnTo>
                    <a:pt x="6215918" y="556270"/>
                  </a:lnTo>
                  <a:lnTo>
                    <a:pt x="6217200" y="556270"/>
                  </a:lnTo>
                  <a:lnTo>
                    <a:pt x="6218481" y="561832"/>
                  </a:lnTo>
                  <a:lnTo>
                    <a:pt x="6219763" y="611897"/>
                  </a:lnTo>
                  <a:lnTo>
                    <a:pt x="6221045" y="611897"/>
                  </a:lnTo>
                  <a:lnTo>
                    <a:pt x="6222327" y="611897"/>
                  </a:lnTo>
                  <a:lnTo>
                    <a:pt x="6223609" y="611897"/>
                  </a:lnTo>
                  <a:lnTo>
                    <a:pt x="6224891" y="581302"/>
                  </a:lnTo>
                  <a:lnTo>
                    <a:pt x="6226172" y="556270"/>
                  </a:lnTo>
                  <a:lnTo>
                    <a:pt x="6227454" y="520112"/>
                  </a:lnTo>
                  <a:lnTo>
                    <a:pt x="6228736" y="492299"/>
                  </a:lnTo>
                  <a:lnTo>
                    <a:pt x="6230018" y="433890"/>
                  </a:lnTo>
                  <a:lnTo>
                    <a:pt x="6231300" y="389389"/>
                  </a:lnTo>
                  <a:lnTo>
                    <a:pt x="6232582" y="389389"/>
                  </a:lnTo>
                  <a:lnTo>
                    <a:pt x="6233864" y="389389"/>
                  </a:lnTo>
                  <a:lnTo>
                    <a:pt x="6235145" y="336543"/>
                  </a:lnTo>
                  <a:lnTo>
                    <a:pt x="6236427" y="375482"/>
                  </a:lnTo>
                  <a:lnTo>
                    <a:pt x="6237709" y="422765"/>
                  </a:lnTo>
                  <a:lnTo>
                    <a:pt x="6238991" y="517331"/>
                  </a:lnTo>
                  <a:lnTo>
                    <a:pt x="6240273" y="556270"/>
                  </a:lnTo>
                  <a:lnTo>
                    <a:pt x="6241555" y="542363"/>
                  </a:lnTo>
                  <a:lnTo>
                    <a:pt x="6242836" y="611897"/>
                  </a:lnTo>
                  <a:lnTo>
                    <a:pt x="6244118" y="611897"/>
                  </a:lnTo>
                  <a:lnTo>
                    <a:pt x="6245400" y="611897"/>
                  </a:lnTo>
                  <a:lnTo>
                    <a:pt x="6246682" y="564614"/>
                  </a:lnTo>
                  <a:lnTo>
                    <a:pt x="6247964" y="483954"/>
                  </a:lnTo>
                  <a:lnTo>
                    <a:pt x="6249246" y="445016"/>
                  </a:lnTo>
                  <a:lnTo>
                    <a:pt x="6250528" y="445016"/>
                  </a:lnTo>
                  <a:lnTo>
                    <a:pt x="6251809" y="445016"/>
                  </a:lnTo>
                  <a:lnTo>
                    <a:pt x="6253091" y="403295"/>
                  </a:lnTo>
                  <a:lnTo>
                    <a:pt x="6254373" y="389389"/>
                  </a:lnTo>
                  <a:lnTo>
                    <a:pt x="6255655" y="389389"/>
                  </a:lnTo>
                  <a:lnTo>
                    <a:pt x="6256937" y="417202"/>
                  </a:lnTo>
                  <a:lnTo>
                    <a:pt x="6258219" y="394951"/>
                  </a:lnTo>
                  <a:lnTo>
                    <a:pt x="6259500" y="450578"/>
                  </a:lnTo>
                  <a:lnTo>
                    <a:pt x="6260782" y="506205"/>
                  </a:lnTo>
                  <a:lnTo>
                    <a:pt x="6262064" y="517331"/>
                  </a:lnTo>
                  <a:lnTo>
                    <a:pt x="6263346" y="550707"/>
                  </a:lnTo>
                  <a:lnTo>
                    <a:pt x="6264628" y="500643"/>
                  </a:lnTo>
                  <a:lnTo>
                    <a:pt x="6265910" y="500643"/>
                  </a:lnTo>
                  <a:lnTo>
                    <a:pt x="6267191" y="550707"/>
                  </a:lnTo>
                  <a:lnTo>
                    <a:pt x="6268473" y="556270"/>
                  </a:lnTo>
                  <a:lnTo>
                    <a:pt x="6269755" y="556270"/>
                  </a:lnTo>
                  <a:lnTo>
                    <a:pt x="6271037" y="556270"/>
                  </a:lnTo>
                  <a:lnTo>
                    <a:pt x="6272319" y="556270"/>
                  </a:lnTo>
                  <a:lnTo>
                    <a:pt x="6273601" y="609115"/>
                  </a:lnTo>
                  <a:lnTo>
                    <a:pt x="6274883" y="611897"/>
                  </a:lnTo>
                  <a:lnTo>
                    <a:pt x="6276164" y="611897"/>
                  </a:lnTo>
                  <a:lnTo>
                    <a:pt x="6277446" y="611897"/>
                  </a:lnTo>
                  <a:lnTo>
                    <a:pt x="6278728" y="636929"/>
                  </a:lnTo>
                  <a:lnTo>
                    <a:pt x="6280010" y="667524"/>
                  </a:lnTo>
                  <a:lnTo>
                    <a:pt x="6281292" y="639710"/>
                  </a:lnTo>
                  <a:lnTo>
                    <a:pt x="6282574" y="556270"/>
                  </a:lnTo>
                  <a:lnTo>
                    <a:pt x="6283855" y="500643"/>
                  </a:lnTo>
                  <a:lnTo>
                    <a:pt x="6285137" y="520112"/>
                  </a:lnTo>
                  <a:lnTo>
                    <a:pt x="6286419" y="500643"/>
                  </a:lnTo>
                  <a:lnTo>
                    <a:pt x="6287701" y="500643"/>
                  </a:lnTo>
                  <a:lnTo>
                    <a:pt x="6288983" y="500643"/>
                  </a:lnTo>
                  <a:lnTo>
                    <a:pt x="6290265" y="547926"/>
                  </a:lnTo>
                  <a:lnTo>
                    <a:pt x="6291547" y="556270"/>
                  </a:lnTo>
                  <a:lnTo>
                    <a:pt x="6292828" y="556270"/>
                  </a:lnTo>
                  <a:lnTo>
                    <a:pt x="6294110" y="600771"/>
                  </a:lnTo>
                  <a:lnTo>
                    <a:pt x="6295392" y="614678"/>
                  </a:lnTo>
                  <a:lnTo>
                    <a:pt x="6296674" y="667524"/>
                  </a:lnTo>
                  <a:lnTo>
                    <a:pt x="6297956" y="667524"/>
                  </a:lnTo>
                  <a:lnTo>
                    <a:pt x="6299238" y="667524"/>
                  </a:lnTo>
                  <a:lnTo>
                    <a:pt x="6300519" y="667524"/>
                  </a:lnTo>
                  <a:lnTo>
                    <a:pt x="6301801" y="639710"/>
                  </a:lnTo>
                  <a:lnTo>
                    <a:pt x="6303083" y="606334"/>
                  </a:lnTo>
                  <a:lnTo>
                    <a:pt x="6304365" y="556270"/>
                  </a:lnTo>
                  <a:lnTo>
                    <a:pt x="6305647" y="556270"/>
                  </a:lnTo>
                  <a:lnTo>
                    <a:pt x="6306929" y="556270"/>
                  </a:lnTo>
                  <a:lnTo>
                    <a:pt x="6308210" y="556270"/>
                  </a:lnTo>
                  <a:lnTo>
                    <a:pt x="6309492" y="556270"/>
                  </a:lnTo>
                  <a:lnTo>
                    <a:pt x="6310774" y="570176"/>
                  </a:lnTo>
                  <a:lnTo>
                    <a:pt x="6312056" y="572958"/>
                  </a:lnTo>
                  <a:lnTo>
                    <a:pt x="6313338" y="636929"/>
                  </a:lnTo>
                  <a:lnTo>
                    <a:pt x="6314620" y="717588"/>
                  </a:lnTo>
                  <a:lnTo>
                    <a:pt x="6315902" y="759308"/>
                  </a:lnTo>
                  <a:lnTo>
                    <a:pt x="6317183" y="686993"/>
                  </a:lnTo>
                  <a:lnTo>
                    <a:pt x="6318465" y="723151"/>
                  </a:lnTo>
                  <a:lnTo>
                    <a:pt x="6319747" y="723151"/>
                  </a:lnTo>
                  <a:lnTo>
                    <a:pt x="6321029" y="723151"/>
                  </a:lnTo>
                  <a:lnTo>
                    <a:pt x="6322311" y="723151"/>
                  </a:lnTo>
                  <a:lnTo>
                    <a:pt x="6323593" y="723151"/>
                  </a:lnTo>
                  <a:lnTo>
                    <a:pt x="6324874" y="723151"/>
                  </a:lnTo>
                  <a:lnTo>
                    <a:pt x="6326156" y="706463"/>
                  </a:lnTo>
                  <a:lnTo>
                    <a:pt x="6327438" y="639710"/>
                  </a:lnTo>
                  <a:lnTo>
                    <a:pt x="6328720" y="611897"/>
                  </a:lnTo>
                  <a:lnTo>
                    <a:pt x="6330002" y="559051"/>
                  </a:lnTo>
                  <a:lnTo>
                    <a:pt x="6331284" y="556270"/>
                  </a:lnTo>
                  <a:lnTo>
                    <a:pt x="6332566" y="556270"/>
                  </a:lnTo>
                  <a:lnTo>
                    <a:pt x="6333847" y="531238"/>
                  </a:lnTo>
                  <a:lnTo>
                    <a:pt x="6335129" y="531237"/>
                  </a:lnTo>
                  <a:lnTo>
                    <a:pt x="6336411" y="536800"/>
                  </a:lnTo>
                  <a:lnTo>
                    <a:pt x="6337693" y="447797"/>
                  </a:lnTo>
                  <a:lnTo>
                    <a:pt x="6338975" y="439453"/>
                  </a:lnTo>
                  <a:lnTo>
                    <a:pt x="6340257" y="389389"/>
                  </a:lnTo>
                  <a:lnTo>
                    <a:pt x="6341538" y="358794"/>
                  </a:lnTo>
                  <a:lnTo>
                    <a:pt x="6342820" y="308730"/>
                  </a:lnTo>
                  <a:lnTo>
                    <a:pt x="6344102" y="325418"/>
                  </a:lnTo>
                  <a:lnTo>
                    <a:pt x="6345384" y="333762"/>
                  </a:lnTo>
                  <a:lnTo>
                    <a:pt x="6346666" y="333762"/>
                  </a:lnTo>
                  <a:lnTo>
                    <a:pt x="6347948" y="350450"/>
                  </a:lnTo>
                  <a:lnTo>
                    <a:pt x="6349230" y="425546"/>
                  </a:lnTo>
                  <a:lnTo>
                    <a:pt x="6350511" y="389389"/>
                  </a:lnTo>
                  <a:lnTo>
                    <a:pt x="6351793" y="350450"/>
                  </a:lnTo>
                  <a:lnTo>
                    <a:pt x="6353075" y="333762"/>
                  </a:lnTo>
                  <a:lnTo>
                    <a:pt x="6354357" y="333762"/>
                  </a:lnTo>
                  <a:lnTo>
                    <a:pt x="6355639" y="333762"/>
                  </a:lnTo>
                  <a:lnTo>
                    <a:pt x="6356921" y="333762"/>
                  </a:lnTo>
                  <a:lnTo>
                    <a:pt x="6358202" y="347668"/>
                  </a:lnTo>
                  <a:lnTo>
                    <a:pt x="6359484" y="414421"/>
                  </a:lnTo>
                  <a:lnTo>
                    <a:pt x="6360766" y="445016"/>
                  </a:lnTo>
                  <a:lnTo>
                    <a:pt x="6362048" y="495080"/>
                  </a:lnTo>
                  <a:lnTo>
                    <a:pt x="6363330" y="500643"/>
                  </a:lnTo>
                  <a:lnTo>
                    <a:pt x="6364612" y="500643"/>
                  </a:lnTo>
                  <a:lnTo>
                    <a:pt x="6365893" y="547926"/>
                  </a:lnTo>
                  <a:lnTo>
                    <a:pt x="6367175" y="581302"/>
                  </a:lnTo>
                  <a:lnTo>
                    <a:pt x="6368457" y="628585"/>
                  </a:lnTo>
                  <a:lnTo>
                    <a:pt x="6369739" y="717588"/>
                  </a:lnTo>
                  <a:lnTo>
                    <a:pt x="6371021" y="678649"/>
                  </a:lnTo>
                  <a:lnTo>
                    <a:pt x="6372303" y="717588"/>
                  </a:lnTo>
                  <a:lnTo>
                    <a:pt x="6373585" y="695337"/>
                  </a:lnTo>
                  <a:lnTo>
                    <a:pt x="6374866" y="745402"/>
                  </a:lnTo>
                  <a:lnTo>
                    <a:pt x="6376148" y="778778"/>
                  </a:lnTo>
                  <a:lnTo>
                    <a:pt x="6377430" y="778778"/>
                  </a:lnTo>
                  <a:lnTo>
                    <a:pt x="6378712" y="778778"/>
                  </a:lnTo>
                  <a:lnTo>
                    <a:pt x="6379994" y="764871"/>
                  </a:lnTo>
                  <a:lnTo>
                    <a:pt x="6381276" y="734276"/>
                  </a:lnTo>
                  <a:lnTo>
                    <a:pt x="6382557" y="770434"/>
                  </a:lnTo>
                  <a:lnTo>
                    <a:pt x="6383839" y="759308"/>
                  </a:lnTo>
                  <a:lnTo>
                    <a:pt x="6385121" y="778778"/>
                  </a:lnTo>
                  <a:lnTo>
                    <a:pt x="6386403" y="778778"/>
                  </a:lnTo>
                  <a:lnTo>
                    <a:pt x="6387685" y="778778"/>
                  </a:lnTo>
                  <a:lnTo>
                    <a:pt x="6388967" y="753745"/>
                  </a:lnTo>
                  <a:lnTo>
                    <a:pt x="6390249" y="723151"/>
                  </a:lnTo>
                  <a:lnTo>
                    <a:pt x="6391530" y="723151"/>
                  </a:lnTo>
                  <a:lnTo>
                    <a:pt x="6392812" y="723151"/>
                  </a:lnTo>
                  <a:lnTo>
                    <a:pt x="6394094" y="712025"/>
                  </a:lnTo>
                  <a:lnTo>
                    <a:pt x="6395376" y="667524"/>
                  </a:lnTo>
                  <a:lnTo>
                    <a:pt x="6396658" y="667524"/>
                  </a:lnTo>
                  <a:lnTo>
                    <a:pt x="6397940" y="634147"/>
                  </a:lnTo>
                  <a:lnTo>
                    <a:pt x="6399221" y="611897"/>
                  </a:lnTo>
                  <a:lnTo>
                    <a:pt x="6400503" y="611897"/>
                  </a:lnTo>
                  <a:lnTo>
                    <a:pt x="6401785" y="589646"/>
                  </a:lnTo>
                  <a:lnTo>
                    <a:pt x="6403067" y="600771"/>
                  </a:lnTo>
                  <a:lnTo>
                    <a:pt x="6404349" y="597990"/>
                  </a:lnTo>
                  <a:lnTo>
                    <a:pt x="6405631" y="575739"/>
                  </a:lnTo>
                  <a:lnTo>
                    <a:pt x="6406912" y="556270"/>
                  </a:lnTo>
                  <a:lnTo>
                    <a:pt x="6408194" y="528456"/>
                  </a:lnTo>
                  <a:lnTo>
                    <a:pt x="6409476" y="447797"/>
                  </a:lnTo>
                  <a:lnTo>
                    <a:pt x="6410758" y="344887"/>
                  </a:lnTo>
                  <a:lnTo>
                    <a:pt x="6412040" y="336543"/>
                  </a:lnTo>
                  <a:lnTo>
                    <a:pt x="6413322" y="333762"/>
                  </a:lnTo>
                  <a:lnTo>
                    <a:pt x="6414604" y="339324"/>
                  </a:lnTo>
                  <a:lnTo>
                    <a:pt x="6415885" y="389389"/>
                  </a:lnTo>
                  <a:lnTo>
                    <a:pt x="6417167" y="389389"/>
                  </a:lnTo>
                  <a:lnTo>
                    <a:pt x="6418449" y="389389"/>
                  </a:lnTo>
                  <a:lnTo>
                    <a:pt x="6419731" y="389389"/>
                  </a:lnTo>
                  <a:lnTo>
                    <a:pt x="6421013" y="411639"/>
                  </a:lnTo>
                  <a:lnTo>
                    <a:pt x="6422295" y="397733"/>
                  </a:lnTo>
                  <a:lnTo>
                    <a:pt x="6423576" y="389389"/>
                  </a:lnTo>
                  <a:lnTo>
                    <a:pt x="6424858" y="361575"/>
                  </a:lnTo>
                  <a:lnTo>
                    <a:pt x="6426140" y="342106"/>
                  </a:lnTo>
                  <a:lnTo>
                    <a:pt x="6427422" y="389389"/>
                  </a:lnTo>
                  <a:lnTo>
                    <a:pt x="6428704" y="389389"/>
                  </a:lnTo>
                  <a:lnTo>
                    <a:pt x="6429986" y="419983"/>
                  </a:lnTo>
                  <a:lnTo>
                    <a:pt x="6431268" y="445016"/>
                  </a:lnTo>
                  <a:lnTo>
                    <a:pt x="6432549" y="445016"/>
                  </a:lnTo>
                  <a:lnTo>
                    <a:pt x="6433831" y="464485"/>
                  </a:lnTo>
                  <a:lnTo>
                    <a:pt x="6435113" y="445016"/>
                  </a:lnTo>
                  <a:lnTo>
                    <a:pt x="6436395" y="458922"/>
                  </a:lnTo>
                  <a:lnTo>
                    <a:pt x="6437677" y="534019"/>
                  </a:lnTo>
                  <a:lnTo>
                    <a:pt x="6438959" y="556270"/>
                  </a:lnTo>
                  <a:lnTo>
                    <a:pt x="6440240" y="581302"/>
                  </a:lnTo>
                  <a:lnTo>
                    <a:pt x="6441522" y="661961"/>
                  </a:lnTo>
                  <a:lnTo>
                    <a:pt x="6442804" y="762090"/>
                  </a:lnTo>
                  <a:lnTo>
                    <a:pt x="6444086" y="784340"/>
                  </a:lnTo>
                  <a:lnTo>
                    <a:pt x="6445368" y="778778"/>
                  </a:lnTo>
                  <a:lnTo>
                    <a:pt x="6446650" y="778778"/>
                  </a:lnTo>
                  <a:lnTo>
                    <a:pt x="6447931" y="737057"/>
                  </a:lnTo>
                  <a:lnTo>
                    <a:pt x="6449213" y="703681"/>
                  </a:lnTo>
                  <a:lnTo>
                    <a:pt x="6450495" y="667524"/>
                  </a:lnTo>
                  <a:lnTo>
                    <a:pt x="6451777" y="667524"/>
                  </a:lnTo>
                  <a:lnTo>
                    <a:pt x="6453059" y="667524"/>
                  </a:lnTo>
                  <a:lnTo>
                    <a:pt x="6454341" y="675868"/>
                  </a:lnTo>
                  <a:lnTo>
                    <a:pt x="6455623" y="656398"/>
                  </a:lnTo>
                  <a:lnTo>
                    <a:pt x="6456904" y="623022"/>
                  </a:lnTo>
                  <a:lnTo>
                    <a:pt x="6458186" y="542363"/>
                  </a:lnTo>
                  <a:lnTo>
                    <a:pt x="6459468" y="500643"/>
                  </a:lnTo>
                  <a:lnTo>
                    <a:pt x="6460750" y="450578"/>
                  </a:lnTo>
                  <a:lnTo>
                    <a:pt x="6462032" y="389389"/>
                  </a:lnTo>
                  <a:lnTo>
                    <a:pt x="6463314" y="389389"/>
                  </a:lnTo>
                  <a:lnTo>
                    <a:pt x="6464595" y="389389"/>
                  </a:lnTo>
                  <a:lnTo>
                    <a:pt x="6465877" y="389389"/>
                  </a:lnTo>
                  <a:lnTo>
                    <a:pt x="6467159" y="428328"/>
                  </a:lnTo>
                  <a:lnTo>
                    <a:pt x="6468441" y="353231"/>
                  </a:lnTo>
                  <a:lnTo>
                    <a:pt x="6469723" y="333762"/>
                  </a:lnTo>
                  <a:lnTo>
                    <a:pt x="6471005" y="333762"/>
                  </a:lnTo>
                  <a:lnTo>
                    <a:pt x="6472287" y="333762"/>
                  </a:lnTo>
                  <a:lnTo>
                    <a:pt x="6473568" y="333762"/>
                  </a:lnTo>
                  <a:lnTo>
                    <a:pt x="6474850" y="333762"/>
                  </a:lnTo>
                  <a:lnTo>
                    <a:pt x="6476132" y="305948"/>
                  </a:lnTo>
                  <a:lnTo>
                    <a:pt x="6477414" y="330980"/>
                  </a:lnTo>
                  <a:lnTo>
                    <a:pt x="6478696" y="333762"/>
                  </a:lnTo>
                  <a:lnTo>
                    <a:pt x="6479978" y="372700"/>
                  </a:lnTo>
                  <a:lnTo>
                    <a:pt x="6481259" y="369919"/>
                  </a:lnTo>
                  <a:lnTo>
                    <a:pt x="6482541" y="389389"/>
                  </a:lnTo>
                  <a:lnTo>
                    <a:pt x="6483823" y="389389"/>
                  </a:lnTo>
                  <a:lnTo>
                    <a:pt x="6485105" y="389389"/>
                  </a:lnTo>
                  <a:lnTo>
                    <a:pt x="6486387" y="422765"/>
                  </a:lnTo>
                  <a:lnTo>
                    <a:pt x="6487669" y="453360"/>
                  </a:lnTo>
                  <a:lnTo>
                    <a:pt x="6488951" y="511768"/>
                  </a:lnTo>
                  <a:lnTo>
                    <a:pt x="6490232" y="620241"/>
                  </a:lnTo>
                  <a:lnTo>
                    <a:pt x="6491514" y="667524"/>
                  </a:lnTo>
                  <a:lnTo>
                    <a:pt x="6492796" y="712025"/>
                  </a:lnTo>
                  <a:lnTo>
                    <a:pt x="6494078" y="778778"/>
                  </a:lnTo>
                  <a:lnTo>
                    <a:pt x="6495360" y="778778"/>
                  </a:lnTo>
                  <a:lnTo>
                    <a:pt x="6496642" y="778778"/>
                  </a:lnTo>
                  <a:lnTo>
                    <a:pt x="6497923" y="778778"/>
                  </a:lnTo>
                  <a:lnTo>
                    <a:pt x="6499205" y="789903"/>
                  </a:lnTo>
                  <a:lnTo>
                    <a:pt x="6500487" y="867781"/>
                  </a:lnTo>
                  <a:lnTo>
                    <a:pt x="6501769" y="890032"/>
                  </a:lnTo>
                  <a:lnTo>
                    <a:pt x="6503051" y="890032"/>
                  </a:lnTo>
                  <a:lnTo>
                    <a:pt x="6504333" y="865000"/>
                  </a:lnTo>
                  <a:lnTo>
                    <a:pt x="6505614" y="798247"/>
                  </a:lnTo>
                  <a:lnTo>
                    <a:pt x="6506896" y="778778"/>
                  </a:lnTo>
                  <a:lnTo>
                    <a:pt x="6508178" y="753746"/>
                  </a:lnTo>
                  <a:lnTo>
                    <a:pt x="6509460" y="723151"/>
                  </a:lnTo>
                  <a:lnTo>
                    <a:pt x="6510742" y="723151"/>
                  </a:lnTo>
                  <a:lnTo>
                    <a:pt x="6512024" y="723151"/>
                  </a:lnTo>
                  <a:lnTo>
                    <a:pt x="6513306" y="756527"/>
                  </a:lnTo>
                  <a:lnTo>
                    <a:pt x="6514587" y="762090"/>
                  </a:lnTo>
                  <a:lnTo>
                    <a:pt x="6515869" y="723151"/>
                  </a:lnTo>
                  <a:lnTo>
                    <a:pt x="6517151" y="723151"/>
                  </a:lnTo>
                  <a:lnTo>
                    <a:pt x="6518433" y="723151"/>
                  </a:lnTo>
                  <a:lnTo>
                    <a:pt x="6519715" y="723151"/>
                  </a:lnTo>
                  <a:lnTo>
                    <a:pt x="6520997" y="678649"/>
                  </a:lnTo>
                  <a:lnTo>
                    <a:pt x="6522278" y="667524"/>
                  </a:lnTo>
                  <a:lnTo>
                    <a:pt x="6523560" y="667524"/>
                  </a:lnTo>
                  <a:lnTo>
                    <a:pt x="6524842" y="659180"/>
                  </a:lnTo>
                  <a:lnTo>
                    <a:pt x="6526124" y="575739"/>
                  </a:lnTo>
                  <a:lnTo>
                    <a:pt x="6527406" y="556270"/>
                  </a:lnTo>
                  <a:lnTo>
                    <a:pt x="6528688" y="556270"/>
                  </a:lnTo>
                  <a:lnTo>
                    <a:pt x="6529970" y="517331"/>
                  </a:lnTo>
                  <a:lnTo>
                    <a:pt x="6531251" y="453360"/>
                  </a:lnTo>
                  <a:lnTo>
                    <a:pt x="6532533" y="339324"/>
                  </a:lnTo>
                  <a:lnTo>
                    <a:pt x="6533815" y="278135"/>
                  </a:lnTo>
                  <a:lnTo>
                    <a:pt x="6535097" y="264228"/>
                  </a:lnTo>
                  <a:lnTo>
                    <a:pt x="6536379" y="244759"/>
                  </a:lnTo>
                  <a:lnTo>
                    <a:pt x="6537661" y="311511"/>
                  </a:lnTo>
                  <a:lnTo>
                    <a:pt x="6538942" y="333762"/>
                  </a:lnTo>
                  <a:lnTo>
                    <a:pt x="6540224" y="364357"/>
                  </a:lnTo>
                  <a:lnTo>
                    <a:pt x="6541506" y="389389"/>
                  </a:lnTo>
                  <a:lnTo>
                    <a:pt x="6542788" y="389389"/>
                  </a:lnTo>
                  <a:lnTo>
                    <a:pt x="6544070" y="389389"/>
                  </a:lnTo>
                  <a:lnTo>
                    <a:pt x="6545352" y="389389"/>
                  </a:lnTo>
                  <a:lnTo>
                    <a:pt x="6546633" y="403295"/>
                  </a:lnTo>
                  <a:lnTo>
                    <a:pt x="6547915" y="392170"/>
                  </a:lnTo>
                  <a:lnTo>
                    <a:pt x="6549197" y="389389"/>
                  </a:lnTo>
                  <a:lnTo>
                    <a:pt x="6550479" y="353231"/>
                  </a:lnTo>
                  <a:lnTo>
                    <a:pt x="6551761" y="305948"/>
                  </a:lnTo>
                  <a:lnTo>
                    <a:pt x="6553043" y="264228"/>
                  </a:lnTo>
                  <a:lnTo>
                    <a:pt x="6554325" y="278135"/>
                  </a:lnTo>
                  <a:lnTo>
                    <a:pt x="6555606" y="278135"/>
                  </a:lnTo>
                  <a:lnTo>
                    <a:pt x="6556888" y="239196"/>
                  </a:lnTo>
                  <a:lnTo>
                    <a:pt x="6558170" y="269791"/>
                  </a:lnTo>
                  <a:lnTo>
                    <a:pt x="6559452" y="230852"/>
                  </a:lnTo>
                  <a:lnTo>
                    <a:pt x="6560734" y="222508"/>
                  </a:lnTo>
                  <a:lnTo>
                    <a:pt x="6562016" y="222508"/>
                  </a:lnTo>
                  <a:lnTo>
                    <a:pt x="6563297" y="267009"/>
                  </a:lnTo>
                  <a:lnTo>
                    <a:pt x="6564579" y="375482"/>
                  </a:lnTo>
                  <a:lnTo>
                    <a:pt x="6565861" y="445016"/>
                  </a:lnTo>
                  <a:lnTo>
                    <a:pt x="6567143" y="456141"/>
                  </a:lnTo>
                  <a:lnTo>
                    <a:pt x="6568425" y="481173"/>
                  </a:lnTo>
                  <a:lnTo>
                    <a:pt x="6569707" y="394951"/>
                  </a:lnTo>
                  <a:lnTo>
                    <a:pt x="6570989" y="389389"/>
                  </a:lnTo>
                  <a:lnTo>
                    <a:pt x="6572270" y="400514"/>
                  </a:lnTo>
                  <a:lnTo>
                    <a:pt x="6573552" y="445016"/>
                  </a:lnTo>
                  <a:lnTo>
                    <a:pt x="6574834" y="422765"/>
                  </a:lnTo>
                  <a:lnTo>
                    <a:pt x="6576116" y="353231"/>
                  </a:lnTo>
                  <a:lnTo>
                    <a:pt x="6577398" y="322636"/>
                  </a:lnTo>
                  <a:lnTo>
                    <a:pt x="6578680" y="278135"/>
                  </a:lnTo>
                  <a:lnTo>
                    <a:pt x="6579961" y="325418"/>
                  </a:lnTo>
                  <a:lnTo>
                    <a:pt x="6581243" y="250321"/>
                  </a:lnTo>
                  <a:lnTo>
                    <a:pt x="6582525" y="255884"/>
                  </a:lnTo>
                  <a:lnTo>
                    <a:pt x="6583807" y="278135"/>
                  </a:lnTo>
                  <a:lnTo>
                    <a:pt x="6585089" y="280916"/>
                  </a:lnTo>
                  <a:lnTo>
                    <a:pt x="6586371" y="230852"/>
                  </a:lnTo>
                  <a:lnTo>
                    <a:pt x="6587652" y="222508"/>
                  </a:lnTo>
                  <a:lnTo>
                    <a:pt x="6588934" y="264228"/>
                  </a:lnTo>
                  <a:lnTo>
                    <a:pt x="6590216" y="280916"/>
                  </a:lnTo>
                  <a:lnTo>
                    <a:pt x="6591498" y="322636"/>
                  </a:lnTo>
                  <a:lnTo>
                    <a:pt x="6592780" y="333762"/>
                  </a:lnTo>
                  <a:lnTo>
                    <a:pt x="6594062" y="311511"/>
                  </a:lnTo>
                  <a:lnTo>
                    <a:pt x="6595344" y="333762"/>
                  </a:lnTo>
                  <a:lnTo>
                    <a:pt x="6596625" y="297604"/>
                  </a:lnTo>
                  <a:lnTo>
                    <a:pt x="6597907" y="222508"/>
                  </a:lnTo>
                  <a:lnTo>
                    <a:pt x="6599189" y="222508"/>
                  </a:lnTo>
                  <a:lnTo>
                    <a:pt x="6600471" y="239196"/>
                  </a:lnTo>
                  <a:lnTo>
                    <a:pt x="6601753" y="322636"/>
                  </a:lnTo>
                  <a:lnTo>
                    <a:pt x="6603035" y="278135"/>
                  </a:lnTo>
                  <a:lnTo>
                    <a:pt x="6604316" y="278135"/>
                  </a:lnTo>
                  <a:lnTo>
                    <a:pt x="6605598" y="278135"/>
                  </a:lnTo>
                  <a:lnTo>
                    <a:pt x="6606880" y="250321"/>
                  </a:lnTo>
                  <a:lnTo>
                    <a:pt x="6608162" y="311511"/>
                  </a:lnTo>
                  <a:lnTo>
                    <a:pt x="6609444" y="322636"/>
                  </a:lnTo>
                  <a:lnTo>
                    <a:pt x="6610726" y="333762"/>
                  </a:lnTo>
                  <a:lnTo>
                    <a:pt x="6612008" y="333762"/>
                  </a:lnTo>
                  <a:lnTo>
                    <a:pt x="6613289" y="414421"/>
                  </a:lnTo>
                  <a:lnTo>
                    <a:pt x="6614571" y="445016"/>
                  </a:lnTo>
                  <a:lnTo>
                    <a:pt x="6615853" y="464485"/>
                  </a:lnTo>
                  <a:lnTo>
                    <a:pt x="6617135" y="550707"/>
                  </a:lnTo>
                  <a:lnTo>
                    <a:pt x="6618417" y="600771"/>
                  </a:lnTo>
                  <a:lnTo>
                    <a:pt x="6619699" y="575739"/>
                  </a:lnTo>
                  <a:lnTo>
                    <a:pt x="6620980" y="556270"/>
                  </a:lnTo>
                  <a:lnTo>
                    <a:pt x="6622262" y="589646"/>
                  </a:lnTo>
                  <a:lnTo>
                    <a:pt x="6623544" y="611897"/>
                  </a:lnTo>
                  <a:lnTo>
                    <a:pt x="6624826" y="597990"/>
                  </a:lnTo>
                  <a:lnTo>
                    <a:pt x="6626108" y="609115"/>
                  </a:lnTo>
                  <a:lnTo>
                    <a:pt x="6627390" y="611897"/>
                  </a:lnTo>
                  <a:lnTo>
                    <a:pt x="6628672" y="642492"/>
                  </a:lnTo>
                  <a:lnTo>
                    <a:pt x="6629953" y="723151"/>
                  </a:lnTo>
                  <a:lnTo>
                    <a:pt x="6631235" y="723151"/>
                  </a:lnTo>
                  <a:lnTo>
                    <a:pt x="6632517" y="723151"/>
                  </a:lnTo>
                  <a:lnTo>
                    <a:pt x="6633799" y="714807"/>
                  </a:lnTo>
                  <a:lnTo>
                    <a:pt x="6635081" y="723151"/>
                  </a:lnTo>
                  <a:lnTo>
                    <a:pt x="6636363" y="723151"/>
                  </a:lnTo>
                  <a:lnTo>
                    <a:pt x="6637644" y="723151"/>
                  </a:lnTo>
                  <a:lnTo>
                    <a:pt x="6638926" y="767652"/>
                  </a:lnTo>
                  <a:lnTo>
                    <a:pt x="6640208" y="728713"/>
                  </a:lnTo>
                  <a:lnTo>
                    <a:pt x="6641490" y="739839"/>
                  </a:lnTo>
                  <a:lnTo>
                    <a:pt x="6642772" y="778778"/>
                  </a:lnTo>
                  <a:lnTo>
                    <a:pt x="6644054" y="778778"/>
                  </a:lnTo>
                  <a:lnTo>
                    <a:pt x="6645335" y="739839"/>
                  </a:lnTo>
                  <a:lnTo>
                    <a:pt x="6646617" y="723151"/>
                  </a:lnTo>
                  <a:lnTo>
                    <a:pt x="6647899" y="723151"/>
                  </a:lnTo>
                  <a:lnTo>
                    <a:pt x="6649181" y="723151"/>
                  </a:lnTo>
                  <a:lnTo>
                    <a:pt x="6650463" y="723151"/>
                  </a:lnTo>
                  <a:lnTo>
                    <a:pt x="6651745" y="756527"/>
                  </a:lnTo>
                  <a:lnTo>
                    <a:pt x="6653027" y="731495"/>
                  </a:lnTo>
                  <a:lnTo>
                    <a:pt x="6654308" y="723151"/>
                  </a:lnTo>
                  <a:lnTo>
                    <a:pt x="6655590" y="723151"/>
                  </a:lnTo>
                  <a:lnTo>
                    <a:pt x="6656872" y="734276"/>
                  </a:lnTo>
                  <a:lnTo>
                    <a:pt x="6658154" y="778778"/>
                  </a:lnTo>
                  <a:lnTo>
                    <a:pt x="6659436" y="778778"/>
                  </a:lnTo>
                  <a:lnTo>
                    <a:pt x="6660718" y="778778"/>
                  </a:lnTo>
                  <a:lnTo>
                    <a:pt x="6661999" y="778778"/>
                  </a:lnTo>
                  <a:lnTo>
                    <a:pt x="6663281" y="778778"/>
                  </a:lnTo>
                  <a:lnTo>
                    <a:pt x="6664563" y="756527"/>
                  </a:lnTo>
                  <a:lnTo>
                    <a:pt x="6665845" y="728713"/>
                  </a:lnTo>
                  <a:lnTo>
                    <a:pt x="6667127" y="778778"/>
                  </a:lnTo>
                  <a:lnTo>
                    <a:pt x="6668409" y="778778"/>
                  </a:lnTo>
                  <a:lnTo>
                    <a:pt x="6669691" y="770434"/>
                  </a:lnTo>
                  <a:lnTo>
                    <a:pt x="6670972" y="723151"/>
                  </a:lnTo>
                  <a:lnTo>
                    <a:pt x="6672254" y="770434"/>
                  </a:lnTo>
                  <a:lnTo>
                    <a:pt x="6673536" y="778778"/>
                  </a:lnTo>
                  <a:lnTo>
                    <a:pt x="6674818" y="778778"/>
                  </a:lnTo>
                  <a:lnTo>
                    <a:pt x="6676100" y="778778"/>
                  </a:lnTo>
                  <a:lnTo>
                    <a:pt x="6677382" y="814935"/>
                  </a:lnTo>
                  <a:lnTo>
                    <a:pt x="6678663" y="801028"/>
                  </a:lnTo>
                  <a:lnTo>
                    <a:pt x="6679945" y="778778"/>
                  </a:lnTo>
                  <a:lnTo>
                    <a:pt x="6681227" y="725932"/>
                  </a:lnTo>
                  <a:lnTo>
                    <a:pt x="6682509" y="723151"/>
                  </a:lnTo>
                  <a:lnTo>
                    <a:pt x="6683791" y="723151"/>
                  </a:lnTo>
                  <a:lnTo>
                    <a:pt x="6685073" y="767652"/>
                  </a:lnTo>
                  <a:lnTo>
                    <a:pt x="6686354" y="778778"/>
                  </a:lnTo>
                  <a:lnTo>
                    <a:pt x="6687636" y="778778"/>
                  </a:lnTo>
                  <a:lnTo>
                    <a:pt x="6688918" y="778778"/>
                  </a:lnTo>
                  <a:lnTo>
                    <a:pt x="6690200" y="778778"/>
                  </a:lnTo>
                  <a:lnTo>
                    <a:pt x="6691482" y="778778"/>
                  </a:lnTo>
                  <a:lnTo>
                    <a:pt x="6692764" y="778778"/>
                  </a:lnTo>
                  <a:lnTo>
                    <a:pt x="6694046" y="778778"/>
                  </a:lnTo>
                  <a:lnTo>
                    <a:pt x="6695327" y="756527"/>
                  </a:lnTo>
                  <a:lnTo>
                    <a:pt x="6696609" y="742620"/>
                  </a:lnTo>
                  <a:lnTo>
                    <a:pt x="6697891" y="778778"/>
                  </a:lnTo>
                  <a:lnTo>
                    <a:pt x="6699173" y="778778"/>
                  </a:lnTo>
                  <a:lnTo>
                    <a:pt x="6700455" y="778778"/>
                  </a:lnTo>
                  <a:lnTo>
                    <a:pt x="6701737" y="784340"/>
                  </a:lnTo>
                  <a:lnTo>
                    <a:pt x="6703018" y="834405"/>
                  </a:lnTo>
                  <a:lnTo>
                    <a:pt x="6704300" y="834405"/>
                  </a:lnTo>
                  <a:lnTo>
                    <a:pt x="6705582" y="828842"/>
                  </a:lnTo>
                  <a:lnTo>
                    <a:pt x="6706864" y="778778"/>
                  </a:lnTo>
                  <a:lnTo>
                    <a:pt x="6708146" y="778778"/>
                  </a:lnTo>
                  <a:lnTo>
                    <a:pt x="6709428" y="778778"/>
                  </a:lnTo>
                  <a:lnTo>
                    <a:pt x="6710710" y="728713"/>
                  </a:lnTo>
                  <a:lnTo>
                    <a:pt x="6711991" y="723151"/>
                  </a:lnTo>
                  <a:lnTo>
                    <a:pt x="6713273" y="773215"/>
                  </a:lnTo>
                  <a:lnTo>
                    <a:pt x="6714555" y="778778"/>
                  </a:lnTo>
                  <a:lnTo>
                    <a:pt x="6715837" y="725932"/>
                  </a:lnTo>
                  <a:lnTo>
                    <a:pt x="6717119" y="723151"/>
                  </a:lnTo>
                  <a:lnTo>
                    <a:pt x="6718401" y="723151"/>
                  </a:lnTo>
                  <a:lnTo>
                    <a:pt x="6719682" y="723151"/>
                  </a:lnTo>
                  <a:lnTo>
                    <a:pt x="6720964" y="723151"/>
                  </a:lnTo>
                  <a:lnTo>
                    <a:pt x="6722246" y="723151"/>
                  </a:lnTo>
                  <a:lnTo>
                    <a:pt x="6723528" y="723151"/>
                  </a:lnTo>
                  <a:lnTo>
                    <a:pt x="6724810" y="723151"/>
                  </a:lnTo>
                  <a:lnTo>
                    <a:pt x="6726092" y="723151"/>
                  </a:lnTo>
                  <a:lnTo>
                    <a:pt x="6727374" y="742620"/>
                  </a:lnTo>
                  <a:lnTo>
                    <a:pt x="6728655" y="778778"/>
                  </a:lnTo>
                  <a:lnTo>
                    <a:pt x="6729937" y="778778"/>
                  </a:lnTo>
                  <a:lnTo>
                    <a:pt x="6731219" y="778778"/>
                  </a:lnTo>
                  <a:lnTo>
                    <a:pt x="6732501" y="778778"/>
                  </a:lnTo>
                  <a:lnTo>
                    <a:pt x="6733783" y="778778"/>
                  </a:lnTo>
                  <a:lnTo>
                    <a:pt x="6735065" y="773215"/>
                  </a:lnTo>
                  <a:lnTo>
                    <a:pt x="6736346" y="723151"/>
                  </a:lnTo>
                  <a:lnTo>
                    <a:pt x="6737628" y="725932"/>
                  </a:lnTo>
                  <a:lnTo>
                    <a:pt x="6738910" y="778778"/>
                  </a:lnTo>
                  <a:lnTo>
                    <a:pt x="6740192" y="778778"/>
                  </a:lnTo>
                  <a:lnTo>
                    <a:pt x="6741474" y="778778"/>
                  </a:lnTo>
                  <a:lnTo>
                    <a:pt x="6742756" y="853874"/>
                  </a:lnTo>
                  <a:lnTo>
                    <a:pt x="6744037" y="890032"/>
                  </a:lnTo>
                  <a:lnTo>
                    <a:pt x="6745319" y="890032"/>
                  </a:lnTo>
                  <a:lnTo>
                    <a:pt x="6746601" y="890032"/>
                  </a:lnTo>
                  <a:lnTo>
                    <a:pt x="6747883" y="940096"/>
                  </a:lnTo>
                  <a:lnTo>
                    <a:pt x="6749165" y="892813"/>
                  </a:lnTo>
                  <a:lnTo>
                    <a:pt x="6750447" y="890032"/>
                  </a:lnTo>
                  <a:lnTo>
                    <a:pt x="6751729" y="890032"/>
                  </a:lnTo>
                  <a:lnTo>
                    <a:pt x="6753010" y="890032"/>
                  </a:lnTo>
                  <a:lnTo>
                    <a:pt x="6754292" y="890032"/>
                  </a:lnTo>
                  <a:lnTo>
                    <a:pt x="6755574" y="890032"/>
                  </a:lnTo>
                  <a:lnTo>
                    <a:pt x="6756856" y="856656"/>
                  </a:lnTo>
                  <a:lnTo>
                    <a:pt x="6758138" y="834405"/>
                  </a:lnTo>
                  <a:lnTo>
                    <a:pt x="6759420" y="826061"/>
                  </a:lnTo>
                  <a:lnTo>
                    <a:pt x="6760701" y="778778"/>
                  </a:lnTo>
                  <a:lnTo>
                    <a:pt x="6761983" y="742620"/>
                  </a:lnTo>
                  <a:lnTo>
                    <a:pt x="6763265" y="723151"/>
                  </a:lnTo>
                  <a:lnTo>
                    <a:pt x="6764547" y="723151"/>
                  </a:lnTo>
                  <a:lnTo>
                    <a:pt x="6765829" y="714807"/>
                  </a:lnTo>
                  <a:lnTo>
                    <a:pt x="6767111" y="670305"/>
                  </a:lnTo>
                  <a:lnTo>
                    <a:pt x="6768393" y="698119"/>
                  </a:lnTo>
                  <a:lnTo>
                    <a:pt x="6769674" y="631366"/>
                  </a:lnTo>
                  <a:lnTo>
                    <a:pt x="6770956" y="597990"/>
                  </a:lnTo>
                  <a:lnTo>
                    <a:pt x="6772238" y="542363"/>
                  </a:lnTo>
                  <a:lnTo>
                    <a:pt x="6773520" y="500643"/>
                  </a:lnTo>
                  <a:lnTo>
                    <a:pt x="6774802" y="500643"/>
                  </a:lnTo>
                  <a:lnTo>
                    <a:pt x="6776084" y="500643"/>
                  </a:lnTo>
                  <a:lnTo>
                    <a:pt x="6777365" y="500643"/>
                  </a:lnTo>
                  <a:lnTo>
                    <a:pt x="6778647" y="500643"/>
                  </a:lnTo>
                  <a:lnTo>
                    <a:pt x="6779929" y="500643"/>
                  </a:lnTo>
                  <a:lnTo>
                    <a:pt x="6781211" y="539582"/>
                  </a:lnTo>
                  <a:lnTo>
                    <a:pt x="6782493" y="500643"/>
                  </a:lnTo>
                  <a:lnTo>
                    <a:pt x="6783775" y="453360"/>
                  </a:lnTo>
                  <a:lnTo>
                    <a:pt x="6785056" y="445016"/>
                  </a:lnTo>
                  <a:lnTo>
                    <a:pt x="6786338" y="445016"/>
                  </a:lnTo>
                  <a:lnTo>
                    <a:pt x="6787620" y="445016"/>
                  </a:lnTo>
                  <a:lnTo>
                    <a:pt x="6788902" y="475610"/>
                  </a:lnTo>
                  <a:lnTo>
                    <a:pt x="6790184" y="497861"/>
                  </a:lnTo>
                  <a:lnTo>
                    <a:pt x="6791466" y="450578"/>
                  </a:lnTo>
                  <a:lnTo>
                    <a:pt x="6792748" y="500643"/>
                  </a:lnTo>
                  <a:lnTo>
                    <a:pt x="6794029" y="534019"/>
                  </a:lnTo>
                  <a:lnTo>
                    <a:pt x="6795311" y="556270"/>
                  </a:lnTo>
                  <a:lnTo>
                    <a:pt x="6796593" y="556270"/>
                  </a:lnTo>
                  <a:lnTo>
                    <a:pt x="6797875" y="561832"/>
                  </a:lnTo>
                  <a:lnTo>
                    <a:pt x="6799157" y="611897"/>
                  </a:lnTo>
                  <a:lnTo>
                    <a:pt x="6800439" y="634148"/>
                  </a:lnTo>
                  <a:lnTo>
                    <a:pt x="6801720" y="700900"/>
                  </a:lnTo>
                  <a:lnTo>
                    <a:pt x="6803002" y="734276"/>
                  </a:lnTo>
                  <a:lnTo>
                    <a:pt x="6804284" y="789903"/>
                  </a:lnTo>
                  <a:lnTo>
                    <a:pt x="6805566" y="834405"/>
                  </a:lnTo>
                  <a:lnTo>
                    <a:pt x="6806848" y="834405"/>
                  </a:lnTo>
                  <a:lnTo>
                    <a:pt x="6808130" y="834405"/>
                  </a:lnTo>
                  <a:lnTo>
                    <a:pt x="6809412" y="834405"/>
                  </a:lnTo>
                  <a:lnTo>
                    <a:pt x="6810693" y="834405"/>
                  </a:lnTo>
                  <a:lnTo>
                    <a:pt x="6811975" y="798247"/>
                  </a:lnTo>
                  <a:lnTo>
                    <a:pt x="6813257" y="787122"/>
                  </a:lnTo>
                  <a:lnTo>
                    <a:pt x="6814539" y="834405"/>
                  </a:lnTo>
                  <a:lnTo>
                    <a:pt x="6815821" y="842749"/>
                  </a:lnTo>
                  <a:lnTo>
                    <a:pt x="6817103" y="834405"/>
                  </a:lnTo>
                  <a:lnTo>
                    <a:pt x="6818384" y="801028"/>
                  </a:lnTo>
                  <a:lnTo>
                    <a:pt x="6819666" y="753746"/>
                  </a:lnTo>
                  <a:lnTo>
                    <a:pt x="6820948" y="667524"/>
                  </a:lnTo>
                  <a:lnTo>
                    <a:pt x="6822230" y="667524"/>
                  </a:lnTo>
                  <a:lnTo>
                    <a:pt x="6823512" y="723151"/>
                  </a:lnTo>
                  <a:lnTo>
                    <a:pt x="6824794" y="723151"/>
                  </a:lnTo>
                  <a:lnTo>
                    <a:pt x="6826075" y="723151"/>
                  </a:lnTo>
                  <a:lnTo>
                    <a:pt x="6827357" y="723151"/>
                  </a:lnTo>
                  <a:lnTo>
                    <a:pt x="6828639" y="698119"/>
                  </a:lnTo>
                  <a:lnTo>
                    <a:pt x="6829921" y="667524"/>
                  </a:lnTo>
                  <a:lnTo>
                    <a:pt x="6831203" y="667524"/>
                  </a:lnTo>
                  <a:lnTo>
                    <a:pt x="6832485" y="667524"/>
                  </a:lnTo>
                  <a:lnTo>
                    <a:pt x="6833767" y="497861"/>
                  </a:lnTo>
                  <a:lnTo>
                    <a:pt x="6835048" y="278135"/>
                  </a:lnTo>
                  <a:lnTo>
                    <a:pt x="6836330" y="278135"/>
                  </a:lnTo>
                  <a:lnTo>
                    <a:pt x="6837612" y="272572"/>
                  </a:lnTo>
                  <a:lnTo>
                    <a:pt x="6838894" y="222508"/>
                  </a:lnTo>
                  <a:lnTo>
                    <a:pt x="6840176" y="222508"/>
                  </a:lnTo>
                  <a:lnTo>
                    <a:pt x="6841458" y="222508"/>
                  </a:lnTo>
                  <a:lnTo>
                    <a:pt x="6842739" y="222508"/>
                  </a:lnTo>
                  <a:lnTo>
                    <a:pt x="6844021" y="255884"/>
                  </a:lnTo>
                  <a:lnTo>
                    <a:pt x="6845303" y="278135"/>
                  </a:lnTo>
                  <a:lnTo>
                    <a:pt x="6846585" y="278135"/>
                  </a:lnTo>
                  <a:lnTo>
                    <a:pt x="6847867" y="311511"/>
                  </a:lnTo>
                  <a:lnTo>
                    <a:pt x="6849149" y="333762"/>
                  </a:lnTo>
                  <a:lnTo>
                    <a:pt x="6850431" y="364356"/>
                  </a:lnTo>
                  <a:lnTo>
                    <a:pt x="6851712" y="408858"/>
                  </a:lnTo>
                  <a:lnTo>
                    <a:pt x="6852994" y="500643"/>
                  </a:lnTo>
                  <a:lnTo>
                    <a:pt x="6854276" y="500643"/>
                  </a:lnTo>
                  <a:lnTo>
                    <a:pt x="6855558" y="500643"/>
                  </a:lnTo>
                  <a:lnTo>
                    <a:pt x="6856840" y="461704"/>
                  </a:lnTo>
                  <a:lnTo>
                    <a:pt x="6858122" y="389389"/>
                  </a:lnTo>
                  <a:lnTo>
                    <a:pt x="6859403" y="356013"/>
                  </a:lnTo>
                  <a:lnTo>
                    <a:pt x="6860685" y="356012"/>
                  </a:lnTo>
                  <a:lnTo>
                    <a:pt x="6861967" y="389389"/>
                  </a:lnTo>
                  <a:lnTo>
                    <a:pt x="6863249" y="389389"/>
                  </a:lnTo>
                  <a:lnTo>
                    <a:pt x="6864531" y="389389"/>
                  </a:lnTo>
                  <a:lnTo>
                    <a:pt x="6865813" y="539582"/>
                  </a:lnTo>
                  <a:lnTo>
                    <a:pt x="6867095" y="778778"/>
                  </a:lnTo>
                  <a:lnTo>
                    <a:pt x="6868376" y="778778"/>
                  </a:lnTo>
                  <a:lnTo>
                    <a:pt x="6869658" y="781559"/>
                  </a:lnTo>
                  <a:lnTo>
                    <a:pt x="6870940" y="834405"/>
                  </a:lnTo>
                  <a:lnTo>
                    <a:pt x="6872222" y="834405"/>
                  </a:lnTo>
                  <a:lnTo>
                    <a:pt x="6873504" y="834405"/>
                  </a:lnTo>
                  <a:lnTo>
                    <a:pt x="6874786" y="834405"/>
                  </a:lnTo>
                  <a:lnTo>
                    <a:pt x="6876067" y="834405"/>
                  </a:lnTo>
                  <a:lnTo>
                    <a:pt x="6877349" y="834405"/>
                  </a:lnTo>
                  <a:lnTo>
                    <a:pt x="6878631" y="834405"/>
                  </a:lnTo>
                  <a:lnTo>
                    <a:pt x="6879913" y="834405"/>
                  </a:lnTo>
                  <a:lnTo>
                    <a:pt x="6881195" y="834405"/>
                  </a:lnTo>
                  <a:lnTo>
                    <a:pt x="6882477" y="803810"/>
                  </a:lnTo>
                  <a:lnTo>
                    <a:pt x="6883758" y="748183"/>
                  </a:lnTo>
                  <a:lnTo>
                    <a:pt x="6885040" y="675868"/>
                  </a:lnTo>
                  <a:lnTo>
                    <a:pt x="6886322" y="611897"/>
                  </a:lnTo>
                  <a:lnTo>
                    <a:pt x="6887604" y="611897"/>
                  </a:lnTo>
                  <a:lnTo>
                    <a:pt x="6888886" y="639710"/>
                  </a:lnTo>
                  <a:lnTo>
                    <a:pt x="6890168" y="667524"/>
                  </a:lnTo>
                  <a:lnTo>
                    <a:pt x="6891450" y="648054"/>
                  </a:lnTo>
                  <a:lnTo>
                    <a:pt x="6892731" y="611897"/>
                  </a:lnTo>
                  <a:lnTo>
                    <a:pt x="6894013" y="611897"/>
                  </a:lnTo>
                  <a:lnTo>
                    <a:pt x="6895295" y="611897"/>
                  </a:lnTo>
                  <a:lnTo>
                    <a:pt x="6896577" y="611897"/>
                  </a:lnTo>
                  <a:lnTo>
                    <a:pt x="6897859" y="578520"/>
                  </a:lnTo>
                  <a:lnTo>
                    <a:pt x="6899141" y="556270"/>
                  </a:lnTo>
                  <a:lnTo>
                    <a:pt x="6900422" y="520112"/>
                  </a:lnTo>
                  <a:lnTo>
                    <a:pt x="6901704" y="500643"/>
                  </a:lnTo>
                  <a:lnTo>
                    <a:pt x="6902986" y="500643"/>
                  </a:lnTo>
                  <a:lnTo>
                    <a:pt x="6904268" y="500643"/>
                  </a:lnTo>
                  <a:lnTo>
                    <a:pt x="6905550" y="464485"/>
                  </a:lnTo>
                  <a:lnTo>
                    <a:pt x="6906832" y="445016"/>
                  </a:lnTo>
                  <a:lnTo>
                    <a:pt x="6908114" y="445016"/>
                  </a:lnTo>
                  <a:lnTo>
                    <a:pt x="6909395" y="445016"/>
                  </a:lnTo>
                  <a:lnTo>
                    <a:pt x="6910677" y="408858"/>
                  </a:lnTo>
                  <a:lnTo>
                    <a:pt x="6911959" y="389389"/>
                  </a:lnTo>
                  <a:lnTo>
                    <a:pt x="6913241" y="389389"/>
                  </a:lnTo>
                  <a:lnTo>
                    <a:pt x="6914523" y="336543"/>
                  </a:lnTo>
                  <a:lnTo>
                    <a:pt x="6915805" y="361575"/>
                  </a:lnTo>
                  <a:lnTo>
                    <a:pt x="6917086" y="417202"/>
                  </a:lnTo>
                  <a:lnTo>
                    <a:pt x="6918368" y="445016"/>
                  </a:lnTo>
                  <a:lnTo>
                    <a:pt x="6919650" y="445016"/>
                  </a:lnTo>
                  <a:lnTo>
                    <a:pt x="6920932" y="447797"/>
                  </a:lnTo>
                  <a:lnTo>
                    <a:pt x="6922214" y="500643"/>
                  </a:lnTo>
                  <a:lnTo>
                    <a:pt x="6923496" y="545144"/>
                  </a:lnTo>
                  <a:lnTo>
                    <a:pt x="6924777" y="611897"/>
                  </a:lnTo>
                  <a:lnTo>
                    <a:pt x="6926059" y="611897"/>
                  </a:lnTo>
                  <a:lnTo>
                    <a:pt x="6927341" y="611897"/>
                  </a:lnTo>
                  <a:lnTo>
                    <a:pt x="6928623" y="611897"/>
                  </a:lnTo>
                  <a:lnTo>
                    <a:pt x="6929905" y="642492"/>
                  </a:lnTo>
                  <a:lnTo>
                    <a:pt x="6931187" y="667524"/>
                  </a:lnTo>
                  <a:lnTo>
                    <a:pt x="6932469" y="700900"/>
                  </a:lnTo>
                  <a:lnTo>
                    <a:pt x="6933750" y="723151"/>
                  </a:lnTo>
                  <a:lnTo>
                    <a:pt x="6935032" y="698119"/>
                  </a:lnTo>
                  <a:lnTo>
                    <a:pt x="6936314" y="667524"/>
                  </a:lnTo>
                  <a:lnTo>
                    <a:pt x="6937596" y="681430"/>
                  </a:lnTo>
                  <a:lnTo>
                    <a:pt x="6938878" y="592427"/>
                  </a:lnTo>
                  <a:lnTo>
                    <a:pt x="6940160" y="556270"/>
                  </a:lnTo>
                  <a:lnTo>
                    <a:pt x="6941441" y="522893"/>
                  </a:lnTo>
                  <a:lnTo>
                    <a:pt x="6942723" y="534019"/>
                  </a:lnTo>
                  <a:lnTo>
                    <a:pt x="6944005" y="556270"/>
                  </a:lnTo>
                  <a:lnTo>
                    <a:pt x="6945287" y="556270"/>
                  </a:lnTo>
                  <a:lnTo>
                    <a:pt x="6946569" y="631366"/>
                  </a:lnTo>
                  <a:lnTo>
                    <a:pt x="6947851" y="667524"/>
                  </a:lnTo>
                  <a:lnTo>
                    <a:pt x="6949133" y="678649"/>
                  </a:lnTo>
                  <a:lnTo>
                    <a:pt x="6950414" y="723151"/>
                  </a:lnTo>
                  <a:lnTo>
                    <a:pt x="6951696" y="723151"/>
                  </a:lnTo>
                  <a:lnTo>
                    <a:pt x="6952978" y="723151"/>
                  </a:lnTo>
                  <a:lnTo>
                    <a:pt x="6954260" y="723151"/>
                  </a:lnTo>
                  <a:lnTo>
                    <a:pt x="6955542" y="723151"/>
                  </a:lnTo>
                  <a:lnTo>
                    <a:pt x="6956824" y="723151"/>
                  </a:lnTo>
                  <a:lnTo>
                    <a:pt x="6958105" y="723151"/>
                  </a:lnTo>
                  <a:lnTo>
                    <a:pt x="6959387" y="723151"/>
                  </a:lnTo>
                  <a:lnTo>
                    <a:pt x="6960669" y="723151"/>
                  </a:lnTo>
                  <a:lnTo>
                    <a:pt x="6961951" y="723151"/>
                  </a:lnTo>
                  <a:lnTo>
                    <a:pt x="6963233" y="698119"/>
                  </a:lnTo>
                  <a:lnTo>
                    <a:pt x="6964515" y="667524"/>
                  </a:lnTo>
                  <a:lnTo>
                    <a:pt x="6965796" y="667524"/>
                  </a:lnTo>
                  <a:lnTo>
                    <a:pt x="6967078" y="689774"/>
                  </a:lnTo>
                  <a:lnTo>
                    <a:pt x="6968360" y="723151"/>
                  </a:lnTo>
                  <a:lnTo>
                    <a:pt x="6969642" y="737057"/>
                  </a:lnTo>
                  <a:lnTo>
                    <a:pt x="6970924" y="820498"/>
                  </a:lnTo>
                  <a:lnTo>
                    <a:pt x="6972206" y="834405"/>
                  </a:lnTo>
                  <a:lnTo>
                    <a:pt x="6973488" y="862218"/>
                  </a:lnTo>
                  <a:lnTo>
                    <a:pt x="6974769" y="834405"/>
                  </a:lnTo>
                  <a:lnTo>
                    <a:pt x="6976051" y="834405"/>
                  </a:lnTo>
                  <a:lnTo>
                    <a:pt x="6977333" y="781559"/>
                  </a:lnTo>
                  <a:lnTo>
                    <a:pt x="6978615" y="723151"/>
                  </a:lnTo>
                  <a:lnTo>
                    <a:pt x="6979897" y="723151"/>
                  </a:lnTo>
                  <a:lnTo>
                    <a:pt x="6981179" y="723151"/>
                  </a:lnTo>
                  <a:lnTo>
                    <a:pt x="6982460" y="723151"/>
                  </a:lnTo>
                  <a:lnTo>
                    <a:pt x="6983742" y="723151"/>
                  </a:lnTo>
                  <a:lnTo>
                    <a:pt x="6985024" y="723151"/>
                  </a:lnTo>
                  <a:lnTo>
                    <a:pt x="6986306" y="723151"/>
                  </a:lnTo>
                  <a:lnTo>
                    <a:pt x="6987588" y="723151"/>
                  </a:lnTo>
                  <a:lnTo>
                    <a:pt x="6988870" y="723151"/>
                  </a:lnTo>
                  <a:lnTo>
                    <a:pt x="6990152" y="723151"/>
                  </a:lnTo>
                  <a:lnTo>
                    <a:pt x="6991433" y="723151"/>
                  </a:lnTo>
                  <a:lnTo>
                    <a:pt x="6992715" y="723151"/>
                  </a:lnTo>
                  <a:lnTo>
                    <a:pt x="6993997" y="723151"/>
                  </a:lnTo>
                  <a:lnTo>
                    <a:pt x="6995279" y="745402"/>
                  </a:lnTo>
                  <a:lnTo>
                    <a:pt x="6996561" y="762090"/>
                  </a:lnTo>
                  <a:lnTo>
                    <a:pt x="6997843" y="723151"/>
                  </a:lnTo>
                  <a:lnTo>
                    <a:pt x="6999124" y="723151"/>
                  </a:lnTo>
                  <a:lnTo>
                    <a:pt x="7000406" y="723151"/>
                  </a:lnTo>
                  <a:lnTo>
                    <a:pt x="7001688" y="723151"/>
                  </a:lnTo>
                  <a:lnTo>
                    <a:pt x="7002970" y="750964"/>
                  </a:lnTo>
                  <a:lnTo>
                    <a:pt x="7004252" y="778778"/>
                  </a:lnTo>
                  <a:lnTo>
                    <a:pt x="7005534" y="778778"/>
                  </a:lnTo>
                  <a:lnTo>
                    <a:pt x="7006816" y="834405"/>
                  </a:lnTo>
                  <a:lnTo>
                    <a:pt x="7008097" y="834405"/>
                  </a:lnTo>
                  <a:lnTo>
                    <a:pt x="7009379" y="881688"/>
                  </a:lnTo>
                  <a:lnTo>
                    <a:pt x="7010661" y="945659"/>
                  </a:lnTo>
                  <a:lnTo>
                    <a:pt x="7011943" y="945659"/>
                  </a:lnTo>
                  <a:lnTo>
                    <a:pt x="7013225" y="945659"/>
                  </a:lnTo>
                  <a:lnTo>
                    <a:pt x="7014507" y="945659"/>
                  </a:lnTo>
                  <a:lnTo>
                    <a:pt x="7015788" y="945659"/>
                  </a:lnTo>
                  <a:lnTo>
                    <a:pt x="7017070" y="945659"/>
                  </a:lnTo>
                  <a:lnTo>
                    <a:pt x="7018352" y="945659"/>
                  </a:lnTo>
                  <a:lnTo>
                    <a:pt x="7019634" y="945659"/>
                  </a:lnTo>
                  <a:lnTo>
                    <a:pt x="7020916" y="945659"/>
                  </a:lnTo>
                  <a:lnTo>
                    <a:pt x="7022198" y="945659"/>
                  </a:lnTo>
                  <a:lnTo>
                    <a:pt x="7023479" y="945659"/>
                  </a:lnTo>
                  <a:lnTo>
                    <a:pt x="7024761" y="945659"/>
                  </a:lnTo>
                  <a:lnTo>
                    <a:pt x="7026043" y="945659"/>
                  </a:lnTo>
                  <a:lnTo>
                    <a:pt x="7027325" y="945659"/>
                  </a:lnTo>
                  <a:lnTo>
                    <a:pt x="7028607" y="951221"/>
                  </a:lnTo>
                  <a:lnTo>
                    <a:pt x="7029889" y="923408"/>
                  </a:lnTo>
                  <a:lnTo>
                    <a:pt x="7031171" y="890032"/>
                  </a:lnTo>
                  <a:lnTo>
                    <a:pt x="7032452" y="890032"/>
                  </a:lnTo>
                  <a:lnTo>
                    <a:pt x="7033734" y="890032"/>
                  </a:lnTo>
                  <a:lnTo>
                    <a:pt x="7035016" y="890032"/>
                  </a:lnTo>
                  <a:lnTo>
                    <a:pt x="7036298" y="890032"/>
                  </a:lnTo>
                  <a:lnTo>
                    <a:pt x="7037580" y="890032"/>
                  </a:lnTo>
                  <a:lnTo>
                    <a:pt x="7038862" y="890032"/>
                  </a:lnTo>
                  <a:lnTo>
                    <a:pt x="7040143" y="890032"/>
                  </a:lnTo>
                  <a:lnTo>
                    <a:pt x="7041425" y="890032"/>
                  </a:lnTo>
                  <a:lnTo>
                    <a:pt x="7042707" y="890032"/>
                  </a:lnTo>
                  <a:lnTo>
                    <a:pt x="7043989" y="890032"/>
                  </a:lnTo>
                  <a:lnTo>
                    <a:pt x="7045271" y="890032"/>
                  </a:lnTo>
                  <a:lnTo>
                    <a:pt x="7046553" y="890032"/>
                  </a:lnTo>
                  <a:lnTo>
                    <a:pt x="7047835" y="859437"/>
                  </a:lnTo>
                  <a:lnTo>
                    <a:pt x="7049116" y="834405"/>
                  </a:lnTo>
                  <a:lnTo>
                    <a:pt x="7050398" y="834405"/>
                  </a:lnTo>
                  <a:lnTo>
                    <a:pt x="7051680" y="834405"/>
                  </a:lnTo>
                  <a:lnTo>
                    <a:pt x="7052962" y="834405"/>
                  </a:lnTo>
                  <a:lnTo>
                    <a:pt x="7054244" y="834405"/>
                  </a:lnTo>
                  <a:lnTo>
                    <a:pt x="7055526" y="834405"/>
                  </a:lnTo>
                  <a:lnTo>
                    <a:pt x="7056807" y="834405"/>
                  </a:lnTo>
                  <a:lnTo>
                    <a:pt x="7058089" y="834405"/>
                  </a:lnTo>
                  <a:lnTo>
                    <a:pt x="7059371" y="834405"/>
                  </a:lnTo>
                  <a:lnTo>
                    <a:pt x="7060653" y="839967"/>
                  </a:lnTo>
                  <a:lnTo>
                    <a:pt x="7061935" y="909501"/>
                  </a:lnTo>
                  <a:lnTo>
                    <a:pt x="7063217" y="945659"/>
                  </a:lnTo>
                  <a:lnTo>
                    <a:pt x="7064498" y="945659"/>
                  </a:lnTo>
                  <a:lnTo>
                    <a:pt x="7065780" y="945659"/>
                  </a:lnTo>
                  <a:lnTo>
                    <a:pt x="7067062" y="917845"/>
                  </a:lnTo>
                  <a:lnTo>
                    <a:pt x="7068344" y="890032"/>
                  </a:lnTo>
                  <a:lnTo>
                    <a:pt x="7069626" y="848311"/>
                  </a:lnTo>
                  <a:lnTo>
                    <a:pt x="7070908" y="834405"/>
                  </a:lnTo>
                  <a:lnTo>
                    <a:pt x="7072190" y="834405"/>
                  </a:lnTo>
                  <a:lnTo>
                    <a:pt x="7073471" y="834405"/>
                  </a:lnTo>
                  <a:lnTo>
                    <a:pt x="7074753" y="834405"/>
                  </a:lnTo>
                  <a:lnTo>
                    <a:pt x="7076035" y="834405"/>
                  </a:lnTo>
                  <a:lnTo>
                    <a:pt x="7077317" y="834405"/>
                  </a:lnTo>
                  <a:lnTo>
                    <a:pt x="7078599" y="834405"/>
                  </a:lnTo>
                  <a:lnTo>
                    <a:pt x="7079881" y="862218"/>
                  </a:lnTo>
                  <a:lnTo>
                    <a:pt x="7081162" y="890032"/>
                  </a:lnTo>
                  <a:lnTo>
                    <a:pt x="7082444" y="834405"/>
                  </a:lnTo>
                  <a:lnTo>
                    <a:pt x="7083726" y="834405"/>
                  </a:lnTo>
                  <a:lnTo>
                    <a:pt x="7085008" y="834405"/>
                  </a:lnTo>
                  <a:lnTo>
                    <a:pt x="7086290" y="834405"/>
                  </a:lnTo>
                  <a:lnTo>
                    <a:pt x="7087572" y="834405"/>
                  </a:lnTo>
                  <a:lnTo>
                    <a:pt x="7088854" y="834405"/>
                  </a:lnTo>
                  <a:lnTo>
                    <a:pt x="7090135" y="834405"/>
                  </a:lnTo>
                  <a:lnTo>
                    <a:pt x="7091417" y="834405"/>
                  </a:lnTo>
                  <a:lnTo>
                    <a:pt x="7092699" y="801028"/>
                  </a:lnTo>
                  <a:lnTo>
                    <a:pt x="7093981" y="778778"/>
                  </a:lnTo>
                  <a:lnTo>
                    <a:pt x="7095263" y="778778"/>
                  </a:lnTo>
                  <a:lnTo>
                    <a:pt x="7096545" y="778778"/>
                  </a:lnTo>
                  <a:lnTo>
                    <a:pt x="7097826" y="778778"/>
                  </a:lnTo>
                  <a:lnTo>
                    <a:pt x="7099108" y="803810"/>
                  </a:lnTo>
                  <a:lnTo>
                    <a:pt x="7100390" y="834405"/>
                  </a:lnTo>
                  <a:lnTo>
                    <a:pt x="7101672" y="873344"/>
                  </a:lnTo>
                  <a:lnTo>
                    <a:pt x="7102954" y="890032"/>
                  </a:lnTo>
                  <a:lnTo>
                    <a:pt x="7104236" y="867781"/>
                  </a:lnTo>
                  <a:lnTo>
                    <a:pt x="7105517" y="834405"/>
                  </a:lnTo>
                  <a:lnTo>
                    <a:pt x="7106799" y="834405"/>
                  </a:lnTo>
                  <a:lnTo>
                    <a:pt x="7108081" y="750964"/>
                  </a:lnTo>
                  <a:lnTo>
                    <a:pt x="7109363" y="723151"/>
                  </a:lnTo>
                  <a:lnTo>
                    <a:pt x="7110645" y="684212"/>
                  </a:lnTo>
                  <a:lnTo>
                    <a:pt x="7111927" y="667524"/>
                  </a:lnTo>
                  <a:lnTo>
                    <a:pt x="7113209" y="667524"/>
                  </a:lnTo>
                  <a:lnTo>
                    <a:pt x="7114490" y="656398"/>
                  </a:lnTo>
                  <a:lnTo>
                    <a:pt x="7115772" y="611897"/>
                  </a:lnTo>
                  <a:lnTo>
                    <a:pt x="7117054" y="611897"/>
                  </a:lnTo>
                  <a:lnTo>
                    <a:pt x="7118336" y="611897"/>
                  </a:lnTo>
                  <a:lnTo>
                    <a:pt x="7119618" y="611897"/>
                  </a:lnTo>
                  <a:lnTo>
                    <a:pt x="7120900" y="611897"/>
                  </a:lnTo>
                  <a:lnTo>
                    <a:pt x="7122181" y="600771"/>
                  </a:lnTo>
                  <a:lnTo>
                    <a:pt x="7123463" y="556270"/>
                  </a:lnTo>
                  <a:lnTo>
                    <a:pt x="7124745" y="586865"/>
                  </a:lnTo>
                  <a:lnTo>
                    <a:pt x="7126027" y="611897"/>
                  </a:lnTo>
                  <a:lnTo>
                    <a:pt x="7127309" y="561832"/>
                  </a:lnTo>
                  <a:lnTo>
                    <a:pt x="7128591" y="528456"/>
                  </a:lnTo>
                  <a:lnTo>
                    <a:pt x="7129873" y="500643"/>
                  </a:lnTo>
                  <a:lnTo>
                    <a:pt x="7131154" y="500643"/>
                  </a:lnTo>
                  <a:lnTo>
                    <a:pt x="7132436" y="500643"/>
                  </a:lnTo>
                  <a:lnTo>
                    <a:pt x="7133718" y="500643"/>
                  </a:lnTo>
                  <a:lnTo>
                    <a:pt x="7135000" y="500643"/>
                  </a:lnTo>
                  <a:lnTo>
                    <a:pt x="7136282" y="520112"/>
                  </a:lnTo>
                  <a:lnTo>
                    <a:pt x="7137564" y="556270"/>
                  </a:lnTo>
                  <a:lnTo>
                    <a:pt x="7138845" y="556270"/>
                  </a:lnTo>
                  <a:lnTo>
                    <a:pt x="7140127" y="634148"/>
                  </a:lnTo>
                  <a:lnTo>
                    <a:pt x="7141409" y="667524"/>
                  </a:lnTo>
                  <a:lnTo>
                    <a:pt x="7142691" y="703681"/>
                  </a:lnTo>
                  <a:lnTo>
                    <a:pt x="7143973" y="723151"/>
                  </a:lnTo>
                  <a:lnTo>
                    <a:pt x="7145255" y="723151"/>
                  </a:lnTo>
                  <a:lnTo>
                    <a:pt x="7146537" y="781559"/>
                  </a:lnTo>
                  <a:lnTo>
                    <a:pt x="7147818" y="834405"/>
                  </a:lnTo>
                  <a:lnTo>
                    <a:pt x="7149100" y="834405"/>
                  </a:lnTo>
                  <a:lnTo>
                    <a:pt x="7150382" y="834405"/>
                  </a:lnTo>
                  <a:lnTo>
                    <a:pt x="7151664" y="834405"/>
                  </a:lnTo>
                  <a:lnTo>
                    <a:pt x="7152946" y="834405"/>
                  </a:lnTo>
                  <a:lnTo>
                    <a:pt x="7154228" y="842749"/>
                  </a:lnTo>
                  <a:lnTo>
                    <a:pt x="7155509" y="890032"/>
                  </a:lnTo>
                  <a:lnTo>
                    <a:pt x="7156791" y="890032"/>
                  </a:lnTo>
                  <a:lnTo>
                    <a:pt x="7158073" y="890032"/>
                  </a:lnTo>
                  <a:lnTo>
                    <a:pt x="7159355" y="915064"/>
                  </a:lnTo>
                  <a:lnTo>
                    <a:pt x="7160637" y="915064"/>
                  </a:lnTo>
                  <a:lnTo>
                    <a:pt x="7161919" y="945659"/>
                  </a:lnTo>
                  <a:lnTo>
                    <a:pt x="7163200" y="945659"/>
                  </a:lnTo>
                  <a:lnTo>
                    <a:pt x="7164482" y="945659"/>
                  </a:lnTo>
                  <a:lnTo>
                    <a:pt x="7165764" y="945659"/>
                  </a:lnTo>
                  <a:lnTo>
                    <a:pt x="7167046" y="945659"/>
                  </a:lnTo>
                  <a:lnTo>
                    <a:pt x="7168328" y="945659"/>
                  </a:lnTo>
                  <a:lnTo>
                    <a:pt x="7169610" y="945659"/>
                  </a:lnTo>
                  <a:lnTo>
                    <a:pt x="7170892" y="945659"/>
                  </a:lnTo>
                  <a:lnTo>
                    <a:pt x="7172173" y="945659"/>
                  </a:lnTo>
                  <a:lnTo>
                    <a:pt x="7173455" y="942877"/>
                  </a:lnTo>
                  <a:lnTo>
                    <a:pt x="7174737" y="890032"/>
                  </a:lnTo>
                  <a:lnTo>
                    <a:pt x="7176019" y="890032"/>
                  </a:lnTo>
                  <a:lnTo>
                    <a:pt x="7177301" y="873344"/>
                  </a:lnTo>
                  <a:lnTo>
                    <a:pt x="7178583" y="823279"/>
                  </a:lnTo>
                  <a:lnTo>
                    <a:pt x="7179864" y="778778"/>
                  </a:lnTo>
                  <a:lnTo>
                    <a:pt x="7181146" y="778778"/>
                  </a:lnTo>
                  <a:lnTo>
                    <a:pt x="7182428" y="778778"/>
                  </a:lnTo>
                  <a:lnTo>
                    <a:pt x="7183710" y="748183"/>
                  </a:lnTo>
                  <a:lnTo>
                    <a:pt x="7184992" y="673086"/>
                  </a:lnTo>
                  <a:lnTo>
                    <a:pt x="7186274" y="667524"/>
                  </a:lnTo>
                  <a:lnTo>
                    <a:pt x="7187556" y="667524"/>
                  </a:lnTo>
                  <a:lnTo>
                    <a:pt x="7188837" y="664742"/>
                  </a:lnTo>
                  <a:lnTo>
                    <a:pt x="7190119" y="611897"/>
                  </a:lnTo>
                  <a:lnTo>
                    <a:pt x="7191401" y="631366"/>
                  </a:lnTo>
                  <a:lnTo>
                    <a:pt x="7192683" y="667524"/>
                  </a:lnTo>
                  <a:lnTo>
                    <a:pt x="7193965" y="667524"/>
                  </a:lnTo>
                  <a:lnTo>
                    <a:pt x="7195247" y="650836"/>
                  </a:lnTo>
                  <a:lnTo>
                    <a:pt x="7196528" y="611897"/>
                  </a:lnTo>
                  <a:lnTo>
                    <a:pt x="7197810" y="611897"/>
                  </a:lnTo>
                  <a:lnTo>
                    <a:pt x="7199092" y="611897"/>
                  </a:lnTo>
                  <a:lnTo>
                    <a:pt x="7200374" y="600771"/>
                  </a:lnTo>
                  <a:lnTo>
                    <a:pt x="7201656" y="556270"/>
                  </a:lnTo>
                  <a:lnTo>
                    <a:pt x="7202938" y="556270"/>
                  </a:lnTo>
                  <a:lnTo>
                    <a:pt x="7204219" y="556270"/>
                  </a:lnTo>
                  <a:lnTo>
                    <a:pt x="7205501" y="556270"/>
                  </a:lnTo>
                  <a:lnTo>
                    <a:pt x="7206783" y="611897"/>
                  </a:lnTo>
                  <a:lnTo>
                    <a:pt x="7208065" y="611897"/>
                  </a:lnTo>
                  <a:lnTo>
                    <a:pt x="7209347" y="625803"/>
                  </a:lnTo>
                  <a:lnTo>
                    <a:pt x="7210629" y="675868"/>
                  </a:lnTo>
                  <a:lnTo>
                    <a:pt x="7211911" y="723151"/>
                  </a:lnTo>
                  <a:lnTo>
                    <a:pt x="7213192" y="723151"/>
                  </a:lnTo>
                  <a:lnTo>
                    <a:pt x="7214474" y="723151"/>
                  </a:lnTo>
                  <a:lnTo>
                    <a:pt x="7215756" y="750964"/>
                  </a:lnTo>
                  <a:lnTo>
                    <a:pt x="7217038" y="826061"/>
                  </a:lnTo>
                  <a:lnTo>
                    <a:pt x="7218320" y="792684"/>
                  </a:lnTo>
                  <a:lnTo>
                    <a:pt x="7219602" y="748183"/>
                  </a:lnTo>
                  <a:lnTo>
                    <a:pt x="7220883" y="723151"/>
                  </a:lnTo>
                  <a:lnTo>
                    <a:pt x="7222165" y="778778"/>
                  </a:lnTo>
                  <a:lnTo>
                    <a:pt x="7223447" y="762090"/>
                  </a:lnTo>
                  <a:lnTo>
                    <a:pt x="7224729" y="723151"/>
                  </a:lnTo>
                  <a:lnTo>
                    <a:pt x="7226011" y="723151"/>
                  </a:lnTo>
                  <a:lnTo>
                    <a:pt x="7227293" y="737057"/>
                  </a:lnTo>
                  <a:lnTo>
                    <a:pt x="7228575" y="778778"/>
                  </a:lnTo>
                  <a:lnTo>
                    <a:pt x="7229856" y="778778"/>
                  </a:lnTo>
                  <a:lnTo>
                    <a:pt x="7231138" y="778778"/>
                  </a:lnTo>
                  <a:lnTo>
                    <a:pt x="7232420" y="787122"/>
                  </a:lnTo>
                  <a:lnTo>
                    <a:pt x="7233702" y="834405"/>
                  </a:lnTo>
                  <a:lnTo>
                    <a:pt x="7234984" y="834405"/>
                  </a:lnTo>
                  <a:lnTo>
                    <a:pt x="7236266" y="826061"/>
                  </a:lnTo>
                  <a:lnTo>
                    <a:pt x="7237547" y="764871"/>
                  </a:lnTo>
                  <a:lnTo>
                    <a:pt x="7238829" y="723151"/>
                  </a:lnTo>
                  <a:lnTo>
                    <a:pt x="7240111" y="723151"/>
                  </a:lnTo>
                  <a:lnTo>
                    <a:pt x="7241393" y="723151"/>
                  </a:lnTo>
                  <a:lnTo>
                    <a:pt x="7242675" y="670305"/>
                  </a:lnTo>
                  <a:lnTo>
                    <a:pt x="7243957" y="667524"/>
                  </a:lnTo>
                  <a:lnTo>
                    <a:pt x="7245239" y="628585"/>
                  </a:lnTo>
                  <a:lnTo>
                    <a:pt x="7246520" y="611897"/>
                  </a:lnTo>
                  <a:lnTo>
                    <a:pt x="7247802" y="611897"/>
                  </a:lnTo>
                  <a:lnTo>
                    <a:pt x="7249084" y="611897"/>
                  </a:lnTo>
                  <a:lnTo>
                    <a:pt x="7250366" y="623022"/>
                  </a:lnTo>
                  <a:lnTo>
                    <a:pt x="7251648" y="639710"/>
                  </a:lnTo>
                  <a:lnTo>
                    <a:pt x="7252930" y="667524"/>
                  </a:lnTo>
                  <a:lnTo>
                    <a:pt x="7254211" y="667524"/>
                  </a:lnTo>
                  <a:lnTo>
                    <a:pt x="7255493" y="681430"/>
                  </a:lnTo>
                  <a:lnTo>
                    <a:pt x="7256775" y="723151"/>
                  </a:lnTo>
                  <a:lnTo>
                    <a:pt x="7258057" y="723151"/>
                  </a:lnTo>
                  <a:lnTo>
                    <a:pt x="7259339" y="723151"/>
                  </a:lnTo>
                  <a:lnTo>
                    <a:pt x="7260621" y="723151"/>
                  </a:lnTo>
                  <a:lnTo>
                    <a:pt x="7261902" y="723151"/>
                  </a:lnTo>
                  <a:lnTo>
                    <a:pt x="7263184" y="723151"/>
                  </a:lnTo>
                  <a:lnTo>
                    <a:pt x="7264466" y="723151"/>
                  </a:lnTo>
                  <a:lnTo>
                    <a:pt x="7265748" y="723151"/>
                  </a:lnTo>
                  <a:lnTo>
                    <a:pt x="7267030" y="723151"/>
                  </a:lnTo>
                  <a:lnTo>
                    <a:pt x="7268312" y="728713"/>
                  </a:lnTo>
                  <a:lnTo>
                    <a:pt x="7269594" y="750964"/>
                  </a:lnTo>
                  <a:lnTo>
                    <a:pt x="7270875" y="775996"/>
                  </a:lnTo>
                  <a:lnTo>
                    <a:pt x="7272157" y="723151"/>
                  </a:lnTo>
                  <a:lnTo>
                    <a:pt x="7273439" y="723151"/>
                  </a:lnTo>
                  <a:lnTo>
                    <a:pt x="7274721" y="773215"/>
                  </a:lnTo>
                  <a:lnTo>
                    <a:pt x="7276003" y="778778"/>
                  </a:lnTo>
                  <a:lnTo>
                    <a:pt x="7277285" y="814935"/>
                  </a:lnTo>
                  <a:lnTo>
                    <a:pt x="7278566" y="834405"/>
                  </a:lnTo>
                  <a:lnTo>
                    <a:pt x="7279848" y="781559"/>
                  </a:lnTo>
                  <a:lnTo>
                    <a:pt x="7281130" y="775996"/>
                  </a:lnTo>
                  <a:lnTo>
                    <a:pt x="7282412" y="748183"/>
                  </a:lnTo>
                  <a:lnTo>
                    <a:pt x="7283694" y="778778"/>
                  </a:lnTo>
                  <a:lnTo>
                    <a:pt x="7284976" y="778778"/>
                  </a:lnTo>
                  <a:lnTo>
                    <a:pt x="7286258" y="778778"/>
                  </a:lnTo>
                  <a:lnTo>
                    <a:pt x="7287539" y="778778"/>
                  </a:lnTo>
                  <a:lnTo>
                    <a:pt x="7288821" y="778778"/>
                  </a:lnTo>
                  <a:lnTo>
                    <a:pt x="7290103" y="778778"/>
                  </a:lnTo>
                  <a:lnTo>
                    <a:pt x="7291385" y="778778"/>
                  </a:lnTo>
                  <a:lnTo>
                    <a:pt x="7292667" y="778778"/>
                  </a:lnTo>
                  <a:lnTo>
                    <a:pt x="7293949" y="778778"/>
                  </a:lnTo>
                  <a:lnTo>
                    <a:pt x="7295230" y="778778"/>
                  </a:lnTo>
                  <a:lnTo>
                    <a:pt x="7296512" y="778778"/>
                  </a:lnTo>
                  <a:lnTo>
                    <a:pt x="7297794" y="778778"/>
                  </a:lnTo>
                  <a:lnTo>
                    <a:pt x="7299076" y="778778"/>
                  </a:lnTo>
                  <a:lnTo>
                    <a:pt x="7300358" y="778778"/>
                  </a:lnTo>
                  <a:lnTo>
                    <a:pt x="7301640" y="778778"/>
                  </a:lnTo>
                  <a:lnTo>
                    <a:pt x="7302921" y="778778"/>
                  </a:lnTo>
                  <a:lnTo>
                    <a:pt x="7304203" y="778778"/>
                  </a:lnTo>
                  <a:lnTo>
                    <a:pt x="7305485" y="737057"/>
                  </a:lnTo>
                  <a:lnTo>
                    <a:pt x="7306767" y="723151"/>
                  </a:lnTo>
                  <a:lnTo>
                    <a:pt x="7308049" y="723151"/>
                  </a:lnTo>
                  <a:lnTo>
                    <a:pt x="7309331" y="698119"/>
                  </a:lnTo>
                  <a:lnTo>
                    <a:pt x="7310613" y="667524"/>
                  </a:lnTo>
                  <a:lnTo>
                    <a:pt x="7311894" y="717588"/>
                  </a:lnTo>
                  <a:lnTo>
                    <a:pt x="7313176" y="723151"/>
                  </a:lnTo>
                  <a:lnTo>
                    <a:pt x="7314458" y="778778"/>
                  </a:lnTo>
                  <a:lnTo>
                    <a:pt x="7315740" y="778778"/>
                  </a:lnTo>
                  <a:lnTo>
                    <a:pt x="7317022" y="778778"/>
                  </a:lnTo>
                  <a:lnTo>
                    <a:pt x="7318304" y="773215"/>
                  </a:lnTo>
                  <a:lnTo>
                    <a:pt x="7319585" y="723151"/>
                  </a:lnTo>
                  <a:lnTo>
                    <a:pt x="7320867" y="723151"/>
                  </a:lnTo>
                  <a:lnTo>
                    <a:pt x="7322149" y="723151"/>
                  </a:lnTo>
                  <a:lnTo>
                    <a:pt x="7323431" y="723151"/>
                  </a:lnTo>
                  <a:lnTo>
                    <a:pt x="7324713" y="723151"/>
                  </a:lnTo>
                  <a:lnTo>
                    <a:pt x="7325995" y="717588"/>
                  </a:lnTo>
                  <a:lnTo>
                    <a:pt x="7327277" y="667524"/>
                  </a:lnTo>
                  <a:lnTo>
                    <a:pt x="7328558" y="667524"/>
                  </a:lnTo>
                  <a:lnTo>
                    <a:pt x="7329840" y="636929"/>
                  </a:lnTo>
                  <a:lnTo>
                    <a:pt x="7331122" y="611897"/>
                  </a:lnTo>
                  <a:lnTo>
                    <a:pt x="7332404" y="611897"/>
                  </a:lnTo>
                  <a:lnTo>
                    <a:pt x="7333686" y="645273"/>
                  </a:lnTo>
                  <a:lnTo>
                    <a:pt x="7334968" y="667524"/>
                  </a:lnTo>
                  <a:lnTo>
                    <a:pt x="7336249" y="720369"/>
                  </a:lnTo>
                  <a:lnTo>
                    <a:pt x="7337531" y="742620"/>
                  </a:lnTo>
                  <a:lnTo>
                    <a:pt x="7338813" y="723151"/>
                  </a:lnTo>
                  <a:lnTo>
                    <a:pt x="7340095" y="723151"/>
                  </a:lnTo>
                  <a:lnTo>
                    <a:pt x="7341377" y="745402"/>
                  </a:lnTo>
                  <a:lnTo>
                    <a:pt x="7342659" y="778778"/>
                  </a:lnTo>
                  <a:lnTo>
                    <a:pt x="7343940" y="778778"/>
                  </a:lnTo>
                  <a:lnTo>
                    <a:pt x="7345222" y="778778"/>
                  </a:lnTo>
                  <a:lnTo>
                    <a:pt x="7346504" y="778778"/>
                  </a:lnTo>
                  <a:lnTo>
                    <a:pt x="7347786" y="753745"/>
                  </a:lnTo>
                  <a:lnTo>
                    <a:pt x="7349068" y="723151"/>
                  </a:lnTo>
                  <a:lnTo>
                    <a:pt x="7350350" y="725932"/>
                  </a:lnTo>
                  <a:lnTo>
                    <a:pt x="7351632" y="753746"/>
                  </a:lnTo>
                  <a:lnTo>
                    <a:pt x="7352913" y="667524"/>
                  </a:lnTo>
                  <a:lnTo>
                    <a:pt x="7354195" y="631366"/>
                  </a:lnTo>
                  <a:lnTo>
                    <a:pt x="7355477" y="611897"/>
                  </a:lnTo>
                  <a:lnTo>
                    <a:pt x="7356759" y="611897"/>
                  </a:lnTo>
                  <a:lnTo>
                    <a:pt x="7358041" y="611897"/>
                  </a:lnTo>
                  <a:lnTo>
                    <a:pt x="7359323" y="611897"/>
                  </a:lnTo>
                  <a:lnTo>
                    <a:pt x="7360604" y="586865"/>
                  </a:lnTo>
                  <a:lnTo>
                    <a:pt x="7361886" y="584083"/>
                  </a:lnTo>
                  <a:lnTo>
                    <a:pt x="7363168" y="611897"/>
                  </a:lnTo>
                  <a:lnTo>
                    <a:pt x="7364450" y="611897"/>
                  </a:lnTo>
                  <a:lnTo>
                    <a:pt x="7365732" y="611897"/>
                  </a:lnTo>
                  <a:lnTo>
                    <a:pt x="7367014" y="611897"/>
                  </a:lnTo>
                  <a:lnTo>
                    <a:pt x="7368296" y="611897"/>
                  </a:lnTo>
                  <a:lnTo>
                    <a:pt x="7369577" y="575739"/>
                  </a:lnTo>
                  <a:lnTo>
                    <a:pt x="7370859" y="611897"/>
                  </a:lnTo>
                  <a:lnTo>
                    <a:pt x="7372141" y="570176"/>
                  </a:lnTo>
                  <a:lnTo>
                    <a:pt x="7373423" y="556270"/>
                  </a:lnTo>
                  <a:lnTo>
                    <a:pt x="7374705" y="556270"/>
                  </a:lnTo>
                  <a:lnTo>
                    <a:pt x="7375987" y="556270"/>
                  </a:lnTo>
                  <a:lnTo>
                    <a:pt x="7377268" y="556270"/>
                  </a:lnTo>
                  <a:lnTo>
                    <a:pt x="7378550" y="556270"/>
                  </a:lnTo>
                  <a:lnTo>
                    <a:pt x="7379832" y="578520"/>
                  </a:lnTo>
                  <a:lnTo>
                    <a:pt x="7381114" y="611897"/>
                  </a:lnTo>
                  <a:lnTo>
                    <a:pt x="7382396" y="611897"/>
                  </a:lnTo>
                  <a:lnTo>
                    <a:pt x="7383678" y="631366"/>
                  </a:lnTo>
                  <a:lnTo>
                    <a:pt x="7384960" y="723151"/>
                  </a:lnTo>
                  <a:lnTo>
                    <a:pt x="7386241" y="756527"/>
                  </a:lnTo>
                  <a:lnTo>
                    <a:pt x="7387523" y="778778"/>
                  </a:lnTo>
                  <a:lnTo>
                    <a:pt x="7388805" y="698119"/>
                  </a:lnTo>
                  <a:lnTo>
                    <a:pt x="7390087" y="625803"/>
                  </a:lnTo>
                  <a:lnTo>
                    <a:pt x="7391369" y="667524"/>
                  </a:lnTo>
                  <a:lnTo>
                    <a:pt x="7392651" y="689774"/>
                  </a:lnTo>
                  <a:lnTo>
                    <a:pt x="7393932" y="692556"/>
                  </a:lnTo>
                  <a:lnTo>
                    <a:pt x="7395214" y="667524"/>
                  </a:lnTo>
                  <a:lnTo>
                    <a:pt x="7396496" y="667524"/>
                  </a:lnTo>
                  <a:lnTo>
                    <a:pt x="7397778" y="667524"/>
                  </a:lnTo>
                  <a:lnTo>
                    <a:pt x="7399060" y="667524"/>
                  </a:lnTo>
                  <a:lnTo>
                    <a:pt x="7400342" y="667524"/>
                  </a:lnTo>
                  <a:lnTo>
                    <a:pt x="7401623" y="706463"/>
                  </a:lnTo>
                  <a:lnTo>
                    <a:pt x="7402905" y="661961"/>
                  </a:lnTo>
                  <a:lnTo>
                    <a:pt x="7404187" y="650836"/>
                  </a:lnTo>
                  <a:lnTo>
                    <a:pt x="7405469" y="667524"/>
                  </a:lnTo>
                  <a:lnTo>
                    <a:pt x="7406751" y="667524"/>
                  </a:lnTo>
                  <a:lnTo>
                    <a:pt x="7408033" y="667524"/>
                  </a:lnTo>
                  <a:lnTo>
                    <a:pt x="7409315" y="636929"/>
                  </a:lnTo>
                  <a:lnTo>
                    <a:pt x="7410596" y="611897"/>
                  </a:lnTo>
                  <a:lnTo>
                    <a:pt x="7411878" y="611897"/>
                  </a:lnTo>
                  <a:lnTo>
                    <a:pt x="7413160" y="611897"/>
                  </a:lnTo>
                  <a:lnTo>
                    <a:pt x="7414442" y="611897"/>
                  </a:lnTo>
                  <a:lnTo>
                    <a:pt x="7415724" y="611897"/>
                  </a:lnTo>
                  <a:lnTo>
                    <a:pt x="7417006" y="611897"/>
                  </a:lnTo>
                  <a:lnTo>
                    <a:pt x="7418287" y="611897"/>
                  </a:lnTo>
                  <a:lnTo>
                    <a:pt x="7419569" y="597990"/>
                  </a:lnTo>
                  <a:lnTo>
                    <a:pt x="7420851" y="631366"/>
                  </a:lnTo>
                  <a:lnTo>
                    <a:pt x="7422133" y="706463"/>
                  </a:lnTo>
                  <a:lnTo>
                    <a:pt x="7423415" y="723151"/>
                  </a:lnTo>
                  <a:lnTo>
                    <a:pt x="7424697" y="723151"/>
                  </a:lnTo>
                  <a:lnTo>
                    <a:pt x="7425979" y="750964"/>
                  </a:lnTo>
                  <a:lnTo>
                    <a:pt x="7427260" y="778778"/>
                  </a:lnTo>
                  <a:lnTo>
                    <a:pt x="7428542" y="778778"/>
                  </a:lnTo>
                  <a:lnTo>
                    <a:pt x="7429824" y="778778"/>
                  </a:lnTo>
                  <a:lnTo>
                    <a:pt x="7431106" y="778778"/>
                  </a:lnTo>
                  <a:lnTo>
                    <a:pt x="7432388" y="742620"/>
                  </a:lnTo>
                  <a:lnTo>
                    <a:pt x="7433670" y="717588"/>
                  </a:lnTo>
                  <a:lnTo>
                    <a:pt x="7434951" y="725932"/>
                  </a:lnTo>
                  <a:lnTo>
                    <a:pt x="7436233" y="778778"/>
                  </a:lnTo>
                  <a:lnTo>
                    <a:pt x="7437515" y="778778"/>
                  </a:lnTo>
                  <a:lnTo>
                    <a:pt x="7438797" y="778778"/>
                  </a:lnTo>
                  <a:lnTo>
                    <a:pt x="7440079" y="775996"/>
                  </a:lnTo>
                  <a:lnTo>
                    <a:pt x="7441361" y="714807"/>
                  </a:lnTo>
                  <a:lnTo>
                    <a:pt x="7442642" y="723151"/>
                  </a:lnTo>
                  <a:lnTo>
                    <a:pt x="7443924" y="723151"/>
                  </a:lnTo>
                  <a:lnTo>
                    <a:pt x="7445206" y="723151"/>
                  </a:lnTo>
                  <a:lnTo>
                    <a:pt x="7446488" y="686993"/>
                  </a:lnTo>
                  <a:lnTo>
                    <a:pt x="7447770" y="545144"/>
                  </a:lnTo>
                  <a:lnTo>
                    <a:pt x="7449052" y="500643"/>
                  </a:lnTo>
                  <a:lnTo>
                    <a:pt x="7450334" y="500643"/>
                  </a:lnTo>
                  <a:lnTo>
                    <a:pt x="7451615" y="511768"/>
                  </a:lnTo>
                  <a:lnTo>
                    <a:pt x="7452897" y="520112"/>
                  </a:lnTo>
                  <a:lnTo>
                    <a:pt x="7454179" y="500643"/>
                  </a:lnTo>
                  <a:lnTo>
                    <a:pt x="7455461" y="500643"/>
                  </a:lnTo>
                  <a:lnTo>
                    <a:pt x="7456743" y="500643"/>
                  </a:lnTo>
                  <a:lnTo>
                    <a:pt x="7458025" y="500643"/>
                  </a:lnTo>
                  <a:lnTo>
                    <a:pt x="7459306" y="500643"/>
                  </a:lnTo>
                  <a:lnTo>
                    <a:pt x="7460588" y="500643"/>
                  </a:lnTo>
                  <a:lnTo>
                    <a:pt x="7461870" y="500643"/>
                  </a:lnTo>
                  <a:lnTo>
                    <a:pt x="7463152" y="500643"/>
                  </a:lnTo>
                  <a:lnTo>
                    <a:pt x="7464434" y="534019"/>
                  </a:lnTo>
                  <a:lnTo>
                    <a:pt x="7465716" y="567395"/>
                  </a:lnTo>
                  <a:lnTo>
                    <a:pt x="7466998" y="611897"/>
                  </a:lnTo>
                  <a:lnTo>
                    <a:pt x="7468279" y="611897"/>
                  </a:lnTo>
                  <a:lnTo>
                    <a:pt x="7469561" y="611897"/>
                  </a:lnTo>
                  <a:lnTo>
                    <a:pt x="7470843" y="597990"/>
                  </a:lnTo>
                  <a:lnTo>
                    <a:pt x="7472125" y="556270"/>
                  </a:lnTo>
                  <a:lnTo>
                    <a:pt x="7473407" y="611897"/>
                  </a:lnTo>
                  <a:lnTo>
                    <a:pt x="7474689" y="595209"/>
                  </a:lnTo>
                  <a:lnTo>
                    <a:pt x="7475970" y="556270"/>
                  </a:lnTo>
                  <a:lnTo>
                    <a:pt x="7477252" y="556270"/>
                  </a:lnTo>
                  <a:lnTo>
                    <a:pt x="7478534" y="589646"/>
                  </a:lnTo>
                  <a:lnTo>
                    <a:pt x="7479816" y="725932"/>
                  </a:lnTo>
                  <a:lnTo>
                    <a:pt x="7481098" y="778778"/>
                  </a:lnTo>
                  <a:lnTo>
                    <a:pt x="7482380" y="750964"/>
                  </a:lnTo>
                  <a:lnTo>
                    <a:pt x="7483661" y="723151"/>
                  </a:lnTo>
                  <a:lnTo>
                    <a:pt x="7484943" y="689775"/>
                  </a:lnTo>
                  <a:lnTo>
                    <a:pt x="7486225" y="659180"/>
                  </a:lnTo>
                  <a:lnTo>
                    <a:pt x="7487507" y="611897"/>
                  </a:lnTo>
                  <a:lnTo>
                    <a:pt x="7488789" y="611897"/>
                  </a:lnTo>
                  <a:lnTo>
                    <a:pt x="7490071" y="567395"/>
                  </a:lnTo>
                  <a:lnTo>
                    <a:pt x="7491353" y="556270"/>
                  </a:lnTo>
                  <a:lnTo>
                    <a:pt x="7492634" y="531237"/>
                  </a:lnTo>
                  <a:lnTo>
                    <a:pt x="7493916" y="500643"/>
                  </a:lnTo>
                  <a:lnTo>
                    <a:pt x="7495198" y="500643"/>
                  </a:lnTo>
                  <a:lnTo>
                    <a:pt x="7496480" y="500643"/>
                  </a:lnTo>
                  <a:lnTo>
                    <a:pt x="7497762" y="500643"/>
                  </a:lnTo>
                  <a:lnTo>
                    <a:pt x="7499044" y="472829"/>
                  </a:lnTo>
                  <a:lnTo>
                    <a:pt x="7500325" y="445016"/>
                  </a:lnTo>
                  <a:lnTo>
                    <a:pt x="7501607" y="445016"/>
                  </a:lnTo>
                  <a:lnTo>
                    <a:pt x="7502889" y="456141"/>
                  </a:lnTo>
                  <a:lnTo>
                    <a:pt x="7504171" y="500643"/>
                  </a:lnTo>
                  <a:lnTo>
                    <a:pt x="7505453" y="531238"/>
                  </a:lnTo>
                  <a:lnTo>
                    <a:pt x="7506735" y="545144"/>
                  </a:lnTo>
                  <a:lnTo>
                    <a:pt x="7508017" y="550707"/>
                  </a:lnTo>
                  <a:lnTo>
                    <a:pt x="7509298" y="489517"/>
                  </a:lnTo>
                  <a:lnTo>
                    <a:pt x="7510580" y="445016"/>
                  </a:lnTo>
                  <a:lnTo>
                    <a:pt x="7511862" y="445016"/>
                  </a:lnTo>
                  <a:lnTo>
                    <a:pt x="7513144" y="445016"/>
                  </a:lnTo>
                  <a:lnTo>
                    <a:pt x="7514426" y="470048"/>
                  </a:lnTo>
                  <a:lnTo>
                    <a:pt x="7515708" y="461704"/>
                  </a:lnTo>
                  <a:lnTo>
                    <a:pt x="7516989" y="506205"/>
                  </a:lnTo>
                  <a:lnTo>
                    <a:pt x="7518271" y="561832"/>
                  </a:lnTo>
                  <a:lnTo>
                    <a:pt x="7519553" y="611897"/>
                  </a:lnTo>
                  <a:lnTo>
                    <a:pt x="7520835" y="611897"/>
                  </a:lnTo>
                  <a:lnTo>
                    <a:pt x="7522117" y="653617"/>
                  </a:lnTo>
                  <a:lnTo>
                    <a:pt x="7523399" y="667524"/>
                  </a:lnTo>
                  <a:lnTo>
                    <a:pt x="7524681" y="689774"/>
                  </a:lnTo>
                  <a:lnTo>
                    <a:pt x="7525962" y="723151"/>
                  </a:lnTo>
                  <a:lnTo>
                    <a:pt x="7527244" y="723151"/>
                  </a:lnTo>
                  <a:lnTo>
                    <a:pt x="7528526" y="723151"/>
                  </a:lnTo>
                  <a:lnTo>
                    <a:pt x="7529808" y="723151"/>
                  </a:lnTo>
                  <a:lnTo>
                    <a:pt x="7531090" y="748183"/>
                  </a:lnTo>
                  <a:lnTo>
                    <a:pt x="7532372" y="778778"/>
                  </a:lnTo>
                  <a:lnTo>
                    <a:pt x="7533653" y="778778"/>
                  </a:lnTo>
                  <a:lnTo>
                    <a:pt x="7534935" y="778778"/>
                  </a:lnTo>
                  <a:lnTo>
                    <a:pt x="7536217" y="778778"/>
                  </a:lnTo>
                  <a:lnTo>
                    <a:pt x="7537499" y="748183"/>
                  </a:lnTo>
                  <a:lnTo>
                    <a:pt x="7538781" y="720369"/>
                  </a:lnTo>
                  <a:lnTo>
                    <a:pt x="7540063" y="625803"/>
                  </a:lnTo>
                  <a:lnTo>
                    <a:pt x="7541344" y="620241"/>
                  </a:lnTo>
                  <a:lnTo>
                    <a:pt x="7542626" y="667524"/>
                  </a:lnTo>
                  <a:lnTo>
                    <a:pt x="7543908" y="667524"/>
                  </a:lnTo>
                  <a:lnTo>
                    <a:pt x="7545190" y="667524"/>
                  </a:lnTo>
                  <a:lnTo>
                    <a:pt x="7546472" y="667524"/>
                  </a:lnTo>
                  <a:lnTo>
                    <a:pt x="7547754" y="703681"/>
                  </a:lnTo>
                  <a:lnTo>
                    <a:pt x="7549036" y="686993"/>
                  </a:lnTo>
                  <a:lnTo>
                    <a:pt x="7550317" y="611897"/>
                  </a:lnTo>
                  <a:lnTo>
                    <a:pt x="7551599" y="611897"/>
                  </a:lnTo>
                  <a:lnTo>
                    <a:pt x="7552881" y="611897"/>
                  </a:lnTo>
                  <a:lnTo>
                    <a:pt x="7554163" y="611897"/>
                  </a:lnTo>
                  <a:lnTo>
                    <a:pt x="7555445" y="611897"/>
                  </a:lnTo>
                  <a:lnTo>
                    <a:pt x="7556727" y="611897"/>
                  </a:lnTo>
                  <a:lnTo>
                    <a:pt x="7558008" y="611897"/>
                  </a:lnTo>
                  <a:lnTo>
                    <a:pt x="7559290" y="611897"/>
                  </a:lnTo>
                  <a:lnTo>
                    <a:pt x="7560572" y="611897"/>
                  </a:lnTo>
                  <a:lnTo>
                    <a:pt x="7561854" y="578520"/>
                  </a:lnTo>
                  <a:lnTo>
                    <a:pt x="7563136" y="517331"/>
                  </a:lnTo>
                  <a:lnTo>
                    <a:pt x="7564418" y="500643"/>
                  </a:lnTo>
                  <a:lnTo>
                    <a:pt x="7565700" y="500643"/>
                  </a:lnTo>
                  <a:lnTo>
                    <a:pt x="7566981" y="500643"/>
                  </a:lnTo>
                  <a:lnTo>
                    <a:pt x="7568263" y="500643"/>
                  </a:lnTo>
                  <a:lnTo>
                    <a:pt x="7569545" y="528456"/>
                  </a:lnTo>
                  <a:lnTo>
                    <a:pt x="7570827" y="575739"/>
                  </a:lnTo>
                  <a:lnTo>
                    <a:pt x="7572109" y="706463"/>
                  </a:lnTo>
                  <a:lnTo>
                    <a:pt x="7573391" y="778778"/>
                  </a:lnTo>
                  <a:lnTo>
                    <a:pt x="7574672" y="778778"/>
                  </a:lnTo>
                  <a:lnTo>
                    <a:pt x="7575954" y="778778"/>
                  </a:lnTo>
                  <a:lnTo>
                    <a:pt x="7577236" y="778778"/>
                  </a:lnTo>
                  <a:lnTo>
                    <a:pt x="7578518" y="778778"/>
                  </a:lnTo>
                  <a:lnTo>
                    <a:pt x="7579800" y="778778"/>
                  </a:lnTo>
                  <a:lnTo>
                    <a:pt x="7581082" y="809373"/>
                  </a:lnTo>
                  <a:lnTo>
                    <a:pt x="7582363" y="890032"/>
                  </a:lnTo>
                  <a:lnTo>
                    <a:pt x="7583645" y="890032"/>
                  </a:lnTo>
                  <a:lnTo>
                    <a:pt x="7584927" y="890032"/>
                  </a:lnTo>
                  <a:lnTo>
                    <a:pt x="7586209" y="834405"/>
                  </a:lnTo>
                  <a:lnTo>
                    <a:pt x="7587491" y="834405"/>
                  </a:lnTo>
                  <a:lnTo>
                    <a:pt x="7588773" y="834405"/>
                  </a:lnTo>
                  <a:lnTo>
                    <a:pt x="7590055" y="834405"/>
                  </a:lnTo>
                  <a:lnTo>
                    <a:pt x="7591336" y="812154"/>
                  </a:lnTo>
                  <a:lnTo>
                    <a:pt x="7592618" y="778778"/>
                  </a:lnTo>
                  <a:lnTo>
                    <a:pt x="7593900" y="809373"/>
                  </a:lnTo>
                  <a:lnTo>
                    <a:pt x="7595182" y="842749"/>
                  </a:lnTo>
                  <a:lnTo>
                    <a:pt x="7596464" y="834405"/>
                  </a:lnTo>
                  <a:lnTo>
                    <a:pt x="7597746" y="834405"/>
                  </a:lnTo>
                  <a:lnTo>
                    <a:pt x="7599027" y="834405"/>
                  </a:lnTo>
                  <a:lnTo>
                    <a:pt x="7600309" y="834405"/>
                  </a:lnTo>
                  <a:lnTo>
                    <a:pt x="7601591" y="834405"/>
                  </a:lnTo>
                  <a:lnTo>
                    <a:pt x="7602873" y="834405"/>
                  </a:lnTo>
                  <a:lnTo>
                    <a:pt x="7604155" y="834405"/>
                  </a:lnTo>
                  <a:lnTo>
                    <a:pt x="7605437" y="834405"/>
                  </a:lnTo>
                  <a:lnTo>
                    <a:pt x="7606719" y="834405"/>
                  </a:lnTo>
                  <a:lnTo>
                    <a:pt x="7608000" y="834405"/>
                  </a:lnTo>
                  <a:lnTo>
                    <a:pt x="7609282" y="834405"/>
                  </a:lnTo>
                  <a:lnTo>
                    <a:pt x="7610564" y="834405"/>
                  </a:lnTo>
                  <a:lnTo>
                    <a:pt x="7611846" y="784340"/>
                  </a:lnTo>
                  <a:lnTo>
                    <a:pt x="7613128" y="759308"/>
                  </a:lnTo>
                  <a:lnTo>
                    <a:pt x="7614410" y="723151"/>
                  </a:lnTo>
                  <a:lnTo>
                    <a:pt x="7615691" y="723151"/>
                  </a:lnTo>
                  <a:lnTo>
                    <a:pt x="7616973" y="723151"/>
                  </a:lnTo>
                  <a:lnTo>
                    <a:pt x="7618255" y="775996"/>
                  </a:lnTo>
                  <a:lnTo>
                    <a:pt x="7619537" y="745401"/>
                  </a:lnTo>
                  <a:lnTo>
                    <a:pt x="7620819" y="723151"/>
                  </a:lnTo>
                  <a:lnTo>
                    <a:pt x="7622101" y="723151"/>
                  </a:lnTo>
                  <a:lnTo>
                    <a:pt x="7623382" y="737057"/>
                  </a:lnTo>
                  <a:lnTo>
                    <a:pt x="7624664" y="723151"/>
                  </a:lnTo>
                  <a:lnTo>
                    <a:pt x="7625946" y="723151"/>
                  </a:lnTo>
                  <a:lnTo>
                    <a:pt x="7627228" y="748183"/>
                  </a:lnTo>
                  <a:lnTo>
                    <a:pt x="7628510" y="778778"/>
                  </a:lnTo>
                  <a:lnTo>
                    <a:pt x="7629792" y="778778"/>
                  </a:lnTo>
                  <a:lnTo>
                    <a:pt x="7631074" y="778778"/>
                  </a:lnTo>
                  <a:lnTo>
                    <a:pt x="7632355" y="778778"/>
                  </a:lnTo>
                  <a:lnTo>
                    <a:pt x="7633637" y="750964"/>
                  </a:lnTo>
                  <a:lnTo>
                    <a:pt x="7634919" y="723151"/>
                  </a:lnTo>
                  <a:lnTo>
                    <a:pt x="7636201" y="723151"/>
                  </a:lnTo>
                  <a:lnTo>
                    <a:pt x="7637483" y="723151"/>
                  </a:lnTo>
                  <a:lnTo>
                    <a:pt x="7638765" y="723151"/>
                  </a:lnTo>
                  <a:lnTo>
                    <a:pt x="7640046" y="706463"/>
                  </a:lnTo>
                  <a:lnTo>
                    <a:pt x="7641328" y="667524"/>
                  </a:lnTo>
                  <a:lnTo>
                    <a:pt x="7642610" y="667524"/>
                  </a:lnTo>
                  <a:lnTo>
                    <a:pt x="7643892" y="714807"/>
                  </a:lnTo>
                  <a:lnTo>
                    <a:pt x="7645174" y="739839"/>
                  </a:lnTo>
                  <a:lnTo>
                    <a:pt x="7646456" y="778778"/>
                  </a:lnTo>
                  <a:lnTo>
                    <a:pt x="7647738" y="778778"/>
                  </a:lnTo>
                  <a:lnTo>
                    <a:pt x="7649019" y="778778"/>
                  </a:lnTo>
                  <a:lnTo>
                    <a:pt x="7650301" y="703681"/>
                  </a:lnTo>
                  <a:lnTo>
                    <a:pt x="7651583" y="686993"/>
                  </a:lnTo>
                  <a:lnTo>
                    <a:pt x="7652865" y="667524"/>
                  </a:lnTo>
                  <a:lnTo>
                    <a:pt x="7654147" y="667524"/>
                  </a:lnTo>
                  <a:lnTo>
                    <a:pt x="7655429" y="670305"/>
                  </a:lnTo>
                  <a:lnTo>
                    <a:pt x="7656710" y="723151"/>
                  </a:lnTo>
                  <a:lnTo>
                    <a:pt x="7657992" y="670305"/>
                  </a:lnTo>
                  <a:lnTo>
                    <a:pt x="7659274" y="667524"/>
                  </a:lnTo>
                  <a:lnTo>
                    <a:pt x="7660556" y="636929"/>
                  </a:lnTo>
                  <a:lnTo>
                    <a:pt x="7661838" y="556270"/>
                  </a:lnTo>
                  <a:lnTo>
                    <a:pt x="7663120" y="500643"/>
                  </a:lnTo>
                  <a:lnTo>
                    <a:pt x="7664402" y="500643"/>
                  </a:lnTo>
                  <a:lnTo>
                    <a:pt x="7665683" y="483955"/>
                  </a:lnTo>
                  <a:lnTo>
                    <a:pt x="7666965" y="500643"/>
                  </a:lnTo>
                  <a:lnTo>
                    <a:pt x="7668247" y="500643"/>
                  </a:lnTo>
                  <a:lnTo>
                    <a:pt x="7669529" y="500643"/>
                  </a:lnTo>
                  <a:lnTo>
                    <a:pt x="7670811" y="500643"/>
                  </a:lnTo>
                  <a:lnTo>
                    <a:pt x="7672093" y="514549"/>
                  </a:lnTo>
                  <a:lnTo>
                    <a:pt x="7673374" y="556270"/>
                  </a:lnTo>
                  <a:lnTo>
                    <a:pt x="7674656" y="556270"/>
                  </a:lnTo>
                  <a:lnTo>
                    <a:pt x="7675938" y="556270"/>
                  </a:lnTo>
                  <a:lnTo>
                    <a:pt x="7677220" y="556270"/>
                  </a:lnTo>
                  <a:lnTo>
                    <a:pt x="7678502" y="556270"/>
                  </a:lnTo>
                  <a:lnTo>
                    <a:pt x="7679784" y="556270"/>
                  </a:lnTo>
                  <a:lnTo>
                    <a:pt x="7681065" y="556270"/>
                  </a:lnTo>
                  <a:lnTo>
                    <a:pt x="7682347" y="625804"/>
                  </a:lnTo>
                  <a:lnTo>
                    <a:pt x="7683629" y="645273"/>
                  </a:lnTo>
                  <a:lnTo>
                    <a:pt x="7684911" y="611897"/>
                  </a:lnTo>
                  <a:lnTo>
                    <a:pt x="7686193" y="611897"/>
                  </a:lnTo>
                  <a:lnTo>
                    <a:pt x="7687475" y="575739"/>
                  </a:lnTo>
                  <a:lnTo>
                    <a:pt x="7688757" y="556270"/>
                  </a:lnTo>
                  <a:lnTo>
                    <a:pt x="7690038" y="606334"/>
                  </a:lnTo>
                  <a:lnTo>
                    <a:pt x="7691320" y="611897"/>
                  </a:lnTo>
                  <a:lnTo>
                    <a:pt x="7692602" y="639710"/>
                  </a:lnTo>
                  <a:lnTo>
                    <a:pt x="7693884" y="717588"/>
                  </a:lnTo>
                  <a:lnTo>
                    <a:pt x="7695166" y="778778"/>
                  </a:lnTo>
                  <a:lnTo>
                    <a:pt x="7696448" y="778778"/>
                  </a:lnTo>
                  <a:lnTo>
                    <a:pt x="7697729" y="817717"/>
                  </a:lnTo>
                  <a:lnTo>
                    <a:pt x="7699011" y="834405"/>
                  </a:lnTo>
                  <a:lnTo>
                    <a:pt x="7700293" y="834405"/>
                  </a:lnTo>
                  <a:lnTo>
                    <a:pt x="7701575" y="834405"/>
                  </a:lnTo>
                  <a:lnTo>
                    <a:pt x="7702857" y="834405"/>
                  </a:lnTo>
                  <a:lnTo>
                    <a:pt x="7704139" y="834405"/>
                  </a:lnTo>
                  <a:lnTo>
                    <a:pt x="7705421" y="834405"/>
                  </a:lnTo>
                  <a:lnTo>
                    <a:pt x="7706702" y="834405"/>
                  </a:lnTo>
                  <a:lnTo>
                    <a:pt x="7707984" y="834405"/>
                  </a:lnTo>
                  <a:lnTo>
                    <a:pt x="7709266" y="834405"/>
                  </a:lnTo>
                  <a:lnTo>
                    <a:pt x="7710548" y="834405"/>
                  </a:lnTo>
                  <a:lnTo>
                    <a:pt x="7711830" y="803810"/>
                  </a:lnTo>
                  <a:lnTo>
                    <a:pt x="7713112" y="778778"/>
                  </a:lnTo>
                  <a:lnTo>
                    <a:pt x="7714393" y="778778"/>
                  </a:lnTo>
                  <a:lnTo>
                    <a:pt x="7715675" y="775996"/>
                  </a:lnTo>
                  <a:lnTo>
                    <a:pt x="7716957" y="826061"/>
                  </a:lnTo>
                  <a:lnTo>
                    <a:pt x="7718239" y="778778"/>
                  </a:lnTo>
                  <a:lnTo>
                    <a:pt x="7719521" y="812154"/>
                  </a:lnTo>
                  <a:lnTo>
                    <a:pt x="7720803" y="834405"/>
                  </a:lnTo>
                  <a:lnTo>
                    <a:pt x="7722084" y="834405"/>
                  </a:lnTo>
                  <a:lnTo>
                    <a:pt x="7723366" y="812154"/>
                  </a:lnTo>
                  <a:lnTo>
                    <a:pt x="7724648" y="723151"/>
                  </a:lnTo>
                  <a:lnTo>
                    <a:pt x="7725930" y="675868"/>
                  </a:lnTo>
                  <a:lnTo>
                    <a:pt x="7727212" y="667524"/>
                  </a:lnTo>
                  <a:lnTo>
                    <a:pt x="7728494" y="639710"/>
                  </a:lnTo>
                  <a:lnTo>
                    <a:pt x="7729776" y="595209"/>
                  </a:lnTo>
                  <a:lnTo>
                    <a:pt x="7731057" y="556270"/>
                  </a:lnTo>
                  <a:lnTo>
                    <a:pt x="7732339" y="556270"/>
                  </a:lnTo>
                  <a:lnTo>
                    <a:pt x="7733621" y="539582"/>
                  </a:lnTo>
                  <a:lnTo>
                    <a:pt x="7734903" y="500643"/>
                  </a:lnTo>
                  <a:lnTo>
                    <a:pt x="7736185" y="500643"/>
                  </a:lnTo>
                  <a:lnTo>
                    <a:pt x="7737467" y="500643"/>
                  </a:lnTo>
                  <a:lnTo>
                    <a:pt x="7738748" y="500643"/>
                  </a:lnTo>
                  <a:lnTo>
                    <a:pt x="7740030" y="500643"/>
                  </a:lnTo>
                  <a:lnTo>
                    <a:pt x="7741312" y="458922"/>
                  </a:lnTo>
                  <a:lnTo>
                    <a:pt x="7742594" y="428328"/>
                  </a:lnTo>
                  <a:lnTo>
                    <a:pt x="7743876" y="417202"/>
                  </a:lnTo>
                  <a:lnTo>
                    <a:pt x="7745158" y="445016"/>
                  </a:lnTo>
                  <a:lnTo>
                    <a:pt x="7746440" y="417202"/>
                  </a:lnTo>
                  <a:lnTo>
                    <a:pt x="7747721" y="414421"/>
                  </a:lnTo>
                  <a:lnTo>
                    <a:pt x="7749003" y="450578"/>
                  </a:lnTo>
                  <a:lnTo>
                    <a:pt x="7750285" y="500643"/>
                  </a:lnTo>
                  <a:lnTo>
                    <a:pt x="7751567" y="500643"/>
                  </a:lnTo>
                  <a:lnTo>
                    <a:pt x="7752849" y="500643"/>
                  </a:lnTo>
                  <a:lnTo>
                    <a:pt x="7754131" y="447797"/>
                  </a:lnTo>
                  <a:lnTo>
                    <a:pt x="7755412" y="461704"/>
                  </a:lnTo>
                  <a:lnTo>
                    <a:pt x="7756694" y="556270"/>
                  </a:lnTo>
                  <a:lnTo>
                    <a:pt x="7757976" y="600771"/>
                  </a:lnTo>
                  <a:lnTo>
                    <a:pt x="7759258" y="611897"/>
                  </a:lnTo>
                  <a:lnTo>
                    <a:pt x="7760540" y="636929"/>
                  </a:lnTo>
                  <a:lnTo>
                    <a:pt x="7761822" y="681430"/>
                  </a:lnTo>
                  <a:lnTo>
                    <a:pt x="7763104" y="723151"/>
                  </a:lnTo>
                  <a:lnTo>
                    <a:pt x="7764385" y="723151"/>
                  </a:lnTo>
                  <a:lnTo>
                    <a:pt x="7765667" y="686993"/>
                  </a:lnTo>
                  <a:lnTo>
                    <a:pt x="7766949" y="723151"/>
                  </a:lnTo>
                  <a:lnTo>
                    <a:pt x="7768231" y="723151"/>
                  </a:lnTo>
                  <a:lnTo>
                    <a:pt x="7769513" y="723151"/>
                  </a:lnTo>
                  <a:lnTo>
                    <a:pt x="7770795" y="723151"/>
                  </a:lnTo>
                  <a:lnTo>
                    <a:pt x="7772076" y="723151"/>
                  </a:lnTo>
                  <a:lnTo>
                    <a:pt x="7773358" y="762090"/>
                  </a:lnTo>
                  <a:lnTo>
                    <a:pt x="7774640" y="750964"/>
                  </a:lnTo>
                  <a:lnTo>
                    <a:pt x="7775922" y="778778"/>
                  </a:lnTo>
                  <a:lnTo>
                    <a:pt x="7777204" y="778778"/>
                  </a:lnTo>
                  <a:lnTo>
                    <a:pt x="7778486" y="803810"/>
                  </a:lnTo>
                  <a:lnTo>
                    <a:pt x="7779767" y="784340"/>
                  </a:lnTo>
                  <a:lnTo>
                    <a:pt x="7781049" y="778778"/>
                  </a:lnTo>
                  <a:lnTo>
                    <a:pt x="7782331" y="778778"/>
                  </a:lnTo>
                  <a:lnTo>
                    <a:pt x="7783613" y="778778"/>
                  </a:lnTo>
                  <a:lnTo>
                    <a:pt x="7784895" y="778778"/>
                  </a:lnTo>
                  <a:lnTo>
                    <a:pt x="7786177" y="828842"/>
                  </a:lnTo>
                  <a:lnTo>
                    <a:pt x="7787459" y="823279"/>
                  </a:lnTo>
                  <a:lnTo>
                    <a:pt x="7788740" y="778778"/>
                  </a:lnTo>
                  <a:lnTo>
                    <a:pt x="7790022" y="778778"/>
                  </a:lnTo>
                  <a:lnTo>
                    <a:pt x="7791304" y="778778"/>
                  </a:lnTo>
                  <a:lnTo>
                    <a:pt x="7792586" y="778778"/>
                  </a:lnTo>
                  <a:lnTo>
                    <a:pt x="7793868" y="778778"/>
                  </a:lnTo>
                  <a:lnTo>
                    <a:pt x="7795150" y="778778"/>
                  </a:lnTo>
                  <a:lnTo>
                    <a:pt x="7796431" y="778778"/>
                  </a:lnTo>
                  <a:lnTo>
                    <a:pt x="7797713" y="826061"/>
                  </a:lnTo>
                  <a:lnTo>
                    <a:pt x="7798995" y="795466"/>
                  </a:lnTo>
                  <a:lnTo>
                    <a:pt x="7800277" y="778778"/>
                  </a:lnTo>
                  <a:lnTo>
                    <a:pt x="7801559" y="778778"/>
                  </a:lnTo>
                  <a:lnTo>
                    <a:pt x="7802841" y="778778"/>
                  </a:lnTo>
                  <a:lnTo>
                    <a:pt x="7804123" y="778778"/>
                  </a:lnTo>
                  <a:lnTo>
                    <a:pt x="7805404" y="778778"/>
                  </a:lnTo>
                  <a:lnTo>
                    <a:pt x="7806686" y="817717"/>
                  </a:lnTo>
                  <a:lnTo>
                    <a:pt x="7807968" y="834405"/>
                  </a:lnTo>
                  <a:lnTo>
                    <a:pt x="7809250" y="784340"/>
                  </a:lnTo>
                  <a:lnTo>
                    <a:pt x="7810532" y="778778"/>
                  </a:lnTo>
                  <a:lnTo>
                    <a:pt x="7811814" y="826061"/>
                  </a:lnTo>
                  <a:lnTo>
                    <a:pt x="7813095" y="803810"/>
                  </a:lnTo>
                  <a:lnTo>
                    <a:pt x="7814377" y="778778"/>
                  </a:lnTo>
                  <a:lnTo>
                    <a:pt x="7815659" y="778778"/>
                  </a:lnTo>
                  <a:lnTo>
                    <a:pt x="7816941" y="778778"/>
                  </a:lnTo>
                  <a:lnTo>
                    <a:pt x="7818223" y="778778"/>
                  </a:lnTo>
                  <a:lnTo>
                    <a:pt x="7819505" y="787122"/>
                  </a:lnTo>
                  <a:lnTo>
                    <a:pt x="7820786" y="834405"/>
                  </a:lnTo>
                  <a:lnTo>
                    <a:pt x="7822068" y="834405"/>
                  </a:lnTo>
                  <a:lnTo>
                    <a:pt x="7823350" y="834405"/>
                  </a:lnTo>
                  <a:lnTo>
                    <a:pt x="7824632" y="834405"/>
                  </a:lnTo>
                  <a:lnTo>
                    <a:pt x="7825914" y="834405"/>
                  </a:lnTo>
                  <a:lnTo>
                    <a:pt x="7827196" y="834405"/>
                  </a:lnTo>
                  <a:lnTo>
                    <a:pt x="7828478" y="834405"/>
                  </a:lnTo>
                  <a:lnTo>
                    <a:pt x="7829759" y="834405"/>
                  </a:lnTo>
                  <a:lnTo>
                    <a:pt x="7831041" y="870562"/>
                  </a:lnTo>
                  <a:lnTo>
                    <a:pt x="7832323" y="856655"/>
                  </a:lnTo>
                  <a:lnTo>
                    <a:pt x="7833605" y="778778"/>
                  </a:lnTo>
                  <a:lnTo>
                    <a:pt x="7834887" y="778778"/>
                  </a:lnTo>
                  <a:lnTo>
                    <a:pt x="7836169" y="778778"/>
                  </a:lnTo>
                  <a:lnTo>
                    <a:pt x="7837450" y="778778"/>
                  </a:lnTo>
                  <a:lnTo>
                    <a:pt x="7838732" y="778778"/>
                  </a:lnTo>
                  <a:lnTo>
                    <a:pt x="7840014" y="778778"/>
                  </a:lnTo>
                  <a:lnTo>
                    <a:pt x="7841296" y="826061"/>
                  </a:lnTo>
                  <a:lnTo>
                    <a:pt x="7842578" y="834405"/>
                  </a:lnTo>
                  <a:lnTo>
                    <a:pt x="7843860" y="823279"/>
                  </a:lnTo>
                  <a:lnTo>
                    <a:pt x="7845142" y="787122"/>
                  </a:lnTo>
                  <a:lnTo>
                    <a:pt x="7846423" y="762090"/>
                  </a:lnTo>
                  <a:lnTo>
                    <a:pt x="7847705" y="723151"/>
                  </a:lnTo>
                  <a:lnTo>
                    <a:pt x="7848987" y="723151"/>
                  </a:lnTo>
                  <a:lnTo>
                    <a:pt x="7850269" y="723151"/>
                  </a:lnTo>
                  <a:lnTo>
                    <a:pt x="7851551" y="698119"/>
                  </a:lnTo>
                  <a:lnTo>
                    <a:pt x="7852833" y="645273"/>
                  </a:lnTo>
                  <a:lnTo>
                    <a:pt x="7854114" y="611897"/>
                  </a:lnTo>
                  <a:lnTo>
                    <a:pt x="7855396" y="611897"/>
                  </a:lnTo>
                  <a:lnTo>
                    <a:pt x="7856678" y="611897"/>
                  </a:lnTo>
                  <a:lnTo>
                    <a:pt x="7857960" y="611897"/>
                  </a:lnTo>
                  <a:lnTo>
                    <a:pt x="7859242" y="611897"/>
                  </a:lnTo>
                  <a:lnTo>
                    <a:pt x="7860524" y="603553"/>
                  </a:lnTo>
                  <a:lnTo>
                    <a:pt x="7861805" y="556270"/>
                  </a:lnTo>
                  <a:lnTo>
                    <a:pt x="7863087" y="556270"/>
                  </a:lnTo>
                  <a:lnTo>
                    <a:pt x="7864369" y="584083"/>
                  </a:lnTo>
                  <a:lnTo>
                    <a:pt x="7865651" y="667524"/>
                  </a:lnTo>
                  <a:lnTo>
                    <a:pt x="7866933" y="625803"/>
                  </a:lnTo>
                  <a:lnTo>
                    <a:pt x="7868215" y="611897"/>
                  </a:lnTo>
                  <a:lnTo>
                    <a:pt x="7869497" y="611897"/>
                  </a:lnTo>
                  <a:lnTo>
                    <a:pt x="7870778" y="611897"/>
                  </a:lnTo>
                  <a:lnTo>
                    <a:pt x="7872060" y="611897"/>
                  </a:lnTo>
                  <a:lnTo>
                    <a:pt x="7873342" y="589646"/>
                  </a:lnTo>
                  <a:lnTo>
                    <a:pt x="7874624" y="556270"/>
                  </a:lnTo>
                  <a:lnTo>
                    <a:pt x="7875906" y="564614"/>
                  </a:lnTo>
                  <a:lnTo>
                    <a:pt x="7877188" y="628585"/>
                  </a:lnTo>
                  <a:lnTo>
                    <a:pt x="7878469" y="659180"/>
                  </a:lnTo>
                  <a:lnTo>
                    <a:pt x="7879751" y="667524"/>
                  </a:lnTo>
                  <a:lnTo>
                    <a:pt x="7881033" y="667524"/>
                  </a:lnTo>
                  <a:lnTo>
                    <a:pt x="7882315" y="667524"/>
                  </a:lnTo>
                  <a:lnTo>
                    <a:pt x="7883597" y="689774"/>
                  </a:lnTo>
                  <a:lnTo>
                    <a:pt x="7884879" y="742620"/>
                  </a:lnTo>
                  <a:lnTo>
                    <a:pt x="7886161" y="778778"/>
                  </a:lnTo>
                  <a:lnTo>
                    <a:pt x="7887442" y="778778"/>
                  </a:lnTo>
                  <a:lnTo>
                    <a:pt x="7888724" y="767652"/>
                  </a:lnTo>
                  <a:lnTo>
                    <a:pt x="7890006" y="723151"/>
                  </a:lnTo>
                  <a:lnTo>
                    <a:pt x="7891288" y="723151"/>
                  </a:lnTo>
                  <a:lnTo>
                    <a:pt x="7892570" y="728713"/>
                  </a:lnTo>
                  <a:lnTo>
                    <a:pt x="7893852" y="778778"/>
                  </a:lnTo>
                  <a:lnTo>
                    <a:pt x="7895133" y="778778"/>
                  </a:lnTo>
                  <a:lnTo>
                    <a:pt x="7896415" y="778778"/>
                  </a:lnTo>
                  <a:lnTo>
                    <a:pt x="7897697" y="778778"/>
                  </a:lnTo>
                  <a:lnTo>
                    <a:pt x="7898979" y="817717"/>
                  </a:lnTo>
                  <a:lnTo>
                    <a:pt x="7900261" y="834405"/>
                  </a:lnTo>
                  <a:lnTo>
                    <a:pt x="7901543" y="834405"/>
                  </a:lnTo>
                  <a:lnTo>
                    <a:pt x="7902825" y="814935"/>
                  </a:lnTo>
                  <a:lnTo>
                    <a:pt x="7904106" y="728713"/>
                  </a:lnTo>
                  <a:lnTo>
                    <a:pt x="7905388" y="742620"/>
                  </a:lnTo>
                  <a:lnTo>
                    <a:pt x="7906670" y="756527"/>
                  </a:lnTo>
                  <a:lnTo>
                    <a:pt x="7907952" y="723151"/>
                  </a:lnTo>
                  <a:lnTo>
                    <a:pt x="7909234" y="723151"/>
                  </a:lnTo>
                  <a:lnTo>
                    <a:pt x="7910516" y="742620"/>
                  </a:lnTo>
                  <a:lnTo>
                    <a:pt x="7911797" y="778778"/>
                  </a:lnTo>
                  <a:lnTo>
                    <a:pt x="7913079" y="739839"/>
                  </a:lnTo>
                  <a:lnTo>
                    <a:pt x="7914361" y="723151"/>
                  </a:lnTo>
                  <a:lnTo>
                    <a:pt x="7915643" y="723151"/>
                  </a:lnTo>
                  <a:lnTo>
                    <a:pt x="7916925" y="648054"/>
                  </a:lnTo>
                  <a:lnTo>
                    <a:pt x="7918207" y="611897"/>
                  </a:lnTo>
                  <a:lnTo>
                    <a:pt x="7919488" y="611897"/>
                  </a:lnTo>
                  <a:lnTo>
                    <a:pt x="7920770" y="620241"/>
                  </a:lnTo>
                  <a:lnTo>
                    <a:pt x="7922052" y="620241"/>
                  </a:lnTo>
                  <a:lnTo>
                    <a:pt x="7923334" y="611897"/>
                  </a:lnTo>
                  <a:lnTo>
                    <a:pt x="7924616" y="611897"/>
                  </a:lnTo>
                  <a:lnTo>
                    <a:pt x="7925898" y="611897"/>
                  </a:lnTo>
                  <a:lnTo>
                    <a:pt x="7927180" y="611897"/>
                  </a:lnTo>
                  <a:lnTo>
                    <a:pt x="7928461" y="611897"/>
                  </a:lnTo>
                  <a:lnTo>
                    <a:pt x="7929743" y="611897"/>
                  </a:lnTo>
                  <a:lnTo>
                    <a:pt x="7931025" y="611897"/>
                  </a:lnTo>
                  <a:lnTo>
                    <a:pt x="7932307" y="611897"/>
                  </a:lnTo>
                  <a:lnTo>
                    <a:pt x="7933589" y="611897"/>
                  </a:lnTo>
                  <a:lnTo>
                    <a:pt x="7934871" y="628585"/>
                  </a:lnTo>
                  <a:lnTo>
                    <a:pt x="7936152" y="714807"/>
                  </a:lnTo>
                  <a:lnTo>
                    <a:pt x="7937434" y="723151"/>
                  </a:lnTo>
                  <a:lnTo>
                    <a:pt x="7938716" y="742620"/>
                  </a:lnTo>
                  <a:lnTo>
                    <a:pt x="7939998" y="778778"/>
                  </a:lnTo>
                  <a:lnTo>
                    <a:pt x="7941280" y="778778"/>
                  </a:lnTo>
                  <a:lnTo>
                    <a:pt x="7942562" y="778778"/>
                  </a:lnTo>
                  <a:lnTo>
                    <a:pt x="7943844" y="778778"/>
                  </a:lnTo>
                  <a:lnTo>
                    <a:pt x="7945125" y="814935"/>
                  </a:lnTo>
                  <a:lnTo>
                    <a:pt x="7946407" y="828842"/>
                  </a:lnTo>
                  <a:lnTo>
                    <a:pt x="7947689" y="600771"/>
                  </a:lnTo>
                  <a:lnTo>
                    <a:pt x="7948971" y="625804"/>
                  </a:lnTo>
                  <a:lnTo>
                    <a:pt x="7950253" y="667524"/>
                  </a:lnTo>
                  <a:lnTo>
                    <a:pt x="7951535" y="667524"/>
                  </a:lnTo>
                  <a:lnTo>
                    <a:pt x="7952816" y="667524"/>
                  </a:lnTo>
                  <a:lnTo>
                    <a:pt x="7954098" y="712025"/>
                  </a:lnTo>
                  <a:lnTo>
                    <a:pt x="7955380" y="723151"/>
                  </a:lnTo>
                  <a:lnTo>
                    <a:pt x="7956662" y="723151"/>
                  </a:lnTo>
                  <a:lnTo>
                    <a:pt x="7957944" y="723151"/>
                  </a:lnTo>
                  <a:lnTo>
                    <a:pt x="7959226" y="723151"/>
                  </a:lnTo>
                  <a:lnTo>
                    <a:pt x="7960507" y="723151"/>
                  </a:lnTo>
                  <a:lnTo>
                    <a:pt x="7961789" y="714807"/>
                  </a:lnTo>
                  <a:lnTo>
                    <a:pt x="7963071" y="667524"/>
                  </a:lnTo>
                  <a:lnTo>
                    <a:pt x="7964353" y="667524"/>
                  </a:lnTo>
                  <a:lnTo>
                    <a:pt x="7965635" y="628585"/>
                  </a:lnTo>
                  <a:lnTo>
                    <a:pt x="7966917" y="611897"/>
                  </a:lnTo>
                  <a:lnTo>
                    <a:pt x="7968199" y="611897"/>
                  </a:lnTo>
                  <a:lnTo>
                    <a:pt x="7969480" y="611897"/>
                  </a:lnTo>
                  <a:lnTo>
                    <a:pt x="7970762" y="611897"/>
                  </a:lnTo>
                  <a:lnTo>
                    <a:pt x="7972044" y="611897"/>
                  </a:lnTo>
                  <a:lnTo>
                    <a:pt x="7973326" y="611897"/>
                  </a:lnTo>
                  <a:lnTo>
                    <a:pt x="7974608" y="559051"/>
                  </a:lnTo>
                  <a:lnTo>
                    <a:pt x="7975890" y="556270"/>
                  </a:lnTo>
                  <a:lnTo>
                    <a:pt x="7977171" y="556270"/>
                  </a:lnTo>
                  <a:lnTo>
                    <a:pt x="7978453" y="559051"/>
                  </a:lnTo>
                  <a:lnTo>
                    <a:pt x="7979735" y="778778"/>
                  </a:lnTo>
                  <a:lnTo>
                    <a:pt x="7981017" y="834405"/>
                  </a:lnTo>
                  <a:lnTo>
                    <a:pt x="7982299" y="812154"/>
                  </a:lnTo>
                  <a:lnTo>
                    <a:pt x="7983581" y="753745"/>
                  </a:lnTo>
                  <a:lnTo>
                    <a:pt x="7984863" y="703681"/>
                  </a:lnTo>
                  <a:lnTo>
                    <a:pt x="7986144" y="639710"/>
                  </a:lnTo>
                  <a:lnTo>
                    <a:pt x="7987426" y="589646"/>
                  </a:lnTo>
                  <a:lnTo>
                    <a:pt x="7988708" y="556270"/>
                  </a:lnTo>
                  <a:lnTo>
                    <a:pt x="7989990" y="556270"/>
                  </a:lnTo>
                  <a:lnTo>
                    <a:pt x="7991272" y="500643"/>
                  </a:lnTo>
                  <a:lnTo>
                    <a:pt x="7992554" y="500643"/>
                  </a:lnTo>
                  <a:lnTo>
                    <a:pt x="7993835" y="456141"/>
                  </a:lnTo>
                  <a:lnTo>
                    <a:pt x="7995117" y="500643"/>
                  </a:lnTo>
                  <a:lnTo>
                    <a:pt x="7996399" y="500643"/>
                  </a:lnTo>
                  <a:lnTo>
                    <a:pt x="7997681" y="481173"/>
                  </a:lnTo>
                  <a:lnTo>
                    <a:pt x="7998963" y="500643"/>
                  </a:lnTo>
                  <a:lnTo>
                    <a:pt x="8000245" y="500643"/>
                  </a:lnTo>
                  <a:lnTo>
                    <a:pt x="8001526" y="500643"/>
                  </a:lnTo>
                  <a:lnTo>
                    <a:pt x="8002808" y="500643"/>
                  </a:lnTo>
                  <a:lnTo>
                    <a:pt x="8004090" y="500643"/>
                  </a:lnTo>
                  <a:lnTo>
                    <a:pt x="8005372" y="467266"/>
                  </a:lnTo>
                  <a:lnTo>
                    <a:pt x="8006654" y="439453"/>
                  </a:lnTo>
                  <a:lnTo>
                    <a:pt x="8007936" y="445016"/>
                  </a:lnTo>
                  <a:lnTo>
                    <a:pt x="8009218" y="425546"/>
                  </a:lnTo>
                  <a:lnTo>
                    <a:pt x="8010499" y="347669"/>
                  </a:lnTo>
                  <a:lnTo>
                    <a:pt x="8011781" y="269791"/>
                  </a:lnTo>
                  <a:lnTo>
                    <a:pt x="8013063" y="219726"/>
                  </a:lnTo>
                  <a:lnTo>
                    <a:pt x="8014345" y="186350"/>
                  </a:lnTo>
                  <a:lnTo>
                    <a:pt x="8015627" y="230852"/>
                  </a:lnTo>
                  <a:lnTo>
                    <a:pt x="8016909" y="239196"/>
                  </a:lnTo>
                  <a:lnTo>
                    <a:pt x="8018190" y="303167"/>
                  </a:lnTo>
                  <a:lnTo>
                    <a:pt x="8019472" y="353231"/>
                  </a:lnTo>
                  <a:lnTo>
                    <a:pt x="8020754" y="378263"/>
                  </a:lnTo>
                  <a:lnTo>
                    <a:pt x="8022036" y="333762"/>
                  </a:lnTo>
                  <a:lnTo>
                    <a:pt x="8023318" y="386607"/>
                  </a:lnTo>
                  <a:lnTo>
                    <a:pt x="8024600" y="311511"/>
                  </a:lnTo>
                  <a:lnTo>
                    <a:pt x="8025882" y="261447"/>
                  </a:lnTo>
                  <a:lnTo>
                    <a:pt x="8027163" y="172443"/>
                  </a:lnTo>
                  <a:lnTo>
                    <a:pt x="8028445" y="111254"/>
                  </a:lnTo>
                  <a:lnTo>
                    <a:pt x="8029727" y="164099"/>
                  </a:lnTo>
                  <a:lnTo>
                    <a:pt x="8031009" y="166881"/>
                  </a:lnTo>
                  <a:lnTo>
                    <a:pt x="8032291" y="122379"/>
                  </a:lnTo>
                  <a:lnTo>
                    <a:pt x="8033573" y="111254"/>
                  </a:lnTo>
                  <a:lnTo>
                    <a:pt x="8034854" y="111254"/>
                  </a:lnTo>
                  <a:lnTo>
                    <a:pt x="8036136" y="111254"/>
                  </a:lnTo>
                  <a:lnTo>
                    <a:pt x="8037418" y="139067"/>
                  </a:lnTo>
                  <a:lnTo>
                    <a:pt x="8038700" y="222508"/>
                  </a:lnTo>
                  <a:lnTo>
                    <a:pt x="8039982" y="186350"/>
                  </a:lnTo>
                  <a:lnTo>
                    <a:pt x="8041264" y="183569"/>
                  </a:lnTo>
                  <a:lnTo>
                    <a:pt x="8042546" y="258665"/>
                  </a:lnTo>
                  <a:lnTo>
                    <a:pt x="8043827" y="319855"/>
                  </a:lnTo>
                  <a:lnTo>
                    <a:pt x="8045109" y="314292"/>
                  </a:lnTo>
                  <a:lnTo>
                    <a:pt x="8046391" y="286479"/>
                  </a:lnTo>
                  <a:lnTo>
                    <a:pt x="8047673" y="289260"/>
                  </a:lnTo>
                  <a:lnTo>
                    <a:pt x="8048955" y="333762"/>
                  </a:lnTo>
                  <a:lnTo>
                    <a:pt x="8050237" y="297604"/>
                  </a:lnTo>
                  <a:lnTo>
                    <a:pt x="8051518" y="278135"/>
                  </a:lnTo>
                  <a:lnTo>
                    <a:pt x="8052800" y="286479"/>
                  </a:lnTo>
                  <a:lnTo>
                    <a:pt x="8054082" y="333762"/>
                  </a:lnTo>
                  <a:lnTo>
                    <a:pt x="8055364" y="333762"/>
                  </a:lnTo>
                  <a:lnTo>
                    <a:pt x="8056646" y="406077"/>
                  </a:lnTo>
                  <a:lnTo>
                    <a:pt x="8057928" y="503424"/>
                  </a:lnTo>
                  <a:lnTo>
                    <a:pt x="8059209" y="600771"/>
                  </a:lnTo>
                  <a:lnTo>
                    <a:pt x="8060491" y="667524"/>
                  </a:lnTo>
                  <a:lnTo>
                    <a:pt x="8061773" y="636929"/>
                  </a:lnTo>
                  <a:lnTo>
                    <a:pt x="8063055" y="611897"/>
                  </a:lnTo>
                  <a:lnTo>
                    <a:pt x="8064337" y="653617"/>
                  </a:lnTo>
                  <a:lnTo>
                    <a:pt x="8065619" y="625803"/>
                  </a:lnTo>
                  <a:lnTo>
                    <a:pt x="8066901" y="584083"/>
                  </a:lnTo>
                  <a:lnTo>
                    <a:pt x="8068182" y="556270"/>
                  </a:lnTo>
                  <a:lnTo>
                    <a:pt x="8069464" y="470048"/>
                  </a:lnTo>
                  <a:lnTo>
                    <a:pt x="8070746" y="445016"/>
                  </a:lnTo>
                  <a:lnTo>
                    <a:pt x="8072028" y="478392"/>
                  </a:lnTo>
                  <a:lnTo>
                    <a:pt x="8073310" y="436672"/>
                  </a:lnTo>
                  <a:lnTo>
                    <a:pt x="8074592" y="330980"/>
                  </a:lnTo>
                  <a:lnTo>
                    <a:pt x="8075873" y="239196"/>
                  </a:lnTo>
                  <a:lnTo>
                    <a:pt x="8077155" y="294823"/>
                  </a:lnTo>
                  <a:lnTo>
                    <a:pt x="8078437" y="378263"/>
                  </a:lnTo>
                  <a:lnTo>
                    <a:pt x="8079719" y="381045"/>
                  </a:lnTo>
                  <a:lnTo>
                    <a:pt x="8081001" y="317074"/>
                  </a:lnTo>
                  <a:lnTo>
                    <a:pt x="8082283" y="311511"/>
                  </a:lnTo>
                  <a:lnTo>
                    <a:pt x="8083565" y="333762"/>
                  </a:lnTo>
                  <a:lnTo>
                    <a:pt x="8084846" y="333762"/>
                  </a:lnTo>
                  <a:lnTo>
                    <a:pt x="8086128" y="333762"/>
                  </a:lnTo>
                  <a:lnTo>
                    <a:pt x="8087410" y="289260"/>
                  </a:lnTo>
                  <a:lnTo>
                    <a:pt x="8088692" y="278135"/>
                  </a:lnTo>
                  <a:lnTo>
                    <a:pt x="8089974" y="278135"/>
                  </a:lnTo>
                  <a:lnTo>
                    <a:pt x="8091256" y="278135"/>
                  </a:lnTo>
                  <a:lnTo>
                    <a:pt x="8092537" y="278135"/>
                  </a:lnTo>
                  <a:lnTo>
                    <a:pt x="8093819" y="305948"/>
                  </a:lnTo>
                  <a:lnTo>
                    <a:pt x="8095101" y="319855"/>
                  </a:lnTo>
                  <a:lnTo>
                    <a:pt x="8096383" y="228070"/>
                  </a:lnTo>
                  <a:lnTo>
                    <a:pt x="8097665" y="261447"/>
                  </a:lnTo>
                  <a:lnTo>
                    <a:pt x="8098947" y="278135"/>
                  </a:lnTo>
                  <a:lnTo>
                    <a:pt x="8100228" y="278135"/>
                  </a:lnTo>
                  <a:lnTo>
                    <a:pt x="8101510" y="358794"/>
                  </a:lnTo>
                  <a:lnTo>
                    <a:pt x="8102792" y="389389"/>
                  </a:lnTo>
                  <a:lnTo>
                    <a:pt x="8104074" y="369919"/>
                  </a:lnTo>
                  <a:lnTo>
                    <a:pt x="8105356" y="392170"/>
                  </a:lnTo>
                  <a:lnTo>
                    <a:pt x="8106638" y="495080"/>
                  </a:lnTo>
                  <a:lnTo>
                    <a:pt x="8107920" y="611897"/>
                  </a:lnTo>
                  <a:lnTo>
                    <a:pt x="8109201" y="611897"/>
                  </a:lnTo>
                  <a:lnTo>
                    <a:pt x="8110483" y="611897"/>
                  </a:lnTo>
                  <a:lnTo>
                    <a:pt x="8111765" y="617459"/>
                  </a:lnTo>
                  <a:lnTo>
                    <a:pt x="8113047" y="681430"/>
                  </a:lnTo>
                  <a:lnTo>
                    <a:pt x="8114329" y="723151"/>
                  </a:lnTo>
                  <a:lnTo>
                    <a:pt x="8115611" y="723151"/>
                  </a:lnTo>
                  <a:lnTo>
                    <a:pt x="8116892" y="698119"/>
                  </a:lnTo>
                  <a:lnTo>
                    <a:pt x="8118174" y="667524"/>
                  </a:lnTo>
                  <a:lnTo>
                    <a:pt x="8119456" y="709244"/>
                  </a:lnTo>
                  <a:lnTo>
                    <a:pt x="8120738" y="723151"/>
                  </a:lnTo>
                  <a:lnTo>
                    <a:pt x="8122020" y="673086"/>
                  </a:lnTo>
                  <a:lnTo>
                    <a:pt x="8123302" y="659180"/>
                  </a:lnTo>
                  <a:lnTo>
                    <a:pt x="8124584" y="572958"/>
                  </a:lnTo>
                  <a:lnTo>
                    <a:pt x="8125865" y="556270"/>
                  </a:lnTo>
                  <a:lnTo>
                    <a:pt x="8127147" y="567395"/>
                  </a:lnTo>
                  <a:lnTo>
                    <a:pt x="8128429" y="631366"/>
                  </a:lnTo>
                  <a:lnTo>
                    <a:pt x="8129711" y="581302"/>
                  </a:lnTo>
                  <a:lnTo>
                    <a:pt x="8130993" y="553488"/>
                  </a:lnTo>
                  <a:lnTo>
                    <a:pt x="8132275" y="556270"/>
                  </a:lnTo>
                  <a:lnTo>
                    <a:pt x="8133556" y="556270"/>
                  </a:lnTo>
                  <a:lnTo>
                    <a:pt x="8134838" y="556270"/>
                  </a:lnTo>
                  <a:lnTo>
                    <a:pt x="8136120" y="572958"/>
                  </a:lnTo>
                  <a:lnTo>
                    <a:pt x="8137402" y="611897"/>
                  </a:lnTo>
                  <a:lnTo>
                    <a:pt x="8138684" y="611897"/>
                  </a:lnTo>
                  <a:lnTo>
                    <a:pt x="8139966" y="572958"/>
                  </a:lnTo>
                  <a:lnTo>
                    <a:pt x="8141247" y="556270"/>
                  </a:lnTo>
                  <a:lnTo>
                    <a:pt x="8142529" y="556270"/>
                  </a:lnTo>
                  <a:lnTo>
                    <a:pt x="8143811" y="547926"/>
                  </a:lnTo>
                  <a:lnTo>
                    <a:pt x="8145093" y="500643"/>
                  </a:lnTo>
                  <a:lnTo>
                    <a:pt x="8146375" y="456141"/>
                  </a:lnTo>
                  <a:lnTo>
                    <a:pt x="8147657" y="445016"/>
                  </a:lnTo>
                  <a:lnTo>
                    <a:pt x="8148939" y="445016"/>
                  </a:lnTo>
                  <a:lnTo>
                    <a:pt x="8150220" y="403295"/>
                  </a:lnTo>
                  <a:lnTo>
                    <a:pt x="8151502" y="389389"/>
                  </a:lnTo>
                  <a:lnTo>
                    <a:pt x="8152784" y="389389"/>
                  </a:lnTo>
                  <a:lnTo>
                    <a:pt x="8154066" y="436672"/>
                  </a:lnTo>
                  <a:lnTo>
                    <a:pt x="8155348" y="450578"/>
                  </a:lnTo>
                  <a:lnTo>
                    <a:pt x="8156630" y="481173"/>
                  </a:lnTo>
                  <a:lnTo>
                    <a:pt x="8157911" y="397733"/>
                  </a:lnTo>
                  <a:lnTo>
                    <a:pt x="8159193" y="389389"/>
                  </a:lnTo>
                  <a:lnTo>
                    <a:pt x="8160475" y="414421"/>
                  </a:lnTo>
                  <a:lnTo>
                    <a:pt x="8161757" y="472829"/>
                  </a:lnTo>
                  <a:lnTo>
                    <a:pt x="8163039" y="522893"/>
                  </a:lnTo>
                  <a:lnTo>
                    <a:pt x="8164321" y="556270"/>
                  </a:lnTo>
                  <a:lnTo>
                    <a:pt x="8165603" y="556270"/>
                  </a:lnTo>
                  <a:lnTo>
                    <a:pt x="8166884" y="547926"/>
                  </a:lnTo>
                  <a:lnTo>
                    <a:pt x="8168166" y="500643"/>
                  </a:lnTo>
                  <a:lnTo>
                    <a:pt x="8169448" y="500643"/>
                  </a:lnTo>
                  <a:lnTo>
                    <a:pt x="8170730" y="500643"/>
                  </a:lnTo>
                  <a:lnTo>
                    <a:pt x="8172012" y="536800"/>
                  </a:lnTo>
                  <a:lnTo>
                    <a:pt x="8173294" y="556270"/>
                  </a:lnTo>
                  <a:lnTo>
                    <a:pt x="8174575" y="556270"/>
                  </a:lnTo>
                  <a:lnTo>
                    <a:pt x="8175857" y="561832"/>
                  </a:lnTo>
                  <a:lnTo>
                    <a:pt x="8177139" y="611897"/>
                  </a:lnTo>
                  <a:lnTo>
                    <a:pt x="8178421" y="653617"/>
                  </a:lnTo>
                  <a:lnTo>
                    <a:pt x="8179703" y="667524"/>
                  </a:lnTo>
                  <a:lnTo>
                    <a:pt x="8180985" y="667524"/>
                  </a:lnTo>
                  <a:lnTo>
                    <a:pt x="8182267" y="706463"/>
                  </a:lnTo>
                  <a:lnTo>
                    <a:pt x="8183548" y="723151"/>
                  </a:lnTo>
                  <a:lnTo>
                    <a:pt x="8184830" y="723151"/>
                  </a:lnTo>
                  <a:lnTo>
                    <a:pt x="8186112" y="723151"/>
                  </a:lnTo>
                  <a:lnTo>
                    <a:pt x="8187394" y="717588"/>
                  </a:lnTo>
                  <a:lnTo>
                    <a:pt x="8188676" y="717588"/>
                  </a:lnTo>
                  <a:lnTo>
                    <a:pt x="8189958" y="792684"/>
                  </a:lnTo>
                  <a:lnTo>
                    <a:pt x="8191239" y="778778"/>
                  </a:lnTo>
                  <a:lnTo>
                    <a:pt x="8192521" y="778778"/>
                  </a:lnTo>
                  <a:lnTo>
                    <a:pt x="8193803" y="778778"/>
                  </a:lnTo>
                  <a:lnTo>
                    <a:pt x="8195085" y="775996"/>
                  </a:lnTo>
                  <a:lnTo>
                    <a:pt x="8196367" y="723151"/>
                  </a:lnTo>
                  <a:lnTo>
                    <a:pt x="8197649" y="700900"/>
                  </a:lnTo>
                  <a:lnTo>
                    <a:pt x="8198930" y="673086"/>
                  </a:lnTo>
                  <a:lnTo>
                    <a:pt x="8200212" y="723151"/>
                  </a:lnTo>
                  <a:lnTo>
                    <a:pt x="8201494" y="723151"/>
                  </a:lnTo>
                  <a:lnTo>
                    <a:pt x="8202776" y="695337"/>
                  </a:lnTo>
                  <a:lnTo>
                    <a:pt x="8204058" y="667524"/>
                  </a:lnTo>
                  <a:lnTo>
                    <a:pt x="8205340" y="667524"/>
                  </a:lnTo>
                  <a:lnTo>
                    <a:pt x="8206622" y="667524"/>
                  </a:lnTo>
                  <a:lnTo>
                    <a:pt x="8207903" y="656398"/>
                  </a:lnTo>
                  <a:lnTo>
                    <a:pt x="8209185" y="611897"/>
                  </a:lnTo>
                  <a:lnTo>
                    <a:pt x="8210467" y="611897"/>
                  </a:lnTo>
                  <a:lnTo>
                    <a:pt x="8211749" y="611897"/>
                  </a:lnTo>
                  <a:lnTo>
                    <a:pt x="8213031" y="628585"/>
                  </a:lnTo>
                  <a:lnTo>
                    <a:pt x="8214313" y="667524"/>
                  </a:lnTo>
                  <a:lnTo>
                    <a:pt x="8215594" y="667524"/>
                  </a:lnTo>
                  <a:lnTo>
                    <a:pt x="8216876" y="667524"/>
                  </a:lnTo>
                  <a:lnTo>
                    <a:pt x="8218158" y="667524"/>
                  </a:lnTo>
                  <a:lnTo>
                    <a:pt x="8219440" y="670305"/>
                  </a:lnTo>
                  <a:lnTo>
                    <a:pt x="8220722" y="723151"/>
                  </a:lnTo>
                  <a:lnTo>
                    <a:pt x="8222004" y="742620"/>
                  </a:lnTo>
                  <a:lnTo>
                    <a:pt x="8223286" y="723151"/>
                  </a:lnTo>
                  <a:lnTo>
                    <a:pt x="8224567" y="723151"/>
                  </a:lnTo>
                  <a:lnTo>
                    <a:pt x="8225849" y="723151"/>
                  </a:lnTo>
                  <a:lnTo>
                    <a:pt x="8227131" y="723151"/>
                  </a:lnTo>
                  <a:lnTo>
                    <a:pt x="8228413" y="778778"/>
                  </a:lnTo>
                  <a:lnTo>
                    <a:pt x="8229695" y="798247"/>
                  </a:lnTo>
                  <a:lnTo>
                    <a:pt x="8230977" y="834405"/>
                  </a:lnTo>
                  <a:lnTo>
                    <a:pt x="8232258" y="834405"/>
                  </a:lnTo>
                  <a:lnTo>
                    <a:pt x="8233540" y="834405"/>
                  </a:lnTo>
                  <a:lnTo>
                    <a:pt x="8234822" y="859437"/>
                  </a:lnTo>
                  <a:lnTo>
                    <a:pt x="8236104" y="890032"/>
                  </a:lnTo>
                  <a:lnTo>
                    <a:pt x="8237386" y="890032"/>
                  </a:lnTo>
                  <a:lnTo>
                    <a:pt x="8238668" y="890032"/>
                  </a:lnTo>
                  <a:lnTo>
                    <a:pt x="8239949" y="898376"/>
                  </a:lnTo>
                  <a:lnTo>
                    <a:pt x="8241231" y="945659"/>
                  </a:lnTo>
                  <a:lnTo>
                    <a:pt x="8242513" y="945659"/>
                  </a:lnTo>
                  <a:lnTo>
                    <a:pt x="8243795" y="945659"/>
                  </a:lnTo>
                  <a:lnTo>
                    <a:pt x="8245077" y="945659"/>
                  </a:lnTo>
                  <a:lnTo>
                    <a:pt x="8246359" y="945659"/>
                  </a:lnTo>
                  <a:lnTo>
                    <a:pt x="8247641" y="945659"/>
                  </a:lnTo>
                  <a:lnTo>
                    <a:pt x="8248922" y="945659"/>
                  </a:lnTo>
                  <a:lnTo>
                    <a:pt x="8250204" y="945659"/>
                  </a:lnTo>
                  <a:lnTo>
                    <a:pt x="8251486" y="890032"/>
                  </a:lnTo>
                  <a:lnTo>
                    <a:pt x="8252768" y="867781"/>
                  </a:lnTo>
                  <a:lnTo>
                    <a:pt x="8254050" y="839967"/>
                  </a:lnTo>
                  <a:lnTo>
                    <a:pt x="8255332" y="823279"/>
                  </a:lnTo>
                  <a:lnTo>
                    <a:pt x="8256613" y="728713"/>
                  </a:lnTo>
                  <a:lnTo>
                    <a:pt x="8257895" y="661961"/>
                  </a:lnTo>
                  <a:lnTo>
                    <a:pt x="8259177" y="584083"/>
                  </a:lnTo>
                  <a:lnTo>
                    <a:pt x="8260459" y="520112"/>
                  </a:lnTo>
                  <a:lnTo>
                    <a:pt x="8261741" y="495080"/>
                  </a:lnTo>
                  <a:lnTo>
                    <a:pt x="8263023" y="445016"/>
                  </a:lnTo>
                  <a:lnTo>
                    <a:pt x="8264305" y="445016"/>
                  </a:lnTo>
                  <a:lnTo>
                    <a:pt x="8265586" y="389389"/>
                  </a:lnTo>
                  <a:lnTo>
                    <a:pt x="8266868" y="317074"/>
                  </a:lnTo>
                  <a:lnTo>
                    <a:pt x="8268150" y="222508"/>
                  </a:lnTo>
                  <a:lnTo>
                    <a:pt x="8269432" y="222508"/>
                  </a:lnTo>
                  <a:lnTo>
                    <a:pt x="8270714" y="222508"/>
                  </a:lnTo>
                  <a:lnTo>
                    <a:pt x="8271996" y="166881"/>
                  </a:lnTo>
                  <a:lnTo>
                    <a:pt x="8273277" y="166881"/>
                  </a:lnTo>
                  <a:lnTo>
                    <a:pt x="8274559" y="133504"/>
                  </a:lnTo>
                  <a:lnTo>
                    <a:pt x="8275841" y="102910"/>
                  </a:lnTo>
                  <a:lnTo>
                    <a:pt x="8277123" y="55627"/>
                  </a:lnTo>
                  <a:lnTo>
                    <a:pt x="8278405" y="55627"/>
                  </a:lnTo>
                  <a:lnTo>
                    <a:pt x="8279687" y="55627"/>
                  </a:lnTo>
                  <a:lnTo>
                    <a:pt x="8280969" y="55627"/>
                  </a:lnTo>
                  <a:lnTo>
                    <a:pt x="8282250" y="30594"/>
                  </a:lnTo>
                  <a:lnTo>
                    <a:pt x="8283532" y="52845"/>
                  </a:lnTo>
                  <a:lnTo>
                    <a:pt x="8284814" y="75096"/>
                  </a:lnTo>
                  <a:lnTo>
                    <a:pt x="8286096" y="111254"/>
                  </a:lnTo>
                  <a:lnTo>
                    <a:pt x="8287378" y="172443"/>
                  </a:lnTo>
                  <a:lnTo>
                    <a:pt x="8288660" y="258665"/>
                  </a:lnTo>
                  <a:lnTo>
                    <a:pt x="8289941" y="278135"/>
                  </a:lnTo>
                  <a:lnTo>
                    <a:pt x="8291223" y="358794"/>
                  </a:lnTo>
                  <a:lnTo>
                    <a:pt x="8292505" y="422765"/>
                  </a:lnTo>
                  <a:lnTo>
                    <a:pt x="8293787" y="447797"/>
                  </a:lnTo>
                  <a:lnTo>
                    <a:pt x="8295069" y="489517"/>
                  </a:lnTo>
                  <a:lnTo>
                    <a:pt x="8296351" y="428328"/>
                  </a:lnTo>
                  <a:lnTo>
                    <a:pt x="8297632" y="389389"/>
                  </a:lnTo>
                  <a:lnTo>
                    <a:pt x="8298914" y="397733"/>
                  </a:lnTo>
                  <a:lnTo>
                    <a:pt x="8300196" y="489517"/>
                  </a:lnTo>
                  <a:lnTo>
                    <a:pt x="8301478" y="445016"/>
                  </a:lnTo>
                  <a:lnTo>
                    <a:pt x="8302760" y="431109"/>
                  </a:lnTo>
                  <a:lnTo>
                    <a:pt x="8304042" y="442234"/>
                  </a:lnTo>
                  <a:lnTo>
                    <a:pt x="8305324" y="406077"/>
                  </a:lnTo>
                  <a:lnTo>
                    <a:pt x="8306605" y="419983"/>
                  </a:lnTo>
                  <a:lnTo>
                    <a:pt x="8307887" y="403295"/>
                  </a:lnTo>
                  <a:lnTo>
                    <a:pt x="8309169" y="394951"/>
                  </a:lnTo>
                  <a:lnTo>
                    <a:pt x="8310451" y="389389"/>
                  </a:lnTo>
                  <a:lnTo>
                    <a:pt x="8311733" y="389389"/>
                  </a:lnTo>
                  <a:lnTo>
                    <a:pt x="8313015" y="389389"/>
                  </a:lnTo>
                  <a:lnTo>
                    <a:pt x="8314296" y="411639"/>
                  </a:lnTo>
                  <a:lnTo>
                    <a:pt x="8315578" y="445016"/>
                  </a:lnTo>
                  <a:lnTo>
                    <a:pt x="8316860" y="445016"/>
                  </a:lnTo>
                  <a:lnTo>
                    <a:pt x="8318142" y="445016"/>
                  </a:lnTo>
                  <a:lnTo>
                    <a:pt x="8319424" y="445016"/>
                  </a:lnTo>
                  <a:lnTo>
                    <a:pt x="8320706" y="453360"/>
                  </a:lnTo>
                  <a:lnTo>
                    <a:pt x="8321988" y="500643"/>
                  </a:lnTo>
                  <a:lnTo>
                    <a:pt x="8323269" y="500643"/>
                  </a:lnTo>
                  <a:lnTo>
                    <a:pt x="8324551" y="447797"/>
                  </a:lnTo>
                  <a:lnTo>
                    <a:pt x="8325833" y="445016"/>
                  </a:lnTo>
                  <a:lnTo>
                    <a:pt x="8327115" y="453360"/>
                  </a:lnTo>
                  <a:lnTo>
                    <a:pt x="8328397" y="514549"/>
                  </a:lnTo>
                  <a:lnTo>
                    <a:pt x="8329679" y="603553"/>
                  </a:lnTo>
                  <a:lnTo>
                    <a:pt x="8330960" y="667524"/>
                  </a:lnTo>
                  <a:lnTo>
                    <a:pt x="8332242" y="675868"/>
                  </a:lnTo>
                  <a:lnTo>
                    <a:pt x="8333524" y="723151"/>
                  </a:lnTo>
                  <a:lnTo>
                    <a:pt x="8334806" y="734276"/>
                  </a:lnTo>
                  <a:lnTo>
                    <a:pt x="8336088" y="778778"/>
                  </a:lnTo>
                  <a:lnTo>
                    <a:pt x="8337370" y="814935"/>
                  </a:lnTo>
                  <a:lnTo>
                    <a:pt x="8338651" y="834405"/>
                  </a:lnTo>
                  <a:lnTo>
                    <a:pt x="8339933" y="878906"/>
                  </a:lnTo>
                  <a:lnTo>
                    <a:pt x="8341215" y="937315"/>
                  </a:lnTo>
                  <a:lnTo>
                    <a:pt x="8342497" y="945659"/>
                  </a:lnTo>
                  <a:lnTo>
                    <a:pt x="8343779" y="945659"/>
                  </a:lnTo>
                  <a:lnTo>
                    <a:pt x="8345061" y="945659"/>
                  </a:lnTo>
                  <a:lnTo>
                    <a:pt x="8346343" y="945659"/>
                  </a:lnTo>
                  <a:lnTo>
                    <a:pt x="8347624" y="945659"/>
                  </a:lnTo>
                  <a:lnTo>
                    <a:pt x="8348906" y="945659"/>
                  </a:lnTo>
                  <a:lnTo>
                    <a:pt x="8350188" y="945659"/>
                  </a:lnTo>
                  <a:lnTo>
                    <a:pt x="8351470" y="945659"/>
                  </a:lnTo>
                  <a:lnTo>
                    <a:pt x="8352752" y="945659"/>
                  </a:lnTo>
                  <a:lnTo>
                    <a:pt x="8354034" y="945659"/>
                  </a:lnTo>
                  <a:lnTo>
                    <a:pt x="8355315" y="945659"/>
                  </a:lnTo>
                  <a:lnTo>
                    <a:pt x="8356597" y="995723"/>
                  </a:lnTo>
                  <a:lnTo>
                    <a:pt x="8357879" y="1001286"/>
                  </a:lnTo>
                  <a:lnTo>
                    <a:pt x="8357879" y="1001286"/>
                  </a:lnTo>
                  <a:lnTo>
                    <a:pt x="8359161" y="1001286"/>
                  </a:lnTo>
                  <a:lnTo>
                    <a:pt x="8360443" y="1001286"/>
                  </a:lnTo>
                  <a:lnTo>
                    <a:pt x="8361725" y="1001286"/>
                  </a:lnTo>
                  <a:lnTo>
                    <a:pt x="8363007" y="998504"/>
                  </a:lnTo>
                  <a:lnTo>
                    <a:pt x="8364288" y="945659"/>
                  </a:lnTo>
                  <a:lnTo>
                    <a:pt x="8365570" y="945659"/>
                  </a:lnTo>
                  <a:lnTo>
                    <a:pt x="8366852" y="945659"/>
                  </a:lnTo>
                  <a:lnTo>
                    <a:pt x="8368134" y="945659"/>
                  </a:lnTo>
                  <a:lnTo>
                    <a:pt x="8369416" y="945659"/>
                  </a:lnTo>
                  <a:lnTo>
                    <a:pt x="8370698" y="945659"/>
                  </a:lnTo>
                  <a:lnTo>
                    <a:pt x="8371979" y="945659"/>
                  </a:lnTo>
                  <a:lnTo>
                    <a:pt x="8373261" y="945659"/>
                  </a:lnTo>
                  <a:lnTo>
                    <a:pt x="8374543" y="945659"/>
                  </a:lnTo>
                  <a:lnTo>
                    <a:pt x="8375825" y="945659"/>
                  </a:lnTo>
                  <a:lnTo>
                    <a:pt x="8375825" y="945659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382728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3871311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62267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tx186"/>
            <p:cNvSpPr/>
            <p:nvPr/>
          </p:nvSpPr>
          <p:spPr>
            <a:xfrm>
              <a:off x="311199" y="631035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311199" y="603221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311199" y="575408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311199" y="547594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311199" y="519781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311199" y="491967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311199" y="464154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0.06</a:t>
              </a:r>
            </a:p>
          </p:txBody>
        </p:sp>
        <p:sp>
          <p:nvSpPr>
            <p:cNvPr id="193" name="pl193"/>
            <p:cNvSpPr/>
            <p:nvPr/>
          </p:nvSpPr>
          <p:spPr>
            <a:xfrm>
              <a:off x="587875" y="63541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587875" y="6076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587875" y="57978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587875" y="5519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587875" y="52416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587875" y="49634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587875" y="46853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622670" y="6354144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3026384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6230994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tx203"/>
            <p:cNvSpPr/>
            <p:nvPr/>
          </p:nvSpPr>
          <p:spPr>
            <a:xfrm>
              <a:off x="2741963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35300000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5946573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35350000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4533911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206" name="tx206"/>
            <p:cNvSpPr/>
            <p:nvPr/>
          </p:nvSpPr>
          <p:spPr>
            <a:xfrm rot="-5400000">
              <a:off x="96391" y="5468818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622670" y="4416918"/>
              <a:ext cx="1990479" cy="1639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seq.CG_500_mean_new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2026-03-10T15:34:39Z</dcterms:modified>
  <cp:category/>
</cp:coreProperties>
</file>