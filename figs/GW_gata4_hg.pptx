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270000" y="2023189"/>
              <a:ext cx="6603999" cy="1430742"/>
            </a:xfrm>
            <a:custGeom>
              <a:avLst/>
              <a:pathLst>
                <a:path w="6603999" h="1430742">
                  <a:moveTo>
                    <a:pt x="0" y="1355405"/>
                  </a:moveTo>
                  <a:lnTo>
                    <a:pt x="6610" y="1336253"/>
                  </a:lnTo>
                  <a:lnTo>
                    <a:pt x="13221" y="1318396"/>
                  </a:lnTo>
                  <a:lnTo>
                    <a:pt x="19831" y="1323628"/>
                  </a:lnTo>
                  <a:lnTo>
                    <a:pt x="26442" y="1323628"/>
                  </a:lnTo>
                  <a:lnTo>
                    <a:pt x="33053" y="1323628"/>
                  </a:lnTo>
                  <a:lnTo>
                    <a:pt x="39663" y="1323628"/>
                  </a:lnTo>
                  <a:lnTo>
                    <a:pt x="46274" y="1341854"/>
                  </a:lnTo>
                  <a:lnTo>
                    <a:pt x="52884" y="1341854"/>
                  </a:lnTo>
                  <a:lnTo>
                    <a:pt x="59495" y="1361432"/>
                  </a:lnTo>
                  <a:lnTo>
                    <a:pt x="66106" y="1405564"/>
                  </a:lnTo>
                  <a:lnTo>
                    <a:pt x="72716" y="1430742"/>
                  </a:lnTo>
                  <a:lnTo>
                    <a:pt x="79327" y="1430742"/>
                  </a:lnTo>
                  <a:lnTo>
                    <a:pt x="85937" y="1405564"/>
                  </a:lnTo>
                  <a:lnTo>
                    <a:pt x="92548" y="1382577"/>
                  </a:lnTo>
                  <a:lnTo>
                    <a:pt x="99159" y="1341854"/>
                  </a:lnTo>
                  <a:lnTo>
                    <a:pt x="105769" y="1290563"/>
                  </a:lnTo>
                  <a:lnTo>
                    <a:pt x="112380" y="1247629"/>
                  </a:lnTo>
                  <a:lnTo>
                    <a:pt x="118990" y="1247629"/>
                  </a:lnTo>
                  <a:lnTo>
                    <a:pt x="125601" y="1261179"/>
                  </a:lnTo>
                  <a:lnTo>
                    <a:pt x="132212" y="1290563"/>
                  </a:lnTo>
                  <a:lnTo>
                    <a:pt x="138822" y="1341854"/>
                  </a:lnTo>
                  <a:lnTo>
                    <a:pt x="145433" y="1405564"/>
                  </a:lnTo>
                  <a:lnTo>
                    <a:pt x="152044" y="1430742"/>
                  </a:lnTo>
                  <a:lnTo>
                    <a:pt x="158654" y="1430742"/>
                  </a:lnTo>
                  <a:lnTo>
                    <a:pt x="165265" y="1405564"/>
                  </a:lnTo>
                  <a:lnTo>
                    <a:pt x="171875" y="1341854"/>
                  </a:lnTo>
                  <a:lnTo>
                    <a:pt x="178486" y="1275463"/>
                  </a:lnTo>
                  <a:lnTo>
                    <a:pt x="185097" y="1222450"/>
                  </a:lnTo>
                  <a:lnTo>
                    <a:pt x="191707" y="1199464"/>
                  </a:lnTo>
                  <a:lnTo>
                    <a:pt x="198318" y="1188680"/>
                  </a:lnTo>
                  <a:lnTo>
                    <a:pt x="204928" y="1199464"/>
                  </a:lnTo>
                  <a:lnTo>
                    <a:pt x="211539" y="1234740"/>
                  </a:lnTo>
                  <a:lnTo>
                    <a:pt x="218150" y="1290563"/>
                  </a:lnTo>
                  <a:lnTo>
                    <a:pt x="224760" y="1323628"/>
                  </a:lnTo>
                  <a:lnTo>
                    <a:pt x="231371" y="1361432"/>
                  </a:lnTo>
                  <a:lnTo>
                    <a:pt x="237981" y="1405564"/>
                  </a:lnTo>
                  <a:lnTo>
                    <a:pt x="244592" y="1430742"/>
                  </a:lnTo>
                  <a:lnTo>
                    <a:pt x="251203" y="1430742"/>
                  </a:lnTo>
                  <a:lnTo>
                    <a:pt x="257813" y="1430742"/>
                  </a:lnTo>
                  <a:lnTo>
                    <a:pt x="264424" y="1430742"/>
                  </a:lnTo>
                  <a:lnTo>
                    <a:pt x="271035" y="1430742"/>
                  </a:lnTo>
                  <a:lnTo>
                    <a:pt x="277645" y="1405564"/>
                  </a:lnTo>
                  <a:lnTo>
                    <a:pt x="284256" y="1382577"/>
                  </a:lnTo>
                  <a:lnTo>
                    <a:pt x="290866" y="1361432"/>
                  </a:lnTo>
                  <a:lnTo>
                    <a:pt x="297477" y="1341854"/>
                  </a:lnTo>
                  <a:lnTo>
                    <a:pt x="304088" y="1341854"/>
                  </a:lnTo>
                  <a:lnTo>
                    <a:pt x="310698" y="1361432"/>
                  </a:lnTo>
                  <a:lnTo>
                    <a:pt x="317309" y="1382577"/>
                  </a:lnTo>
                  <a:lnTo>
                    <a:pt x="323919" y="1405564"/>
                  </a:lnTo>
                  <a:lnTo>
                    <a:pt x="330530" y="1341854"/>
                  </a:lnTo>
                  <a:lnTo>
                    <a:pt x="337141" y="1210707"/>
                  </a:lnTo>
                  <a:lnTo>
                    <a:pt x="343751" y="1140515"/>
                  </a:lnTo>
                  <a:lnTo>
                    <a:pt x="350362" y="1115336"/>
                  </a:lnTo>
                  <a:lnTo>
                    <a:pt x="356972" y="1092349"/>
                  </a:lnTo>
                  <a:lnTo>
                    <a:pt x="363583" y="1094560"/>
                  </a:lnTo>
                  <a:lnTo>
                    <a:pt x="370194" y="1148561"/>
                  </a:lnTo>
                  <a:lnTo>
                    <a:pt x="376804" y="1221252"/>
                  </a:lnTo>
                  <a:lnTo>
                    <a:pt x="383415" y="1259793"/>
                  </a:lnTo>
                  <a:lnTo>
                    <a:pt x="390026" y="1304932"/>
                  </a:lnTo>
                  <a:lnTo>
                    <a:pt x="396636" y="1373915"/>
                  </a:lnTo>
                  <a:lnTo>
                    <a:pt x="403247" y="1430742"/>
                  </a:lnTo>
                  <a:lnTo>
                    <a:pt x="409857" y="1430742"/>
                  </a:lnTo>
                  <a:lnTo>
                    <a:pt x="416468" y="1430742"/>
                  </a:lnTo>
                  <a:lnTo>
                    <a:pt x="423079" y="1430742"/>
                  </a:lnTo>
                  <a:lnTo>
                    <a:pt x="429689" y="1430742"/>
                  </a:lnTo>
                  <a:lnTo>
                    <a:pt x="436300" y="1405564"/>
                  </a:lnTo>
                  <a:lnTo>
                    <a:pt x="442910" y="1364498"/>
                  </a:lnTo>
                  <a:lnTo>
                    <a:pt x="449521" y="1337178"/>
                  </a:lnTo>
                  <a:lnTo>
                    <a:pt x="456132" y="1319261"/>
                  </a:lnTo>
                  <a:lnTo>
                    <a:pt x="462742" y="1319261"/>
                  </a:lnTo>
                  <a:lnTo>
                    <a:pt x="469353" y="1337178"/>
                  </a:lnTo>
                  <a:lnTo>
                    <a:pt x="475963" y="1373915"/>
                  </a:lnTo>
                  <a:lnTo>
                    <a:pt x="482574" y="1405564"/>
                  </a:lnTo>
                  <a:lnTo>
                    <a:pt x="489185" y="1430742"/>
                  </a:lnTo>
                  <a:lnTo>
                    <a:pt x="495795" y="1430742"/>
                  </a:lnTo>
                  <a:lnTo>
                    <a:pt x="502406" y="1430742"/>
                  </a:lnTo>
                  <a:lnTo>
                    <a:pt x="509017" y="1430742"/>
                  </a:lnTo>
                  <a:lnTo>
                    <a:pt x="515627" y="1430742"/>
                  </a:lnTo>
                  <a:lnTo>
                    <a:pt x="522238" y="1430742"/>
                  </a:lnTo>
                  <a:lnTo>
                    <a:pt x="528848" y="1430742"/>
                  </a:lnTo>
                  <a:lnTo>
                    <a:pt x="535459" y="1430742"/>
                  </a:lnTo>
                  <a:lnTo>
                    <a:pt x="542070" y="1430742"/>
                  </a:lnTo>
                  <a:lnTo>
                    <a:pt x="548680" y="1430742"/>
                  </a:lnTo>
                  <a:lnTo>
                    <a:pt x="555291" y="1430742"/>
                  </a:lnTo>
                  <a:lnTo>
                    <a:pt x="561901" y="1405564"/>
                  </a:lnTo>
                  <a:lnTo>
                    <a:pt x="568512" y="1361432"/>
                  </a:lnTo>
                  <a:lnTo>
                    <a:pt x="575123" y="1323628"/>
                  </a:lnTo>
                  <a:lnTo>
                    <a:pt x="581733" y="1275463"/>
                  </a:lnTo>
                  <a:lnTo>
                    <a:pt x="588344" y="1247629"/>
                  </a:lnTo>
                  <a:lnTo>
                    <a:pt x="594954" y="1234740"/>
                  </a:lnTo>
                  <a:lnTo>
                    <a:pt x="601565" y="1234740"/>
                  </a:lnTo>
                  <a:lnTo>
                    <a:pt x="608176" y="1222450"/>
                  </a:lnTo>
                  <a:lnTo>
                    <a:pt x="614786" y="1210707"/>
                  </a:lnTo>
                  <a:lnTo>
                    <a:pt x="621397" y="1168348"/>
                  </a:lnTo>
                  <a:lnTo>
                    <a:pt x="628008" y="1149471"/>
                  </a:lnTo>
                  <a:lnTo>
                    <a:pt x="634618" y="1149471"/>
                  </a:lnTo>
                  <a:lnTo>
                    <a:pt x="641229" y="1168348"/>
                  </a:lnTo>
                  <a:lnTo>
                    <a:pt x="647839" y="1210707"/>
                  </a:lnTo>
                  <a:lnTo>
                    <a:pt x="654450" y="1290563"/>
                  </a:lnTo>
                  <a:lnTo>
                    <a:pt x="661061" y="1323628"/>
                  </a:lnTo>
                  <a:lnTo>
                    <a:pt x="667671" y="1296853"/>
                  </a:lnTo>
                  <a:lnTo>
                    <a:pt x="674282" y="1266091"/>
                  </a:lnTo>
                  <a:lnTo>
                    <a:pt x="680892" y="1239180"/>
                  </a:lnTo>
                  <a:lnTo>
                    <a:pt x="687503" y="1226687"/>
                  </a:lnTo>
                  <a:lnTo>
                    <a:pt x="694114" y="1239180"/>
                  </a:lnTo>
                  <a:lnTo>
                    <a:pt x="700724" y="1274730"/>
                  </a:lnTo>
                  <a:lnTo>
                    <a:pt x="707335" y="1323628"/>
                  </a:lnTo>
                  <a:lnTo>
                    <a:pt x="713945" y="1361432"/>
                  </a:lnTo>
                  <a:lnTo>
                    <a:pt x="720556" y="1382577"/>
                  </a:lnTo>
                  <a:lnTo>
                    <a:pt x="727167" y="1405564"/>
                  </a:lnTo>
                  <a:lnTo>
                    <a:pt x="733777" y="1430742"/>
                  </a:lnTo>
                  <a:lnTo>
                    <a:pt x="740388" y="1430742"/>
                  </a:lnTo>
                  <a:lnTo>
                    <a:pt x="746998" y="1430742"/>
                  </a:lnTo>
                  <a:lnTo>
                    <a:pt x="753609" y="1430742"/>
                  </a:lnTo>
                  <a:lnTo>
                    <a:pt x="760220" y="1430742"/>
                  </a:lnTo>
                  <a:lnTo>
                    <a:pt x="766830" y="1430742"/>
                  </a:lnTo>
                  <a:lnTo>
                    <a:pt x="773441" y="1430742"/>
                  </a:lnTo>
                  <a:lnTo>
                    <a:pt x="780052" y="1430742"/>
                  </a:lnTo>
                  <a:lnTo>
                    <a:pt x="786662" y="1430742"/>
                  </a:lnTo>
                  <a:lnTo>
                    <a:pt x="793273" y="1430742"/>
                  </a:lnTo>
                  <a:lnTo>
                    <a:pt x="799883" y="1430742"/>
                  </a:lnTo>
                  <a:lnTo>
                    <a:pt x="806494" y="1430742"/>
                  </a:lnTo>
                  <a:lnTo>
                    <a:pt x="813105" y="1430742"/>
                  </a:lnTo>
                  <a:lnTo>
                    <a:pt x="819715" y="1430742"/>
                  </a:lnTo>
                  <a:lnTo>
                    <a:pt x="826326" y="1405564"/>
                  </a:lnTo>
                  <a:lnTo>
                    <a:pt x="832936" y="1341854"/>
                  </a:lnTo>
                  <a:lnTo>
                    <a:pt x="839547" y="1290563"/>
                  </a:lnTo>
                  <a:lnTo>
                    <a:pt x="846158" y="1285941"/>
                  </a:lnTo>
                  <a:lnTo>
                    <a:pt x="852768" y="1271096"/>
                  </a:lnTo>
                  <a:lnTo>
                    <a:pt x="859379" y="1271096"/>
                  </a:lnTo>
                  <a:lnTo>
                    <a:pt x="865989" y="1301671"/>
                  </a:lnTo>
                  <a:lnTo>
                    <a:pt x="872600" y="1336253"/>
                  </a:lnTo>
                  <a:lnTo>
                    <a:pt x="879211" y="1341854"/>
                  </a:lnTo>
                  <a:lnTo>
                    <a:pt x="885821" y="1341854"/>
                  </a:lnTo>
                  <a:lnTo>
                    <a:pt x="892432" y="1323628"/>
                  </a:lnTo>
                  <a:lnTo>
                    <a:pt x="899043" y="1306578"/>
                  </a:lnTo>
                  <a:lnTo>
                    <a:pt x="905653" y="1290563"/>
                  </a:lnTo>
                  <a:lnTo>
                    <a:pt x="912264" y="1261179"/>
                  </a:lnTo>
                  <a:lnTo>
                    <a:pt x="918874" y="1257726"/>
                  </a:lnTo>
                  <a:lnTo>
                    <a:pt x="925485" y="1271819"/>
                  </a:lnTo>
                  <a:lnTo>
                    <a:pt x="932096" y="1286706"/>
                  </a:lnTo>
                  <a:lnTo>
                    <a:pt x="938706" y="1302482"/>
                  </a:lnTo>
                  <a:lnTo>
                    <a:pt x="945317" y="1320129"/>
                  </a:lnTo>
                  <a:lnTo>
                    <a:pt x="951927" y="1324510"/>
                  </a:lnTo>
                  <a:lnTo>
                    <a:pt x="958538" y="1324510"/>
                  </a:lnTo>
                  <a:lnTo>
                    <a:pt x="965149" y="1342799"/>
                  </a:lnTo>
                  <a:lnTo>
                    <a:pt x="971759" y="1324510"/>
                  </a:lnTo>
                  <a:lnTo>
                    <a:pt x="978370" y="1306578"/>
                  </a:lnTo>
                  <a:lnTo>
                    <a:pt x="984980" y="1288242"/>
                  </a:lnTo>
                  <a:lnTo>
                    <a:pt x="991591" y="1245655"/>
                  </a:lnTo>
                  <a:lnTo>
                    <a:pt x="998202" y="1187099"/>
                  </a:lnTo>
                  <a:lnTo>
                    <a:pt x="1004812" y="1166885"/>
                  </a:lnTo>
                  <a:lnTo>
                    <a:pt x="1011423" y="1176799"/>
                  </a:lnTo>
                  <a:lnTo>
                    <a:pt x="1018034" y="1199464"/>
                  </a:lnTo>
                  <a:lnTo>
                    <a:pt x="1024644" y="1247629"/>
                  </a:lnTo>
                  <a:lnTo>
                    <a:pt x="1031255" y="1296058"/>
                  </a:lnTo>
                  <a:lnTo>
                    <a:pt x="1037865" y="1329865"/>
                  </a:lnTo>
                  <a:lnTo>
                    <a:pt x="1044476" y="1329865"/>
                  </a:lnTo>
                  <a:lnTo>
                    <a:pt x="1051087" y="1329865"/>
                  </a:lnTo>
                  <a:lnTo>
                    <a:pt x="1057697" y="1318396"/>
                  </a:lnTo>
                  <a:lnTo>
                    <a:pt x="1064308" y="1324510"/>
                  </a:lnTo>
                  <a:lnTo>
                    <a:pt x="1070918" y="1307405"/>
                  </a:lnTo>
                  <a:lnTo>
                    <a:pt x="1077529" y="1276198"/>
                  </a:lnTo>
                  <a:lnTo>
                    <a:pt x="1084140" y="1248290"/>
                  </a:lnTo>
                  <a:lnTo>
                    <a:pt x="1090750" y="1218872"/>
                  </a:lnTo>
                  <a:lnTo>
                    <a:pt x="1097361" y="1199464"/>
                  </a:lnTo>
                  <a:lnTo>
                    <a:pt x="1103971" y="1199464"/>
                  </a:lnTo>
                  <a:lnTo>
                    <a:pt x="1110582" y="1199464"/>
                  </a:lnTo>
                  <a:lnTo>
                    <a:pt x="1117193" y="1210707"/>
                  </a:lnTo>
                  <a:lnTo>
                    <a:pt x="1123803" y="1234740"/>
                  </a:lnTo>
                  <a:lnTo>
                    <a:pt x="1130414" y="1234740"/>
                  </a:lnTo>
                  <a:lnTo>
                    <a:pt x="1137025" y="1199464"/>
                  </a:lnTo>
                  <a:lnTo>
                    <a:pt x="1143635" y="1188680"/>
                  </a:lnTo>
                  <a:lnTo>
                    <a:pt x="1150246" y="1158741"/>
                  </a:lnTo>
                  <a:lnTo>
                    <a:pt x="1156856" y="1158741"/>
                  </a:lnTo>
                  <a:lnTo>
                    <a:pt x="1163467" y="1188680"/>
                  </a:lnTo>
                  <a:lnTo>
                    <a:pt x="1170078" y="1261179"/>
                  </a:lnTo>
                  <a:lnTo>
                    <a:pt x="1176688" y="1323628"/>
                  </a:lnTo>
                  <a:lnTo>
                    <a:pt x="1183299" y="1323628"/>
                  </a:lnTo>
                  <a:lnTo>
                    <a:pt x="1189909" y="1168348"/>
                  </a:lnTo>
                  <a:lnTo>
                    <a:pt x="1196520" y="1078066"/>
                  </a:lnTo>
                  <a:lnTo>
                    <a:pt x="1203131" y="1045410"/>
                  </a:lnTo>
                  <a:lnTo>
                    <a:pt x="1209741" y="1027594"/>
                  </a:lnTo>
                  <a:lnTo>
                    <a:pt x="1216352" y="1035759"/>
                  </a:lnTo>
                  <a:lnTo>
                    <a:pt x="1222962" y="1102828"/>
                  </a:lnTo>
                  <a:lnTo>
                    <a:pt x="1229573" y="1140075"/>
                  </a:lnTo>
                  <a:lnTo>
                    <a:pt x="1236184" y="1097163"/>
                  </a:lnTo>
                  <a:lnTo>
                    <a:pt x="1242794" y="1062214"/>
                  </a:lnTo>
                  <a:lnTo>
                    <a:pt x="1249405" y="1040842"/>
                  </a:lnTo>
                  <a:lnTo>
                    <a:pt x="1256016" y="1046951"/>
                  </a:lnTo>
                  <a:lnTo>
                    <a:pt x="1262626" y="1075989"/>
                  </a:lnTo>
                  <a:lnTo>
                    <a:pt x="1269237" y="1123465"/>
                  </a:lnTo>
                  <a:lnTo>
                    <a:pt x="1275847" y="1178318"/>
                  </a:lnTo>
                  <a:lnTo>
                    <a:pt x="1282458" y="1247629"/>
                  </a:lnTo>
                  <a:lnTo>
                    <a:pt x="1289069" y="1222450"/>
                  </a:lnTo>
                  <a:lnTo>
                    <a:pt x="1295679" y="1178318"/>
                  </a:lnTo>
                  <a:lnTo>
                    <a:pt x="1302290" y="1158741"/>
                  </a:lnTo>
                  <a:lnTo>
                    <a:pt x="1308900" y="1115336"/>
                  </a:lnTo>
                  <a:lnTo>
                    <a:pt x="1315511" y="1069853"/>
                  </a:lnTo>
                  <a:lnTo>
                    <a:pt x="1322122" y="1069853"/>
                  </a:lnTo>
                  <a:lnTo>
                    <a:pt x="1328732" y="1098286"/>
                  </a:lnTo>
                  <a:lnTo>
                    <a:pt x="1335343" y="1147655"/>
                  </a:lnTo>
                  <a:lnTo>
                    <a:pt x="1341953" y="1220059"/>
                  </a:lnTo>
                  <a:lnTo>
                    <a:pt x="1348564" y="1306578"/>
                  </a:lnTo>
                  <a:lnTo>
                    <a:pt x="1355175" y="1382577"/>
                  </a:lnTo>
                  <a:lnTo>
                    <a:pt x="1361785" y="1430742"/>
                  </a:lnTo>
                  <a:lnTo>
                    <a:pt x="1368396" y="1430742"/>
                  </a:lnTo>
                  <a:lnTo>
                    <a:pt x="1375007" y="1430742"/>
                  </a:lnTo>
                  <a:lnTo>
                    <a:pt x="1381617" y="1430742"/>
                  </a:lnTo>
                  <a:lnTo>
                    <a:pt x="1388228" y="1430742"/>
                  </a:lnTo>
                  <a:lnTo>
                    <a:pt x="1394838" y="1430742"/>
                  </a:lnTo>
                  <a:lnTo>
                    <a:pt x="1401449" y="1430742"/>
                  </a:lnTo>
                  <a:lnTo>
                    <a:pt x="1408060" y="1430742"/>
                  </a:lnTo>
                  <a:lnTo>
                    <a:pt x="1414670" y="1430742"/>
                  </a:lnTo>
                  <a:lnTo>
                    <a:pt x="1421281" y="1430742"/>
                  </a:lnTo>
                  <a:lnTo>
                    <a:pt x="1427891" y="1430742"/>
                  </a:lnTo>
                  <a:lnTo>
                    <a:pt x="1434502" y="1430742"/>
                  </a:lnTo>
                  <a:lnTo>
                    <a:pt x="1441113" y="1430742"/>
                  </a:lnTo>
                  <a:lnTo>
                    <a:pt x="1447723" y="1430742"/>
                  </a:lnTo>
                  <a:lnTo>
                    <a:pt x="1454334" y="1405564"/>
                  </a:lnTo>
                  <a:lnTo>
                    <a:pt x="1460944" y="1382577"/>
                  </a:lnTo>
                  <a:lnTo>
                    <a:pt x="1467555" y="1361432"/>
                  </a:lnTo>
                  <a:lnTo>
                    <a:pt x="1474166" y="1341854"/>
                  </a:lnTo>
                  <a:lnTo>
                    <a:pt x="1480776" y="1306578"/>
                  </a:lnTo>
                  <a:lnTo>
                    <a:pt x="1487387" y="1306578"/>
                  </a:lnTo>
                  <a:lnTo>
                    <a:pt x="1493997" y="1247629"/>
                  </a:lnTo>
                  <a:lnTo>
                    <a:pt x="1500608" y="1188680"/>
                  </a:lnTo>
                  <a:lnTo>
                    <a:pt x="1507219" y="1133991"/>
                  </a:lnTo>
                  <a:lnTo>
                    <a:pt x="1513829" y="1101685"/>
                  </a:lnTo>
                  <a:lnTo>
                    <a:pt x="1520440" y="1072903"/>
                  </a:lnTo>
                  <a:lnTo>
                    <a:pt x="1527051" y="1066172"/>
                  </a:lnTo>
                  <a:lnTo>
                    <a:pt x="1533661" y="1035759"/>
                  </a:lnTo>
                  <a:lnTo>
                    <a:pt x="1540272" y="1028457"/>
                  </a:lnTo>
                  <a:lnTo>
                    <a:pt x="1546882" y="990922"/>
                  </a:lnTo>
                  <a:lnTo>
                    <a:pt x="1553493" y="926677"/>
                  </a:lnTo>
                  <a:lnTo>
                    <a:pt x="1560104" y="873594"/>
                  </a:lnTo>
                  <a:lnTo>
                    <a:pt x="1566714" y="860613"/>
                  </a:lnTo>
                  <a:lnTo>
                    <a:pt x="1573325" y="862604"/>
                  </a:lnTo>
                  <a:lnTo>
                    <a:pt x="1579935" y="898804"/>
                  </a:lnTo>
                  <a:lnTo>
                    <a:pt x="1586546" y="972579"/>
                  </a:lnTo>
                  <a:lnTo>
                    <a:pt x="1593157" y="1078066"/>
                  </a:lnTo>
                  <a:lnTo>
                    <a:pt x="1599767" y="1127206"/>
                  </a:lnTo>
                  <a:lnTo>
                    <a:pt x="1606378" y="1090886"/>
                  </a:lnTo>
                  <a:lnTo>
                    <a:pt x="1612988" y="1054154"/>
                  </a:lnTo>
                  <a:lnTo>
                    <a:pt x="1619599" y="1026162"/>
                  </a:lnTo>
                  <a:lnTo>
                    <a:pt x="1626210" y="1028169"/>
                  </a:lnTo>
                  <a:lnTo>
                    <a:pt x="1632820" y="1078066"/>
                  </a:lnTo>
                  <a:lnTo>
                    <a:pt x="1639431" y="1178318"/>
                  </a:lnTo>
                  <a:lnTo>
                    <a:pt x="1646042" y="1266800"/>
                  </a:lnTo>
                  <a:lnTo>
                    <a:pt x="1652652" y="1348542"/>
                  </a:lnTo>
                  <a:lnTo>
                    <a:pt x="1659263" y="1348542"/>
                  </a:lnTo>
                  <a:lnTo>
                    <a:pt x="1665873" y="1292121"/>
                  </a:lnTo>
                  <a:lnTo>
                    <a:pt x="1672484" y="1236001"/>
                  </a:lnTo>
                  <a:lnTo>
                    <a:pt x="1679095" y="1200567"/>
                  </a:lnTo>
                  <a:lnTo>
                    <a:pt x="1685705" y="1179336"/>
                  </a:lnTo>
                  <a:lnTo>
                    <a:pt x="1692316" y="1172291"/>
                  </a:lnTo>
                  <a:lnTo>
                    <a:pt x="1698926" y="1202787"/>
                  </a:lnTo>
                  <a:lnTo>
                    <a:pt x="1705537" y="1251622"/>
                  </a:lnTo>
                  <a:lnTo>
                    <a:pt x="1712148" y="1295266"/>
                  </a:lnTo>
                  <a:lnTo>
                    <a:pt x="1718758" y="1347577"/>
                  </a:lnTo>
                  <a:lnTo>
                    <a:pt x="1725369" y="1405564"/>
                  </a:lnTo>
                  <a:lnTo>
                    <a:pt x="1731979" y="1430742"/>
                  </a:lnTo>
                  <a:lnTo>
                    <a:pt x="1738590" y="1430742"/>
                  </a:lnTo>
                  <a:lnTo>
                    <a:pt x="1745201" y="1405564"/>
                  </a:lnTo>
                  <a:lnTo>
                    <a:pt x="1751811" y="1341854"/>
                  </a:lnTo>
                  <a:lnTo>
                    <a:pt x="1758422" y="1290563"/>
                  </a:lnTo>
                  <a:lnTo>
                    <a:pt x="1765033" y="1275463"/>
                  </a:lnTo>
                  <a:lnTo>
                    <a:pt x="1771643" y="1275463"/>
                  </a:lnTo>
                  <a:lnTo>
                    <a:pt x="1778254" y="1290563"/>
                  </a:lnTo>
                  <a:lnTo>
                    <a:pt x="1784864" y="1341854"/>
                  </a:lnTo>
                  <a:lnTo>
                    <a:pt x="1791475" y="1405564"/>
                  </a:lnTo>
                  <a:lnTo>
                    <a:pt x="1798086" y="1430742"/>
                  </a:lnTo>
                  <a:lnTo>
                    <a:pt x="1804696" y="1430742"/>
                  </a:lnTo>
                  <a:lnTo>
                    <a:pt x="1811307" y="1430742"/>
                  </a:lnTo>
                  <a:lnTo>
                    <a:pt x="1817917" y="1405564"/>
                  </a:lnTo>
                  <a:lnTo>
                    <a:pt x="1824528" y="1361432"/>
                  </a:lnTo>
                  <a:lnTo>
                    <a:pt x="1831139" y="1300862"/>
                  </a:lnTo>
                  <a:lnTo>
                    <a:pt x="1837749" y="1243046"/>
                  </a:lnTo>
                  <a:lnTo>
                    <a:pt x="1844360" y="1230373"/>
                  </a:lnTo>
                  <a:lnTo>
                    <a:pt x="1850970" y="1227910"/>
                  </a:lnTo>
                  <a:lnTo>
                    <a:pt x="1857581" y="1215927"/>
                  </a:lnTo>
                  <a:lnTo>
                    <a:pt x="1864192" y="1220059"/>
                  </a:lnTo>
                  <a:lnTo>
                    <a:pt x="1870802" y="1259793"/>
                  </a:lnTo>
                  <a:lnTo>
                    <a:pt x="1877413" y="1273999"/>
                  </a:lnTo>
                  <a:lnTo>
                    <a:pt x="1884024" y="1292121"/>
                  </a:lnTo>
                  <a:lnTo>
                    <a:pt x="1890634" y="1343748"/>
                  </a:lnTo>
                  <a:lnTo>
                    <a:pt x="1897245" y="1407976"/>
                  </a:lnTo>
                  <a:lnTo>
                    <a:pt x="1903855" y="1430742"/>
                  </a:lnTo>
                  <a:lnTo>
                    <a:pt x="1910466" y="1430742"/>
                  </a:lnTo>
                  <a:lnTo>
                    <a:pt x="1917077" y="1430742"/>
                  </a:lnTo>
                  <a:lnTo>
                    <a:pt x="1923687" y="1430742"/>
                  </a:lnTo>
                  <a:lnTo>
                    <a:pt x="1930298" y="1430742"/>
                  </a:lnTo>
                  <a:lnTo>
                    <a:pt x="1936908" y="1430742"/>
                  </a:lnTo>
                  <a:lnTo>
                    <a:pt x="1943519" y="1430742"/>
                  </a:lnTo>
                  <a:lnTo>
                    <a:pt x="1950130" y="1405564"/>
                  </a:lnTo>
                  <a:lnTo>
                    <a:pt x="1956740" y="1361432"/>
                  </a:lnTo>
                  <a:lnTo>
                    <a:pt x="1963351" y="1325395"/>
                  </a:lnTo>
                  <a:lnTo>
                    <a:pt x="1969961" y="1308235"/>
                  </a:lnTo>
                  <a:lnTo>
                    <a:pt x="1976572" y="1308235"/>
                  </a:lnTo>
                  <a:lnTo>
                    <a:pt x="1983183" y="1308235"/>
                  </a:lnTo>
                  <a:lnTo>
                    <a:pt x="1989793" y="1308235"/>
                  </a:lnTo>
                  <a:lnTo>
                    <a:pt x="1996404" y="1323628"/>
                  </a:lnTo>
                  <a:lnTo>
                    <a:pt x="2003015" y="1341854"/>
                  </a:lnTo>
                  <a:lnTo>
                    <a:pt x="2009625" y="1341854"/>
                  </a:lnTo>
                  <a:lnTo>
                    <a:pt x="2016236" y="1355405"/>
                  </a:lnTo>
                  <a:lnTo>
                    <a:pt x="2022846" y="1376054"/>
                  </a:lnTo>
                  <a:lnTo>
                    <a:pt x="2029457" y="1336253"/>
                  </a:lnTo>
                  <a:lnTo>
                    <a:pt x="2036068" y="1257041"/>
                  </a:lnTo>
                  <a:lnTo>
                    <a:pt x="2042678" y="1167860"/>
                  </a:lnTo>
                  <a:lnTo>
                    <a:pt x="2049289" y="1117345"/>
                  </a:lnTo>
                  <a:lnTo>
                    <a:pt x="2055899" y="1083687"/>
                  </a:lnTo>
                  <a:lnTo>
                    <a:pt x="2062510" y="1063198"/>
                  </a:lnTo>
                  <a:lnTo>
                    <a:pt x="2069121" y="1051312"/>
                  </a:lnTo>
                  <a:lnTo>
                    <a:pt x="2075731" y="1069180"/>
                  </a:lnTo>
                  <a:lnTo>
                    <a:pt x="2082342" y="1075300"/>
                  </a:lnTo>
                  <a:lnTo>
                    <a:pt x="2088952" y="1060257"/>
                  </a:lnTo>
                  <a:lnTo>
                    <a:pt x="2095563" y="1056386"/>
                  </a:lnTo>
                  <a:lnTo>
                    <a:pt x="2102174" y="1071543"/>
                  </a:lnTo>
                  <a:lnTo>
                    <a:pt x="2108784" y="1092717"/>
                  </a:lnTo>
                  <a:lnTo>
                    <a:pt x="2115395" y="1116539"/>
                  </a:lnTo>
                  <a:lnTo>
                    <a:pt x="2122006" y="1176799"/>
                  </a:lnTo>
                  <a:lnTo>
                    <a:pt x="2128616" y="1248290"/>
                  </a:lnTo>
                  <a:lnTo>
                    <a:pt x="2135227" y="1284419"/>
                  </a:lnTo>
                  <a:lnTo>
                    <a:pt x="2141837" y="1229755"/>
                  </a:lnTo>
                  <a:lnTo>
                    <a:pt x="2148448" y="1206152"/>
                  </a:lnTo>
                  <a:lnTo>
                    <a:pt x="2155059" y="1195097"/>
                  </a:lnTo>
                  <a:lnTo>
                    <a:pt x="2161669" y="1178318"/>
                  </a:lnTo>
                  <a:lnTo>
                    <a:pt x="2168280" y="1188680"/>
                  </a:lnTo>
                  <a:lnTo>
                    <a:pt x="2174890" y="1261179"/>
                  </a:lnTo>
                  <a:lnTo>
                    <a:pt x="2181501" y="1306578"/>
                  </a:lnTo>
                  <a:lnTo>
                    <a:pt x="2188112" y="1323628"/>
                  </a:lnTo>
                  <a:lnTo>
                    <a:pt x="2194722" y="1341854"/>
                  </a:lnTo>
                  <a:lnTo>
                    <a:pt x="2201333" y="1341854"/>
                  </a:lnTo>
                  <a:lnTo>
                    <a:pt x="2207943" y="1306578"/>
                  </a:lnTo>
                  <a:lnTo>
                    <a:pt x="2214554" y="1306578"/>
                  </a:lnTo>
                  <a:lnTo>
                    <a:pt x="2221165" y="1290563"/>
                  </a:lnTo>
                  <a:lnTo>
                    <a:pt x="2227775" y="1290563"/>
                  </a:lnTo>
                  <a:lnTo>
                    <a:pt x="2234386" y="1290563"/>
                  </a:lnTo>
                  <a:lnTo>
                    <a:pt x="2240996" y="1323628"/>
                  </a:lnTo>
                  <a:lnTo>
                    <a:pt x="2247607" y="1341854"/>
                  </a:lnTo>
                  <a:lnTo>
                    <a:pt x="2254218" y="1361432"/>
                  </a:lnTo>
                  <a:lnTo>
                    <a:pt x="2260828" y="1341854"/>
                  </a:lnTo>
                  <a:lnTo>
                    <a:pt x="2267439" y="1341854"/>
                  </a:lnTo>
                  <a:lnTo>
                    <a:pt x="2274050" y="1341854"/>
                  </a:lnTo>
                  <a:lnTo>
                    <a:pt x="2280660" y="1341854"/>
                  </a:lnTo>
                  <a:lnTo>
                    <a:pt x="2287271" y="1361432"/>
                  </a:lnTo>
                  <a:lnTo>
                    <a:pt x="2293881" y="1405564"/>
                  </a:lnTo>
                  <a:lnTo>
                    <a:pt x="2300492" y="1430742"/>
                  </a:lnTo>
                  <a:lnTo>
                    <a:pt x="2307103" y="1430742"/>
                  </a:lnTo>
                  <a:lnTo>
                    <a:pt x="2313713" y="1430742"/>
                  </a:lnTo>
                  <a:lnTo>
                    <a:pt x="2320324" y="1430742"/>
                  </a:lnTo>
                  <a:lnTo>
                    <a:pt x="2326934" y="1430742"/>
                  </a:lnTo>
                  <a:lnTo>
                    <a:pt x="2333545" y="1405564"/>
                  </a:lnTo>
                  <a:lnTo>
                    <a:pt x="2340156" y="1361432"/>
                  </a:lnTo>
                  <a:lnTo>
                    <a:pt x="2346766" y="1341854"/>
                  </a:lnTo>
                  <a:lnTo>
                    <a:pt x="2353377" y="1341854"/>
                  </a:lnTo>
                  <a:lnTo>
                    <a:pt x="2359987" y="1341854"/>
                  </a:lnTo>
                  <a:lnTo>
                    <a:pt x="2366598" y="1361432"/>
                  </a:lnTo>
                  <a:lnTo>
                    <a:pt x="2373209" y="1405564"/>
                  </a:lnTo>
                  <a:lnTo>
                    <a:pt x="2379819" y="1430742"/>
                  </a:lnTo>
                  <a:lnTo>
                    <a:pt x="2386430" y="1430742"/>
                  </a:lnTo>
                  <a:lnTo>
                    <a:pt x="2393041" y="1430742"/>
                  </a:lnTo>
                  <a:lnTo>
                    <a:pt x="2399651" y="1430742"/>
                  </a:lnTo>
                  <a:lnTo>
                    <a:pt x="2406262" y="1430742"/>
                  </a:lnTo>
                  <a:lnTo>
                    <a:pt x="2412872" y="1430742"/>
                  </a:lnTo>
                  <a:lnTo>
                    <a:pt x="2419483" y="1405564"/>
                  </a:lnTo>
                  <a:lnTo>
                    <a:pt x="2426094" y="1382577"/>
                  </a:lnTo>
                  <a:lnTo>
                    <a:pt x="2432704" y="1341854"/>
                  </a:lnTo>
                  <a:lnTo>
                    <a:pt x="2439315" y="1323628"/>
                  </a:lnTo>
                  <a:lnTo>
                    <a:pt x="2445925" y="1323628"/>
                  </a:lnTo>
                  <a:lnTo>
                    <a:pt x="2452536" y="1341854"/>
                  </a:lnTo>
                  <a:lnTo>
                    <a:pt x="2459147" y="1360418"/>
                  </a:lnTo>
                  <a:lnTo>
                    <a:pt x="2465757" y="1381479"/>
                  </a:lnTo>
                  <a:lnTo>
                    <a:pt x="2472368" y="1322749"/>
                  </a:lnTo>
                  <a:lnTo>
                    <a:pt x="2478978" y="1221850"/>
                  </a:lnTo>
                  <a:lnTo>
                    <a:pt x="2485589" y="1131001"/>
                  </a:lnTo>
                  <a:lnTo>
                    <a:pt x="2492200" y="1057670"/>
                  </a:lnTo>
                  <a:lnTo>
                    <a:pt x="2498810" y="1000076"/>
                  </a:lnTo>
                  <a:lnTo>
                    <a:pt x="2505421" y="973747"/>
                  </a:lnTo>
                  <a:lnTo>
                    <a:pt x="2512032" y="969335"/>
                  </a:lnTo>
                  <a:lnTo>
                    <a:pt x="2518642" y="969565"/>
                  </a:lnTo>
                  <a:lnTo>
                    <a:pt x="2525253" y="987939"/>
                  </a:lnTo>
                  <a:lnTo>
                    <a:pt x="2531863" y="1019952"/>
                  </a:lnTo>
                  <a:lnTo>
                    <a:pt x="2538474" y="1045410"/>
                  </a:lnTo>
                  <a:lnTo>
                    <a:pt x="2545085" y="1070866"/>
                  </a:lnTo>
                  <a:lnTo>
                    <a:pt x="2551695" y="1131426"/>
                  </a:lnTo>
                  <a:lnTo>
                    <a:pt x="2558306" y="1189738"/>
                  </a:lnTo>
                  <a:lnTo>
                    <a:pt x="2564916" y="1247629"/>
                  </a:lnTo>
                  <a:lnTo>
                    <a:pt x="2571527" y="1323628"/>
                  </a:lnTo>
                  <a:lnTo>
                    <a:pt x="2578138" y="1372852"/>
                  </a:lnTo>
                  <a:lnTo>
                    <a:pt x="2584748" y="1312421"/>
                  </a:lnTo>
                  <a:lnTo>
                    <a:pt x="2591359" y="1137886"/>
                  </a:lnTo>
                  <a:lnTo>
                    <a:pt x="2597969" y="1027020"/>
                  </a:lnTo>
                  <a:lnTo>
                    <a:pt x="2604580" y="966357"/>
                  </a:lnTo>
                  <a:lnTo>
                    <a:pt x="2611191" y="934030"/>
                  </a:lnTo>
                  <a:lnTo>
                    <a:pt x="2617801" y="879428"/>
                  </a:lnTo>
                  <a:lnTo>
                    <a:pt x="2624412" y="823910"/>
                  </a:lnTo>
                  <a:lnTo>
                    <a:pt x="2631023" y="788186"/>
                  </a:lnTo>
                  <a:lnTo>
                    <a:pt x="2637633" y="745432"/>
                  </a:lnTo>
                  <a:lnTo>
                    <a:pt x="2644244" y="701779"/>
                  </a:lnTo>
                  <a:lnTo>
                    <a:pt x="2650854" y="663096"/>
                  </a:lnTo>
                  <a:lnTo>
                    <a:pt x="2657465" y="590076"/>
                  </a:lnTo>
                  <a:lnTo>
                    <a:pt x="2664076" y="519630"/>
                  </a:lnTo>
                  <a:lnTo>
                    <a:pt x="2670686" y="442678"/>
                  </a:lnTo>
                  <a:lnTo>
                    <a:pt x="2677297" y="376995"/>
                  </a:lnTo>
                  <a:lnTo>
                    <a:pt x="2683907" y="317684"/>
                  </a:lnTo>
                  <a:lnTo>
                    <a:pt x="2690518" y="273675"/>
                  </a:lnTo>
                  <a:lnTo>
                    <a:pt x="2697129" y="225968"/>
                  </a:lnTo>
                  <a:lnTo>
                    <a:pt x="2703739" y="200797"/>
                  </a:lnTo>
                  <a:lnTo>
                    <a:pt x="2710350" y="190466"/>
                  </a:lnTo>
                  <a:lnTo>
                    <a:pt x="2716960" y="188397"/>
                  </a:lnTo>
                  <a:lnTo>
                    <a:pt x="2723571" y="200020"/>
                  </a:lnTo>
                  <a:lnTo>
                    <a:pt x="2730182" y="225237"/>
                  </a:lnTo>
                  <a:lnTo>
                    <a:pt x="2736792" y="240198"/>
                  </a:lnTo>
                  <a:lnTo>
                    <a:pt x="2743403" y="263722"/>
                  </a:lnTo>
                  <a:lnTo>
                    <a:pt x="2750014" y="300324"/>
                  </a:lnTo>
                  <a:lnTo>
                    <a:pt x="2756624" y="333823"/>
                  </a:lnTo>
                  <a:lnTo>
                    <a:pt x="2763235" y="339684"/>
                  </a:lnTo>
                  <a:lnTo>
                    <a:pt x="2769845" y="307899"/>
                  </a:lnTo>
                  <a:lnTo>
                    <a:pt x="2776456" y="247484"/>
                  </a:lnTo>
                  <a:lnTo>
                    <a:pt x="2783067" y="198347"/>
                  </a:lnTo>
                  <a:lnTo>
                    <a:pt x="2789677" y="152262"/>
                  </a:lnTo>
                  <a:lnTo>
                    <a:pt x="2796288" y="124324"/>
                  </a:lnTo>
                  <a:lnTo>
                    <a:pt x="2802898" y="113413"/>
                  </a:lnTo>
                  <a:lnTo>
                    <a:pt x="2809509" y="98404"/>
                  </a:lnTo>
                  <a:lnTo>
                    <a:pt x="2816120" y="76294"/>
                  </a:lnTo>
                  <a:lnTo>
                    <a:pt x="2822730" y="58921"/>
                  </a:lnTo>
                  <a:lnTo>
                    <a:pt x="2829341" y="50456"/>
                  </a:lnTo>
                  <a:lnTo>
                    <a:pt x="2835951" y="62527"/>
                  </a:lnTo>
                  <a:lnTo>
                    <a:pt x="2842562" y="101878"/>
                  </a:lnTo>
                  <a:lnTo>
                    <a:pt x="2849173" y="158682"/>
                  </a:lnTo>
                  <a:lnTo>
                    <a:pt x="2855783" y="240096"/>
                  </a:lnTo>
                  <a:lnTo>
                    <a:pt x="2862394" y="346462"/>
                  </a:lnTo>
                  <a:lnTo>
                    <a:pt x="2869005" y="445009"/>
                  </a:lnTo>
                  <a:lnTo>
                    <a:pt x="2875615" y="492372"/>
                  </a:lnTo>
                  <a:lnTo>
                    <a:pt x="2882226" y="459750"/>
                  </a:lnTo>
                  <a:lnTo>
                    <a:pt x="2888836" y="355665"/>
                  </a:lnTo>
                  <a:lnTo>
                    <a:pt x="2895447" y="267574"/>
                  </a:lnTo>
                  <a:lnTo>
                    <a:pt x="2902058" y="205881"/>
                  </a:lnTo>
                  <a:lnTo>
                    <a:pt x="2908668" y="154507"/>
                  </a:lnTo>
                  <a:lnTo>
                    <a:pt x="2915279" y="121575"/>
                  </a:lnTo>
                  <a:lnTo>
                    <a:pt x="2921889" y="108073"/>
                  </a:lnTo>
                  <a:lnTo>
                    <a:pt x="2928500" y="114117"/>
                  </a:lnTo>
                  <a:lnTo>
                    <a:pt x="2935111" y="134111"/>
                  </a:lnTo>
                  <a:lnTo>
                    <a:pt x="2941721" y="174488"/>
                  </a:lnTo>
                  <a:lnTo>
                    <a:pt x="2948332" y="239107"/>
                  </a:lnTo>
                  <a:lnTo>
                    <a:pt x="2954942" y="346222"/>
                  </a:lnTo>
                  <a:lnTo>
                    <a:pt x="2961553" y="451060"/>
                  </a:lnTo>
                  <a:lnTo>
                    <a:pt x="2968164" y="498191"/>
                  </a:lnTo>
                  <a:lnTo>
                    <a:pt x="2974774" y="496339"/>
                  </a:lnTo>
                  <a:lnTo>
                    <a:pt x="2981385" y="425346"/>
                  </a:lnTo>
                  <a:lnTo>
                    <a:pt x="2987995" y="346483"/>
                  </a:lnTo>
                  <a:lnTo>
                    <a:pt x="2994606" y="321860"/>
                  </a:lnTo>
                  <a:lnTo>
                    <a:pt x="3001217" y="321424"/>
                  </a:lnTo>
                  <a:lnTo>
                    <a:pt x="3007827" y="310378"/>
                  </a:lnTo>
                  <a:lnTo>
                    <a:pt x="3014438" y="312439"/>
                  </a:lnTo>
                  <a:lnTo>
                    <a:pt x="3021049" y="313842"/>
                  </a:lnTo>
                  <a:lnTo>
                    <a:pt x="3027659" y="290744"/>
                  </a:lnTo>
                  <a:lnTo>
                    <a:pt x="3034270" y="270664"/>
                  </a:lnTo>
                  <a:lnTo>
                    <a:pt x="3040880" y="265064"/>
                  </a:lnTo>
                  <a:lnTo>
                    <a:pt x="3047491" y="275052"/>
                  </a:lnTo>
                  <a:lnTo>
                    <a:pt x="3054102" y="302197"/>
                  </a:lnTo>
                  <a:lnTo>
                    <a:pt x="3060712" y="332124"/>
                  </a:lnTo>
                  <a:lnTo>
                    <a:pt x="3067323" y="340705"/>
                  </a:lnTo>
                  <a:lnTo>
                    <a:pt x="3073933" y="337484"/>
                  </a:lnTo>
                  <a:lnTo>
                    <a:pt x="3080544" y="334488"/>
                  </a:lnTo>
                  <a:lnTo>
                    <a:pt x="3087155" y="323373"/>
                  </a:lnTo>
                  <a:lnTo>
                    <a:pt x="3093765" y="298809"/>
                  </a:lnTo>
                  <a:lnTo>
                    <a:pt x="3100376" y="272635"/>
                  </a:lnTo>
                  <a:lnTo>
                    <a:pt x="3106986" y="223521"/>
                  </a:lnTo>
                  <a:lnTo>
                    <a:pt x="3113597" y="162706"/>
                  </a:lnTo>
                  <a:lnTo>
                    <a:pt x="3120208" y="118789"/>
                  </a:lnTo>
                  <a:lnTo>
                    <a:pt x="3126818" y="102302"/>
                  </a:lnTo>
                  <a:lnTo>
                    <a:pt x="3133429" y="100750"/>
                  </a:lnTo>
                  <a:lnTo>
                    <a:pt x="3140040" y="118164"/>
                  </a:lnTo>
                  <a:lnTo>
                    <a:pt x="3146650" y="139522"/>
                  </a:lnTo>
                  <a:lnTo>
                    <a:pt x="3153261" y="158222"/>
                  </a:lnTo>
                  <a:lnTo>
                    <a:pt x="3159871" y="153109"/>
                  </a:lnTo>
                  <a:lnTo>
                    <a:pt x="3166482" y="140230"/>
                  </a:lnTo>
                  <a:lnTo>
                    <a:pt x="3173093" y="118568"/>
                  </a:lnTo>
                  <a:lnTo>
                    <a:pt x="3179703" y="113476"/>
                  </a:lnTo>
                  <a:lnTo>
                    <a:pt x="3186314" y="96155"/>
                  </a:lnTo>
                  <a:lnTo>
                    <a:pt x="3192924" y="82295"/>
                  </a:lnTo>
                  <a:lnTo>
                    <a:pt x="3199535" y="75488"/>
                  </a:lnTo>
                  <a:lnTo>
                    <a:pt x="3206146" y="82111"/>
                  </a:lnTo>
                  <a:lnTo>
                    <a:pt x="3212756" y="75793"/>
                  </a:lnTo>
                  <a:lnTo>
                    <a:pt x="3219367" y="80856"/>
                  </a:lnTo>
                  <a:lnTo>
                    <a:pt x="3225977" y="82833"/>
                  </a:lnTo>
                  <a:lnTo>
                    <a:pt x="3232588" y="77969"/>
                  </a:lnTo>
                  <a:lnTo>
                    <a:pt x="3239199" y="57311"/>
                  </a:lnTo>
                  <a:lnTo>
                    <a:pt x="3245809" y="42862"/>
                  </a:lnTo>
                  <a:lnTo>
                    <a:pt x="3252420" y="35587"/>
                  </a:lnTo>
                  <a:lnTo>
                    <a:pt x="3259031" y="35614"/>
                  </a:lnTo>
                  <a:lnTo>
                    <a:pt x="3265641" y="40408"/>
                  </a:lnTo>
                  <a:lnTo>
                    <a:pt x="3272252" y="63160"/>
                  </a:lnTo>
                  <a:lnTo>
                    <a:pt x="3278862" y="87887"/>
                  </a:lnTo>
                  <a:lnTo>
                    <a:pt x="3285473" y="95076"/>
                  </a:lnTo>
                  <a:lnTo>
                    <a:pt x="3292084" y="102648"/>
                  </a:lnTo>
                  <a:lnTo>
                    <a:pt x="3298694" y="105224"/>
                  </a:lnTo>
                  <a:lnTo>
                    <a:pt x="3305305" y="92755"/>
                  </a:lnTo>
                  <a:lnTo>
                    <a:pt x="3311915" y="83340"/>
                  </a:lnTo>
                  <a:lnTo>
                    <a:pt x="3318526" y="93356"/>
                  </a:lnTo>
                  <a:lnTo>
                    <a:pt x="3325137" y="106908"/>
                  </a:lnTo>
                  <a:lnTo>
                    <a:pt x="3331747" y="123892"/>
                  </a:lnTo>
                  <a:lnTo>
                    <a:pt x="3338358" y="141943"/>
                  </a:lnTo>
                  <a:lnTo>
                    <a:pt x="3344968" y="139403"/>
                  </a:lnTo>
                  <a:lnTo>
                    <a:pt x="3351579" y="110720"/>
                  </a:lnTo>
                  <a:lnTo>
                    <a:pt x="3358190" y="75433"/>
                  </a:lnTo>
                  <a:lnTo>
                    <a:pt x="3364800" y="41615"/>
                  </a:lnTo>
                  <a:lnTo>
                    <a:pt x="3371411" y="14011"/>
                  </a:lnTo>
                  <a:lnTo>
                    <a:pt x="3378022" y="2122"/>
                  </a:lnTo>
                  <a:lnTo>
                    <a:pt x="3384632" y="0"/>
                  </a:lnTo>
                  <a:lnTo>
                    <a:pt x="3391243" y="3808"/>
                  </a:lnTo>
                  <a:lnTo>
                    <a:pt x="3397853" y="10145"/>
                  </a:lnTo>
                  <a:lnTo>
                    <a:pt x="3404464" y="12770"/>
                  </a:lnTo>
                  <a:lnTo>
                    <a:pt x="3411075" y="21325"/>
                  </a:lnTo>
                  <a:lnTo>
                    <a:pt x="3417685" y="35432"/>
                  </a:lnTo>
                  <a:lnTo>
                    <a:pt x="3424296" y="48784"/>
                  </a:lnTo>
                  <a:lnTo>
                    <a:pt x="3430906" y="56619"/>
                  </a:lnTo>
                  <a:lnTo>
                    <a:pt x="3437517" y="78893"/>
                  </a:lnTo>
                  <a:lnTo>
                    <a:pt x="3444128" y="116489"/>
                  </a:lnTo>
                  <a:lnTo>
                    <a:pt x="3450738" y="156019"/>
                  </a:lnTo>
                  <a:lnTo>
                    <a:pt x="3457349" y="166285"/>
                  </a:lnTo>
                  <a:lnTo>
                    <a:pt x="3463959" y="170204"/>
                  </a:lnTo>
                  <a:lnTo>
                    <a:pt x="3470570" y="162445"/>
                  </a:lnTo>
                  <a:lnTo>
                    <a:pt x="3477181" y="148990"/>
                  </a:lnTo>
                  <a:lnTo>
                    <a:pt x="3483791" y="137479"/>
                  </a:lnTo>
                  <a:lnTo>
                    <a:pt x="3490402" y="143657"/>
                  </a:lnTo>
                  <a:lnTo>
                    <a:pt x="3497013" y="140610"/>
                  </a:lnTo>
                  <a:lnTo>
                    <a:pt x="3503623" y="133946"/>
                  </a:lnTo>
                  <a:lnTo>
                    <a:pt x="3510234" y="103976"/>
                  </a:lnTo>
                  <a:lnTo>
                    <a:pt x="3516844" y="59855"/>
                  </a:lnTo>
                  <a:lnTo>
                    <a:pt x="3523455" y="34474"/>
                  </a:lnTo>
                  <a:lnTo>
                    <a:pt x="3530066" y="29595"/>
                  </a:lnTo>
                  <a:lnTo>
                    <a:pt x="3536676" y="34547"/>
                  </a:lnTo>
                  <a:lnTo>
                    <a:pt x="3543287" y="47467"/>
                  </a:lnTo>
                  <a:lnTo>
                    <a:pt x="3549897" y="74645"/>
                  </a:lnTo>
                  <a:lnTo>
                    <a:pt x="3556508" y="89925"/>
                  </a:lnTo>
                  <a:lnTo>
                    <a:pt x="3563119" y="100913"/>
                  </a:lnTo>
                  <a:lnTo>
                    <a:pt x="3569729" y="102769"/>
                  </a:lnTo>
                  <a:lnTo>
                    <a:pt x="3576340" y="97137"/>
                  </a:lnTo>
                  <a:lnTo>
                    <a:pt x="3582950" y="86319"/>
                  </a:lnTo>
                  <a:lnTo>
                    <a:pt x="3589561" y="86482"/>
                  </a:lnTo>
                  <a:lnTo>
                    <a:pt x="3596172" y="90396"/>
                  </a:lnTo>
                  <a:lnTo>
                    <a:pt x="3602782" y="92830"/>
                  </a:lnTo>
                  <a:lnTo>
                    <a:pt x="3609393" y="91681"/>
                  </a:lnTo>
                  <a:lnTo>
                    <a:pt x="3616004" y="97120"/>
                  </a:lnTo>
                  <a:lnTo>
                    <a:pt x="3622614" y="91465"/>
                  </a:lnTo>
                  <a:lnTo>
                    <a:pt x="3629225" y="88460"/>
                  </a:lnTo>
                  <a:lnTo>
                    <a:pt x="3635835" y="103915"/>
                  </a:lnTo>
                  <a:lnTo>
                    <a:pt x="3642446" y="149962"/>
                  </a:lnTo>
                  <a:lnTo>
                    <a:pt x="3649057" y="217273"/>
                  </a:lnTo>
                  <a:lnTo>
                    <a:pt x="3655667" y="317254"/>
                  </a:lnTo>
                  <a:lnTo>
                    <a:pt x="3662278" y="428597"/>
                  </a:lnTo>
                  <a:lnTo>
                    <a:pt x="3668888" y="493396"/>
                  </a:lnTo>
                  <a:lnTo>
                    <a:pt x="3675499" y="459416"/>
                  </a:lnTo>
                  <a:lnTo>
                    <a:pt x="3682110" y="387628"/>
                  </a:lnTo>
                  <a:lnTo>
                    <a:pt x="3688720" y="324715"/>
                  </a:lnTo>
                  <a:lnTo>
                    <a:pt x="3695331" y="275852"/>
                  </a:lnTo>
                  <a:lnTo>
                    <a:pt x="3701941" y="234802"/>
                  </a:lnTo>
                  <a:lnTo>
                    <a:pt x="3708552" y="190333"/>
                  </a:lnTo>
                  <a:lnTo>
                    <a:pt x="3715163" y="157251"/>
                  </a:lnTo>
                  <a:lnTo>
                    <a:pt x="3721773" y="127293"/>
                  </a:lnTo>
                  <a:lnTo>
                    <a:pt x="3728384" y="102466"/>
                  </a:lnTo>
                  <a:lnTo>
                    <a:pt x="3734994" y="83155"/>
                  </a:lnTo>
                  <a:lnTo>
                    <a:pt x="3741605" y="75996"/>
                  </a:lnTo>
                  <a:lnTo>
                    <a:pt x="3748216" y="60326"/>
                  </a:lnTo>
                  <a:lnTo>
                    <a:pt x="3754826" y="53919"/>
                  </a:lnTo>
                  <a:lnTo>
                    <a:pt x="3761437" y="59413"/>
                  </a:lnTo>
                  <a:lnTo>
                    <a:pt x="3768048" y="72783"/>
                  </a:lnTo>
                  <a:lnTo>
                    <a:pt x="3774658" y="88526"/>
                  </a:lnTo>
                  <a:lnTo>
                    <a:pt x="3781269" y="109269"/>
                  </a:lnTo>
                  <a:lnTo>
                    <a:pt x="3787879" y="125502"/>
                  </a:lnTo>
                  <a:lnTo>
                    <a:pt x="3794490" y="138380"/>
                  </a:lnTo>
                  <a:lnTo>
                    <a:pt x="3801101" y="158254"/>
                  </a:lnTo>
                  <a:lnTo>
                    <a:pt x="3807711" y="184638"/>
                  </a:lnTo>
                  <a:lnTo>
                    <a:pt x="3814322" y="216166"/>
                  </a:lnTo>
                  <a:lnTo>
                    <a:pt x="3820932" y="240607"/>
                  </a:lnTo>
                  <a:lnTo>
                    <a:pt x="3827543" y="256275"/>
                  </a:lnTo>
                  <a:lnTo>
                    <a:pt x="3834154" y="263754"/>
                  </a:lnTo>
                  <a:lnTo>
                    <a:pt x="3840764" y="265176"/>
                  </a:lnTo>
                  <a:lnTo>
                    <a:pt x="3847375" y="286108"/>
                  </a:lnTo>
                  <a:lnTo>
                    <a:pt x="3853985" y="320434"/>
                  </a:lnTo>
                  <a:lnTo>
                    <a:pt x="3860596" y="354314"/>
                  </a:lnTo>
                  <a:lnTo>
                    <a:pt x="3867207" y="380219"/>
                  </a:lnTo>
                  <a:lnTo>
                    <a:pt x="3873817" y="400333"/>
                  </a:lnTo>
                  <a:lnTo>
                    <a:pt x="3880428" y="405978"/>
                  </a:lnTo>
                  <a:lnTo>
                    <a:pt x="3887039" y="409635"/>
                  </a:lnTo>
                  <a:lnTo>
                    <a:pt x="3893649" y="378541"/>
                  </a:lnTo>
                  <a:lnTo>
                    <a:pt x="3900260" y="341967"/>
                  </a:lnTo>
                  <a:lnTo>
                    <a:pt x="3906870" y="308144"/>
                  </a:lnTo>
                  <a:lnTo>
                    <a:pt x="3913481" y="291699"/>
                  </a:lnTo>
                  <a:lnTo>
                    <a:pt x="3920092" y="298554"/>
                  </a:lnTo>
                  <a:lnTo>
                    <a:pt x="3926702" y="325097"/>
                  </a:lnTo>
                  <a:lnTo>
                    <a:pt x="3933313" y="350525"/>
                  </a:lnTo>
                  <a:lnTo>
                    <a:pt x="3939923" y="379107"/>
                  </a:lnTo>
                  <a:lnTo>
                    <a:pt x="3946534" y="407100"/>
                  </a:lnTo>
                  <a:lnTo>
                    <a:pt x="3953145" y="419046"/>
                  </a:lnTo>
                  <a:lnTo>
                    <a:pt x="3959755" y="441238"/>
                  </a:lnTo>
                  <a:lnTo>
                    <a:pt x="3966366" y="484097"/>
                  </a:lnTo>
                  <a:lnTo>
                    <a:pt x="3972976" y="536307"/>
                  </a:lnTo>
                  <a:lnTo>
                    <a:pt x="3979587" y="562813"/>
                  </a:lnTo>
                  <a:lnTo>
                    <a:pt x="3986198" y="582246"/>
                  </a:lnTo>
                  <a:lnTo>
                    <a:pt x="3992808" y="569522"/>
                  </a:lnTo>
                  <a:lnTo>
                    <a:pt x="3999419" y="532622"/>
                  </a:lnTo>
                  <a:lnTo>
                    <a:pt x="4006030" y="508331"/>
                  </a:lnTo>
                  <a:lnTo>
                    <a:pt x="4012640" y="497765"/>
                  </a:lnTo>
                  <a:lnTo>
                    <a:pt x="4019251" y="480019"/>
                  </a:lnTo>
                  <a:lnTo>
                    <a:pt x="4025861" y="491012"/>
                  </a:lnTo>
                  <a:lnTo>
                    <a:pt x="4032472" y="503468"/>
                  </a:lnTo>
                  <a:lnTo>
                    <a:pt x="4039083" y="512016"/>
                  </a:lnTo>
                  <a:lnTo>
                    <a:pt x="4045693" y="514105"/>
                  </a:lnTo>
                  <a:lnTo>
                    <a:pt x="4052304" y="535192"/>
                  </a:lnTo>
                  <a:lnTo>
                    <a:pt x="4058914" y="559668"/>
                  </a:lnTo>
                  <a:lnTo>
                    <a:pt x="4065525" y="628218"/>
                  </a:lnTo>
                  <a:lnTo>
                    <a:pt x="4072136" y="719063"/>
                  </a:lnTo>
                  <a:lnTo>
                    <a:pt x="4078746" y="819824"/>
                  </a:lnTo>
                  <a:lnTo>
                    <a:pt x="4085357" y="876657"/>
                  </a:lnTo>
                  <a:lnTo>
                    <a:pt x="4091967" y="898276"/>
                  </a:lnTo>
                  <a:lnTo>
                    <a:pt x="4098578" y="904869"/>
                  </a:lnTo>
                  <a:lnTo>
                    <a:pt x="4105189" y="907226"/>
                  </a:lnTo>
                  <a:lnTo>
                    <a:pt x="4111799" y="855325"/>
                  </a:lnTo>
                  <a:lnTo>
                    <a:pt x="4118410" y="787144"/>
                  </a:lnTo>
                  <a:lnTo>
                    <a:pt x="4125021" y="747612"/>
                  </a:lnTo>
                  <a:lnTo>
                    <a:pt x="4131631" y="722932"/>
                  </a:lnTo>
                  <a:lnTo>
                    <a:pt x="4138242" y="688802"/>
                  </a:lnTo>
                  <a:lnTo>
                    <a:pt x="4144852" y="661583"/>
                  </a:lnTo>
                  <a:lnTo>
                    <a:pt x="4151463" y="644609"/>
                  </a:lnTo>
                  <a:lnTo>
                    <a:pt x="4158074" y="625571"/>
                  </a:lnTo>
                  <a:lnTo>
                    <a:pt x="4164684" y="618703"/>
                  </a:lnTo>
                  <a:lnTo>
                    <a:pt x="4171295" y="631659"/>
                  </a:lnTo>
                  <a:lnTo>
                    <a:pt x="4177905" y="678723"/>
                  </a:lnTo>
                  <a:lnTo>
                    <a:pt x="4184516" y="759102"/>
                  </a:lnTo>
                  <a:lnTo>
                    <a:pt x="4191127" y="865387"/>
                  </a:lnTo>
                  <a:lnTo>
                    <a:pt x="4197737" y="943675"/>
                  </a:lnTo>
                  <a:lnTo>
                    <a:pt x="4204348" y="1016075"/>
                  </a:lnTo>
                  <a:lnTo>
                    <a:pt x="4210958" y="1058638"/>
                  </a:lnTo>
                  <a:lnTo>
                    <a:pt x="4217569" y="1071882"/>
                  </a:lnTo>
                  <a:lnTo>
                    <a:pt x="4224180" y="1100547"/>
                  </a:lnTo>
                  <a:lnTo>
                    <a:pt x="4230790" y="1132706"/>
                  </a:lnTo>
                  <a:lnTo>
                    <a:pt x="4237401" y="1168348"/>
                  </a:lnTo>
                  <a:lnTo>
                    <a:pt x="4244012" y="1211858"/>
                  </a:lnTo>
                  <a:lnTo>
                    <a:pt x="4250622" y="1206717"/>
                  </a:lnTo>
                  <a:lnTo>
                    <a:pt x="4257233" y="1185007"/>
                  </a:lnTo>
                  <a:lnTo>
                    <a:pt x="4263843" y="1195639"/>
                  </a:lnTo>
                  <a:lnTo>
                    <a:pt x="4270454" y="1217690"/>
                  </a:lnTo>
                  <a:lnTo>
                    <a:pt x="4277065" y="1216513"/>
                  </a:lnTo>
                  <a:lnTo>
                    <a:pt x="4283675" y="1177811"/>
                  </a:lnTo>
                  <a:lnTo>
                    <a:pt x="4290286" y="1126788"/>
                  </a:lnTo>
                  <a:lnTo>
                    <a:pt x="4296896" y="1067171"/>
                  </a:lnTo>
                  <a:lnTo>
                    <a:pt x="4303507" y="1013341"/>
                  </a:lnTo>
                  <a:lnTo>
                    <a:pt x="4310118" y="993433"/>
                  </a:lnTo>
                  <a:lnTo>
                    <a:pt x="4316728" y="1009023"/>
                  </a:lnTo>
                  <a:lnTo>
                    <a:pt x="4323339" y="1034577"/>
                  </a:lnTo>
                  <a:lnTo>
                    <a:pt x="4329949" y="1052887"/>
                  </a:lnTo>
                  <a:lnTo>
                    <a:pt x="4336560" y="1086543"/>
                  </a:lnTo>
                  <a:lnTo>
                    <a:pt x="4343171" y="1115336"/>
                  </a:lnTo>
                  <a:lnTo>
                    <a:pt x="4349781" y="1115336"/>
                  </a:lnTo>
                  <a:lnTo>
                    <a:pt x="4356392" y="1107449"/>
                  </a:lnTo>
                  <a:lnTo>
                    <a:pt x="4363003" y="1099791"/>
                  </a:lnTo>
                  <a:lnTo>
                    <a:pt x="4369613" y="1099791"/>
                  </a:lnTo>
                  <a:lnTo>
                    <a:pt x="4376224" y="1117748"/>
                  </a:lnTo>
                  <a:lnTo>
                    <a:pt x="4382834" y="1152218"/>
                  </a:lnTo>
                  <a:lnTo>
                    <a:pt x="4389445" y="1191869"/>
                  </a:lnTo>
                  <a:lnTo>
                    <a:pt x="4396056" y="1279903"/>
                  </a:lnTo>
                  <a:lnTo>
                    <a:pt x="4402666" y="1389266"/>
                  </a:lnTo>
                  <a:lnTo>
                    <a:pt x="4409277" y="1430742"/>
                  </a:lnTo>
                  <a:lnTo>
                    <a:pt x="4415887" y="1430742"/>
                  </a:lnTo>
                  <a:lnTo>
                    <a:pt x="4422498" y="1430742"/>
                  </a:lnTo>
                  <a:lnTo>
                    <a:pt x="4429109" y="1430742"/>
                  </a:lnTo>
                  <a:lnTo>
                    <a:pt x="4435719" y="1430742"/>
                  </a:lnTo>
                  <a:lnTo>
                    <a:pt x="4442330" y="1405564"/>
                  </a:lnTo>
                  <a:lnTo>
                    <a:pt x="4448940" y="1361432"/>
                  </a:lnTo>
                  <a:lnTo>
                    <a:pt x="4455551" y="1326283"/>
                  </a:lnTo>
                  <a:lnTo>
                    <a:pt x="4462162" y="1285179"/>
                  </a:lnTo>
                  <a:lnTo>
                    <a:pt x="4468772" y="1243046"/>
                  </a:lnTo>
                  <a:lnTo>
                    <a:pt x="4475383" y="1218280"/>
                  </a:lnTo>
                  <a:lnTo>
                    <a:pt x="4481993" y="1206717"/>
                  </a:lnTo>
                  <a:lnTo>
                    <a:pt x="4488604" y="1173286"/>
                  </a:lnTo>
                  <a:lnTo>
                    <a:pt x="4495215" y="1158741"/>
                  </a:lnTo>
                  <a:lnTo>
                    <a:pt x="4501825" y="1178318"/>
                  </a:lnTo>
                  <a:lnTo>
                    <a:pt x="4508436" y="1210707"/>
                  </a:lnTo>
                  <a:lnTo>
                    <a:pt x="4515047" y="1222450"/>
                  </a:lnTo>
                  <a:lnTo>
                    <a:pt x="4521657" y="1261179"/>
                  </a:lnTo>
                  <a:lnTo>
                    <a:pt x="4528268" y="1261179"/>
                  </a:lnTo>
                  <a:lnTo>
                    <a:pt x="4534878" y="1222450"/>
                  </a:lnTo>
                  <a:lnTo>
                    <a:pt x="4541489" y="1199464"/>
                  </a:lnTo>
                  <a:lnTo>
                    <a:pt x="4548100" y="1222450"/>
                  </a:lnTo>
                  <a:lnTo>
                    <a:pt x="4554710" y="1222450"/>
                  </a:lnTo>
                  <a:lnTo>
                    <a:pt x="4561321" y="1199464"/>
                  </a:lnTo>
                  <a:lnTo>
                    <a:pt x="4567931" y="1188680"/>
                  </a:lnTo>
                  <a:lnTo>
                    <a:pt x="4574542" y="1165429"/>
                  </a:lnTo>
                  <a:lnTo>
                    <a:pt x="4581153" y="1121000"/>
                  </a:lnTo>
                  <a:lnTo>
                    <a:pt x="4587763" y="1116942"/>
                  </a:lnTo>
                  <a:lnTo>
                    <a:pt x="4594374" y="1151299"/>
                  </a:lnTo>
                  <a:lnTo>
                    <a:pt x="4600984" y="1180358"/>
                  </a:lnTo>
                  <a:lnTo>
                    <a:pt x="4607595" y="1216513"/>
                  </a:lnTo>
                  <a:lnTo>
                    <a:pt x="4614206" y="1268225"/>
                  </a:lnTo>
                  <a:lnTo>
                    <a:pt x="4620816" y="1275463"/>
                  </a:lnTo>
                  <a:lnTo>
                    <a:pt x="4627427" y="1275463"/>
                  </a:lnTo>
                  <a:lnTo>
                    <a:pt x="4634038" y="1261179"/>
                  </a:lnTo>
                  <a:lnTo>
                    <a:pt x="4640648" y="1178318"/>
                  </a:lnTo>
                  <a:lnTo>
                    <a:pt x="4647259" y="1073586"/>
                  </a:lnTo>
                  <a:lnTo>
                    <a:pt x="4653869" y="959834"/>
                  </a:lnTo>
                  <a:lnTo>
                    <a:pt x="4660480" y="889960"/>
                  </a:lnTo>
                  <a:lnTo>
                    <a:pt x="4667091" y="869616"/>
                  </a:lnTo>
                  <a:lnTo>
                    <a:pt x="4673701" y="879265"/>
                  </a:lnTo>
                  <a:lnTo>
                    <a:pt x="4680312" y="916678"/>
                  </a:lnTo>
                  <a:lnTo>
                    <a:pt x="4686922" y="1001113"/>
                  </a:lnTo>
                  <a:lnTo>
                    <a:pt x="4693533" y="1100926"/>
                  </a:lnTo>
                  <a:lnTo>
                    <a:pt x="4700144" y="1152678"/>
                  </a:lnTo>
                  <a:lnTo>
                    <a:pt x="4706754" y="1192404"/>
                  </a:lnTo>
                  <a:lnTo>
                    <a:pt x="4713365" y="1226687"/>
                  </a:lnTo>
                  <a:lnTo>
                    <a:pt x="4719975" y="1275463"/>
                  </a:lnTo>
                  <a:lnTo>
                    <a:pt x="4726586" y="1341854"/>
                  </a:lnTo>
                  <a:lnTo>
                    <a:pt x="4733197" y="1405564"/>
                  </a:lnTo>
                  <a:lnTo>
                    <a:pt x="4739807" y="1430742"/>
                  </a:lnTo>
                  <a:lnTo>
                    <a:pt x="4746418" y="1430742"/>
                  </a:lnTo>
                  <a:lnTo>
                    <a:pt x="4753029" y="1430742"/>
                  </a:lnTo>
                  <a:lnTo>
                    <a:pt x="4759639" y="1333496"/>
                  </a:lnTo>
                  <a:lnTo>
                    <a:pt x="4766250" y="1173785"/>
                  </a:lnTo>
                  <a:lnTo>
                    <a:pt x="4772860" y="1053837"/>
                  </a:lnTo>
                  <a:lnTo>
                    <a:pt x="4779471" y="1001113"/>
                  </a:lnTo>
                  <a:lnTo>
                    <a:pt x="4786082" y="966813"/>
                  </a:lnTo>
                  <a:lnTo>
                    <a:pt x="4792692" y="964315"/>
                  </a:lnTo>
                  <a:lnTo>
                    <a:pt x="4799303" y="1019395"/>
                  </a:lnTo>
                  <a:lnTo>
                    <a:pt x="4805913" y="1121409"/>
                  </a:lnTo>
                  <a:lnTo>
                    <a:pt x="4812524" y="1198914"/>
                  </a:lnTo>
                  <a:lnTo>
                    <a:pt x="4819135" y="1261179"/>
                  </a:lnTo>
                  <a:lnTo>
                    <a:pt x="4825745" y="1287473"/>
                  </a:lnTo>
                  <a:lnTo>
                    <a:pt x="4832356" y="1210133"/>
                  </a:lnTo>
                  <a:lnTo>
                    <a:pt x="4838966" y="1123052"/>
                  </a:lnTo>
                  <a:lnTo>
                    <a:pt x="4845577" y="1091251"/>
                  </a:lnTo>
                  <a:lnTo>
                    <a:pt x="4852188" y="1077025"/>
                  </a:lnTo>
                  <a:lnTo>
                    <a:pt x="4858798" y="1071543"/>
                  </a:lnTo>
                  <a:lnTo>
                    <a:pt x="4865409" y="1082624"/>
                  </a:lnTo>
                  <a:lnTo>
                    <a:pt x="4872020" y="1067171"/>
                  </a:lnTo>
                  <a:lnTo>
                    <a:pt x="4878630" y="1008221"/>
                  </a:lnTo>
                  <a:lnTo>
                    <a:pt x="4885241" y="948952"/>
                  </a:lnTo>
                  <a:lnTo>
                    <a:pt x="4891851" y="892875"/>
                  </a:lnTo>
                  <a:lnTo>
                    <a:pt x="4898462" y="874075"/>
                  </a:lnTo>
                  <a:lnTo>
                    <a:pt x="4905073" y="866789"/>
                  </a:lnTo>
                  <a:lnTo>
                    <a:pt x="4911683" y="866789"/>
                  </a:lnTo>
                  <a:lnTo>
                    <a:pt x="4918294" y="871359"/>
                  </a:lnTo>
                  <a:lnTo>
                    <a:pt x="4924904" y="896872"/>
                  </a:lnTo>
                  <a:lnTo>
                    <a:pt x="4931515" y="902534"/>
                  </a:lnTo>
                  <a:lnTo>
                    <a:pt x="4938126" y="910155"/>
                  </a:lnTo>
                  <a:lnTo>
                    <a:pt x="4944736" y="913863"/>
                  </a:lnTo>
                  <a:lnTo>
                    <a:pt x="4951347" y="917623"/>
                  </a:lnTo>
                  <a:lnTo>
                    <a:pt x="4957957" y="929237"/>
                  </a:lnTo>
                  <a:lnTo>
                    <a:pt x="4964568" y="956522"/>
                  </a:lnTo>
                  <a:lnTo>
                    <a:pt x="4971179" y="1006890"/>
                  </a:lnTo>
                  <a:lnTo>
                    <a:pt x="4977789" y="1079810"/>
                  </a:lnTo>
                  <a:lnTo>
                    <a:pt x="4984400" y="1125537"/>
                  </a:lnTo>
                  <a:lnTo>
                    <a:pt x="4991011" y="1081565"/>
                  </a:lnTo>
                  <a:lnTo>
                    <a:pt x="4997621" y="1029033"/>
                  </a:lnTo>
                  <a:lnTo>
                    <a:pt x="5004232" y="994444"/>
                  </a:lnTo>
                  <a:lnTo>
                    <a:pt x="5010842" y="989426"/>
                  </a:lnTo>
                  <a:lnTo>
                    <a:pt x="5017453" y="1026734"/>
                  </a:lnTo>
                  <a:lnTo>
                    <a:pt x="5024064" y="1120183"/>
                  </a:lnTo>
                  <a:lnTo>
                    <a:pt x="5030674" y="1201675"/>
                  </a:lnTo>
                  <a:lnTo>
                    <a:pt x="5037285" y="1217690"/>
                  </a:lnTo>
                  <a:lnTo>
                    <a:pt x="5043895" y="1174285"/>
                  </a:lnTo>
                  <a:lnTo>
                    <a:pt x="5050506" y="1159686"/>
                  </a:lnTo>
                  <a:lnTo>
                    <a:pt x="5057117" y="1141397"/>
                  </a:lnTo>
                  <a:lnTo>
                    <a:pt x="5063727" y="1144955"/>
                  </a:lnTo>
                  <a:lnTo>
                    <a:pt x="5070338" y="1181899"/>
                  </a:lnTo>
                  <a:lnTo>
                    <a:pt x="5076948" y="1207284"/>
                  </a:lnTo>
                  <a:lnTo>
                    <a:pt x="5083559" y="1170312"/>
                  </a:lnTo>
                  <a:lnTo>
                    <a:pt x="5090170" y="1133562"/>
                  </a:lnTo>
                  <a:lnTo>
                    <a:pt x="5096780" y="1110969"/>
                  </a:lnTo>
                  <a:lnTo>
                    <a:pt x="5103391" y="1081565"/>
                  </a:lnTo>
                  <a:lnTo>
                    <a:pt x="5110002" y="1086184"/>
                  </a:lnTo>
                  <a:lnTo>
                    <a:pt x="5116612" y="1116539"/>
                  </a:lnTo>
                  <a:lnTo>
                    <a:pt x="5123223" y="1169820"/>
                  </a:lnTo>
                  <a:lnTo>
                    <a:pt x="5129833" y="1221252"/>
                  </a:lnTo>
                  <a:lnTo>
                    <a:pt x="5136444" y="1290563"/>
                  </a:lnTo>
                  <a:lnTo>
                    <a:pt x="5143055" y="1323628"/>
                  </a:lnTo>
                  <a:lnTo>
                    <a:pt x="5149665" y="1341854"/>
                  </a:lnTo>
                  <a:lnTo>
                    <a:pt x="5156276" y="1341854"/>
                  </a:lnTo>
                  <a:lnTo>
                    <a:pt x="5162886" y="1341854"/>
                  </a:lnTo>
                  <a:lnTo>
                    <a:pt x="5169497" y="1361432"/>
                  </a:lnTo>
                  <a:lnTo>
                    <a:pt x="5176108" y="1405564"/>
                  </a:lnTo>
                  <a:lnTo>
                    <a:pt x="5182718" y="1430742"/>
                  </a:lnTo>
                  <a:lnTo>
                    <a:pt x="5189329" y="1430742"/>
                  </a:lnTo>
                  <a:lnTo>
                    <a:pt x="5195939" y="1430742"/>
                  </a:lnTo>
                  <a:lnTo>
                    <a:pt x="5202550" y="1430742"/>
                  </a:lnTo>
                  <a:lnTo>
                    <a:pt x="5209161" y="1430742"/>
                  </a:lnTo>
                  <a:lnTo>
                    <a:pt x="5215771" y="1405564"/>
                  </a:lnTo>
                  <a:lnTo>
                    <a:pt x="5222382" y="1361432"/>
                  </a:lnTo>
                  <a:lnTo>
                    <a:pt x="5228992" y="1341854"/>
                  </a:lnTo>
                  <a:lnTo>
                    <a:pt x="5235603" y="1341854"/>
                  </a:lnTo>
                  <a:lnTo>
                    <a:pt x="5242214" y="1341854"/>
                  </a:lnTo>
                  <a:lnTo>
                    <a:pt x="5248824" y="1341854"/>
                  </a:lnTo>
                  <a:lnTo>
                    <a:pt x="5255435" y="1361432"/>
                  </a:lnTo>
                  <a:lnTo>
                    <a:pt x="5262046" y="1341854"/>
                  </a:lnTo>
                  <a:lnTo>
                    <a:pt x="5268656" y="1290563"/>
                  </a:lnTo>
                  <a:lnTo>
                    <a:pt x="5275267" y="1261179"/>
                  </a:lnTo>
                  <a:lnTo>
                    <a:pt x="5281877" y="1261179"/>
                  </a:lnTo>
                  <a:lnTo>
                    <a:pt x="5288488" y="1275463"/>
                  </a:lnTo>
                  <a:lnTo>
                    <a:pt x="5295099" y="1306578"/>
                  </a:lnTo>
                  <a:lnTo>
                    <a:pt x="5301709" y="1361432"/>
                  </a:lnTo>
                  <a:lnTo>
                    <a:pt x="5308320" y="1405564"/>
                  </a:lnTo>
                  <a:lnTo>
                    <a:pt x="5314930" y="1430742"/>
                  </a:lnTo>
                  <a:lnTo>
                    <a:pt x="5321541" y="1430742"/>
                  </a:lnTo>
                  <a:lnTo>
                    <a:pt x="5328152" y="1424219"/>
                  </a:lnTo>
                  <a:lnTo>
                    <a:pt x="5334762" y="1399627"/>
                  </a:lnTo>
                  <a:lnTo>
                    <a:pt x="5341373" y="1337178"/>
                  </a:lnTo>
                  <a:lnTo>
                    <a:pt x="5347983" y="1271819"/>
                  </a:lnTo>
                  <a:lnTo>
                    <a:pt x="5354594" y="1207851"/>
                  </a:lnTo>
                  <a:lnTo>
                    <a:pt x="5361205" y="1174786"/>
                  </a:lnTo>
                  <a:lnTo>
                    <a:pt x="5367815" y="1164946"/>
                  </a:lnTo>
                  <a:lnTo>
                    <a:pt x="5374426" y="1174786"/>
                  </a:lnTo>
                  <a:lnTo>
                    <a:pt x="5381037" y="1206717"/>
                  </a:lnTo>
                  <a:lnTo>
                    <a:pt x="5387647" y="1256357"/>
                  </a:lnTo>
                  <a:lnTo>
                    <a:pt x="5394258" y="1290563"/>
                  </a:lnTo>
                  <a:lnTo>
                    <a:pt x="5400868" y="1290563"/>
                  </a:lnTo>
                  <a:lnTo>
                    <a:pt x="5407479" y="1290563"/>
                  </a:lnTo>
                  <a:lnTo>
                    <a:pt x="5414090" y="1247629"/>
                  </a:lnTo>
                  <a:lnTo>
                    <a:pt x="5420700" y="1222450"/>
                  </a:lnTo>
                  <a:lnTo>
                    <a:pt x="5427311" y="1222450"/>
                  </a:lnTo>
                  <a:lnTo>
                    <a:pt x="5433921" y="1222450"/>
                  </a:lnTo>
                  <a:lnTo>
                    <a:pt x="5440532" y="1222450"/>
                  </a:lnTo>
                  <a:lnTo>
                    <a:pt x="5447143" y="1275463"/>
                  </a:lnTo>
                  <a:lnTo>
                    <a:pt x="5453753" y="1323628"/>
                  </a:lnTo>
                  <a:lnTo>
                    <a:pt x="5460364" y="1341854"/>
                  </a:lnTo>
                  <a:lnTo>
                    <a:pt x="5466974" y="1382577"/>
                  </a:lnTo>
                  <a:lnTo>
                    <a:pt x="5473585" y="1382577"/>
                  </a:lnTo>
                  <a:lnTo>
                    <a:pt x="5480196" y="1323628"/>
                  </a:lnTo>
                  <a:lnTo>
                    <a:pt x="5486806" y="1275463"/>
                  </a:lnTo>
                  <a:lnTo>
                    <a:pt x="5493417" y="1261179"/>
                  </a:lnTo>
                  <a:lnTo>
                    <a:pt x="5500028" y="1250952"/>
                  </a:lnTo>
                  <a:lnTo>
                    <a:pt x="5506638" y="1264678"/>
                  </a:lnTo>
                  <a:lnTo>
                    <a:pt x="5513249" y="1294476"/>
                  </a:lnTo>
                  <a:lnTo>
                    <a:pt x="5519859" y="1328068"/>
                  </a:lnTo>
                  <a:lnTo>
                    <a:pt x="5526470" y="1328068"/>
                  </a:lnTo>
                  <a:lnTo>
                    <a:pt x="5533081" y="1340912"/>
                  </a:lnTo>
                  <a:lnTo>
                    <a:pt x="5539691" y="1360418"/>
                  </a:lnTo>
                  <a:lnTo>
                    <a:pt x="5546302" y="1381479"/>
                  </a:lnTo>
                  <a:lnTo>
                    <a:pt x="5552912" y="1404365"/>
                  </a:lnTo>
                  <a:lnTo>
                    <a:pt x="5559523" y="1429425"/>
                  </a:lnTo>
                  <a:lnTo>
                    <a:pt x="5566134" y="1430742"/>
                  </a:lnTo>
                  <a:lnTo>
                    <a:pt x="5572744" y="1430742"/>
                  </a:lnTo>
                  <a:lnTo>
                    <a:pt x="5579355" y="1430742"/>
                  </a:lnTo>
                  <a:lnTo>
                    <a:pt x="5585965" y="1430742"/>
                  </a:lnTo>
                  <a:lnTo>
                    <a:pt x="5592576" y="1430742"/>
                  </a:lnTo>
                  <a:lnTo>
                    <a:pt x="5599187" y="1430742"/>
                  </a:lnTo>
                  <a:lnTo>
                    <a:pt x="5605797" y="1430742"/>
                  </a:lnTo>
                  <a:lnTo>
                    <a:pt x="5612408" y="1430742"/>
                  </a:lnTo>
                  <a:lnTo>
                    <a:pt x="5619019" y="1405564"/>
                  </a:lnTo>
                  <a:lnTo>
                    <a:pt x="5625629" y="1361432"/>
                  </a:lnTo>
                  <a:lnTo>
                    <a:pt x="5632240" y="1341854"/>
                  </a:lnTo>
                  <a:lnTo>
                    <a:pt x="5638850" y="1336253"/>
                  </a:lnTo>
                  <a:lnTo>
                    <a:pt x="5645461" y="1336253"/>
                  </a:lnTo>
                  <a:lnTo>
                    <a:pt x="5652072" y="1355405"/>
                  </a:lnTo>
                  <a:lnTo>
                    <a:pt x="5658682" y="1398455"/>
                  </a:lnTo>
                  <a:lnTo>
                    <a:pt x="5665293" y="1422933"/>
                  </a:lnTo>
                  <a:lnTo>
                    <a:pt x="5671903" y="1430742"/>
                  </a:lnTo>
                  <a:lnTo>
                    <a:pt x="5678514" y="1405564"/>
                  </a:lnTo>
                  <a:lnTo>
                    <a:pt x="5685125" y="1376054"/>
                  </a:lnTo>
                  <a:lnTo>
                    <a:pt x="5691735" y="1316675"/>
                  </a:lnTo>
                  <a:lnTo>
                    <a:pt x="5698346" y="1255676"/>
                  </a:lnTo>
                  <a:lnTo>
                    <a:pt x="5704956" y="1217690"/>
                  </a:lnTo>
                  <a:lnTo>
                    <a:pt x="5711567" y="1216513"/>
                  </a:lnTo>
                  <a:lnTo>
                    <a:pt x="5718178" y="1220059"/>
                  </a:lnTo>
                  <a:lnTo>
                    <a:pt x="5724788" y="1246311"/>
                  </a:lnTo>
                  <a:lnTo>
                    <a:pt x="5731399" y="1289013"/>
                  </a:lnTo>
                  <a:lnTo>
                    <a:pt x="5738010" y="1321872"/>
                  </a:lnTo>
                  <a:lnTo>
                    <a:pt x="5744620" y="1313267"/>
                  </a:lnTo>
                  <a:lnTo>
                    <a:pt x="5751231" y="1243696"/>
                  </a:lnTo>
                  <a:lnTo>
                    <a:pt x="5757841" y="1146752"/>
                  </a:lnTo>
                  <a:lnTo>
                    <a:pt x="5764452" y="1062542"/>
                  </a:lnTo>
                  <a:lnTo>
                    <a:pt x="5771063" y="1014705"/>
                  </a:lnTo>
                  <a:lnTo>
                    <a:pt x="5777673" y="996989"/>
                  </a:lnTo>
                  <a:lnTo>
                    <a:pt x="5784284" y="1015526"/>
                  </a:lnTo>
                  <a:lnTo>
                    <a:pt x="5790894" y="1060908"/>
                  </a:lnTo>
                  <a:lnTo>
                    <a:pt x="5797505" y="1118963"/>
                  </a:lnTo>
                  <a:lnTo>
                    <a:pt x="5804116" y="1172788"/>
                  </a:lnTo>
                  <a:lnTo>
                    <a:pt x="5810726" y="1215342"/>
                  </a:lnTo>
                  <a:lnTo>
                    <a:pt x="5817337" y="1242398"/>
                  </a:lnTo>
                  <a:lnTo>
                    <a:pt x="5823947" y="1275463"/>
                  </a:lnTo>
                  <a:lnTo>
                    <a:pt x="5830558" y="1341854"/>
                  </a:lnTo>
                  <a:lnTo>
                    <a:pt x="5837169" y="1405564"/>
                  </a:lnTo>
                  <a:lnTo>
                    <a:pt x="5843779" y="1430742"/>
                  </a:lnTo>
                  <a:lnTo>
                    <a:pt x="5850390" y="1430742"/>
                  </a:lnTo>
                  <a:lnTo>
                    <a:pt x="5857001" y="1430742"/>
                  </a:lnTo>
                  <a:lnTo>
                    <a:pt x="5863611" y="1405564"/>
                  </a:lnTo>
                  <a:lnTo>
                    <a:pt x="5870222" y="1341854"/>
                  </a:lnTo>
                  <a:lnTo>
                    <a:pt x="5876832" y="1290563"/>
                  </a:lnTo>
                  <a:lnTo>
                    <a:pt x="5883443" y="1261179"/>
                  </a:lnTo>
                  <a:lnTo>
                    <a:pt x="5890054" y="1247629"/>
                  </a:lnTo>
                  <a:lnTo>
                    <a:pt x="5896664" y="1261179"/>
                  </a:lnTo>
                  <a:lnTo>
                    <a:pt x="5903275" y="1306578"/>
                  </a:lnTo>
                  <a:lnTo>
                    <a:pt x="5909885" y="1361432"/>
                  </a:lnTo>
                  <a:lnTo>
                    <a:pt x="5916496" y="1405564"/>
                  </a:lnTo>
                  <a:lnTo>
                    <a:pt x="5923107" y="1430742"/>
                  </a:lnTo>
                  <a:lnTo>
                    <a:pt x="5929717" y="1430742"/>
                  </a:lnTo>
                  <a:lnTo>
                    <a:pt x="5936328" y="1382577"/>
                  </a:lnTo>
                  <a:lnTo>
                    <a:pt x="5942938" y="1341854"/>
                  </a:lnTo>
                  <a:lnTo>
                    <a:pt x="5949549" y="1323628"/>
                  </a:lnTo>
                  <a:lnTo>
                    <a:pt x="5956160" y="1296853"/>
                  </a:lnTo>
                  <a:lnTo>
                    <a:pt x="5962770" y="1266800"/>
                  </a:lnTo>
                  <a:lnTo>
                    <a:pt x="5969381" y="1276934"/>
                  </a:lnTo>
                  <a:lnTo>
                    <a:pt x="5975991" y="1308235"/>
                  </a:lnTo>
                  <a:lnTo>
                    <a:pt x="5982602" y="1325395"/>
                  </a:lnTo>
                  <a:lnTo>
                    <a:pt x="5989213" y="1355405"/>
                  </a:lnTo>
                  <a:lnTo>
                    <a:pt x="5995823" y="1398455"/>
                  </a:lnTo>
                  <a:lnTo>
                    <a:pt x="6002434" y="1430742"/>
                  </a:lnTo>
                  <a:lnTo>
                    <a:pt x="6009045" y="1430742"/>
                  </a:lnTo>
                  <a:lnTo>
                    <a:pt x="6015655" y="1430742"/>
                  </a:lnTo>
                  <a:lnTo>
                    <a:pt x="6022266" y="1430742"/>
                  </a:lnTo>
                  <a:lnTo>
                    <a:pt x="6028876" y="1430742"/>
                  </a:lnTo>
                  <a:lnTo>
                    <a:pt x="6035487" y="1430742"/>
                  </a:lnTo>
                  <a:lnTo>
                    <a:pt x="6042098" y="1430742"/>
                  </a:lnTo>
                  <a:lnTo>
                    <a:pt x="6048708" y="1430742"/>
                  </a:lnTo>
                  <a:lnTo>
                    <a:pt x="6055319" y="1430742"/>
                  </a:lnTo>
                  <a:lnTo>
                    <a:pt x="6061929" y="1430742"/>
                  </a:lnTo>
                  <a:lnTo>
                    <a:pt x="6068540" y="1430742"/>
                  </a:lnTo>
                  <a:lnTo>
                    <a:pt x="6075151" y="1430742"/>
                  </a:lnTo>
                  <a:lnTo>
                    <a:pt x="6081761" y="1430742"/>
                  </a:lnTo>
                  <a:lnTo>
                    <a:pt x="6088372" y="1430742"/>
                  </a:lnTo>
                  <a:lnTo>
                    <a:pt x="6094982" y="1430742"/>
                  </a:lnTo>
                  <a:lnTo>
                    <a:pt x="6101593" y="1430742"/>
                  </a:lnTo>
                  <a:lnTo>
                    <a:pt x="6108204" y="1430742"/>
                  </a:lnTo>
                  <a:lnTo>
                    <a:pt x="6114814" y="1430742"/>
                  </a:lnTo>
                  <a:lnTo>
                    <a:pt x="6121425" y="1430742"/>
                  </a:lnTo>
                  <a:lnTo>
                    <a:pt x="6128036" y="1430742"/>
                  </a:lnTo>
                  <a:lnTo>
                    <a:pt x="6134646" y="1430742"/>
                  </a:lnTo>
                  <a:lnTo>
                    <a:pt x="6141257" y="1405564"/>
                  </a:lnTo>
                  <a:lnTo>
                    <a:pt x="6147867" y="1382577"/>
                  </a:lnTo>
                  <a:lnTo>
                    <a:pt x="6154478" y="1341854"/>
                  </a:lnTo>
                  <a:lnTo>
                    <a:pt x="6161089" y="1323628"/>
                  </a:lnTo>
                  <a:lnTo>
                    <a:pt x="6167699" y="1323628"/>
                  </a:lnTo>
                  <a:lnTo>
                    <a:pt x="6174310" y="1341854"/>
                  </a:lnTo>
                  <a:lnTo>
                    <a:pt x="6180920" y="1361432"/>
                  </a:lnTo>
                  <a:lnTo>
                    <a:pt x="6187531" y="1382577"/>
                  </a:lnTo>
                  <a:lnTo>
                    <a:pt x="6194142" y="1382577"/>
                  </a:lnTo>
                  <a:lnTo>
                    <a:pt x="6200752" y="1322749"/>
                  </a:lnTo>
                  <a:lnTo>
                    <a:pt x="6207363" y="1274730"/>
                  </a:lnTo>
                  <a:lnTo>
                    <a:pt x="6213973" y="1236001"/>
                  </a:lnTo>
                  <a:lnTo>
                    <a:pt x="6220584" y="1248953"/>
                  </a:lnTo>
                  <a:lnTo>
                    <a:pt x="6227195" y="1248953"/>
                  </a:lnTo>
                  <a:lnTo>
                    <a:pt x="6233805" y="1277673"/>
                  </a:lnTo>
                  <a:lnTo>
                    <a:pt x="6240416" y="1292904"/>
                  </a:lnTo>
                  <a:lnTo>
                    <a:pt x="6247027" y="1323628"/>
                  </a:lnTo>
                  <a:lnTo>
                    <a:pt x="6253637" y="1306578"/>
                  </a:lnTo>
                  <a:lnTo>
                    <a:pt x="6260248" y="1323628"/>
                  </a:lnTo>
                  <a:lnTo>
                    <a:pt x="6266858" y="1341854"/>
                  </a:lnTo>
                  <a:lnTo>
                    <a:pt x="6273469" y="1382577"/>
                  </a:lnTo>
                  <a:lnTo>
                    <a:pt x="6280080" y="1405564"/>
                  </a:lnTo>
                  <a:lnTo>
                    <a:pt x="6286690" y="1430742"/>
                  </a:lnTo>
                  <a:lnTo>
                    <a:pt x="6293301" y="1430742"/>
                  </a:lnTo>
                  <a:lnTo>
                    <a:pt x="6299911" y="1430742"/>
                  </a:lnTo>
                  <a:lnTo>
                    <a:pt x="6306522" y="1430742"/>
                  </a:lnTo>
                  <a:lnTo>
                    <a:pt x="6313133" y="1405564"/>
                  </a:lnTo>
                  <a:lnTo>
                    <a:pt x="6319743" y="1361432"/>
                  </a:lnTo>
                  <a:lnTo>
                    <a:pt x="6326354" y="1323628"/>
                  </a:lnTo>
                  <a:lnTo>
                    <a:pt x="6332964" y="1323628"/>
                  </a:lnTo>
                  <a:lnTo>
                    <a:pt x="6339575" y="1323628"/>
                  </a:lnTo>
                  <a:lnTo>
                    <a:pt x="6346186" y="1328068"/>
                  </a:lnTo>
                  <a:lnTo>
                    <a:pt x="6352796" y="1328068"/>
                  </a:lnTo>
                  <a:lnTo>
                    <a:pt x="6359407" y="1328068"/>
                  </a:lnTo>
                  <a:lnTo>
                    <a:pt x="6366018" y="1310739"/>
                  </a:lnTo>
                  <a:lnTo>
                    <a:pt x="6372628" y="1310739"/>
                  </a:lnTo>
                  <a:lnTo>
                    <a:pt x="6379239" y="1323628"/>
                  </a:lnTo>
                  <a:lnTo>
                    <a:pt x="6385849" y="1361432"/>
                  </a:lnTo>
                  <a:lnTo>
                    <a:pt x="6392460" y="1405564"/>
                  </a:lnTo>
                  <a:lnTo>
                    <a:pt x="6399071" y="1410411"/>
                  </a:lnTo>
                  <a:lnTo>
                    <a:pt x="6405681" y="1387017"/>
                  </a:lnTo>
                  <a:lnTo>
                    <a:pt x="6412292" y="1327174"/>
                  </a:lnTo>
                  <a:lnTo>
                    <a:pt x="6418902" y="1278414"/>
                  </a:lnTo>
                  <a:lnTo>
                    <a:pt x="6425513" y="1250284"/>
                  </a:lnTo>
                  <a:lnTo>
                    <a:pt x="6432124" y="1222450"/>
                  </a:lnTo>
                  <a:lnTo>
                    <a:pt x="6438734" y="1222450"/>
                  </a:lnTo>
                  <a:lnTo>
                    <a:pt x="6445345" y="1261179"/>
                  </a:lnTo>
                  <a:lnTo>
                    <a:pt x="6451955" y="1306578"/>
                  </a:lnTo>
                  <a:lnTo>
                    <a:pt x="6458566" y="1341854"/>
                  </a:lnTo>
                  <a:lnTo>
                    <a:pt x="6465177" y="1405564"/>
                  </a:lnTo>
                  <a:lnTo>
                    <a:pt x="6471787" y="1430742"/>
                  </a:lnTo>
                  <a:lnTo>
                    <a:pt x="6478398" y="1430742"/>
                  </a:lnTo>
                  <a:lnTo>
                    <a:pt x="6485009" y="1430742"/>
                  </a:lnTo>
                  <a:lnTo>
                    <a:pt x="6491619" y="1430742"/>
                  </a:lnTo>
                  <a:lnTo>
                    <a:pt x="6498230" y="1430742"/>
                  </a:lnTo>
                  <a:lnTo>
                    <a:pt x="6504840" y="1430742"/>
                  </a:lnTo>
                  <a:lnTo>
                    <a:pt x="6511451" y="1430742"/>
                  </a:lnTo>
                  <a:lnTo>
                    <a:pt x="6518062" y="1430742"/>
                  </a:lnTo>
                  <a:lnTo>
                    <a:pt x="6524672" y="1430742"/>
                  </a:lnTo>
                  <a:lnTo>
                    <a:pt x="6531283" y="1430742"/>
                  </a:lnTo>
                  <a:lnTo>
                    <a:pt x="6537893" y="1430742"/>
                  </a:lnTo>
                  <a:lnTo>
                    <a:pt x="6544504" y="1430742"/>
                  </a:lnTo>
                  <a:lnTo>
                    <a:pt x="6551115" y="1430742"/>
                  </a:lnTo>
                  <a:lnTo>
                    <a:pt x="6557725" y="1430742"/>
                  </a:lnTo>
                  <a:lnTo>
                    <a:pt x="6564336" y="1430742"/>
                  </a:lnTo>
                  <a:lnTo>
                    <a:pt x="6570946" y="1430742"/>
                  </a:lnTo>
                  <a:lnTo>
                    <a:pt x="6577557" y="1383680"/>
                  </a:lnTo>
                  <a:lnTo>
                    <a:pt x="6584168" y="1342799"/>
                  </a:lnTo>
                  <a:lnTo>
                    <a:pt x="6590778" y="1324510"/>
                  </a:lnTo>
                  <a:lnTo>
                    <a:pt x="6597389" y="1324510"/>
                  </a:lnTo>
                  <a:lnTo>
                    <a:pt x="6603999" y="1313267"/>
                  </a:lnTo>
                </a:path>
              </a:pathLst>
            </a:custGeom>
            <a:ln w="9525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05839" y="2172139"/>
              <a:ext cx="0" cy="1098679"/>
            </a:xfrm>
            <a:custGeom>
              <a:avLst/>
              <a:pathLst>
                <a:path w="0" h="1098679">
                  <a:moveTo>
                    <a:pt x="0" y="109867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914399" y="327081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14399" y="290459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914399" y="253836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914399" y="217213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 rot="-5400000">
              <a:off x="681348" y="3214264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2" name="tx11"/>
            <p:cNvSpPr/>
            <p:nvPr/>
          </p:nvSpPr>
          <p:spPr>
            <a:xfrm rot="-5400000">
              <a:off x="682353" y="2849042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3" name="tx12"/>
            <p:cNvSpPr/>
            <p:nvPr/>
          </p:nvSpPr>
          <p:spPr>
            <a:xfrm rot="-5400000">
              <a:off x="680269" y="2480732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4" name="tx13"/>
            <p:cNvSpPr/>
            <p:nvPr/>
          </p:nvSpPr>
          <p:spPr>
            <a:xfrm rot="-5400000">
              <a:off x="680269" y="2114505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" name="pg14"/>
            <p:cNvSpPr/>
            <p:nvPr/>
          </p:nvSpPr>
          <p:spPr>
            <a:xfrm>
              <a:off x="1005839" y="1965960"/>
              <a:ext cx="7132319" cy="1545202"/>
            </a:xfrm>
            <a:custGeom>
              <a:avLst/>
              <a:pathLst>
                <a:path w="7132319" h="1545202">
                  <a:moveTo>
                    <a:pt x="0" y="1545202"/>
                  </a:moveTo>
                  <a:lnTo>
                    <a:pt x="7132319" y="1545202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2161162" y="1666860"/>
              <a:ext cx="4821674" cy="1828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EB4 locus r2 = 0.89, obs|pred 0.995, pred|obs 0.785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98689" y="4072607"/>
              <a:ext cx="946621" cy="133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 chr8, NA</a:t>
              </a:r>
            </a:p>
          </p:txBody>
        </p:sp>
        <p:sp>
          <p:nvSpPr>
            <p:cNvPr id="18" name="tx17"/>
            <p:cNvSpPr/>
            <p:nvPr/>
          </p:nvSpPr>
          <p:spPr>
            <a:xfrm rot="-5400000">
              <a:off x="-408013" y="2662695"/>
              <a:ext cx="1505545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cg_trace$lk27_1k[f]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1270000" y="2023189"/>
              <a:ext cx="6603999" cy="1430742"/>
            </a:xfrm>
            <a:custGeom>
              <a:avLst/>
              <a:pathLst>
                <a:path w="6603999" h="1430742">
                  <a:moveTo>
                    <a:pt x="0" y="1355405"/>
                  </a:moveTo>
                  <a:lnTo>
                    <a:pt x="6610" y="1336253"/>
                  </a:lnTo>
                  <a:lnTo>
                    <a:pt x="13221" y="1318396"/>
                  </a:lnTo>
                  <a:lnTo>
                    <a:pt x="19831" y="1323628"/>
                  </a:lnTo>
                  <a:lnTo>
                    <a:pt x="26442" y="1323628"/>
                  </a:lnTo>
                  <a:lnTo>
                    <a:pt x="33053" y="1323628"/>
                  </a:lnTo>
                  <a:lnTo>
                    <a:pt x="39663" y="1323628"/>
                  </a:lnTo>
                  <a:lnTo>
                    <a:pt x="46274" y="1341854"/>
                  </a:lnTo>
                  <a:lnTo>
                    <a:pt x="52884" y="1341854"/>
                  </a:lnTo>
                  <a:lnTo>
                    <a:pt x="59495" y="1361432"/>
                  </a:lnTo>
                  <a:lnTo>
                    <a:pt x="66106" y="1405564"/>
                  </a:lnTo>
                  <a:lnTo>
                    <a:pt x="72716" y="1430742"/>
                  </a:lnTo>
                  <a:lnTo>
                    <a:pt x="79327" y="1430742"/>
                  </a:lnTo>
                  <a:lnTo>
                    <a:pt x="85937" y="1405564"/>
                  </a:lnTo>
                  <a:lnTo>
                    <a:pt x="92548" y="1382577"/>
                  </a:lnTo>
                  <a:lnTo>
                    <a:pt x="99159" y="1341854"/>
                  </a:lnTo>
                  <a:lnTo>
                    <a:pt x="105769" y="1290563"/>
                  </a:lnTo>
                  <a:lnTo>
                    <a:pt x="112380" y="1247629"/>
                  </a:lnTo>
                  <a:lnTo>
                    <a:pt x="118990" y="1247629"/>
                  </a:lnTo>
                  <a:lnTo>
                    <a:pt x="125601" y="1261179"/>
                  </a:lnTo>
                  <a:lnTo>
                    <a:pt x="132212" y="1290563"/>
                  </a:lnTo>
                  <a:lnTo>
                    <a:pt x="138822" y="1341854"/>
                  </a:lnTo>
                  <a:lnTo>
                    <a:pt x="145433" y="1405564"/>
                  </a:lnTo>
                  <a:lnTo>
                    <a:pt x="152044" y="1430742"/>
                  </a:lnTo>
                  <a:lnTo>
                    <a:pt x="158654" y="1430742"/>
                  </a:lnTo>
                  <a:lnTo>
                    <a:pt x="165265" y="1405564"/>
                  </a:lnTo>
                  <a:lnTo>
                    <a:pt x="171875" y="1341854"/>
                  </a:lnTo>
                  <a:lnTo>
                    <a:pt x="178486" y="1275463"/>
                  </a:lnTo>
                  <a:lnTo>
                    <a:pt x="185097" y="1222450"/>
                  </a:lnTo>
                  <a:lnTo>
                    <a:pt x="191707" y="1199464"/>
                  </a:lnTo>
                  <a:lnTo>
                    <a:pt x="198318" y="1188680"/>
                  </a:lnTo>
                  <a:lnTo>
                    <a:pt x="204928" y="1199464"/>
                  </a:lnTo>
                  <a:lnTo>
                    <a:pt x="211539" y="1234740"/>
                  </a:lnTo>
                  <a:lnTo>
                    <a:pt x="218150" y="1290563"/>
                  </a:lnTo>
                  <a:lnTo>
                    <a:pt x="224760" y="1323628"/>
                  </a:lnTo>
                  <a:lnTo>
                    <a:pt x="231371" y="1361432"/>
                  </a:lnTo>
                  <a:lnTo>
                    <a:pt x="237981" y="1405564"/>
                  </a:lnTo>
                  <a:lnTo>
                    <a:pt x="244592" y="1430742"/>
                  </a:lnTo>
                  <a:lnTo>
                    <a:pt x="251203" y="1430742"/>
                  </a:lnTo>
                  <a:lnTo>
                    <a:pt x="257813" y="1430742"/>
                  </a:lnTo>
                  <a:lnTo>
                    <a:pt x="264424" y="1430742"/>
                  </a:lnTo>
                  <a:lnTo>
                    <a:pt x="271035" y="1430742"/>
                  </a:lnTo>
                  <a:lnTo>
                    <a:pt x="277645" y="1405564"/>
                  </a:lnTo>
                  <a:lnTo>
                    <a:pt x="284256" y="1382577"/>
                  </a:lnTo>
                  <a:lnTo>
                    <a:pt x="290866" y="1361432"/>
                  </a:lnTo>
                  <a:lnTo>
                    <a:pt x="297477" y="1341854"/>
                  </a:lnTo>
                  <a:lnTo>
                    <a:pt x="304088" y="1341854"/>
                  </a:lnTo>
                  <a:lnTo>
                    <a:pt x="310698" y="1361432"/>
                  </a:lnTo>
                  <a:lnTo>
                    <a:pt x="317309" y="1382577"/>
                  </a:lnTo>
                  <a:lnTo>
                    <a:pt x="323919" y="1405564"/>
                  </a:lnTo>
                  <a:lnTo>
                    <a:pt x="330530" y="1341854"/>
                  </a:lnTo>
                  <a:lnTo>
                    <a:pt x="337141" y="1210707"/>
                  </a:lnTo>
                  <a:lnTo>
                    <a:pt x="343751" y="1140515"/>
                  </a:lnTo>
                  <a:lnTo>
                    <a:pt x="350362" y="1115336"/>
                  </a:lnTo>
                  <a:lnTo>
                    <a:pt x="356972" y="1092349"/>
                  </a:lnTo>
                  <a:lnTo>
                    <a:pt x="363583" y="1094560"/>
                  </a:lnTo>
                  <a:lnTo>
                    <a:pt x="370194" y="1148561"/>
                  </a:lnTo>
                  <a:lnTo>
                    <a:pt x="376804" y="1221252"/>
                  </a:lnTo>
                  <a:lnTo>
                    <a:pt x="383415" y="1259793"/>
                  </a:lnTo>
                  <a:lnTo>
                    <a:pt x="390026" y="1304932"/>
                  </a:lnTo>
                  <a:lnTo>
                    <a:pt x="396636" y="1373915"/>
                  </a:lnTo>
                  <a:lnTo>
                    <a:pt x="403247" y="1430742"/>
                  </a:lnTo>
                  <a:lnTo>
                    <a:pt x="409857" y="1430742"/>
                  </a:lnTo>
                  <a:lnTo>
                    <a:pt x="416468" y="1430742"/>
                  </a:lnTo>
                  <a:lnTo>
                    <a:pt x="423079" y="1430742"/>
                  </a:lnTo>
                  <a:lnTo>
                    <a:pt x="429689" y="1430742"/>
                  </a:lnTo>
                  <a:lnTo>
                    <a:pt x="436300" y="1405564"/>
                  </a:lnTo>
                  <a:lnTo>
                    <a:pt x="442910" y="1364498"/>
                  </a:lnTo>
                  <a:lnTo>
                    <a:pt x="449521" y="1337178"/>
                  </a:lnTo>
                  <a:lnTo>
                    <a:pt x="456132" y="1319261"/>
                  </a:lnTo>
                  <a:lnTo>
                    <a:pt x="462742" y="1319261"/>
                  </a:lnTo>
                  <a:lnTo>
                    <a:pt x="469353" y="1337178"/>
                  </a:lnTo>
                  <a:lnTo>
                    <a:pt x="475963" y="1373915"/>
                  </a:lnTo>
                  <a:lnTo>
                    <a:pt x="482574" y="1405564"/>
                  </a:lnTo>
                  <a:lnTo>
                    <a:pt x="489185" y="1430742"/>
                  </a:lnTo>
                  <a:lnTo>
                    <a:pt x="495795" y="1430742"/>
                  </a:lnTo>
                  <a:lnTo>
                    <a:pt x="502406" y="1430742"/>
                  </a:lnTo>
                  <a:lnTo>
                    <a:pt x="509017" y="1430742"/>
                  </a:lnTo>
                  <a:lnTo>
                    <a:pt x="515627" y="1430742"/>
                  </a:lnTo>
                  <a:lnTo>
                    <a:pt x="522238" y="1430742"/>
                  </a:lnTo>
                  <a:lnTo>
                    <a:pt x="528848" y="1430742"/>
                  </a:lnTo>
                  <a:lnTo>
                    <a:pt x="535459" y="1430742"/>
                  </a:lnTo>
                  <a:lnTo>
                    <a:pt x="542070" y="1430742"/>
                  </a:lnTo>
                  <a:lnTo>
                    <a:pt x="548680" y="1430742"/>
                  </a:lnTo>
                  <a:lnTo>
                    <a:pt x="555291" y="1430742"/>
                  </a:lnTo>
                  <a:lnTo>
                    <a:pt x="561901" y="1405564"/>
                  </a:lnTo>
                  <a:lnTo>
                    <a:pt x="568512" y="1361432"/>
                  </a:lnTo>
                  <a:lnTo>
                    <a:pt x="575123" y="1323628"/>
                  </a:lnTo>
                  <a:lnTo>
                    <a:pt x="581733" y="1275463"/>
                  </a:lnTo>
                  <a:lnTo>
                    <a:pt x="588344" y="1247629"/>
                  </a:lnTo>
                  <a:lnTo>
                    <a:pt x="594954" y="1234740"/>
                  </a:lnTo>
                  <a:lnTo>
                    <a:pt x="601565" y="1234740"/>
                  </a:lnTo>
                  <a:lnTo>
                    <a:pt x="608176" y="1222450"/>
                  </a:lnTo>
                  <a:lnTo>
                    <a:pt x="614786" y="1210707"/>
                  </a:lnTo>
                  <a:lnTo>
                    <a:pt x="621397" y="1168348"/>
                  </a:lnTo>
                  <a:lnTo>
                    <a:pt x="628008" y="1149471"/>
                  </a:lnTo>
                  <a:lnTo>
                    <a:pt x="634618" y="1149471"/>
                  </a:lnTo>
                  <a:lnTo>
                    <a:pt x="641229" y="1168348"/>
                  </a:lnTo>
                  <a:lnTo>
                    <a:pt x="647839" y="1210707"/>
                  </a:lnTo>
                  <a:lnTo>
                    <a:pt x="654450" y="1290563"/>
                  </a:lnTo>
                  <a:lnTo>
                    <a:pt x="661061" y="1323628"/>
                  </a:lnTo>
                  <a:lnTo>
                    <a:pt x="667671" y="1296853"/>
                  </a:lnTo>
                  <a:lnTo>
                    <a:pt x="674282" y="1266091"/>
                  </a:lnTo>
                  <a:lnTo>
                    <a:pt x="680892" y="1239180"/>
                  </a:lnTo>
                  <a:lnTo>
                    <a:pt x="687503" y="1226687"/>
                  </a:lnTo>
                  <a:lnTo>
                    <a:pt x="694114" y="1239180"/>
                  </a:lnTo>
                  <a:lnTo>
                    <a:pt x="700724" y="1274730"/>
                  </a:lnTo>
                  <a:lnTo>
                    <a:pt x="707335" y="1323628"/>
                  </a:lnTo>
                  <a:lnTo>
                    <a:pt x="713945" y="1361432"/>
                  </a:lnTo>
                  <a:lnTo>
                    <a:pt x="720556" y="1382577"/>
                  </a:lnTo>
                  <a:lnTo>
                    <a:pt x="727167" y="1405564"/>
                  </a:lnTo>
                  <a:lnTo>
                    <a:pt x="733777" y="1430742"/>
                  </a:lnTo>
                  <a:lnTo>
                    <a:pt x="740388" y="1430742"/>
                  </a:lnTo>
                  <a:lnTo>
                    <a:pt x="746998" y="1430742"/>
                  </a:lnTo>
                  <a:lnTo>
                    <a:pt x="753609" y="1430742"/>
                  </a:lnTo>
                  <a:lnTo>
                    <a:pt x="760220" y="1430742"/>
                  </a:lnTo>
                  <a:lnTo>
                    <a:pt x="766830" y="1430742"/>
                  </a:lnTo>
                  <a:lnTo>
                    <a:pt x="773441" y="1430742"/>
                  </a:lnTo>
                  <a:lnTo>
                    <a:pt x="780052" y="1430742"/>
                  </a:lnTo>
                  <a:lnTo>
                    <a:pt x="786662" y="1430742"/>
                  </a:lnTo>
                  <a:lnTo>
                    <a:pt x="793273" y="1430742"/>
                  </a:lnTo>
                  <a:lnTo>
                    <a:pt x="799883" y="1430742"/>
                  </a:lnTo>
                  <a:lnTo>
                    <a:pt x="806494" y="1430742"/>
                  </a:lnTo>
                  <a:lnTo>
                    <a:pt x="813105" y="1430742"/>
                  </a:lnTo>
                  <a:lnTo>
                    <a:pt x="819715" y="1430742"/>
                  </a:lnTo>
                  <a:lnTo>
                    <a:pt x="826326" y="1405564"/>
                  </a:lnTo>
                  <a:lnTo>
                    <a:pt x="832936" y="1341854"/>
                  </a:lnTo>
                  <a:lnTo>
                    <a:pt x="839547" y="1290563"/>
                  </a:lnTo>
                  <a:lnTo>
                    <a:pt x="846158" y="1285941"/>
                  </a:lnTo>
                  <a:lnTo>
                    <a:pt x="852768" y="1271096"/>
                  </a:lnTo>
                  <a:lnTo>
                    <a:pt x="859379" y="1271096"/>
                  </a:lnTo>
                  <a:lnTo>
                    <a:pt x="865989" y="1301671"/>
                  </a:lnTo>
                  <a:lnTo>
                    <a:pt x="872600" y="1336253"/>
                  </a:lnTo>
                  <a:lnTo>
                    <a:pt x="879211" y="1341854"/>
                  </a:lnTo>
                  <a:lnTo>
                    <a:pt x="885821" y="1341854"/>
                  </a:lnTo>
                  <a:lnTo>
                    <a:pt x="892432" y="1323628"/>
                  </a:lnTo>
                  <a:lnTo>
                    <a:pt x="899043" y="1306578"/>
                  </a:lnTo>
                  <a:lnTo>
                    <a:pt x="905653" y="1290563"/>
                  </a:lnTo>
                  <a:lnTo>
                    <a:pt x="912264" y="1261179"/>
                  </a:lnTo>
                  <a:lnTo>
                    <a:pt x="918874" y="1257726"/>
                  </a:lnTo>
                  <a:lnTo>
                    <a:pt x="925485" y="1271819"/>
                  </a:lnTo>
                  <a:lnTo>
                    <a:pt x="932096" y="1286706"/>
                  </a:lnTo>
                  <a:lnTo>
                    <a:pt x="938706" y="1302482"/>
                  </a:lnTo>
                  <a:lnTo>
                    <a:pt x="945317" y="1320129"/>
                  </a:lnTo>
                  <a:lnTo>
                    <a:pt x="951927" y="1324510"/>
                  </a:lnTo>
                  <a:lnTo>
                    <a:pt x="958538" y="1324510"/>
                  </a:lnTo>
                  <a:lnTo>
                    <a:pt x="965149" y="1342799"/>
                  </a:lnTo>
                  <a:lnTo>
                    <a:pt x="971759" y="1324510"/>
                  </a:lnTo>
                  <a:lnTo>
                    <a:pt x="978370" y="1306578"/>
                  </a:lnTo>
                  <a:lnTo>
                    <a:pt x="984980" y="1288242"/>
                  </a:lnTo>
                  <a:lnTo>
                    <a:pt x="991591" y="1245655"/>
                  </a:lnTo>
                  <a:lnTo>
                    <a:pt x="998202" y="1187099"/>
                  </a:lnTo>
                  <a:lnTo>
                    <a:pt x="1004812" y="1166885"/>
                  </a:lnTo>
                  <a:lnTo>
                    <a:pt x="1011423" y="1176799"/>
                  </a:lnTo>
                  <a:lnTo>
                    <a:pt x="1018034" y="1199464"/>
                  </a:lnTo>
                  <a:lnTo>
                    <a:pt x="1024644" y="1247629"/>
                  </a:lnTo>
                  <a:lnTo>
                    <a:pt x="1031255" y="1296058"/>
                  </a:lnTo>
                  <a:lnTo>
                    <a:pt x="1037865" y="1329865"/>
                  </a:lnTo>
                  <a:lnTo>
                    <a:pt x="1044476" y="1329865"/>
                  </a:lnTo>
                  <a:lnTo>
                    <a:pt x="1051087" y="1329865"/>
                  </a:lnTo>
                  <a:lnTo>
                    <a:pt x="1057697" y="1318396"/>
                  </a:lnTo>
                  <a:lnTo>
                    <a:pt x="1064308" y="1324510"/>
                  </a:lnTo>
                  <a:lnTo>
                    <a:pt x="1070918" y="1307405"/>
                  </a:lnTo>
                  <a:lnTo>
                    <a:pt x="1077529" y="1276198"/>
                  </a:lnTo>
                  <a:lnTo>
                    <a:pt x="1084140" y="1248290"/>
                  </a:lnTo>
                  <a:lnTo>
                    <a:pt x="1090750" y="1218872"/>
                  </a:lnTo>
                  <a:lnTo>
                    <a:pt x="1097361" y="1199464"/>
                  </a:lnTo>
                  <a:lnTo>
                    <a:pt x="1103971" y="1199464"/>
                  </a:lnTo>
                  <a:lnTo>
                    <a:pt x="1110582" y="1199464"/>
                  </a:lnTo>
                  <a:lnTo>
                    <a:pt x="1117193" y="1210707"/>
                  </a:lnTo>
                  <a:lnTo>
                    <a:pt x="1123803" y="1234740"/>
                  </a:lnTo>
                  <a:lnTo>
                    <a:pt x="1130414" y="1234740"/>
                  </a:lnTo>
                  <a:lnTo>
                    <a:pt x="1137025" y="1199464"/>
                  </a:lnTo>
                  <a:lnTo>
                    <a:pt x="1143635" y="1188680"/>
                  </a:lnTo>
                  <a:lnTo>
                    <a:pt x="1150246" y="1158741"/>
                  </a:lnTo>
                  <a:lnTo>
                    <a:pt x="1156856" y="1158741"/>
                  </a:lnTo>
                  <a:lnTo>
                    <a:pt x="1163467" y="1188680"/>
                  </a:lnTo>
                  <a:lnTo>
                    <a:pt x="1170078" y="1261179"/>
                  </a:lnTo>
                  <a:lnTo>
                    <a:pt x="1176688" y="1323628"/>
                  </a:lnTo>
                  <a:lnTo>
                    <a:pt x="1183299" y="1323628"/>
                  </a:lnTo>
                  <a:lnTo>
                    <a:pt x="1189909" y="1168348"/>
                  </a:lnTo>
                  <a:lnTo>
                    <a:pt x="1196520" y="1078066"/>
                  </a:lnTo>
                  <a:lnTo>
                    <a:pt x="1203131" y="1045410"/>
                  </a:lnTo>
                  <a:lnTo>
                    <a:pt x="1209741" y="1027594"/>
                  </a:lnTo>
                  <a:lnTo>
                    <a:pt x="1216352" y="1035759"/>
                  </a:lnTo>
                  <a:lnTo>
                    <a:pt x="1222962" y="1102828"/>
                  </a:lnTo>
                  <a:lnTo>
                    <a:pt x="1229573" y="1140075"/>
                  </a:lnTo>
                  <a:lnTo>
                    <a:pt x="1236184" y="1097163"/>
                  </a:lnTo>
                  <a:lnTo>
                    <a:pt x="1242794" y="1062214"/>
                  </a:lnTo>
                  <a:lnTo>
                    <a:pt x="1249405" y="1040842"/>
                  </a:lnTo>
                  <a:lnTo>
                    <a:pt x="1256016" y="1046951"/>
                  </a:lnTo>
                  <a:lnTo>
                    <a:pt x="1262626" y="1075989"/>
                  </a:lnTo>
                  <a:lnTo>
                    <a:pt x="1269237" y="1123465"/>
                  </a:lnTo>
                  <a:lnTo>
                    <a:pt x="1275847" y="1178318"/>
                  </a:lnTo>
                  <a:lnTo>
                    <a:pt x="1282458" y="1247629"/>
                  </a:lnTo>
                  <a:lnTo>
                    <a:pt x="1289069" y="1222450"/>
                  </a:lnTo>
                  <a:lnTo>
                    <a:pt x="1295679" y="1178318"/>
                  </a:lnTo>
                  <a:lnTo>
                    <a:pt x="1302290" y="1158741"/>
                  </a:lnTo>
                  <a:lnTo>
                    <a:pt x="1308900" y="1115336"/>
                  </a:lnTo>
                  <a:lnTo>
                    <a:pt x="1315511" y="1069853"/>
                  </a:lnTo>
                  <a:lnTo>
                    <a:pt x="1322122" y="1069853"/>
                  </a:lnTo>
                  <a:lnTo>
                    <a:pt x="1328732" y="1098286"/>
                  </a:lnTo>
                  <a:lnTo>
                    <a:pt x="1335343" y="1147655"/>
                  </a:lnTo>
                  <a:lnTo>
                    <a:pt x="1341953" y="1220059"/>
                  </a:lnTo>
                  <a:lnTo>
                    <a:pt x="1348564" y="1306578"/>
                  </a:lnTo>
                  <a:lnTo>
                    <a:pt x="1355175" y="1382577"/>
                  </a:lnTo>
                  <a:lnTo>
                    <a:pt x="1361785" y="1430742"/>
                  </a:lnTo>
                  <a:lnTo>
                    <a:pt x="1368396" y="1430742"/>
                  </a:lnTo>
                  <a:lnTo>
                    <a:pt x="1375007" y="1430742"/>
                  </a:lnTo>
                  <a:lnTo>
                    <a:pt x="1381617" y="1430742"/>
                  </a:lnTo>
                  <a:lnTo>
                    <a:pt x="1388228" y="1430742"/>
                  </a:lnTo>
                  <a:lnTo>
                    <a:pt x="1394838" y="1430742"/>
                  </a:lnTo>
                  <a:lnTo>
                    <a:pt x="1401449" y="1430742"/>
                  </a:lnTo>
                  <a:lnTo>
                    <a:pt x="1408060" y="1430742"/>
                  </a:lnTo>
                  <a:lnTo>
                    <a:pt x="1414670" y="1430742"/>
                  </a:lnTo>
                  <a:lnTo>
                    <a:pt x="1421281" y="1430742"/>
                  </a:lnTo>
                  <a:lnTo>
                    <a:pt x="1427891" y="1430742"/>
                  </a:lnTo>
                  <a:lnTo>
                    <a:pt x="1434502" y="1430742"/>
                  </a:lnTo>
                  <a:lnTo>
                    <a:pt x="1441113" y="1430742"/>
                  </a:lnTo>
                  <a:lnTo>
                    <a:pt x="1447723" y="1430742"/>
                  </a:lnTo>
                  <a:lnTo>
                    <a:pt x="1454334" y="1405564"/>
                  </a:lnTo>
                  <a:lnTo>
                    <a:pt x="1460944" y="1382577"/>
                  </a:lnTo>
                  <a:lnTo>
                    <a:pt x="1467555" y="1361432"/>
                  </a:lnTo>
                  <a:lnTo>
                    <a:pt x="1474166" y="1341854"/>
                  </a:lnTo>
                  <a:lnTo>
                    <a:pt x="1480776" y="1306578"/>
                  </a:lnTo>
                  <a:lnTo>
                    <a:pt x="1487387" y="1306578"/>
                  </a:lnTo>
                  <a:lnTo>
                    <a:pt x="1493997" y="1247629"/>
                  </a:lnTo>
                  <a:lnTo>
                    <a:pt x="1500608" y="1188680"/>
                  </a:lnTo>
                  <a:lnTo>
                    <a:pt x="1507219" y="1133991"/>
                  </a:lnTo>
                  <a:lnTo>
                    <a:pt x="1513829" y="1101685"/>
                  </a:lnTo>
                  <a:lnTo>
                    <a:pt x="1520440" y="1072903"/>
                  </a:lnTo>
                  <a:lnTo>
                    <a:pt x="1527051" y="1066172"/>
                  </a:lnTo>
                  <a:lnTo>
                    <a:pt x="1533661" y="1035759"/>
                  </a:lnTo>
                  <a:lnTo>
                    <a:pt x="1540272" y="1028457"/>
                  </a:lnTo>
                  <a:lnTo>
                    <a:pt x="1546882" y="990922"/>
                  </a:lnTo>
                  <a:lnTo>
                    <a:pt x="1553493" y="926677"/>
                  </a:lnTo>
                  <a:lnTo>
                    <a:pt x="1560104" y="873594"/>
                  </a:lnTo>
                  <a:lnTo>
                    <a:pt x="1566714" y="860613"/>
                  </a:lnTo>
                  <a:lnTo>
                    <a:pt x="1573325" y="862604"/>
                  </a:lnTo>
                  <a:lnTo>
                    <a:pt x="1579935" y="898804"/>
                  </a:lnTo>
                  <a:lnTo>
                    <a:pt x="1586546" y="972579"/>
                  </a:lnTo>
                  <a:lnTo>
                    <a:pt x="1593157" y="1078066"/>
                  </a:lnTo>
                  <a:lnTo>
                    <a:pt x="1599767" y="1127206"/>
                  </a:lnTo>
                  <a:lnTo>
                    <a:pt x="1606378" y="1090886"/>
                  </a:lnTo>
                  <a:lnTo>
                    <a:pt x="1612988" y="1054154"/>
                  </a:lnTo>
                  <a:lnTo>
                    <a:pt x="1619599" y="1026162"/>
                  </a:lnTo>
                  <a:lnTo>
                    <a:pt x="1626210" y="1028169"/>
                  </a:lnTo>
                  <a:lnTo>
                    <a:pt x="1632820" y="1078066"/>
                  </a:lnTo>
                  <a:lnTo>
                    <a:pt x="1639431" y="1178318"/>
                  </a:lnTo>
                  <a:lnTo>
                    <a:pt x="1646042" y="1266800"/>
                  </a:lnTo>
                  <a:lnTo>
                    <a:pt x="1652652" y="1348542"/>
                  </a:lnTo>
                  <a:lnTo>
                    <a:pt x="1659263" y="1348542"/>
                  </a:lnTo>
                  <a:lnTo>
                    <a:pt x="1665873" y="1292121"/>
                  </a:lnTo>
                  <a:lnTo>
                    <a:pt x="1672484" y="1236001"/>
                  </a:lnTo>
                  <a:lnTo>
                    <a:pt x="1679095" y="1200567"/>
                  </a:lnTo>
                  <a:lnTo>
                    <a:pt x="1685705" y="1179336"/>
                  </a:lnTo>
                  <a:lnTo>
                    <a:pt x="1692316" y="1172291"/>
                  </a:lnTo>
                  <a:lnTo>
                    <a:pt x="1698926" y="1202787"/>
                  </a:lnTo>
                  <a:lnTo>
                    <a:pt x="1705537" y="1251622"/>
                  </a:lnTo>
                  <a:lnTo>
                    <a:pt x="1712148" y="1295266"/>
                  </a:lnTo>
                  <a:lnTo>
                    <a:pt x="1718758" y="1347577"/>
                  </a:lnTo>
                  <a:lnTo>
                    <a:pt x="1725369" y="1405564"/>
                  </a:lnTo>
                  <a:lnTo>
                    <a:pt x="1731979" y="1430742"/>
                  </a:lnTo>
                  <a:lnTo>
                    <a:pt x="1738590" y="1430742"/>
                  </a:lnTo>
                  <a:lnTo>
                    <a:pt x="1745201" y="1405564"/>
                  </a:lnTo>
                  <a:lnTo>
                    <a:pt x="1751811" y="1341854"/>
                  </a:lnTo>
                  <a:lnTo>
                    <a:pt x="1758422" y="1290563"/>
                  </a:lnTo>
                  <a:lnTo>
                    <a:pt x="1765033" y="1275463"/>
                  </a:lnTo>
                  <a:lnTo>
                    <a:pt x="1771643" y="1275463"/>
                  </a:lnTo>
                  <a:lnTo>
                    <a:pt x="1778254" y="1290563"/>
                  </a:lnTo>
                  <a:lnTo>
                    <a:pt x="1784864" y="1341854"/>
                  </a:lnTo>
                  <a:lnTo>
                    <a:pt x="1791475" y="1405564"/>
                  </a:lnTo>
                  <a:lnTo>
                    <a:pt x="1798086" y="1430742"/>
                  </a:lnTo>
                  <a:lnTo>
                    <a:pt x="1804696" y="1430742"/>
                  </a:lnTo>
                  <a:lnTo>
                    <a:pt x="1811307" y="1430742"/>
                  </a:lnTo>
                  <a:lnTo>
                    <a:pt x="1817917" y="1405564"/>
                  </a:lnTo>
                  <a:lnTo>
                    <a:pt x="1824528" y="1361432"/>
                  </a:lnTo>
                  <a:lnTo>
                    <a:pt x="1831139" y="1300862"/>
                  </a:lnTo>
                  <a:lnTo>
                    <a:pt x="1837749" y="1243046"/>
                  </a:lnTo>
                  <a:lnTo>
                    <a:pt x="1844360" y="1230373"/>
                  </a:lnTo>
                  <a:lnTo>
                    <a:pt x="1850970" y="1227910"/>
                  </a:lnTo>
                  <a:lnTo>
                    <a:pt x="1857581" y="1215927"/>
                  </a:lnTo>
                  <a:lnTo>
                    <a:pt x="1864192" y="1220059"/>
                  </a:lnTo>
                  <a:lnTo>
                    <a:pt x="1870802" y="1259793"/>
                  </a:lnTo>
                  <a:lnTo>
                    <a:pt x="1877413" y="1273999"/>
                  </a:lnTo>
                  <a:lnTo>
                    <a:pt x="1884024" y="1292121"/>
                  </a:lnTo>
                  <a:lnTo>
                    <a:pt x="1890634" y="1343748"/>
                  </a:lnTo>
                  <a:lnTo>
                    <a:pt x="1897245" y="1407976"/>
                  </a:lnTo>
                  <a:lnTo>
                    <a:pt x="1903855" y="1430742"/>
                  </a:lnTo>
                  <a:lnTo>
                    <a:pt x="1910466" y="1430742"/>
                  </a:lnTo>
                  <a:lnTo>
                    <a:pt x="1917077" y="1430742"/>
                  </a:lnTo>
                  <a:lnTo>
                    <a:pt x="1923687" y="1430742"/>
                  </a:lnTo>
                  <a:lnTo>
                    <a:pt x="1930298" y="1430742"/>
                  </a:lnTo>
                  <a:lnTo>
                    <a:pt x="1936908" y="1430742"/>
                  </a:lnTo>
                  <a:lnTo>
                    <a:pt x="1943519" y="1430742"/>
                  </a:lnTo>
                  <a:lnTo>
                    <a:pt x="1950130" y="1405564"/>
                  </a:lnTo>
                  <a:lnTo>
                    <a:pt x="1956740" y="1361432"/>
                  </a:lnTo>
                  <a:lnTo>
                    <a:pt x="1963351" y="1325395"/>
                  </a:lnTo>
                  <a:lnTo>
                    <a:pt x="1969961" y="1308235"/>
                  </a:lnTo>
                  <a:lnTo>
                    <a:pt x="1976572" y="1308235"/>
                  </a:lnTo>
                  <a:lnTo>
                    <a:pt x="1983183" y="1308235"/>
                  </a:lnTo>
                  <a:lnTo>
                    <a:pt x="1989793" y="1308235"/>
                  </a:lnTo>
                  <a:lnTo>
                    <a:pt x="1996404" y="1323628"/>
                  </a:lnTo>
                  <a:lnTo>
                    <a:pt x="2003015" y="1341854"/>
                  </a:lnTo>
                  <a:lnTo>
                    <a:pt x="2009625" y="1341854"/>
                  </a:lnTo>
                  <a:lnTo>
                    <a:pt x="2016236" y="1355405"/>
                  </a:lnTo>
                  <a:lnTo>
                    <a:pt x="2022846" y="1376054"/>
                  </a:lnTo>
                  <a:lnTo>
                    <a:pt x="2029457" y="1336253"/>
                  </a:lnTo>
                  <a:lnTo>
                    <a:pt x="2036068" y="1257041"/>
                  </a:lnTo>
                  <a:lnTo>
                    <a:pt x="2042678" y="1167860"/>
                  </a:lnTo>
                  <a:lnTo>
                    <a:pt x="2049289" y="1117345"/>
                  </a:lnTo>
                  <a:lnTo>
                    <a:pt x="2055899" y="1083687"/>
                  </a:lnTo>
                  <a:lnTo>
                    <a:pt x="2062510" y="1063198"/>
                  </a:lnTo>
                  <a:lnTo>
                    <a:pt x="2069121" y="1051312"/>
                  </a:lnTo>
                  <a:lnTo>
                    <a:pt x="2075731" y="1069180"/>
                  </a:lnTo>
                  <a:lnTo>
                    <a:pt x="2082342" y="1075300"/>
                  </a:lnTo>
                  <a:lnTo>
                    <a:pt x="2088952" y="1060257"/>
                  </a:lnTo>
                  <a:lnTo>
                    <a:pt x="2095563" y="1056386"/>
                  </a:lnTo>
                  <a:lnTo>
                    <a:pt x="2102174" y="1071543"/>
                  </a:lnTo>
                  <a:lnTo>
                    <a:pt x="2108784" y="1092717"/>
                  </a:lnTo>
                  <a:lnTo>
                    <a:pt x="2115395" y="1116539"/>
                  </a:lnTo>
                  <a:lnTo>
                    <a:pt x="2122006" y="1176799"/>
                  </a:lnTo>
                  <a:lnTo>
                    <a:pt x="2128616" y="1248290"/>
                  </a:lnTo>
                  <a:lnTo>
                    <a:pt x="2135227" y="1284419"/>
                  </a:lnTo>
                  <a:lnTo>
                    <a:pt x="2141837" y="1229755"/>
                  </a:lnTo>
                  <a:lnTo>
                    <a:pt x="2148448" y="1206152"/>
                  </a:lnTo>
                  <a:lnTo>
                    <a:pt x="2155059" y="1195097"/>
                  </a:lnTo>
                  <a:lnTo>
                    <a:pt x="2161669" y="1178318"/>
                  </a:lnTo>
                  <a:lnTo>
                    <a:pt x="2168280" y="1188680"/>
                  </a:lnTo>
                  <a:lnTo>
                    <a:pt x="2174890" y="1261179"/>
                  </a:lnTo>
                  <a:lnTo>
                    <a:pt x="2181501" y="1306578"/>
                  </a:lnTo>
                  <a:lnTo>
                    <a:pt x="2188112" y="1323628"/>
                  </a:lnTo>
                  <a:lnTo>
                    <a:pt x="2194722" y="1341854"/>
                  </a:lnTo>
                  <a:lnTo>
                    <a:pt x="2201333" y="1341854"/>
                  </a:lnTo>
                  <a:lnTo>
                    <a:pt x="2207943" y="1306578"/>
                  </a:lnTo>
                  <a:lnTo>
                    <a:pt x="2214554" y="1306578"/>
                  </a:lnTo>
                  <a:lnTo>
                    <a:pt x="2221165" y="1290563"/>
                  </a:lnTo>
                  <a:lnTo>
                    <a:pt x="2227775" y="1290563"/>
                  </a:lnTo>
                  <a:lnTo>
                    <a:pt x="2234386" y="1290563"/>
                  </a:lnTo>
                  <a:lnTo>
                    <a:pt x="2240996" y="1323628"/>
                  </a:lnTo>
                  <a:lnTo>
                    <a:pt x="2247607" y="1341854"/>
                  </a:lnTo>
                  <a:lnTo>
                    <a:pt x="2254218" y="1361432"/>
                  </a:lnTo>
                  <a:lnTo>
                    <a:pt x="2260828" y="1341854"/>
                  </a:lnTo>
                  <a:lnTo>
                    <a:pt x="2267439" y="1341854"/>
                  </a:lnTo>
                  <a:lnTo>
                    <a:pt x="2274050" y="1341854"/>
                  </a:lnTo>
                  <a:lnTo>
                    <a:pt x="2280660" y="1341854"/>
                  </a:lnTo>
                  <a:lnTo>
                    <a:pt x="2287271" y="1361432"/>
                  </a:lnTo>
                  <a:lnTo>
                    <a:pt x="2293881" y="1405564"/>
                  </a:lnTo>
                  <a:lnTo>
                    <a:pt x="2300492" y="1430742"/>
                  </a:lnTo>
                  <a:lnTo>
                    <a:pt x="2307103" y="1430742"/>
                  </a:lnTo>
                  <a:lnTo>
                    <a:pt x="2313713" y="1430742"/>
                  </a:lnTo>
                  <a:lnTo>
                    <a:pt x="2320324" y="1430742"/>
                  </a:lnTo>
                  <a:lnTo>
                    <a:pt x="2326934" y="1430742"/>
                  </a:lnTo>
                  <a:lnTo>
                    <a:pt x="2333545" y="1405564"/>
                  </a:lnTo>
                  <a:lnTo>
                    <a:pt x="2340156" y="1361432"/>
                  </a:lnTo>
                  <a:lnTo>
                    <a:pt x="2346766" y="1341854"/>
                  </a:lnTo>
                  <a:lnTo>
                    <a:pt x="2353377" y="1341854"/>
                  </a:lnTo>
                  <a:lnTo>
                    <a:pt x="2359987" y="1341854"/>
                  </a:lnTo>
                  <a:lnTo>
                    <a:pt x="2366598" y="1361432"/>
                  </a:lnTo>
                  <a:lnTo>
                    <a:pt x="2373209" y="1405564"/>
                  </a:lnTo>
                  <a:lnTo>
                    <a:pt x="2379819" y="1430742"/>
                  </a:lnTo>
                  <a:lnTo>
                    <a:pt x="2386430" y="1430742"/>
                  </a:lnTo>
                  <a:lnTo>
                    <a:pt x="2393041" y="1430742"/>
                  </a:lnTo>
                  <a:lnTo>
                    <a:pt x="2399651" y="1430742"/>
                  </a:lnTo>
                  <a:lnTo>
                    <a:pt x="2406262" y="1430742"/>
                  </a:lnTo>
                  <a:lnTo>
                    <a:pt x="2412872" y="1430742"/>
                  </a:lnTo>
                  <a:lnTo>
                    <a:pt x="2419483" y="1405564"/>
                  </a:lnTo>
                  <a:lnTo>
                    <a:pt x="2426094" y="1382577"/>
                  </a:lnTo>
                  <a:lnTo>
                    <a:pt x="2432704" y="1341854"/>
                  </a:lnTo>
                  <a:lnTo>
                    <a:pt x="2439315" y="1323628"/>
                  </a:lnTo>
                  <a:lnTo>
                    <a:pt x="2445925" y="1323628"/>
                  </a:lnTo>
                  <a:lnTo>
                    <a:pt x="2452536" y="1341854"/>
                  </a:lnTo>
                  <a:lnTo>
                    <a:pt x="2459147" y="1360418"/>
                  </a:lnTo>
                  <a:lnTo>
                    <a:pt x="2465757" y="1381479"/>
                  </a:lnTo>
                  <a:lnTo>
                    <a:pt x="2472368" y="1322749"/>
                  </a:lnTo>
                  <a:lnTo>
                    <a:pt x="2478978" y="1221850"/>
                  </a:lnTo>
                  <a:lnTo>
                    <a:pt x="2485589" y="1131001"/>
                  </a:lnTo>
                  <a:lnTo>
                    <a:pt x="2492200" y="1057670"/>
                  </a:lnTo>
                  <a:lnTo>
                    <a:pt x="2498810" y="1000076"/>
                  </a:lnTo>
                  <a:lnTo>
                    <a:pt x="2505421" y="973747"/>
                  </a:lnTo>
                  <a:lnTo>
                    <a:pt x="2512032" y="969335"/>
                  </a:lnTo>
                  <a:lnTo>
                    <a:pt x="2518642" y="969565"/>
                  </a:lnTo>
                  <a:lnTo>
                    <a:pt x="2525253" y="987939"/>
                  </a:lnTo>
                  <a:lnTo>
                    <a:pt x="2531863" y="1019952"/>
                  </a:lnTo>
                  <a:lnTo>
                    <a:pt x="2538474" y="1045410"/>
                  </a:lnTo>
                  <a:lnTo>
                    <a:pt x="2545085" y="1070866"/>
                  </a:lnTo>
                  <a:lnTo>
                    <a:pt x="2551695" y="1131426"/>
                  </a:lnTo>
                  <a:lnTo>
                    <a:pt x="2558306" y="1189738"/>
                  </a:lnTo>
                  <a:lnTo>
                    <a:pt x="2564916" y="1247629"/>
                  </a:lnTo>
                  <a:lnTo>
                    <a:pt x="2571527" y="1323628"/>
                  </a:lnTo>
                  <a:lnTo>
                    <a:pt x="2578138" y="1372852"/>
                  </a:lnTo>
                  <a:lnTo>
                    <a:pt x="2584748" y="1312421"/>
                  </a:lnTo>
                  <a:lnTo>
                    <a:pt x="2591359" y="1137886"/>
                  </a:lnTo>
                  <a:lnTo>
                    <a:pt x="2597969" y="1027020"/>
                  </a:lnTo>
                  <a:lnTo>
                    <a:pt x="2604580" y="966357"/>
                  </a:lnTo>
                  <a:lnTo>
                    <a:pt x="2611191" y="934030"/>
                  </a:lnTo>
                  <a:lnTo>
                    <a:pt x="2617801" y="879428"/>
                  </a:lnTo>
                  <a:lnTo>
                    <a:pt x="2624412" y="823910"/>
                  </a:lnTo>
                  <a:lnTo>
                    <a:pt x="2631023" y="788186"/>
                  </a:lnTo>
                  <a:lnTo>
                    <a:pt x="2637633" y="745432"/>
                  </a:lnTo>
                  <a:lnTo>
                    <a:pt x="2644244" y="701779"/>
                  </a:lnTo>
                  <a:lnTo>
                    <a:pt x="2650854" y="663096"/>
                  </a:lnTo>
                  <a:lnTo>
                    <a:pt x="2657465" y="590076"/>
                  </a:lnTo>
                  <a:lnTo>
                    <a:pt x="2664076" y="519630"/>
                  </a:lnTo>
                  <a:lnTo>
                    <a:pt x="2670686" y="442678"/>
                  </a:lnTo>
                  <a:lnTo>
                    <a:pt x="2677297" y="376995"/>
                  </a:lnTo>
                  <a:lnTo>
                    <a:pt x="2683907" y="317684"/>
                  </a:lnTo>
                  <a:lnTo>
                    <a:pt x="2690518" y="273675"/>
                  </a:lnTo>
                  <a:lnTo>
                    <a:pt x="2697129" y="225968"/>
                  </a:lnTo>
                  <a:lnTo>
                    <a:pt x="2703739" y="200797"/>
                  </a:lnTo>
                  <a:lnTo>
                    <a:pt x="2710350" y="190466"/>
                  </a:lnTo>
                  <a:lnTo>
                    <a:pt x="2716960" y="188397"/>
                  </a:lnTo>
                  <a:lnTo>
                    <a:pt x="2723571" y="200020"/>
                  </a:lnTo>
                  <a:lnTo>
                    <a:pt x="2730182" y="225237"/>
                  </a:lnTo>
                  <a:lnTo>
                    <a:pt x="2736792" y="240198"/>
                  </a:lnTo>
                  <a:lnTo>
                    <a:pt x="2743403" y="263722"/>
                  </a:lnTo>
                  <a:lnTo>
                    <a:pt x="2750014" y="300324"/>
                  </a:lnTo>
                  <a:lnTo>
                    <a:pt x="2756624" y="333823"/>
                  </a:lnTo>
                  <a:lnTo>
                    <a:pt x="2763235" y="339684"/>
                  </a:lnTo>
                  <a:lnTo>
                    <a:pt x="2769845" y="307899"/>
                  </a:lnTo>
                  <a:lnTo>
                    <a:pt x="2776456" y="247484"/>
                  </a:lnTo>
                  <a:lnTo>
                    <a:pt x="2783067" y="198347"/>
                  </a:lnTo>
                  <a:lnTo>
                    <a:pt x="2789677" y="152262"/>
                  </a:lnTo>
                  <a:lnTo>
                    <a:pt x="2796288" y="124324"/>
                  </a:lnTo>
                  <a:lnTo>
                    <a:pt x="2802898" y="113413"/>
                  </a:lnTo>
                  <a:lnTo>
                    <a:pt x="2809509" y="98404"/>
                  </a:lnTo>
                  <a:lnTo>
                    <a:pt x="2816120" y="76294"/>
                  </a:lnTo>
                  <a:lnTo>
                    <a:pt x="2822730" y="58921"/>
                  </a:lnTo>
                  <a:lnTo>
                    <a:pt x="2829341" y="50456"/>
                  </a:lnTo>
                  <a:lnTo>
                    <a:pt x="2835951" y="62527"/>
                  </a:lnTo>
                  <a:lnTo>
                    <a:pt x="2842562" y="101878"/>
                  </a:lnTo>
                  <a:lnTo>
                    <a:pt x="2849173" y="158682"/>
                  </a:lnTo>
                  <a:lnTo>
                    <a:pt x="2855783" y="240096"/>
                  </a:lnTo>
                  <a:lnTo>
                    <a:pt x="2862394" y="346462"/>
                  </a:lnTo>
                  <a:lnTo>
                    <a:pt x="2869005" y="445009"/>
                  </a:lnTo>
                  <a:lnTo>
                    <a:pt x="2875615" y="492372"/>
                  </a:lnTo>
                  <a:lnTo>
                    <a:pt x="2882226" y="459750"/>
                  </a:lnTo>
                  <a:lnTo>
                    <a:pt x="2888836" y="355665"/>
                  </a:lnTo>
                  <a:lnTo>
                    <a:pt x="2895447" y="267574"/>
                  </a:lnTo>
                  <a:lnTo>
                    <a:pt x="2902058" y="205881"/>
                  </a:lnTo>
                  <a:lnTo>
                    <a:pt x="2908668" y="154507"/>
                  </a:lnTo>
                  <a:lnTo>
                    <a:pt x="2915279" y="121575"/>
                  </a:lnTo>
                  <a:lnTo>
                    <a:pt x="2921889" y="108073"/>
                  </a:lnTo>
                  <a:lnTo>
                    <a:pt x="2928500" y="114117"/>
                  </a:lnTo>
                  <a:lnTo>
                    <a:pt x="2935111" y="134111"/>
                  </a:lnTo>
                  <a:lnTo>
                    <a:pt x="2941721" y="174488"/>
                  </a:lnTo>
                  <a:lnTo>
                    <a:pt x="2948332" y="239107"/>
                  </a:lnTo>
                  <a:lnTo>
                    <a:pt x="2954942" y="346222"/>
                  </a:lnTo>
                  <a:lnTo>
                    <a:pt x="2961553" y="451060"/>
                  </a:lnTo>
                  <a:lnTo>
                    <a:pt x="2968164" y="498191"/>
                  </a:lnTo>
                  <a:lnTo>
                    <a:pt x="2974774" y="496339"/>
                  </a:lnTo>
                  <a:lnTo>
                    <a:pt x="2981385" y="425346"/>
                  </a:lnTo>
                  <a:lnTo>
                    <a:pt x="2987995" y="346483"/>
                  </a:lnTo>
                  <a:lnTo>
                    <a:pt x="2994606" y="321860"/>
                  </a:lnTo>
                  <a:lnTo>
                    <a:pt x="3001217" y="321424"/>
                  </a:lnTo>
                  <a:lnTo>
                    <a:pt x="3007827" y="310378"/>
                  </a:lnTo>
                  <a:lnTo>
                    <a:pt x="3014438" y="312439"/>
                  </a:lnTo>
                  <a:lnTo>
                    <a:pt x="3021049" y="313842"/>
                  </a:lnTo>
                  <a:lnTo>
                    <a:pt x="3027659" y="290744"/>
                  </a:lnTo>
                  <a:lnTo>
                    <a:pt x="3034270" y="270664"/>
                  </a:lnTo>
                  <a:lnTo>
                    <a:pt x="3040880" y="265064"/>
                  </a:lnTo>
                  <a:lnTo>
                    <a:pt x="3047491" y="275052"/>
                  </a:lnTo>
                  <a:lnTo>
                    <a:pt x="3054102" y="302197"/>
                  </a:lnTo>
                  <a:lnTo>
                    <a:pt x="3060712" y="332124"/>
                  </a:lnTo>
                  <a:lnTo>
                    <a:pt x="3067323" y="340705"/>
                  </a:lnTo>
                  <a:lnTo>
                    <a:pt x="3073933" y="337484"/>
                  </a:lnTo>
                  <a:lnTo>
                    <a:pt x="3080544" y="334488"/>
                  </a:lnTo>
                  <a:lnTo>
                    <a:pt x="3087155" y="323373"/>
                  </a:lnTo>
                  <a:lnTo>
                    <a:pt x="3093765" y="298809"/>
                  </a:lnTo>
                  <a:lnTo>
                    <a:pt x="3100376" y="272635"/>
                  </a:lnTo>
                  <a:lnTo>
                    <a:pt x="3106986" y="223521"/>
                  </a:lnTo>
                  <a:lnTo>
                    <a:pt x="3113597" y="162706"/>
                  </a:lnTo>
                  <a:lnTo>
                    <a:pt x="3120208" y="118789"/>
                  </a:lnTo>
                  <a:lnTo>
                    <a:pt x="3126818" y="102302"/>
                  </a:lnTo>
                  <a:lnTo>
                    <a:pt x="3133429" y="100750"/>
                  </a:lnTo>
                  <a:lnTo>
                    <a:pt x="3140040" y="118164"/>
                  </a:lnTo>
                  <a:lnTo>
                    <a:pt x="3146650" y="139522"/>
                  </a:lnTo>
                  <a:lnTo>
                    <a:pt x="3153261" y="158222"/>
                  </a:lnTo>
                  <a:lnTo>
                    <a:pt x="3159871" y="153109"/>
                  </a:lnTo>
                  <a:lnTo>
                    <a:pt x="3166482" y="140230"/>
                  </a:lnTo>
                  <a:lnTo>
                    <a:pt x="3173093" y="118568"/>
                  </a:lnTo>
                  <a:lnTo>
                    <a:pt x="3179703" y="113476"/>
                  </a:lnTo>
                  <a:lnTo>
                    <a:pt x="3186314" y="96155"/>
                  </a:lnTo>
                  <a:lnTo>
                    <a:pt x="3192924" y="82295"/>
                  </a:lnTo>
                  <a:lnTo>
                    <a:pt x="3199535" y="75488"/>
                  </a:lnTo>
                  <a:lnTo>
                    <a:pt x="3206146" y="82111"/>
                  </a:lnTo>
                  <a:lnTo>
                    <a:pt x="3212756" y="75793"/>
                  </a:lnTo>
                  <a:lnTo>
                    <a:pt x="3219367" y="80856"/>
                  </a:lnTo>
                  <a:lnTo>
                    <a:pt x="3225977" y="82833"/>
                  </a:lnTo>
                  <a:lnTo>
                    <a:pt x="3232588" y="77969"/>
                  </a:lnTo>
                  <a:lnTo>
                    <a:pt x="3239199" y="57311"/>
                  </a:lnTo>
                  <a:lnTo>
                    <a:pt x="3245809" y="42862"/>
                  </a:lnTo>
                  <a:lnTo>
                    <a:pt x="3252420" y="35587"/>
                  </a:lnTo>
                  <a:lnTo>
                    <a:pt x="3259031" y="35614"/>
                  </a:lnTo>
                  <a:lnTo>
                    <a:pt x="3265641" y="40408"/>
                  </a:lnTo>
                  <a:lnTo>
                    <a:pt x="3272252" y="63160"/>
                  </a:lnTo>
                  <a:lnTo>
                    <a:pt x="3278862" y="87887"/>
                  </a:lnTo>
                  <a:lnTo>
                    <a:pt x="3285473" y="95076"/>
                  </a:lnTo>
                  <a:lnTo>
                    <a:pt x="3292084" y="102648"/>
                  </a:lnTo>
                  <a:lnTo>
                    <a:pt x="3298694" y="105224"/>
                  </a:lnTo>
                  <a:lnTo>
                    <a:pt x="3305305" y="92755"/>
                  </a:lnTo>
                  <a:lnTo>
                    <a:pt x="3311915" y="83340"/>
                  </a:lnTo>
                  <a:lnTo>
                    <a:pt x="3318526" y="93356"/>
                  </a:lnTo>
                  <a:lnTo>
                    <a:pt x="3325137" y="106908"/>
                  </a:lnTo>
                  <a:lnTo>
                    <a:pt x="3331747" y="123892"/>
                  </a:lnTo>
                  <a:lnTo>
                    <a:pt x="3338358" y="141943"/>
                  </a:lnTo>
                  <a:lnTo>
                    <a:pt x="3344968" y="139403"/>
                  </a:lnTo>
                  <a:lnTo>
                    <a:pt x="3351579" y="110720"/>
                  </a:lnTo>
                  <a:lnTo>
                    <a:pt x="3358190" y="75433"/>
                  </a:lnTo>
                  <a:lnTo>
                    <a:pt x="3364800" y="41615"/>
                  </a:lnTo>
                  <a:lnTo>
                    <a:pt x="3371411" y="14011"/>
                  </a:lnTo>
                  <a:lnTo>
                    <a:pt x="3378022" y="2122"/>
                  </a:lnTo>
                  <a:lnTo>
                    <a:pt x="3384632" y="0"/>
                  </a:lnTo>
                  <a:lnTo>
                    <a:pt x="3391243" y="3808"/>
                  </a:lnTo>
                  <a:lnTo>
                    <a:pt x="3397853" y="10145"/>
                  </a:lnTo>
                  <a:lnTo>
                    <a:pt x="3404464" y="12770"/>
                  </a:lnTo>
                  <a:lnTo>
                    <a:pt x="3411075" y="21325"/>
                  </a:lnTo>
                  <a:lnTo>
                    <a:pt x="3417685" y="35432"/>
                  </a:lnTo>
                  <a:lnTo>
                    <a:pt x="3424296" y="48784"/>
                  </a:lnTo>
                  <a:lnTo>
                    <a:pt x="3430906" y="56619"/>
                  </a:lnTo>
                  <a:lnTo>
                    <a:pt x="3437517" y="78893"/>
                  </a:lnTo>
                  <a:lnTo>
                    <a:pt x="3444128" y="116489"/>
                  </a:lnTo>
                  <a:lnTo>
                    <a:pt x="3450738" y="156019"/>
                  </a:lnTo>
                  <a:lnTo>
                    <a:pt x="3457349" y="166285"/>
                  </a:lnTo>
                  <a:lnTo>
                    <a:pt x="3463959" y="170204"/>
                  </a:lnTo>
                  <a:lnTo>
                    <a:pt x="3470570" y="162445"/>
                  </a:lnTo>
                  <a:lnTo>
                    <a:pt x="3477181" y="148990"/>
                  </a:lnTo>
                  <a:lnTo>
                    <a:pt x="3483791" y="137479"/>
                  </a:lnTo>
                  <a:lnTo>
                    <a:pt x="3490402" y="143657"/>
                  </a:lnTo>
                  <a:lnTo>
                    <a:pt x="3497013" y="140610"/>
                  </a:lnTo>
                  <a:lnTo>
                    <a:pt x="3503623" y="133946"/>
                  </a:lnTo>
                  <a:lnTo>
                    <a:pt x="3510234" y="103976"/>
                  </a:lnTo>
                  <a:lnTo>
                    <a:pt x="3516844" y="59855"/>
                  </a:lnTo>
                  <a:lnTo>
                    <a:pt x="3523455" y="34474"/>
                  </a:lnTo>
                  <a:lnTo>
                    <a:pt x="3530066" y="29595"/>
                  </a:lnTo>
                  <a:lnTo>
                    <a:pt x="3536676" y="34547"/>
                  </a:lnTo>
                  <a:lnTo>
                    <a:pt x="3543287" y="47467"/>
                  </a:lnTo>
                  <a:lnTo>
                    <a:pt x="3549897" y="74645"/>
                  </a:lnTo>
                  <a:lnTo>
                    <a:pt x="3556508" y="89925"/>
                  </a:lnTo>
                  <a:lnTo>
                    <a:pt x="3563119" y="100913"/>
                  </a:lnTo>
                  <a:lnTo>
                    <a:pt x="3569729" y="102769"/>
                  </a:lnTo>
                  <a:lnTo>
                    <a:pt x="3576340" y="97137"/>
                  </a:lnTo>
                  <a:lnTo>
                    <a:pt x="3582950" y="86319"/>
                  </a:lnTo>
                  <a:lnTo>
                    <a:pt x="3589561" y="86482"/>
                  </a:lnTo>
                  <a:lnTo>
                    <a:pt x="3596172" y="90396"/>
                  </a:lnTo>
                  <a:lnTo>
                    <a:pt x="3602782" y="92830"/>
                  </a:lnTo>
                  <a:lnTo>
                    <a:pt x="3609393" y="91681"/>
                  </a:lnTo>
                  <a:lnTo>
                    <a:pt x="3616004" y="97120"/>
                  </a:lnTo>
                  <a:lnTo>
                    <a:pt x="3622614" y="91465"/>
                  </a:lnTo>
                  <a:lnTo>
                    <a:pt x="3629225" y="88460"/>
                  </a:lnTo>
                  <a:lnTo>
                    <a:pt x="3635835" y="103915"/>
                  </a:lnTo>
                  <a:lnTo>
                    <a:pt x="3642446" y="149962"/>
                  </a:lnTo>
                  <a:lnTo>
                    <a:pt x="3649057" y="217273"/>
                  </a:lnTo>
                  <a:lnTo>
                    <a:pt x="3655667" y="317254"/>
                  </a:lnTo>
                  <a:lnTo>
                    <a:pt x="3662278" y="428597"/>
                  </a:lnTo>
                  <a:lnTo>
                    <a:pt x="3668888" y="493396"/>
                  </a:lnTo>
                  <a:lnTo>
                    <a:pt x="3675499" y="459416"/>
                  </a:lnTo>
                  <a:lnTo>
                    <a:pt x="3682110" y="387628"/>
                  </a:lnTo>
                  <a:lnTo>
                    <a:pt x="3688720" y="324715"/>
                  </a:lnTo>
                  <a:lnTo>
                    <a:pt x="3695331" y="275852"/>
                  </a:lnTo>
                  <a:lnTo>
                    <a:pt x="3701941" y="234802"/>
                  </a:lnTo>
                  <a:lnTo>
                    <a:pt x="3708552" y="190333"/>
                  </a:lnTo>
                  <a:lnTo>
                    <a:pt x="3715163" y="157251"/>
                  </a:lnTo>
                  <a:lnTo>
                    <a:pt x="3721773" y="127293"/>
                  </a:lnTo>
                  <a:lnTo>
                    <a:pt x="3728384" y="102466"/>
                  </a:lnTo>
                  <a:lnTo>
                    <a:pt x="3734994" y="83155"/>
                  </a:lnTo>
                  <a:lnTo>
                    <a:pt x="3741605" y="75996"/>
                  </a:lnTo>
                  <a:lnTo>
                    <a:pt x="3748216" y="60326"/>
                  </a:lnTo>
                  <a:lnTo>
                    <a:pt x="3754826" y="53919"/>
                  </a:lnTo>
                  <a:lnTo>
                    <a:pt x="3761437" y="59413"/>
                  </a:lnTo>
                  <a:lnTo>
                    <a:pt x="3768048" y="72783"/>
                  </a:lnTo>
                  <a:lnTo>
                    <a:pt x="3774658" y="88526"/>
                  </a:lnTo>
                  <a:lnTo>
                    <a:pt x="3781269" y="109269"/>
                  </a:lnTo>
                  <a:lnTo>
                    <a:pt x="3787879" y="125502"/>
                  </a:lnTo>
                  <a:lnTo>
                    <a:pt x="3794490" y="138380"/>
                  </a:lnTo>
                  <a:lnTo>
                    <a:pt x="3801101" y="158254"/>
                  </a:lnTo>
                  <a:lnTo>
                    <a:pt x="3807711" y="184638"/>
                  </a:lnTo>
                  <a:lnTo>
                    <a:pt x="3814322" y="216166"/>
                  </a:lnTo>
                  <a:lnTo>
                    <a:pt x="3820932" y="240607"/>
                  </a:lnTo>
                  <a:lnTo>
                    <a:pt x="3827543" y="256275"/>
                  </a:lnTo>
                  <a:lnTo>
                    <a:pt x="3834154" y="263754"/>
                  </a:lnTo>
                  <a:lnTo>
                    <a:pt x="3840764" y="265176"/>
                  </a:lnTo>
                  <a:lnTo>
                    <a:pt x="3847375" y="286108"/>
                  </a:lnTo>
                  <a:lnTo>
                    <a:pt x="3853985" y="320434"/>
                  </a:lnTo>
                  <a:lnTo>
                    <a:pt x="3860596" y="354314"/>
                  </a:lnTo>
                  <a:lnTo>
                    <a:pt x="3867207" y="380219"/>
                  </a:lnTo>
                  <a:lnTo>
                    <a:pt x="3873817" y="400333"/>
                  </a:lnTo>
                  <a:lnTo>
                    <a:pt x="3880428" y="405978"/>
                  </a:lnTo>
                  <a:lnTo>
                    <a:pt x="3887039" y="409635"/>
                  </a:lnTo>
                  <a:lnTo>
                    <a:pt x="3893649" y="378541"/>
                  </a:lnTo>
                  <a:lnTo>
                    <a:pt x="3900260" y="341967"/>
                  </a:lnTo>
                  <a:lnTo>
                    <a:pt x="3906870" y="308144"/>
                  </a:lnTo>
                  <a:lnTo>
                    <a:pt x="3913481" y="291699"/>
                  </a:lnTo>
                  <a:lnTo>
                    <a:pt x="3920092" y="298554"/>
                  </a:lnTo>
                  <a:lnTo>
                    <a:pt x="3926702" y="325097"/>
                  </a:lnTo>
                  <a:lnTo>
                    <a:pt x="3933313" y="350525"/>
                  </a:lnTo>
                  <a:lnTo>
                    <a:pt x="3939923" y="379107"/>
                  </a:lnTo>
                  <a:lnTo>
                    <a:pt x="3946534" y="407100"/>
                  </a:lnTo>
                  <a:lnTo>
                    <a:pt x="3953145" y="419046"/>
                  </a:lnTo>
                  <a:lnTo>
                    <a:pt x="3959755" y="441238"/>
                  </a:lnTo>
                  <a:lnTo>
                    <a:pt x="3966366" y="484097"/>
                  </a:lnTo>
                  <a:lnTo>
                    <a:pt x="3972976" y="536307"/>
                  </a:lnTo>
                  <a:lnTo>
                    <a:pt x="3979587" y="562813"/>
                  </a:lnTo>
                  <a:lnTo>
                    <a:pt x="3986198" y="582246"/>
                  </a:lnTo>
                  <a:lnTo>
                    <a:pt x="3992808" y="569522"/>
                  </a:lnTo>
                  <a:lnTo>
                    <a:pt x="3999419" y="532622"/>
                  </a:lnTo>
                  <a:lnTo>
                    <a:pt x="4006030" y="508331"/>
                  </a:lnTo>
                  <a:lnTo>
                    <a:pt x="4012640" y="497765"/>
                  </a:lnTo>
                  <a:lnTo>
                    <a:pt x="4019251" y="480019"/>
                  </a:lnTo>
                  <a:lnTo>
                    <a:pt x="4025861" y="491012"/>
                  </a:lnTo>
                  <a:lnTo>
                    <a:pt x="4032472" y="503468"/>
                  </a:lnTo>
                  <a:lnTo>
                    <a:pt x="4039083" y="512016"/>
                  </a:lnTo>
                  <a:lnTo>
                    <a:pt x="4045693" y="514105"/>
                  </a:lnTo>
                  <a:lnTo>
                    <a:pt x="4052304" y="535192"/>
                  </a:lnTo>
                  <a:lnTo>
                    <a:pt x="4058914" y="559668"/>
                  </a:lnTo>
                  <a:lnTo>
                    <a:pt x="4065525" y="628218"/>
                  </a:lnTo>
                  <a:lnTo>
                    <a:pt x="4072136" y="719063"/>
                  </a:lnTo>
                  <a:lnTo>
                    <a:pt x="4078746" y="819824"/>
                  </a:lnTo>
                  <a:lnTo>
                    <a:pt x="4085357" y="876657"/>
                  </a:lnTo>
                  <a:lnTo>
                    <a:pt x="4091967" y="898276"/>
                  </a:lnTo>
                  <a:lnTo>
                    <a:pt x="4098578" y="904869"/>
                  </a:lnTo>
                  <a:lnTo>
                    <a:pt x="4105189" y="907226"/>
                  </a:lnTo>
                  <a:lnTo>
                    <a:pt x="4111799" y="855325"/>
                  </a:lnTo>
                  <a:lnTo>
                    <a:pt x="4118410" y="787144"/>
                  </a:lnTo>
                  <a:lnTo>
                    <a:pt x="4125021" y="747612"/>
                  </a:lnTo>
                  <a:lnTo>
                    <a:pt x="4131631" y="722932"/>
                  </a:lnTo>
                  <a:lnTo>
                    <a:pt x="4138242" y="688802"/>
                  </a:lnTo>
                  <a:lnTo>
                    <a:pt x="4144852" y="661583"/>
                  </a:lnTo>
                  <a:lnTo>
                    <a:pt x="4151463" y="644609"/>
                  </a:lnTo>
                  <a:lnTo>
                    <a:pt x="4158074" y="625571"/>
                  </a:lnTo>
                  <a:lnTo>
                    <a:pt x="4164684" y="618703"/>
                  </a:lnTo>
                  <a:lnTo>
                    <a:pt x="4171295" y="631659"/>
                  </a:lnTo>
                  <a:lnTo>
                    <a:pt x="4177905" y="678723"/>
                  </a:lnTo>
                  <a:lnTo>
                    <a:pt x="4184516" y="759102"/>
                  </a:lnTo>
                  <a:lnTo>
                    <a:pt x="4191127" y="865387"/>
                  </a:lnTo>
                  <a:lnTo>
                    <a:pt x="4197737" y="943675"/>
                  </a:lnTo>
                  <a:lnTo>
                    <a:pt x="4204348" y="1016075"/>
                  </a:lnTo>
                  <a:lnTo>
                    <a:pt x="4210958" y="1058638"/>
                  </a:lnTo>
                  <a:lnTo>
                    <a:pt x="4217569" y="1071882"/>
                  </a:lnTo>
                  <a:lnTo>
                    <a:pt x="4224180" y="1100547"/>
                  </a:lnTo>
                  <a:lnTo>
                    <a:pt x="4230790" y="1132706"/>
                  </a:lnTo>
                  <a:lnTo>
                    <a:pt x="4237401" y="1168348"/>
                  </a:lnTo>
                  <a:lnTo>
                    <a:pt x="4244012" y="1211858"/>
                  </a:lnTo>
                  <a:lnTo>
                    <a:pt x="4250622" y="1206717"/>
                  </a:lnTo>
                  <a:lnTo>
                    <a:pt x="4257233" y="1185007"/>
                  </a:lnTo>
                  <a:lnTo>
                    <a:pt x="4263843" y="1195639"/>
                  </a:lnTo>
                  <a:lnTo>
                    <a:pt x="4270454" y="1217690"/>
                  </a:lnTo>
                  <a:lnTo>
                    <a:pt x="4277065" y="1216513"/>
                  </a:lnTo>
                  <a:lnTo>
                    <a:pt x="4283675" y="1177811"/>
                  </a:lnTo>
                  <a:lnTo>
                    <a:pt x="4290286" y="1126788"/>
                  </a:lnTo>
                  <a:lnTo>
                    <a:pt x="4296896" y="1067171"/>
                  </a:lnTo>
                  <a:lnTo>
                    <a:pt x="4303507" y="1013341"/>
                  </a:lnTo>
                  <a:lnTo>
                    <a:pt x="4310118" y="993433"/>
                  </a:lnTo>
                  <a:lnTo>
                    <a:pt x="4316728" y="1009023"/>
                  </a:lnTo>
                  <a:lnTo>
                    <a:pt x="4323339" y="1034577"/>
                  </a:lnTo>
                  <a:lnTo>
                    <a:pt x="4329949" y="1052887"/>
                  </a:lnTo>
                  <a:lnTo>
                    <a:pt x="4336560" y="1086543"/>
                  </a:lnTo>
                  <a:lnTo>
                    <a:pt x="4343171" y="1115336"/>
                  </a:lnTo>
                  <a:lnTo>
                    <a:pt x="4349781" y="1115336"/>
                  </a:lnTo>
                  <a:lnTo>
                    <a:pt x="4356392" y="1107449"/>
                  </a:lnTo>
                  <a:lnTo>
                    <a:pt x="4363003" y="1099791"/>
                  </a:lnTo>
                  <a:lnTo>
                    <a:pt x="4369613" y="1099791"/>
                  </a:lnTo>
                  <a:lnTo>
                    <a:pt x="4376224" y="1117748"/>
                  </a:lnTo>
                  <a:lnTo>
                    <a:pt x="4382834" y="1152218"/>
                  </a:lnTo>
                  <a:lnTo>
                    <a:pt x="4389445" y="1191869"/>
                  </a:lnTo>
                  <a:lnTo>
                    <a:pt x="4396056" y="1279903"/>
                  </a:lnTo>
                  <a:lnTo>
                    <a:pt x="4402666" y="1389266"/>
                  </a:lnTo>
                  <a:lnTo>
                    <a:pt x="4409277" y="1430742"/>
                  </a:lnTo>
                  <a:lnTo>
                    <a:pt x="4415887" y="1430742"/>
                  </a:lnTo>
                  <a:lnTo>
                    <a:pt x="4422498" y="1430742"/>
                  </a:lnTo>
                  <a:lnTo>
                    <a:pt x="4429109" y="1430742"/>
                  </a:lnTo>
                  <a:lnTo>
                    <a:pt x="4435719" y="1430742"/>
                  </a:lnTo>
                  <a:lnTo>
                    <a:pt x="4442330" y="1405564"/>
                  </a:lnTo>
                  <a:lnTo>
                    <a:pt x="4448940" y="1361432"/>
                  </a:lnTo>
                  <a:lnTo>
                    <a:pt x="4455551" y="1326283"/>
                  </a:lnTo>
                  <a:lnTo>
                    <a:pt x="4462162" y="1285179"/>
                  </a:lnTo>
                  <a:lnTo>
                    <a:pt x="4468772" y="1243046"/>
                  </a:lnTo>
                  <a:lnTo>
                    <a:pt x="4475383" y="1218280"/>
                  </a:lnTo>
                  <a:lnTo>
                    <a:pt x="4481993" y="1206717"/>
                  </a:lnTo>
                  <a:lnTo>
                    <a:pt x="4488604" y="1173286"/>
                  </a:lnTo>
                  <a:lnTo>
                    <a:pt x="4495215" y="1158741"/>
                  </a:lnTo>
                  <a:lnTo>
                    <a:pt x="4501825" y="1178318"/>
                  </a:lnTo>
                  <a:lnTo>
                    <a:pt x="4508436" y="1210707"/>
                  </a:lnTo>
                  <a:lnTo>
                    <a:pt x="4515047" y="1222450"/>
                  </a:lnTo>
                  <a:lnTo>
                    <a:pt x="4521657" y="1261179"/>
                  </a:lnTo>
                  <a:lnTo>
                    <a:pt x="4528268" y="1261179"/>
                  </a:lnTo>
                  <a:lnTo>
                    <a:pt x="4534878" y="1222450"/>
                  </a:lnTo>
                  <a:lnTo>
                    <a:pt x="4541489" y="1199464"/>
                  </a:lnTo>
                  <a:lnTo>
                    <a:pt x="4548100" y="1222450"/>
                  </a:lnTo>
                  <a:lnTo>
                    <a:pt x="4554710" y="1222450"/>
                  </a:lnTo>
                  <a:lnTo>
                    <a:pt x="4561321" y="1199464"/>
                  </a:lnTo>
                  <a:lnTo>
                    <a:pt x="4567931" y="1188680"/>
                  </a:lnTo>
                  <a:lnTo>
                    <a:pt x="4574542" y="1165429"/>
                  </a:lnTo>
                  <a:lnTo>
                    <a:pt x="4581153" y="1121000"/>
                  </a:lnTo>
                  <a:lnTo>
                    <a:pt x="4587763" y="1116942"/>
                  </a:lnTo>
                  <a:lnTo>
                    <a:pt x="4594374" y="1151299"/>
                  </a:lnTo>
                  <a:lnTo>
                    <a:pt x="4600984" y="1180358"/>
                  </a:lnTo>
                  <a:lnTo>
                    <a:pt x="4607595" y="1216513"/>
                  </a:lnTo>
                  <a:lnTo>
                    <a:pt x="4614206" y="1268225"/>
                  </a:lnTo>
                  <a:lnTo>
                    <a:pt x="4620816" y="1275463"/>
                  </a:lnTo>
                  <a:lnTo>
                    <a:pt x="4627427" y="1275463"/>
                  </a:lnTo>
                  <a:lnTo>
                    <a:pt x="4634038" y="1261179"/>
                  </a:lnTo>
                  <a:lnTo>
                    <a:pt x="4640648" y="1178318"/>
                  </a:lnTo>
                  <a:lnTo>
                    <a:pt x="4647259" y="1073586"/>
                  </a:lnTo>
                  <a:lnTo>
                    <a:pt x="4653869" y="959834"/>
                  </a:lnTo>
                  <a:lnTo>
                    <a:pt x="4660480" y="889960"/>
                  </a:lnTo>
                  <a:lnTo>
                    <a:pt x="4667091" y="869616"/>
                  </a:lnTo>
                  <a:lnTo>
                    <a:pt x="4673701" y="879265"/>
                  </a:lnTo>
                  <a:lnTo>
                    <a:pt x="4680312" y="916678"/>
                  </a:lnTo>
                  <a:lnTo>
                    <a:pt x="4686922" y="1001113"/>
                  </a:lnTo>
                  <a:lnTo>
                    <a:pt x="4693533" y="1100926"/>
                  </a:lnTo>
                  <a:lnTo>
                    <a:pt x="4700144" y="1152678"/>
                  </a:lnTo>
                  <a:lnTo>
                    <a:pt x="4706754" y="1192404"/>
                  </a:lnTo>
                  <a:lnTo>
                    <a:pt x="4713365" y="1226687"/>
                  </a:lnTo>
                  <a:lnTo>
                    <a:pt x="4719975" y="1275463"/>
                  </a:lnTo>
                  <a:lnTo>
                    <a:pt x="4726586" y="1341854"/>
                  </a:lnTo>
                  <a:lnTo>
                    <a:pt x="4733197" y="1405564"/>
                  </a:lnTo>
                  <a:lnTo>
                    <a:pt x="4739807" y="1430742"/>
                  </a:lnTo>
                  <a:lnTo>
                    <a:pt x="4746418" y="1430742"/>
                  </a:lnTo>
                  <a:lnTo>
                    <a:pt x="4753029" y="1430742"/>
                  </a:lnTo>
                  <a:lnTo>
                    <a:pt x="4759639" y="1333496"/>
                  </a:lnTo>
                  <a:lnTo>
                    <a:pt x="4766250" y="1173785"/>
                  </a:lnTo>
                  <a:lnTo>
                    <a:pt x="4772860" y="1053837"/>
                  </a:lnTo>
                  <a:lnTo>
                    <a:pt x="4779471" y="1001113"/>
                  </a:lnTo>
                  <a:lnTo>
                    <a:pt x="4786082" y="966813"/>
                  </a:lnTo>
                  <a:lnTo>
                    <a:pt x="4792692" y="964315"/>
                  </a:lnTo>
                  <a:lnTo>
                    <a:pt x="4799303" y="1019395"/>
                  </a:lnTo>
                  <a:lnTo>
                    <a:pt x="4805913" y="1121409"/>
                  </a:lnTo>
                  <a:lnTo>
                    <a:pt x="4812524" y="1198914"/>
                  </a:lnTo>
                  <a:lnTo>
                    <a:pt x="4819135" y="1261179"/>
                  </a:lnTo>
                  <a:lnTo>
                    <a:pt x="4825745" y="1287473"/>
                  </a:lnTo>
                  <a:lnTo>
                    <a:pt x="4832356" y="1210133"/>
                  </a:lnTo>
                  <a:lnTo>
                    <a:pt x="4838966" y="1123052"/>
                  </a:lnTo>
                  <a:lnTo>
                    <a:pt x="4845577" y="1091251"/>
                  </a:lnTo>
                  <a:lnTo>
                    <a:pt x="4852188" y="1077025"/>
                  </a:lnTo>
                  <a:lnTo>
                    <a:pt x="4858798" y="1071543"/>
                  </a:lnTo>
                  <a:lnTo>
                    <a:pt x="4865409" y="1082624"/>
                  </a:lnTo>
                  <a:lnTo>
                    <a:pt x="4872020" y="1067171"/>
                  </a:lnTo>
                  <a:lnTo>
                    <a:pt x="4878630" y="1008221"/>
                  </a:lnTo>
                  <a:lnTo>
                    <a:pt x="4885241" y="948952"/>
                  </a:lnTo>
                  <a:lnTo>
                    <a:pt x="4891851" y="892875"/>
                  </a:lnTo>
                  <a:lnTo>
                    <a:pt x="4898462" y="874075"/>
                  </a:lnTo>
                  <a:lnTo>
                    <a:pt x="4905073" y="866789"/>
                  </a:lnTo>
                  <a:lnTo>
                    <a:pt x="4911683" y="866789"/>
                  </a:lnTo>
                  <a:lnTo>
                    <a:pt x="4918294" y="871359"/>
                  </a:lnTo>
                  <a:lnTo>
                    <a:pt x="4924904" y="896872"/>
                  </a:lnTo>
                  <a:lnTo>
                    <a:pt x="4931515" y="902534"/>
                  </a:lnTo>
                  <a:lnTo>
                    <a:pt x="4938126" y="910155"/>
                  </a:lnTo>
                  <a:lnTo>
                    <a:pt x="4944736" y="913863"/>
                  </a:lnTo>
                  <a:lnTo>
                    <a:pt x="4951347" y="917623"/>
                  </a:lnTo>
                  <a:lnTo>
                    <a:pt x="4957957" y="929237"/>
                  </a:lnTo>
                  <a:lnTo>
                    <a:pt x="4964568" y="956522"/>
                  </a:lnTo>
                  <a:lnTo>
                    <a:pt x="4971179" y="1006890"/>
                  </a:lnTo>
                  <a:lnTo>
                    <a:pt x="4977789" y="1079810"/>
                  </a:lnTo>
                  <a:lnTo>
                    <a:pt x="4984400" y="1125537"/>
                  </a:lnTo>
                  <a:lnTo>
                    <a:pt x="4991011" y="1081565"/>
                  </a:lnTo>
                  <a:lnTo>
                    <a:pt x="4997621" y="1029033"/>
                  </a:lnTo>
                  <a:lnTo>
                    <a:pt x="5004232" y="994444"/>
                  </a:lnTo>
                  <a:lnTo>
                    <a:pt x="5010842" y="989426"/>
                  </a:lnTo>
                  <a:lnTo>
                    <a:pt x="5017453" y="1026734"/>
                  </a:lnTo>
                  <a:lnTo>
                    <a:pt x="5024064" y="1120183"/>
                  </a:lnTo>
                  <a:lnTo>
                    <a:pt x="5030674" y="1201675"/>
                  </a:lnTo>
                  <a:lnTo>
                    <a:pt x="5037285" y="1217690"/>
                  </a:lnTo>
                  <a:lnTo>
                    <a:pt x="5043895" y="1174285"/>
                  </a:lnTo>
                  <a:lnTo>
                    <a:pt x="5050506" y="1159686"/>
                  </a:lnTo>
                  <a:lnTo>
                    <a:pt x="5057117" y="1141397"/>
                  </a:lnTo>
                  <a:lnTo>
                    <a:pt x="5063727" y="1144955"/>
                  </a:lnTo>
                  <a:lnTo>
                    <a:pt x="5070338" y="1181899"/>
                  </a:lnTo>
                  <a:lnTo>
                    <a:pt x="5076948" y="1207284"/>
                  </a:lnTo>
                  <a:lnTo>
                    <a:pt x="5083559" y="1170312"/>
                  </a:lnTo>
                  <a:lnTo>
                    <a:pt x="5090170" y="1133562"/>
                  </a:lnTo>
                  <a:lnTo>
                    <a:pt x="5096780" y="1110969"/>
                  </a:lnTo>
                  <a:lnTo>
                    <a:pt x="5103391" y="1081565"/>
                  </a:lnTo>
                  <a:lnTo>
                    <a:pt x="5110002" y="1086184"/>
                  </a:lnTo>
                  <a:lnTo>
                    <a:pt x="5116612" y="1116539"/>
                  </a:lnTo>
                  <a:lnTo>
                    <a:pt x="5123223" y="1169820"/>
                  </a:lnTo>
                  <a:lnTo>
                    <a:pt x="5129833" y="1221252"/>
                  </a:lnTo>
                  <a:lnTo>
                    <a:pt x="5136444" y="1290563"/>
                  </a:lnTo>
                  <a:lnTo>
                    <a:pt x="5143055" y="1323628"/>
                  </a:lnTo>
                  <a:lnTo>
                    <a:pt x="5149665" y="1341854"/>
                  </a:lnTo>
                  <a:lnTo>
                    <a:pt x="5156276" y="1341854"/>
                  </a:lnTo>
                  <a:lnTo>
                    <a:pt x="5162886" y="1341854"/>
                  </a:lnTo>
                  <a:lnTo>
                    <a:pt x="5169497" y="1361432"/>
                  </a:lnTo>
                  <a:lnTo>
                    <a:pt x="5176108" y="1405564"/>
                  </a:lnTo>
                  <a:lnTo>
                    <a:pt x="5182718" y="1430742"/>
                  </a:lnTo>
                  <a:lnTo>
                    <a:pt x="5189329" y="1430742"/>
                  </a:lnTo>
                  <a:lnTo>
                    <a:pt x="5195939" y="1430742"/>
                  </a:lnTo>
                  <a:lnTo>
                    <a:pt x="5202550" y="1430742"/>
                  </a:lnTo>
                  <a:lnTo>
                    <a:pt x="5209161" y="1430742"/>
                  </a:lnTo>
                  <a:lnTo>
                    <a:pt x="5215771" y="1405564"/>
                  </a:lnTo>
                  <a:lnTo>
                    <a:pt x="5222382" y="1361432"/>
                  </a:lnTo>
                  <a:lnTo>
                    <a:pt x="5228992" y="1341854"/>
                  </a:lnTo>
                  <a:lnTo>
                    <a:pt x="5235603" y="1341854"/>
                  </a:lnTo>
                  <a:lnTo>
                    <a:pt x="5242214" y="1341854"/>
                  </a:lnTo>
                  <a:lnTo>
                    <a:pt x="5248824" y="1341854"/>
                  </a:lnTo>
                  <a:lnTo>
                    <a:pt x="5255435" y="1361432"/>
                  </a:lnTo>
                  <a:lnTo>
                    <a:pt x="5262046" y="1341854"/>
                  </a:lnTo>
                  <a:lnTo>
                    <a:pt x="5268656" y="1290563"/>
                  </a:lnTo>
                  <a:lnTo>
                    <a:pt x="5275267" y="1261179"/>
                  </a:lnTo>
                  <a:lnTo>
                    <a:pt x="5281877" y="1261179"/>
                  </a:lnTo>
                  <a:lnTo>
                    <a:pt x="5288488" y="1275463"/>
                  </a:lnTo>
                  <a:lnTo>
                    <a:pt x="5295099" y="1306578"/>
                  </a:lnTo>
                  <a:lnTo>
                    <a:pt x="5301709" y="1361432"/>
                  </a:lnTo>
                  <a:lnTo>
                    <a:pt x="5308320" y="1405564"/>
                  </a:lnTo>
                  <a:lnTo>
                    <a:pt x="5314930" y="1430742"/>
                  </a:lnTo>
                  <a:lnTo>
                    <a:pt x="5321541" y="1430742"/>
                  </a:lnTo>
                  <a:lnTo>
                    <a:pt x="5328152" y="1424219"/>
                  </a:lnTo>
                  <a:lnTo>
                    <a:pt x="5334762" y="1399627"/>
                  </a:lnTo>
                  <a:lnTo>
                    <a:pt x="5341373" y="1337178"/>
                  </a:lnTo>
                  <a:lnTo>
                    <a:pt x="5347983" y="1271819"/>
                  </a:lnTo>
                  <a:lnTo>
                    <a:pt x="5354594" y="1207851"/>
                  </a:lnTo>
                  <a:lnTo>
                    <a:pt x="5361205" y="1174786"/>
                  </a:lnTo>
                  <a:lnTo>
                    <a:pt x="5367815" y="1164946"/>
                  </a:lnTo>
                  <a:lnTo>
                    <a:pt x="5374426" y="1174786"/>
                  </a:lnTo>
                  <a:lnTo>
                    <a:pt x="5381037" y="1206717"/>
                  </a:lnTo>
                  <a:lnTo>
                    <a:pt x="5387647" y="1256357"/>
                  </a:lnTo>
                  <a:lnTo>
                    <a:pt x="5394258" y="1290563"/>
                  </a:lnTo>
                  <a:lnTo>
                    <a:pt x="5400868" y="1290563"/>
                  </a:lnTo>
                  <a:lnTo>
                    <a:pt x="5407479" y="1290563"/>
                  </a:lnTo>
                  <a:lnTo>
                    <a:pt x="5414090" y="1247629"/>
                  </a:lnTo>
                  <a:lnTo>
                    <a:pt x="5420700" y="1222450"/>
                  </a:lnTo>
                  <a:lnTo>
                    <a:pt x="5427311" y="1222450"/>
                  </a:lnTo>
                  <a:lnTo>
                    <a:pt x="5433921" y="1222450"/>
                  </a:lnTo>
                  <a:lnTo>
                    <a:pt x="5440532" y="1222450"/>
                  </a:lnTo>
                  <a:lnTo>
                    <a:pt x="5447143" y="1275463"/>
                  </a:lnTo>
                  <a:lnTo>
                    <a:pt x="5453753" y="1323628"/>
                  </a:lnTo>
                  <a:lnTo>
                    <a:pt x="5460364" y="1341854"/>
                  </a:lnTo>
                  <a:lnTo>
                    <a:pt x="5466974" y="1382577"/>
                  </a:lnTo>
                  <a:lnTo>
                    <a:pt x="5473585" y="1382577"/>
                  </a:lnTo>
                  <a:lnTo>
                    <a:pt x="5480196" y="1323628"/>
                  </a:lnTo>
                  <a:lnTo>
                    <a:pt x="5486806" y="1275463"/>
                  </a:lnTo>
                  <a:lnTo>
                    <a:pt x="5493417" y="1261179"/>
                  </a:lnTo>
                  <a:lnTo>
                    <a:pt x="5500028" y="1250952"/>
                  </a:lnTo>
                  <a:lnTo>
                    <a:pt x="5506638" y="1264678"/>
                  </a:lnTo>
                  <a:lnTo>
                    <a:pt x="5513249" y="1294476"/>
                  </a:lnTo>
                  <a:lnTo>
                    <a:pt x="5519859" y="1328068"/>
                  </a:lnTo>
                  <a:lnTo>
                    <a:pt x="5526470" y="1328068"/>
                  </a:lnTo>
                  <a:lnTo>
                    <a:pt x="5533081" y="1340912"/>
                  </a:lnTo>
                  <a:lnTo>
                    <a:pt x="5539691" y="1360418"/>
                  </a:lnTo>
                  <a:lnTo>
                    <a:pt x="5546302" y="1381479"/>
                  </a:lnTo>
                  <a:lnTo>
                    <a:pt x="5552912" y="1404365"/>
                  </a:lnTo>
                  <a:lnTo>
                    <a:pt x="5559523" y="1429425"/>
                  </a:lnTo>
                  <a:lnTo>
                    <a:pt x="5566134" y="1430742"/>
                  </a:lnTo>
                  <a:lnTo>
                    <a:pt x="5572744" y="1430742"/>
                  </a:lnTo>
                  <a:lnTo>
                    <a:pt x="5579355" y="1430742"/>
                  </a:lnTo>
                  <a:lnTo>
                    <a:pt x="5585965" y="1430742"/>
                  </a:lnTo>
                  <a:lnTo>
                    <a:pt x="5592576" y="1430742"/>
                  </a:lnTo>
                  <a:lnTo>
                    <a:pt x="5599187" y="1430742"/>
                  </a:lnTo>
                  <a:lnTo>
                    <a:pt x="5605797" y="1430742"/>
                  </a:lnTo>
                  <a:lnTo>
                    <a:pt x="5612408" y="1430742"/>
                  </a:lnTo>
                  <a:lnTo>
                    <a:pt x="5619019" y="1405564"/>
                  </a:lnTo>
                  <a:lnTo>
                    <a:pt x="5625629" y="1361432"/>
                  </a:lnTo>
                  <a:lnTo>
                    <a:pt x="5632240" y="1341854"/>
                  </a:lnTo>
                  <a:lnTo>
                    <a:pt x="5638850" y="1336253"/>
                  </a:lnTo>
                  <a:lnTo>
                    <a:pt x="5645461" y="1336253"/>
                  </a:lnTo>
                  <a:lnTo>
                    <a:pt x="5652072" y="1355405"/>
                  </a:lnTo>
                  <a:lnTo>
                    <a:pt x="5658682" y="1398455"/>
                  </a:lnTo>
                  <a:lnTo>
                    <a:pt x="5665293" y="1422933"/>
                  </a:lnTo>
                  <a:lnTo>
                    <a:pt x="5671903" y="1430742"/>
                  </a:lnTo>
                  <a:lnTo>
                    <a:pt x="5678514" y="1405564"/>
                  </a:lnTo>
                  <a:lnTo>
                    <a:pt x="5685125" y="1376054"/>
                  </a:lnTo>
                  <a:lnTo>
                    <a:pt x="5691735" y="1316675"/>
                  </a:lnTo>
                  <a:lnTo>
                    <a:pt x="5698346" y="1255676"/>
                  </a:lnTo>
                  <a:lnTo>
                    <a:pt x="5704956" y="1217690"/>
                  </a:lnTo>
                  <a:lnTo>
                    <a:pt x="5711567" y="1216513"/>
                  </a:lnTo>
                  <a:lnTo>
                    <a:pt x="5718178" y="1220059"/>
                  </a:lnTo>
                  <a:lnTo>
                    <a:pt x="5724788" y="1246311"/>
                  </a:lnTo>
                  <a:lnTo>
                    <a:pt x="5731399" y="1289013"/>
                  </a:lnTo>
                  <a:lnTo>
                    <a:pt x="5738010" y="1321872"/>
                  </a:lnTo>
                  <a:lnTo>
                    <a:pt x="5744620" y="1313267"/>
                  </a:lnTo>
                  <a:lnTo>
                    <a:pt x="5751231" y="1243696"/>
                  </a:lnTo>
                  <a:lnTo>
                    <a:pt x="5757841" y="1146752"/>
                  </a:lnTo>
                  <a:lnTo>
                    <a:pt x="5764452" y="1062542"/>
                  </a:lnTo>
                  <a:lnTo>
                    <a:pt x="5771063" y="1014705"/>
                  </a:lnTo>
                  <a:lnTo>
                    <a:pt x="5777673" y="996989"/>
                  </a:lnTo>
                  <a:lnTo>
                    <a:pt x="5784284" y="1015526"/>
                  </a:lnTo>
                  <a:lnTo>
                    <a:pt x="5790894" y="1060908"/>
                  </a:lnTo>
                  <a:lnTo>
                    <a:pt x="5797505" y="1118963"/>
                  </a:lnTo>
                  <a:lnTo>
                    <a:pt x="5804116" y="1172788"/>
                  </a:lnTo>
                  <a:lnTo>
                    <a:pt x="5810726" y="1215342"/>
                  </a:lnTo>
                  <a:lnTo>
                    <a:pt x="5817337" y="1242398"/>
                  </a:lnTo>
                  <a:lnTo>
                    <a:pt x="5823947" y="1275463"/>
                  </a:lnTo>
                  <a:lnTo>
                    <a:pt x="5830558" y="1341854"/>
                  </a:lnTo>
                  <a:lnTo>
                    <a:pt x="5837169" y="1405564"/>
                  </a:lnTo>
                  <a:lnTo>
                    <a:pt x="5843779" y="1430742"/>
                  </a:lnTo>
                  <a:lnTo>
                    <a:pt x="5850390" y="1430742"/>
                  </a:lnTo>
                  <a:lnTo>
                    <a:pt x="5857001" y="1430742"/>
                  </a:lnTo>
                  <a:lnTo>
                    <a:pt x="5863611" y="1405564"/>
                  </a:lnTo>
                  <a:lnTo>
                    <a:pt x="5870222" y="1341854"/>
                  </a:lnTo>
                  <a:lnTo>
                    <a:pt x="5876832" y="1290563"/>
                  </a:lnTo>
                  <a:lnTo>
                    <a:pt x="5883443" y="1261179"/>
                  </a:lnTo>
                  <a:lnTo>
                    <a:pt x="5890054" y="1247629"/>
                  </a:lnTo>
                  <a:lnTo>
                    <a:pt x="5896664" y="1261179"/>
                  </a:lnTo>
                  <a:lnTo>
                    <a:pt x="5903275" y="1306578"/>
                  </a:lnTo>
                  <a:lnTo>
                    <a:pt x="5909885" y="1361432"/>
                  </a:lnTo>
                  <a:lnTo>
                    <a:pt x="5916496" y="1405564"/>
                  </a:lnTo>
                  <a:lnTo>
                    <a:pt x="5923107" y="1430742"/>
                  </a:lnTo>
                  <a:lnTo>
                    <a:pt x="5929717" y="1430742"/>
                  </a:lnTo>
                  <a:lnTo>
                    <a:pt x="5936328" y="1382577"/>
                  </a:lnTo>
                  <a:lnTo>
                    <a:pt x="5942938" y="1341854"/>
                  </a:lnTo>
                  <a:lnTo>
                    <a:pt x="5949549" y="1323628"/>
                  </a:lnTo>
                  <a:lnTo>
                    <a:pt x="5956160" y="1296853"/>
                  </a:lnTo>
                  <a:lnTo>
                    <a:pt x="5962770" y="1266800"/>
                  </a:lnTo>
                  <a:lnTo>
                    <a:pt x="5969381" y="1276934"/>
                  </a:lnTo>
                  <a:lnTo>
                    <a:pt x="5975991" y="1308235"/>
                  </a:lnTo>
                  <a:lnTo>
                    <a:pt x="5982602" y="1325395"/>
                  </a:lnTo>
                  <a:lnTo>
                    <a:pt x="5989213" y="1355405"/>
                  </a:lnTo>
                  <a:lnTo>
                    <a:pt x="5995823" y="1398455"/>
                  </a:lnTo>
                  <a:lnTo>
                    <a:pt x="6002434" y="1430742"/>
                  </a:lnTo>
                  <a:lnTo>
                    <a:pt x="6009045" y="1430742"/>
                  </a:lnTo>
                  <a:lnTo>
                    <a:pt x="6015655" y="1430742"/>
                  </a:lnTo>
                  <a:lnTo>
                    <a:pt x="6022266" y="1430742"/>
                  </a:lnTo>
                  <a:lnTo>
                    <a:pt x="6028876" y="1430742"/>
                  </a:lnTo>
                  <a:lnTo>
                    <a:pt x="6035487" y="1430742"/>
                  </a:lnTo>
                  <a:lnTo>
                    <a:pt x="6042098" y="1430742"/>
                  </a:lnTo>
                  <a:lnTo>
                    <a:pt x="6048708" y="1430742"/>
                  </a:lnTo>
                  <a:lnTo>
                    <a:pt x="6055319" y="1430742"/>
                  </a:lnTo>
                  <a:lnTo>
                    <a:pt x="6061929" y="1430742"/>
                  </a:lnTo>
                  <a:lnTo>
                    <a:pt x="6068540" y="1430742"/>
                  </a:lnTo>
                  <a:lnTo>
                    <a:pt x="6075151" y="1430742"/>
                  </a:lnTo>
                  <a:lnTo>
                    <a:pt x="6081761" y="1430742"/>
                  </a:lnTo>
                  <a:lnTo>
                    <a:pt x="6088372" y="1430742"/>
                  </a:lnTo>
                  <a:lnTo>
                    <a:pt x="6094982" y="1430742"/>
                  </a:lnTo>
                  <a:lnTo>
                    <a:pt x="6101593" y="1430742"/>
                  </a:lnTo>
                  <a:lnTo>
                    <a:pt x="6108204" y="1430742"/>
                  </a:lnTo>
                  <a:lnTo>
                    <a:pt x="6114814" y="1430742"/>
                  </a:lnTo>
                  <a:lnTo>
                    <a:pt x="6121425" y="1430742"/>
                  </a:lnTo>
                  <a:lnTo>
                    <a:pt x="6128036" y="1430742"/>
                  </a:lnTo>
                  <a:lnTo>
                    <a:pt x="6134646" y="1430742"/>
                  </a:lnTo>
                  <a:lnTo>
                    <a:pt x="6141257" y="1405564"/>
                  </a:lnTo>
                  <a:lnTo>
                    <a:pt x="6147867" y="1382577"/>
                  </a:lnTo>
                  <a:lnTo>
                    <a:pt x="6154478" y="1341854"/>
                  </a:lnTo>
                  <a:lnTo>
                    <a:pt x="6161089" y="1323628"/>
                  </a:lnTo>
                  <a:lnTo>
                    <a:pt x="6167699" y="1323628"/>
                  </a:lnTo>
                  <a:lnTo>
                    <a:pt x="6174310" y="1341854"/>
                  </a:lnTo>
                  <a:lnTo>
                    <a:pt x="6180920" y="1361432"/>
                  </a:lnTo>
                  <a:lnTo>
                    <a:pt x="6187531" y="1382577"/>
                  </a:lnTo>
                  <a:lnTo>
                    <a:pt x="6194142" y="1382577"/>
                  </a:lnTo>
                  <a:lnTo>
                    <a:pt x="6200752" y="1322749"/>
                  </a:lnTo>
                  <a:lnTo>
                    <a:pt x="6207363" y="1274730"/>
                  </a:lnTo>
                  <a:lnTo>
                    <a:pt x="6213973" y="1236001"/>
                  </a:lnTo>
                  <a:lnTo>
                    <a:pt x="6220584" y="1248953"/>
                  </a:lnTo>
                  <a:lnTo>
                    <a:pt x="6227195" y="1248953"/>
                  </a:lnTo>
                  <a:lnTo>
                    <a:pt x="6233805" y="1277673"/>
                  </a:lnTo>
                  <a:lnTo>
                    <a:pt x="6240416" y="1292904"/>
                  </a:lnTo>
                  <a:lnTo>
                    <a:pt x="6247027" y="1323628"/>
                  </a:lnTo>
                  <a:lnTo>
                    <a:pt x="6253637" y="1306578"/>
                  </a:lnTo>
                  <a:lnTo>
                    <a:pt x="6260248" y="1323628"/>
                  </a:lnTo>
                  <a:lnTo>
                    <a:pt x="6266858" y="1341854"/>
                  </a:lnTo>
                  <a:lnTo>
                    <a:pt x="6273469" y="1382577"/>
                  </a:lnTo>
                  <a:lnTo>
                    <a:pt x="6280080" y="1405564"/>
                  </a:lnTo>
                  <a:lnTo>
                    <a:pt x="6286690" y="1430742"/>
                  </a:lnTo>
                  <a:lnTo>
                    <a:pt x="6293301" y="1430742"/>
                  </a:lnTo>
                  <a:lnTo>
                    <a:pt x="6299911" y="1430742"/>
                  </a:lnTo>
                  <a:lnTo>
                    <a:pt x="6306522" y="1430742"/>
                  </a:lnTo>
                  <a:lnTo>
                    <a:pt x="6313133" y="1405564"/>
                  </a:lnTo>
                  <a:lnTo>
                    <a:pt x="6319743" y="1361432"/>
                  </a:lnTo>
                  <a:lnTo>
                    <a:pt x="6326354" y="1323628"/>
                  </a:lnTo>
                  <a:lnTo>
                    <a:pt x="6332964" y="1323628"/>
                  </a:lnTo>
                  <a:lnTo>
                    <a:pt x="6339575" y="1323628"/>
                  </a:lnTo>
                  <a:lnTo>
                    <a:pt x="6346186" y="1328068"/>
                  </a:lnTo>
                  <a:lnTo>
                    <a:pt x="6352796" y="1328068"/>
                  </a:lnTo>
                  <a:lnTo>
                    <a:pt x="6359407" y="1328068"/>
                  </a:lnTo>
                  <a:lnTo>
                    <a:pt x="6366018" y="1310739"/>
                  </a:lnTo>
                  <a:lnTo>
                    <a:pt x="6372628" y="1310739"/>
                  </a:lnTo>
                  <a:lnTo>
                    <a:pt x="6379239" y="1323628"/>
                  </a:lnTo>
                  <a:lnTo>
                    <a:pt x="6385849" y="1361432"/>
                  </a:lnTo>
                  <a:lnTo>
                    <a:pt x="6392460" y="1405564"/>
                  </a:lnTo>
                  <a:lnTo>
                    <a:pt x="6399071" y="1410411"/>
                  </a:lnTo>
                  <a:lnTo>
                    <a:pt x="6405681" y="1387017"/>
                  </a:lnTo>
                  <a:lnTo>
                    <a:pt x="6412292" y="1327174"/>
                  </a:lnTo>
                  <a:lnTo>
                    <a:pt x="6418902" y="1278414"/>
                  </a:lnTo>
                  <a:lnTo>
                    <a:pt x="6425513" y="1250284"/>
                  </a:lnTo>
                  <a:lnTo>
                    <a:pt x="6432124" y="1222450"/>
                  </a:lnTo>
                  <a:lnTo>
                    <a:pt x="6438734" y="1222450"/>
                  </a:lnTo>
                  <a:lnTo>
                    <a:pt x="6445345" y="1261179"/>
                  </a:lnTo>
                  <a:lnTo>
                    <a:pt x="6451955" y="1306578"/>
                  </a:lnTo>
                  <a:lnTo>
                    <a:pt x="6458566" y="1341854"/>
                  </a:lnTo>
                  <a:lnTo>
                    <a:pt x="6465177" y="1405564"/>
                  </a:lnTo>
                  <a:lnTo>
                    <a:pt x="6471787" y="1430742"/>
                  </a:lnTo>
                  <a:lnTo>
                    <a:pt x="6478398" y="1430742"/>
                  </a:lnTo>
                  <a:lnTo>
                    <a:pt x="6485009" y="1430742"/>
                  </a:lnTo>
                  <a:lnTo>
                    <a:pt x="6491619" y="1430742"/>
                  </a:lnTo>
                  <a:lnTo>
                    <a:pt x="6498230" y="1430742"/>
                  </a:lnTo>
                  <a:lnTo>
                    <a:pt x="6504840" y="1430742"/>
                  </a:lnTo>
                  <a:lnTo>
                    <a:pt x="6511451" y="1430742"/>
                  </a:lnTo>
                  <a:lnTo>
                    <a:pt x="6518062" y="1430742"/>
                  </a:lnTo>
                  <a:lnTo>
                    <a:pt x="6524672" y="1430742"/>
                  </a:lnTo>
                  <a:lnTo>
                    <a:pt x="6531283" y="1430742"/>
                  </a:lnTo>
                  <a:lnTo>
                    <a:pt x="6537893" y="1430742"/>
                  </a:lnTo>
                  <a:lnTo>
                    <a:pt x="6544504" y="1430742"/>
                  </a:lnTo>
                  <a:lnTo>
                    <a:pt x="6551115" y="1430742"/>
                  </a:lnTo>
                  <a:lnTo>
                    <a:pt x="6557725" y="1430742"/>
                  </a:lnTo>
                  <a:lnTo>
                    <a:pt x="6564336" y="1430742"/>
                  </a:lnTo>
                  <a:lnTo>
                    <a:pt x="6570946" y="1430742"/>
                  </a:lnTo>
                  <a:lnTo>
                    <a:pt x="6577557" y="1383680"/>
                  </a:lnTo>
                  <a:lnTo>
                    <a:pt x="6584168" y="1342799"/>
                  </a:lnTo>
                  <a:lnTo>
                    <a:pt x="6590778" y="1324510"/>
                  </a:lnTo>
                  <a:lnTo>
                    <a:pt x="6597389" y="1324510"/>
                  </a:lnTo>
                  <a:lnTo>
                    <a:pt x="6603999" y="1313267"/>
                  </a:lnTo>
                  <a:lnTo>
                    <a:pt x="6603999" y="1430742"/>
                  </a:lnTo>
                  <a:lnTo>
                    <a:pt x="6597389" y="1430742"/>
                  </a:lnTo>
                  <a:lnTo>
                    <a:pt x="6590778" y="1430742"/>
                  </a:lnTo>
                  <a:lnTo>
                    <a:pt x="6584168" y="1430742"/>
                  </a:lnTo>
                  <a:lnTo>
                    <a:pt x="6577557" y="1430742"/>
                  </a:lnTo>
                  <a:lnTo>
                    <a:pt x="6570946" y="1430742"/>
                  </a:lnTo>
                  <a:lnTo>
                    <a:pt x="6564336" y="1430742"/>
                  </a:lnTo>
                  <a:lnTo>
                    <a:pt x="6557725" y="1430742"/>
                  </a:lnTo>
                  <a:lnTo>
                    <a:pt x="6551115" y="1430742"/>
                  </a:lnTo>
                  <a:lnTo>
                    <a:pt x="6544504" y="1430742"/>
                  </a:lnTo>
                  <a:lnTo>
                    <a:pt x="6537893" y="1430742"/>
                  </a:lnTo>
                  <a:lnTo>
                    <a:pt x="6531283" y="1430742"/>
                  </a:lnTo>
                  <a:lnTo>
                    <a:pt x="6524672" y="1430742"/>
                  </a:lnTo>
                  <a:lnTo>
                    <a:pt x="6518062" y="1430742"/>
                  </a:lnTo>
                  <a:lnTo>
                    <a:pt x="6511451" y="1430742"/>
                  </a:lnTo>
                  <a:lnTo>
                    <a:pt x="6504840" y="1430742"/>
                  </a:lnTo>
                  <a:lnTo>
                    <a:pt x="6498230" y="1430742"/>
                  </a:lnTo>
                  <a:lnTo>
                    <a:pt x="6491619" y="1430742"/>
                  </a:lnTo>
                  <a:lnTo>
                    <a:pt x="6485009" y="1430742"/>
                  </a:lnTo>
                  <a:lnTo>
                    <a:pt x="6478398" y="1430742"/>
                  </a:lnTo>
                  <a:lnTo>
                    <a:pt x="6471787" y="1430742"/>
                  </a:lnTo>
                  <a:lnTo>
                    <a:pt x="6465177" y="1430742"/>
                  </a:lnTo>
                  <a:lnTo>
                    <a:pt x="6458566" y="1430742"/>
                  </a:lnTo>
                  <a:lnTo>
                    <a:pt x="6451955" y="1430742"/>
                  </a:lnTo>
                  <a:lnTo>
                    <a:pt x="6445345" y="1430742"/>
                  </a:lnTo>
                  <a:lnTo>
                    <a:pt x="6438734" y="1430742"/>
                  </a:lnTo>
                  <a:lnTo>
                    <a:pt x="6432124" y="1430742"/>
                  </a:lnTo>
                  <a:lnTo>
                    <a:pt x="6425513" y="1430742"/>
                  </a:lnTo>
                  <a:lnTo>
                    <a:pt x="6418902" y="1430742"/>
                  </a:lnTo>
                  <a:lnTo>
                    <a:pt x="6412292" y="1430742"/>
                  </a:lnTo>
                  <a:lnTo>
                    <a:pt x="6405681" y="1430742"/>
                  </a:lnTo>
                  <a:lnTo>
                    <a:pt x="6399071" y="1430742"/>
                  </a:lnTo>
                  <a:lnTo>
                    <a:pt x="6392460" y="1430742"/>
                  </a:lnTo>
                  <a:lnTo>
                    <a:pt x="6385849" y="1430742"/>
                  </a:lnTo>
                  <a:lnTo>
                    <a:pt x="6379239" y="1430742"/>
                  </a:lnTo>
                  <a:lnTo>
                    <a:pt x="6372628" y="1430742"/>
                  </a:lnTo>
                  <a:lnTo>
                    <a:pt x="6366018" y="1430742"/>
                  </a:lnTo>
                  <a:lnTo>
                    <a:pt x="6359407" y="1430742"/>
                  </a:lnTo>
                  <a:lnTo>
                    <a:pt x="6352796" y="1430742"/>
                  </a:lnTo>
                  <a:lnTo>
                    <a:pt x="6346186" y="1430742"/>
                  </a:lnTo>
                  <a:lnTo>
                    <a:pt x="6339575" y="1430742"/>
                  </a:lnTo>
                  <a:lnTo>
                    <a:pt x="6332964" y="1430742"/>
                  </a:lnTo>
                  <a:lnTo>
                    <a:pt x="6326354" y="1430742"/>
                  </a:lnTo>
                  <a:lnTo>
                    <a:pt x="6319743" y="1430742"/>
                  </a:lnTo>
                  <a:lnTo>
                    <a:pt x="6313133" y="1430742"/>
                  </a:lnTo>
                  <a:lnTo>
                    <a:pt x="6306522" y="1430742"/>
                  </a:lnTo>
                  <a:lnTo>
                    <a:pt x="6299911" y="1430742"/>
                  </a:lnTo>
                  <a:lnTo>
                    <a:pt x="6293301" y="1430742"/>
                  </a:lnTo>
                  <a:lnTo>
                    <a:pt x="6286690" y="1430742"/>
                  </a:lnTo>
                  <a:lnTo>
                    <a:pt x="6280080" y="1430742"/>
                  </a:lnTo>
                  <a:lnTo>
                    <a:pt x="6273469" y="1430742"/>
                  </a:lnTo>
                  <a:lnTo>
                    <a:pt x="6266858" y="1430742"/>
                  </a:lnTo>
                  <a:lnTo>
                    <a:pt x="6260248" y="1430742"/>
                  </a:lnTo>
                  <a:lnTo>
                    <a:pt x="6253637" y="1430742"/>
                  </a:lnTo>
                  <a:lnTo>
                    <a:pt x="6247027" y="1430742"/>
                  </a:lnTo>
                  <a:lnTo>
                    <a:pt x="6240416" y="1430742"/>
                  </a:lnTo>
                  <a:lnTo>
                    <a:pt x="6233805" y="1430742"/>
                  </a:lnTo>
                  <a:lnTo>
                    <a:pt x="6227195" y="1430742"/>
                  </a:lnTo>
                  <a:lnTo>
                    <a:pt x="6220584" y="1430742"/>
                  </a:lnTo>
                  <a:lnTo>
                    <a:pt x="6213973" y="1430742"/>
                  </a:lnTo>
                  <a:lnTo>
                    <a:pt x="6207363" y="1430742"/>
                  </a:lnTo>
                  <a:lnTo>
                    <a:pt x="6200752" y="1430742"/>
                  </a:lnTo>
                  <a:lnTo>
                    <a:pt x="6194142" y="1430742"/>
                  </a:lnTo>
                  <a:lnTo>
                    <a:pt x="6187531" y="1430742"/>
                  </a:lnTo>
                  <a:lnTo>
                    <a:pt x="6180920" y="1430742"/>
                  </a:lnTo>
                  <a:lnTo>
                    <a:pt x="6174310" y="1430742"/>
                  </a:lnTo>
                  <a:lnTo>
                    <a:pt x="6167699" y="1430742"/>
                  </a:lnTo>
                  <a:lnTo>
                    <a:pt x="6161089" y="1430742"/>
                  </a:lnTo>
                  <a:lnTo>
                    <a:pt x="6154478" y="1430742"/>
                  </a:lnTo>
                  <a:lnTo>
                    <a:pt x="6147867" y="1430742"/>
                  </a:lnTo>
                  <a:lnTo>
                    <a:pt x="6141257" y="1430742"/>
                  </a:lnTo>
                  <a:lnTo>
                    <a:pt x="6134646" y="1430742"/>
                  </a:lnTo>
                  <a:lnTo>
                    <a:pt x="6128036" y="1430742"/>
                  </a:lnTo>
                  <a:lnTo>
                    <a:pt x="6121425" y="1430742"/>
                  </a:lnTo>
                  <a:lnTo>
                    <a:pt x="6114814" y="1430742"/>
                  </a:lnTo>
                  <a:lnTo>
                    <a:pt x="6108204" y="1430742"/>
                  </a:lnTo>
                  <a:lnTo>
                    <a:pt x="6101593" y="1430742"/>
                  </a:lnTo>
                  <a:lnTo>
                    <a:pt x="6094982" y="1430742"/>
                  </a:lnTo>
                  <a:lnTo>
                    <a:pt x="6088372" y="1430742"/>
                  </a:lnTo>
                  <a:lnTo>
                    <a:pt x="6081761" y="1430742"/>
                  </a:lnTo>
                  <a:lnTo>
                    <a:pt x="6075151" y="1430742"/>
                  </a:lnTo>
                  <a:lnTo>
                    <a:pt x="6068540" y="1430742"/>
                  </a:lnTo>
                  <a:lnTo>
                    <a:pt x="6061929" y="1430742"/>
                  </a:lnTo>
                  <a:lnTo>
                    <a:pt x="6055319" y="1430742"/>
                  </a:lnTo>
                  <a:lnTo>
                    <a:pt x="6048708" y="1430742"/>
                  </a:lnTo>
                  <a:lnTo>
                    <a:pt x="6042098" y="1430742"/>
                  </a:lnTo>
                  <a:lnTo>
                    <a:pt x="6035487" y="1430742"/>
                  </a:lnTo>
                  <a:lnTo>
                    <a:pt x="6028876" y="1430742"/>
                  </a:lnTo>
                  <a:lnTo>
                    <a:pt x="6022266" y="1430742"/>
                  </a:lnTo>
                  <a:lnTo>
                    <a:pt x="6015655" y="1430742"/>
                  </a:lnTo>
                  <a:lnTo>
                    <a:pt x="6009045" y="1430742"/>
                  </a:lnTo>
                  <a:lnTo>
                    <a:pt x="6002434" y="1430742"/>
                  </a:lnTo>
                  <a:lnTo>
                    <a:pt x="5995823" y="1430742"/>
                  </a:lnTo>
                  <a:lnTo>
                    <a:pt x="5989213" y="1430742"/>
                  </a:lnTo>
                  <a:lnTo>
                    <a:pt x="5982602" y="1430742"/>
                  </a:lnTo>
                  <a:lnTo>
                    <a:pt x="5975991" y="1430742"/>
                  </a:lnTo>
                  <a:lnTo>
                    <a:pt x="5969381" y="1430742"/>
                  </a:lnTo>
                  <a:lnTo>
                    <a:pt x="5962770" y="1430742"/>
                  </a:lnTo>
                  <a:lnTo>
                    <a:pt x="5956160" y="1430742"/>
                  </a:lnTo>
                  <a:lnTo>
                    <a:pt x="5949549" y="1430742"/>
                  </a:lnTo>
                  <a:lnTo>
                    <a:pt x="5942938" y="1430742"/>
                  </a:lnTo>
                  <a:lnTo>
                    <a:pt x="5936328" y="1430742"/>
                  </a:lnTo>
                  <a:lnTo>
                    <a:pt x="5929717" y="1430742"/>
                  </a:lnTo>
                  <a:lnTo>
                    <a:pt x="5923107" y="1430742"/>
                  </a:lnTo>
                  <a:lnTo>
                    <a:pt x="5916496" y="1430742"/>
                  </a:lnTo>
                  <a:lnTo>
                    <a:pt x="5909885" y="1430742"/>
                  </a:lnTo>
                  <a:lnTo>
                    <a:pt x="5903275" y="1430742"/>
                  </a:lnTo>
                  <a:lnTo>
                    <a:pt x="5896664" y="1430742"/>
                  </a:lnTo>
                  <a:lnTo>
                    <a:pt x="5890054" y="1430742"/>
                  </a:lnTo>
                  <a:lnTo>
                    <a:pt x="5883443" y="1430742"/>
                  </a:lnTo>
                  <a:lnTo>
                    <a:pt x="5876832" y="1430742"/>
                  </a:lnTo>
                  <a:lnTo>
                    <a:pt x="5870222" y="1430742"/>
                  </a:lnTo>
                  <a:lnTo>
                    <a:pt x="5863611" y="1430742"/>
                  </a:lnTo>
                  <a:lnTo>
                    <a:pt x="5857001" y="1430742"/>
                  </a:lnTo>
                  <a:lnTo>
                    <a:pt x="5850390" y="1430742"/>
                  </a:lnTo>
                  <a:lnTo>
                    <a:pt x="5843779" y="1430742"/>
                  </a:lnTo>
                  <a:lnTo>
                    <a:pt x="5837169" y="1430742"/>
                  </a:lnTo>
                  <a:lnTo>
                    <a:pt x="5830558" y="1430742"/>
                  </a:lnTo>
                  <a:lnTo>
                    <a:pt x="5823947" y="1430742"/>
                  </a:lnTo>
                  <a:lnTo>
                    <a:pt x="5817337" y="1430742"/>
                  </a:lnTo>
                  <a:lnTo>
                    <a:pt x="5810726" y="1430742"/>
                  </a:lnTo>
                  <a:lnTo>
                    <a:pt x="5804116" y="1430742"/>
                  </a:lnTo>
                  <a:lnTo>
                    <a:pt x="5797505" y="1430742"/>
                  </a:lnTo>
                  <a:lnTo>
                    <a:pt x="5790894" y="1430742"/>
                  </a:lnTo>
                  <a:lnTo>
                    <a:pt x="5784284" y="1430742"/>
                  </a:lnTo>
                  <a:lnTo>
                    <a:pt x="5777673" y="1430742"/>
                  </a:lnTo>
                  <a:lnTo>
                    <a:pt x="5771063" y="1430742"/>
                  </a:lnTo>
                  <a:lnTo>
                    <a:pt x="5764452" y="1430742"/>
                  </a:lnTo>
                  <a:lnTo>
                    <a:pt x="5757841" y="1430742"/>
                  </a:lnTo>
                  <a:lnTo>
                    <a:pt x="5751231" y="1430742"/>
                  </a:lnTo>
                  <a:lnTo>
                    <a:pt x="5744620" y="1430742"/>
                  </a:lnTo>
                  <a:lnTo>
                    <a:pt x="5738010" y="1430742"/>
                  </a:lnTo>
                  <a:lnTo>
                    <a:pt x="5731399" y="1430742"/>
                  </a:lnTo>
                  <a:lnTo>
                    <a:pt x="5724788" y="1430742"/>
                  </a:lnTo>
                  <a:lnTo>
                    <a:pt x="5718178" y="1430742"/>
                  </a:lnTo>
                  <a:lnTo>
                    <a:pt x="5711567" y="1430742"/>
                  </a:lnTo>
                  <a:lnTo>
                    <a:pt x="5704956" y="1430742"/>
                  </a:lnTo>
                  <a:lnTo>
                    <a:pt x="5698346" y="1430742"/>
                  </a:lnTo>
                  <a:lnTo>
                    <a:pt x="5691735" y="1430742"/>
                  </a:lnTo>
                  <a:lnTo>
                    <a:pt x="5685125" y="1430742"/>
                  </a:lnTo>
                  <a:lnTo>
                    <a:pt x="5678514" y="1430742"/>
                  </a:lnTo>
                  <a:lnTo>
                    <a:pt x="5671903" y="1430742"/>
                  </a:lnTo>
                  <a:lnTo>
                    <a:pt x="5665293" y="1430742"/>
                  </a:lnTo>
                  <a:lnTo>
                    <a:pt x="5658682" y="1430742"/>
                  </a:lnTo>
                  <a:lnTo>
                    <a:pt x="5652072" y="1430742"/>
                  </a:lnTo>
                  <a:lnTo>
                    <a:pt x="5645461" y="1430742"/>
                  </a:lnTo>
                  <a:lnTo>
                    <a:pt x="5638850" y="1430742"/>
                  </a:lnTo>
                  <a:lnTo>
                    <a:pt x="5632240" y="1430742"/>
                  </a:lnTo>
                  <a:lnTo>
                    <a:pt x="5625629" y="1430742"/>
                  </a:lnTo>
                  <a:lnTo>
                    <a:pt x="5619019" y="1430742"/>
                  </a:lnTo>
                  <a:lnTo>
                    <a:pt x="5612408" y="1430742"/>
                  </a:lnTo>
                  <a:lnTo>
                    <a:pt x="5605797" y="1430742"/>
                  </a:lnTo>
                  <a:lnTo>
                    <a:pt x="5599187" y="1430742"/>
                  </a:lnTo>
                  <a:lnTo>
                    <a:pt x="5592576" y="1430742"/>
                  </a:lnTo>
                  <a:lnTo>
                    <a:pt x="5585965" y="1430742"/>
                  </a:lnTo>
                  <a:lnTo>
                    <a:pt x="5579355" y="1430742"/>
                  </a:lnTo>
                  <a:lnTo>
                    <a:pt x="5572744" y="1430742"/>
                  </a:lnTo>
                  <a:lnTo>
                    <a:pt x="5566134" y="1430742"/>
                  </a:lnTo>
                  <a:lnTo>
                    <a:pt x="5559523" y="1430742"/>
                  </a:lnTo>
                  <a:lnTo>
                    <a:pt x="5552912" y="1430742"/>
                  </a:lnTo>
                  <a:lnTo>
                    <a:pt x="5546302" y="1430742"/>
                  </a:lnTo>
                  <a:lnTo>
                    <a:pt x="5539691" y="1430742"/>
                  </a:lnTo>
                  <a:lnTo>
                    <a:pt x="5533081" y="1430742"/>
                  </a:lnTo>
                  <a:lnTo>
                    <a:pt x="5526470" y="1430742"/>
                  </a:lnTo>
                  <a:lnTo>
                    <a:pt x="5519859" y="1430742"/>
                  </a:lnTo>
                  <a:lnTo>
                    <a:pt x="5513249" y="1430742"/>
                  </a:lnTo>
                  <a:lnTo>
                    <a:pt x="5506638" y="1430742"/>
                  </a:lnTo>
                  <a:lnTo>
                    <a:pt x="5500028" y="1430742"/>
                  </a:lnTo>
                  <a:lnTo>
                    <a:pt x="5493417" y="1430742"/>
                  </a:lnTo>
                  <a:lnTo>
                    <a:pt x="5486806" y="1430742"/>
                  </a:lnTo>
                  <a:lnTo>
                    <a:pt x="5480196" y="1430742"/>
                  </a:lnTo>
                  <a:lnTo>
                    <a:pt x="5473585" y="1430742"/>
                  </a:lnTo>
                  <a:lnTo>
                    <a:pt x="5466974" y="1430742"/>
                  </a:lnTo>
                  <a:lnTo>
                    <a:pt x="5460364" y="1430742"/>
                  </a:lnTo>
                  <a:lnTo>
                    <a:pt x="5453753" y="1430742"/>
                  </a:lnTo>
                  <a:lnTo>
                    <a:pt x="5447143" y="1430742"/>
                  </a:lnTo>
                  <a:lnTo>
                    <a:pt x="5440532" y="1430742"/>
                  </a:lnTo>
                  <a:lnTo>
                    <a:pt x="5433921" y="1430742"/>
                  </a:lnTo>
                  <a:lnTo>
                    <a:pt x="5427311" y="1430742"/>
                  </a:lnTo>
                  <a:lnTo>
                    <a:pt x="5420700" y="1430742"/>
                  </a:lnTo>
                  <a:lnTo>
                    <a:pt x="5414090" y="1430742"/>
                  </a:lnTo>
                  <a:lnTo>
                    <a:pt x="5407479" y="1430742"/>
                  </a:lnTo>
                  <a:lnTo>
                    <a:pt x="5400868" y="1430742"/>
                  </a:lnTo>
                  <a:lnTo>
                    <a:pt x="5394258" y="1430742"/>
                  </a:lnTo>
                  <a:lnTo>
                    <a:pt x="5387647" y="1430742"/>
                  </a:lnTo>
                  <a:lnTo>
                    <a:pt x="5381037" y="1430742"/>
                  </a:lnTo>
                  <a:lnTo>
                    <a:pt x="5374426" y="1430742"/>
                  </a:lnTo>
                  <a:lnTo>
                    <a:pt x="5367815" y="1430742"/>
                  </a:lnTo>
                  <a:lnTo>
                    <a:pt x="5361205" y="1430742"/>
                  </a:lnTo>
                  <a:lnTo>
                    <a:pt x="5354594" y="1430742"/>
                  </a:lnTo>
                  <a:lnTo>
                    <a:pt x="5347983" y="1430742"/>
                  </a:lnTo>
                  <a:lnTo>
                    <a:pt x="5341373" y="1430742"/>
                  </a:lnTo>
                  <a:lnTo>
                    <a:pt x="5334762" y="1430742"/>
                  </a:lnTo>
                  <a:lnTo>
                    <a:pt x="5328152" y="1430742"/>
                  </a:lnTo>
                  <a:lnTo>
                    <a:pt x="5321541" y="1430742"/>
                  </a:lnTo>
                  <a:lnTo>
                    <a:pt x="5314930" y="1430742"/>
                  </a:lnTo>
                  <a:lnTo>
                    <a:pt x="5308320" y="1430742"/>
                  </a:lnTo>
                  <a:lnTo>
                    <a:pt x="5301709" y="1430742"/>
                  </a:lnTo>
                  <a:lnTo>
                    <a:pt x="5295099" y="1430742"/>
                  </a:lnTo>
                  <a:lnTo>
                    <a:pt x="5288488" y="1430742"/>
                  </a:lnTo>
                  <a:lnTo>
                    <a:pt x="5281877" y="1430742"/>
                  </a:lnTo>
                  <a:lnTo>
                    <a:pt x="5275267" y="1430742"/>
                  </a:lnTo>
                  <a:lnTo>
                    <a:pt x="5268656" y="1430742"/>
                  </a:lnTo>
                  <a:lnTo>
                    <a:pt x="5262046" y="1430742"/>
                  </a:lnTo>
                  <a:lnTo>
                    <a:pt x="5255435" y="1430742"/>
                  </a:lnTo>
                  <a:lnTo>
                    <a:pt x="5248824" y="1430742"/>
                  </a:lnTo>
                  <a:lnTo>
                    <a:pt x="5242214" y="1430742"/>
                  </a:lnTo>
                  <a:lnTo>
                    <a:pt x="5235603" y="1430742"/>
                  </a:lnTo>
                  <a:lnTo>
                    <a:pt x="5228992" y="1430742"/>
                  </a:lnTo>
                  <a:lnTo>
                    <a:pt x="5222382" y="1430742"/>
                  </a:lnTo>
                  <a:lnTo>
                    <a:pt x="5215771" y="1430742"/>
                  </a:lnTo>
                  <a:lnTo>
                    <a:pt x="5209161" y="1430742"/>
                  </a:lnTo>
                  <a:lnTo>
                    <a:pt x="5202550" y="1430742"/>
                  </a:lnTo>
                  <a:lnTo>
                    <a:pt x="5195939" y="1430742"/>
                  </a:lnTo>
                  <a:lnTo>
                    <a:pt x="5189329" y="1430742"/>
                  </a:lnTo>
                  <a:lnTo>
                    <a:pt x="5182718" y="1430742"/>
                  </a:lnTo>
                  <a:lnTo>
                    <a:pt x="5176108" y="1430742"/>
                  </a:lnTo>
                  <a:lnTo>
                    <a:pt x="5169497" y="1430742"/>
                  </a:lnTo>
                  <a:lnTo>
                    <a:pt x="5162886" y="1430742"/>
                  </a:lnTo>
                  <a:lnTo>
                    <a:pt x="5156276" y="1430742"/>
                  </a:lnTo>
                  <a:lnTo>
                    <a:pt x="5149665" y="1430742"/>
                  </a:lnTo>
                  <a:lnTo>
                    <a:pt x="5143055" y="1430742"/>
                  </a:lnTo>
                  <a:lnTo>
                    <a:pt x="5136444" y="1430742"/>
                  </a:lnTo>
                  <a:lnTo>
                    <a:pt x="5129833" y="1430742"/>
                  </a:lnTo>
                  <a:lnTo>
                    <a:pt x="5123223" y="1430742"/>
                  </a:lnTo>
                  <a:lnTo>
                    <a:pt x="5116612" y="1430742"/>
                  </a:lnTo>
                  <a:lnTo>
                    <a:pt x="5110002" y="1430742"/>
                  </a:lnTo>
                  <a:lnTo>
                    <a:pt x="5103391" y="1430742"/>
                  </a:lnTo>
                  <a:lnTo>
                    <a:pt x="5096780" y="1430742"/>
                  </a:lnTo>
                  <a:lnTo>
                    <a:pt x="5090170" y="1430742"/>
                  </a:lnTo>
                  <a:lnTo>
                    <a:pt x="5083559" y="1430742"/>
                  </a:lnTo>
                  <a:lnTo>
                    <a:pt x="5076948" y="1430742"/>
                  </a:lnTo>
                  <a:lnTo>
                    <a:pt x="5070338" y="1430742"/>
                  </a:lnTo>
                  <a:lnTo>
                    <a:pt x="5063727" y="1430742"/>
                  </a:lnTo>
                  <a:lnTo>
                    <a:pt x="5057117" y="1430742"/>
                  </a:lnTo>
                  <a:lnTo>
                    <a:pt x="5050506" y="1430742"/>
                  </a:lnTo>
                  <a:lnTo>
                    <a:pt x="5043895" y="1430742"/>
                  </a:lnTo>
                  <a:lnTo>
                    <a:pt x="5037285" y="1430742"/>
                  </a:lnTo>
                  <a:lnTo>
                    <a:pt x="5030674" y="1430742"/>
                  </a:lnTo>
                  <a:lnTo>
                    <a:pt x="5024064" y="1430742"/>
                  </a:lnTo>
                  <a:lnTo>
                    <a:pt x="5017453" y="1430742"/>
                  </a:lnTo>
                  <a:lnTo>
                    <a:pt x="5010842" y="1430742"/>
                  </a:lnTo>
                  <a:lnTo>
                    <a:pt x="5004232" y="1430742"/>
                  </a:lnTo>
                  <a:lnTo>
                    <a:pt x="4997621" y="1430742"/>
                  </a:lnTo>
                  <a:lnTo>
                    <a:pt x="4991011" y="1430742"/>
                  </a:lnTo>
                  <a:lnTo>
                    <a:pt x="4984400" y="1430742"/>
                  </a:lnTo>
                  <a:lnTo>
                    <a:pt x="4977789" y="1430742"/>
                  </a:lnTo>
                  <a:lnTo>
                    <a:pt x="4971179" y="1430742"/>
                  </a:lnTo>
                  <a:lnTo>
                    <a:pt x="4964568" y="1430742"/>
                  </a:lnTo>
                  <a:lnTo>
                    <a:pt x="4957957" y="1430742"/>
                  </a:lnTo>
                  <a:lnTo>
                    <a:pt x="4951347" y="1430742"/>
                  </a:lnTo>
                  <a:lnTo>
                    <a:pt x="4944736" y="1430742"/>
                  </a:lnTo>
                  <a:lnTo>
                    <a:pt x="4938126" y="1430742"/>
                  </a:lnTo>
                  <a:lnTo>
                    <a:pt x="4931515" y="1430742"/>
                  </a:lnTo>
                  <a:lnTo>
                    <a:pt x="4924904" y="1430742"/>
                  </a:lnTo>
                  <a:lnTo>
                    <a:pt x="4918294" y="1430742"/>
                  </a:lnTo>
                  <a:lnTo>
                    <a:pt x="4911683" y="1430742"/>
                  </a:lnTo>
                  <a:lnTo>
                    <a:pt x="4905073" y="1430742"/>
                  </a:lnTo>
                  <a:lnTo>
                    <a:pt x="4898462" y="1430742"/>
                  </a:lnTo>
                  <a:lnTo>
                    <a:pt x="4891851" y="1430742"/>
                  </a:lnTo>
                  <a:lnTo>
                    <a:pt x="4885241" y="1430742"/>
                  </a:lnTo>
                  <a:lnTo>
                    <a:pt x="4878630" y="1430742"/>
                  </a:lnTo>
                  <a:lnTo>
                    <a:pt x="4872020" y="1430742"/>
                  </a:lnTo>
                  <a:lnTo>
                    <a:pt x="4865409" y="1430742"/>
                  </a:lnTo>
                  <a:lnTo>
                    <a:pt x="4858798" y="1430742"/>
                  </a:lnTo>
                  <a:lnTo>
                    <a:pt x="4852188" y="1430742"/>
                  </a:lnTo>
                  <a:lnTo>
                    <a:pt x="4845577" y="1430742"/>
                  </a:lnTo>
                  <a:lnTo>
                    <a:pt x="4838966" y="1430742"/>
                  </a:lnTo>
                  <a:lnTo>
                    <a:pt x="4832356" y="1430742"/>
                  </a:lnTo>
                  <a:lnTo>
                    <a:pt x="4825745" y="1430742"/>
                  </a:lnTo>
                  <a:lnTo>
                    <a:pt x="4819135" y="1430742"/>
                  </a:lnTo>
                  <a:lnTo>
                    <a:pt x="4812524" y="1430742"/>
                  </a:lnTo>
                  <a:lnTo>
                    <a:pt x="4805913" y="1430742"/>
                  </a:lnTo>
                  <a:lnTo>
                    <a:pt x="4799303" y="1430742"/>
                  </a:lnTo>
                  <a:lnTo>
                    <a:pt x="4792692" y="1430742"/>
                  </a:lnTo>
                  <a:lnTo>
                    <a:pt x="4786082" y="1430742"/>
                  </a:lnTo>
                  <a:lnTo>
                    <a:pt x="4779471" y="1430742"/>
                  </a:lnTo>
                  <a:lnTo>
                    <a:pt x="4772860" y="1430742"/>
                  </a:lnTo>
                  <a:lnTo>
                    <a:pt x="4766250" y="1430742"/>
                  </a:lnTo>
                  <a:lnTo>
                    <a:pt x="4759639" y="1430742"/>
                  </a:lnTo>
                  <a:lnTo>
                    <a:pt x="4753029" y="1430742"/>
                  </a:lnTo>
                  <a:lnTo>
                    <a:pt x="4746418" y="1430742"/>
                  </a:lnTo>
                  <a:lnTo>
                    <a:pt x="4739807" y="1430742"/>
                  </a:lnTo>
                  <a:lnTo>
                    <a:pt x="4733197" y="1430742"/>
                  </a:lnTo>
                  <a:lnTo>
                    <a:pt x="4726586" y="1430742"/>
                  </a:lnTo>
                  <a:lnTo>
                    <a:pt x="4719975" y="1430742"/>
                  </a:lnTo>
                  <a:lnTo>
                    <a:pt x="4713365" y="1430742"/>
                  </a:lnTo>
                  <a:lnTo>
                    <a:pt x="4706754" y="1430742"/>
                  </a:lnTo>
                  <a:lnTo>
                    <a:pt x="4700144" y="1430742"/>
                  </a:lnTo>
                  <a:lnTo>
                    <a:pt x="4693533" y="1430742"/>
                  </a:lnTo>
                  <a:lnTo>
                    <a:pt x="4686922" y="1430742"/>
                  </a:lnTo>
                  <a:lnTo>
                    <a:pt x="4680312" y="1430742"/>
                  </a:lnTo>
                  <a:lnTo>
                    <a:pt x="4673701" y="1430742"/>
                  </a:lnTo>
                  <a:lnTo>
                    <a:pt x="4667091" y="1430742"/>
                  </a:lnTo>
                  <a:lnTo>
                    <a:pt x="4660480" y="1430742"/>
                  </a:lnTo>
                  <a:lnTo>
                    <a:pt x="4653869" y="1430742"/>
                  </a:lnTo>
                  <a:lnTo>
                    <a:pt x="4647259" y="1430742"/>
                  </a:lnTo>
                  <a:lnTo>
                    <a:pt x="4640648" y="1430742"/>
                  </a:lnTo>
                  <a:lnTo>
                    <a:pt x="4634038" y="1430742"/>
                  </a:lnTo>
                  <a:lnTo>
                    <a:pt x="4627427" y="1430742"/>
                  </a:lnTo>
                  <a:lnTo>
                    <a:pt x="4620816" y="1430742"/>
                  </a:lnTo>
                  <a:lnTo>
                    <a:pt x="4614206" y="1430742"/>
                  </a:lnTo>
                  <a:lnTo>
                    <a:pt x="4607595" y="1430742"/>
                  </a:lnTo>
                  <a:lnTo>
                    <a:pt x="4600984" y="1430742"/>
                  </a:lnTo>
                  <a:lnTo>
                    <a:pt x="4594374" y="1430742"/>
                  </a:lnTo>
                  <a:lnTo>
                    <a:pt x="4587763" y="1430742"/>
                  </a:lnTo>
                  <a:lnTo>
                    <a:pt x="4581153" y="1430742"/>
                  </a:lnTo>
                  <a:lnTo>
                    <a:pt x="4574542" y="1430742"/>
                  </a:lnTo>
                  <a:lnTo>
                    <a:pt x="4567931" y="1430742"/>
                  </a:lnTo>
                  <a:lnTo>
                    <a:pt x="4561321" y="1430742"/>
                  </a:lnTo>
                  <a:lnTo>
                    <a:pt x="4554710" y="1430742"/>
                  </a:lnTo>
                  <a:lnTo>
                    <a:pt x="4548100" y="1430742"/>
                  </a:lnTo>
                  <a:lnTo>
                    <a:pt x="4541489" y="1430742"/>
                  </a:lnTo>
                  <a:lnTo>
                    <a:pt x="4534878" y="1430742"/>
                  </a:lnTo>
                  <a:lnTo>
                    <a:pt x="4528268" y="1430742"/>
                  </a:lnTo>
                  <a:lnTo>
                    <a:pt x="4521657" y="1430742"/>
                  </a:lnTo>
                  <a:lnTo>
                    <a:pt x="4515047" y="1430742"/>
                  </a:lnTo>
                  <a:lnTo>
                    <a:pt x="4508436" y="1430742"/>
                  </a:lnTo>
                  <a:lnTo>
                    <a:pt x="4501825" y="1430742"/>
                  </a:lnTo>
                  <a:lnTo>
                    <a:pt x="4495215" y="1430742"/>
                  </a:lnTo>
                  <a:lnTo>
                    <a:pt x="4488604" y="1430742"/>
                  </a:lnTo>
                  <a:lnTo>
                    <a:pt x="4481993" y="1430742"/>
                  </a:lnTo>
                  <a:lnTo>
                    <a:pt x="4475383" y="1430742"/>
                  </a:lnTo>
                  <a:lnTo>
                    <a:pt x="4468772" y="1430742"/>
                  </a:lnTo>
                  <a:lnTo>
                    <a:pt x="4462162" y="1430742"/>
                  </a:lnTo>
                  <a:lnTo>
                    <a:pt x="4455551" y="1430742"/>
                  </a:lnTo>
                  <a:lnTo>
                    <a:pt x="4448940" y="1430742"/>
                  </a:lnTo>
                  <a:lnTo>
                    <a:pt x="4442330" y="1430742"/>
                  </a:lnTo>
                  <a:lnTo>
                    <a:pt x="4435719" y="1430742"/>
                  </a:lnTo>
                  <a:lnTo>
                    <a:pt x="4429109" y="1430742"/>
                  </a:lnTo>
                  <a:lnTo>
                    <a:pt x="4422498" y="1430742"/>
                  </a:lnTo>
                  <a:lnTo>
                    <a:pt x="4415887" y="1430742"/>
                  </a:lnTo>
                  <a:lnTo>
                    <a:pt x="4409277" y="1430742"/>
                  </a:lnTo>
                  <a:lnTo>
                    <a:pt x="4402666" y="1430742"/>
                  </a:lnTo>
                  <a:lnTo>
                    <a:pt x="4396056" y="1430742"/>
                  </a:lnTo>
                  <a:lnTo>
                    <a:pt x="4389445" y="1430742"/>
                  </a:lnTo>
                  <a:lnTo>
                    <a:pt x="4382834" y="1430742"/>
                  </a:lnTo>
                  <a:lnTo>
                    <a:pt x="4376224" y="1430742"/>
                  </a:lnTo>
                  <a:lnTo>
                    <a:pt x="4369613" y="1430742"/>
                  </a:lnTo>
                  <a:lnTo>
                    <a:pt x="4363003" y="1430742"/>
                  </a:lnTo>
                  <a:lnTo>
                    <a:pt x="4356392" y="1430742"/>
                  </a:lnTo>
                  <a:lnTo>
                    <a:pt x="4349781" y="1430742"/>
                  </a:lnTo>
                  <a:lnTo>
                    <a:pt x="4343171" y="1430742"/>
                  </a:lnTo>
                  <a:lnTo>
                    <a:pt x="4336560" y="1430742"/>
                  </a:lnTo>
                  <a:lnTo>
                    <a:pt x="4329949" y="1430742"/>
                  </a:lnTo>
                  <a:lnTo>
                    <a:pt x="4323339" y="1430742"/>
                  </a:lnTo>
                  <a:lnTo>
                    <a:pt x="4316728" y="1430742"/>
                  </a:lnTo>
                  <a:lnTo>
                    <a:pt x="4310118" y="1430742"/>
                  </a:lnTo>
                  <a:lnTo>
                    <a:pt x="4303507" y="1430742"/>
                  </a:lnTo>
                  <a:lnTo>
                    <a:pt x="4296896" y="1430742"/>
                  </a:lnTo>
                  <a:lnTo>
                    <a:pt x="4290286" y="1430742"/>
                  </a:lnTo>
                  <a:lnTo>
                    <a:pt x="4283675" y="1430742"/>
                  </a:lnTo>
                  <a:lnTo>
                    <a:pt x="4277065" y="1430742"/>
                  </a:lnTo>
                  <a:lnTo>
                    <a:pt x="4270454" y="1430742"/>
                  </a:lnTo>
                  <a:lnTo>
                    <a:pt x="4263843" y="1430742"/>
                  </a:lnTo>
                  <a:lnTo>
                    <a:pt x="4257233" y="1430742"/>
                  </a:lnTo>
                  <a:lnTo>
                    <a:pt x="4250622" y="1430742"/>
                  </a:lnTo>
                  <a:lnTo>
                    <a:pt x="4244012" y="1430742"/>
                  </a:lnTo>
                  <a:lnTo>
                    <a:pt x="4237401" y="1430742"/>
                  </a:lnTo>
                  <a:lnTo>
                    <a:pt x="4230790" y="1430742"/>
                  </a:lnTo>
                  <a:lnTo>
                    <a:pt x="4224180" y="1430742"/>
                  </a:lnTo>
                  <a:lnTo>
                    <a:pt x="4217569" y="1430742"/>
                  </a:lnTo>
                  <a:lnTo>
                    <a:pt x="4210958" y="1430742"/>
                  </a:lnTo>
                  <a:lnTo>
                    <a:pt x="4204348" y="1430742"/>
                  </a:lnTo>
                  <a:lnTo>
                    <a:pt x="4197737" y="1430742"/>
                  </a:lnTo>
                  <a:lnTo>
                    <a:pt x="4191127" y="1430742"/>
                  </a:lnTo>
                  <a:lnTo>
                    <a:pt x="4184516" y="1430742"/>
                  </a:lnTo>
                  <a:lnTo>
                    <a:pt x="4177905" y="1430742"/>
                  </a:lnTo>
                  <a:lnTo>
                    <a:pt x="4171295" y="1430742"/>
                  </a:lnTo>
                  <a:lnTo>
                    <a:pt x="4164684" y="1430742"/>
                  </a:lnTo>
                  <a:lnTo>
                    <a:pt x="4158074" y="1430742"/>
                  </a:lnTo>
                  <a:lnTo>
                    <a:pt x="4151463" y="1430742"/>
                  </a:lnTo>
                  <a:lnTo>
                    <a:pt x="4144852" y="1430742"/>
                  </a:lnTo>
                  <a:lnTo>
                    <a:pt x="4138242" y="1430742"/>
                  </a:lnTo>
                  <a:lnTo>
                    <a:pt x="4131631" y="1430742"/>
                  </a:lnTo>
                  <a:lnTo>
                    <a:pt x="4125021" y="1430742"/>
                  </a:lnTo>
                  <a:lnTo>
                    <a:pt x="4118410" y="1430742"/>
                  </a:lnTo>
                  <a:lnTo>
                    <a:pt x="4111799" y="1430742"/>
                  </a:lnTo>
                  <a:lnTo>
                    <a:pt x="4105189" y="1430742"/>
                  </a:lnTo>
                  <a:lnTo>
                    <a:pt x="4098578" y="1430742"/>
                  </a:lnTo>
                  <a:lnTo>
                    <a:pt x="4091967" y="1430742"/>
                  </a:lnTo>
                  <a:lnTo>
                    <a:pt x="4085357" y="1430742"/>
                  </a:lnTo>
                  <a:lnTo>
                    <a:pt x="4078746" y="1430742"/>
                  </a:lnTo>
                  <a:lnTo>
                    <a:pt x="4072136" y="1430742"/>
                  </a:lnTo>
                  <a:lnTo>
                    <a:pt x="4065525" y="1430742"/>
                  </a:lnTo>
                  <a:lnTo>
                    <a:pt x="4058914" y="1430742"/>
                  </a:lnTo>
                  <a:lnTo>
                    <a:pt x="4052304" y="1430742"/>
                  </a:lnTo>
                  <a:lnTo>
                    <a:pt x="4045693" y="1430742"/>
                  </a:lnTo>
                  <a:lnTo>
                    <a:pt x="4039083" y="1430742"/>
                  </a:lnTo>
                  <a:lnTo>
                    <a:pt x="4032472" y="1430742"/>
                  </a:lnTo>
                  <a:lnTo>
                    <a:pt x="4025861" y="1430742"/>
                  </a:lnTo>
                  <a:lnTo>
                    <a:pt x="4019251" y="1430742"/>
                  </a:lnTo>
                  <a:lnTo>
                    <a:pt x="4012640" y="1430742"/>
                  </a:lnTo>
                  <a:lnTo>
                    <a:pt x="4006030" y="1430742"/>
                  </a:lnTo>
                  <a:lnTo>
                    <a:pt x="3999419" y="1430742"/>
                  </a:lnTo>
                  <a:lnTo>
                    <a:pt x="3992808" y="1430742"/>
                  </a:lnTo>
                  <a:lnTo>
                    <a:pt x="3986198" y="1430742"/>
                  </a:lnTo>
                  <a:lnTo>
                    <a:pt x="3979587" y="1430742"/>
                  </a:lnTo>
                  <a:lnTo>
                    <a:pt x="3972976" y="1430742"/>
                  </a:lnTo>
                  <a:lnTo>
                    <a:pt x="3966366" y="1430742"/>
                  </a:lnTo>
                  <a:lnTo>
                    <a:pt x="3959755" y="1430742"/>
                  </a:lnTo>
                  <a:lnTo>
                    <a:pt x="3953145" y="1430742"/>
                  </a:lnTo>
                  <a:lnTo>
                    <a:pt x="3946534" y="1430742"/>
                  </a:lnTo>
                  <a:lnTo>
                    <a:pt x="3939923" y="1430742"/>
                  </a:lnTo>
                  <a:lnTo>
                    <a:pt x="3933313" y="1430742"/>
                  </a:lnTo>
                  <a:lnTo>
                    <a:pt x="3926702" y="1430742"/>
                  </a:lnTo>
                  <a:lnTo>
                    <a:pt x="3920092" y="1430742"/>
                  </a:lnTo>
                  <a:lnTo>
                    <a:pt x="3913481" y="1430742"/>
                  </a:lnTo>
                  <a:lnTo>
                    <a:pt x="3906870" y="1430742"/>
                  </a:lnTo>
                  <a:lnTo>
                    <a:pt x="3900260" y="1430742"/>
                  </a:lnTo>
                  <a:lnTo>
                    <a:pt x="3893649" y="1430742"/>
                  </a:lnTo>
                  <a:lnTo>
                    <a:pt x="3887039" y="1430742"/>
                  </a:lnTo>
                  <a:lnTo>
                    <a:pt x="3880428" y="1430742"/>
                  </a:lnTo>
                  <a:lnTo>
                    <a:pt x="3873817" y="1430742"/>
                  </a:lnTo>
                  <a:lnTo>
                    <a:pt x="3867207" y="1430742"/>
                  </a:lnTo>
                  <a:lnTo>
                    <a:pt x="3860596" y="1430742"/>
                  </a:lnTo>
                  <a:lnTo>
                    <a:pt x="3853985" y="1430742"/>
                  </a:lnTo>
                  <a:lnTo>
                    <a:pt x="3847375" y="1430742"/>
                  </a:lnTo>
                  <a:lnTo>
                    <a:pt x="3840764" y="1430742"/>
                  </a:lnTo>
                  <a:lnTo>
                    <a:pt x="3834154" y="1430742"/>
                  </a:lnTo>
                  <a:lnTo>
                    <a:pt x="3827543" y="1430742"/>
                  </a:lnTo>
                  <a:lnTo>
                    <a:pt x="3820932" y="1430742"/>
                  </a:lnTo>
                  <a:lnTo>
                    <a:pt x="3814322" y="1430742"/>
                  </a:lnTo>
                  <a:lnTo>
                    <a:pt x="3807711" y="1430742"/>
                  </a:lnTo>
                  <a:lnTo>
                    <a:pt x="3801101" y="1430742"/>
                  </a:lnTo>
                  <a:lnTo>
                    <a:pt x="3794490" y="1430742"/>
                  </a:lnTo>
                  <a:lnTo>
                    <a:pt x="3787879" y="1430742"/>
                  </a:lnTo>
                  <a:lnTo>
                    <a:pt x="3781269" y="1430742"/>
                  </a:lnTo>
                  <a:lnTo>
                    <a:pt x="3774658" y="1430742"/>
                  </a:lnTo>
                  <a:lnTo>
                    <a:pt x="3768048" y="1430742"/>
                  </a:lnTo>
                  <a:lnTo>
                    <a:pt x="3761437" y="1430742"/>
                  </a:lnTo>
                  <a:lnTo>
                    <a:pt x="3754826" y="1430742"/>
                  </a:lnTo>
                  <a:lnTo>
                    <a:pt x="3748216" y="1430742"/>
                  </a:lnTo>
                  <a:lnTo>
                    <a:pt x="3741605" y="1430742"/>
                  </a:lnTo>
                  <a:lnTo>
                    <a:pt x="3734994" y="1430742"/>
                  </a:lnTo>
                  <a:lnTo>
                    <a:pt x="3728384" y="1430742"/>
                  </a:lnTo>
                  <a:lnTo>
                    <a:pt x="3721773" y="1430742"/>
                  </a:lnTo>
                  <a:lnTo>
                    <a:pt x="3715163" y="1430742"/>
                  </a:lnTo>
                  <a:lnTo>
                    <a:pt x="3708552" y="1430742"/>
                  </a:lnTo>
                  <a:lnTo>
                    <a:pt x="3701941" y="1430742"/>
                  </a:lnTo>
                  <a:lnTo>
                    <a:pt x="3695331" y="1430742"/>
                  </a:lnTo>
                  <a:lnTo>
                    <a:pt x="3688720" y="1430742"/>
                  </a:lnTo>
                  <a:lnTo>
                    <a:pt x="3682110" y="1430742"/>
                  </a:lnTo>
                  <a:lnTo>
                    <a:pt x="3675499" y="1430742"/>
                  </a:lnTo>
                  <a:lnTo>
                    <a:pt x="3668888" y="1430742"/>
                  </a:lnTo>
                  <a:lnTo>
                    <a:pt x="3662278" y="1430742"/>
                  </a:lnTo>
                  <a:lnTo>
                    <a:pt x="3655667" y="1430742"/>
                  </a:lnTo>
                  <a:lnTo>
                    <a:pt x="3649057" y="1430742"/>
                  </a:lnTo>
                  <a:lnTo>
                    <a:pt x="3642446" y="1430742"/>
                  </a:lnTo>
                  <a:lnTo>
                    <a:pt x="3635835" y="1430742"/>
                  </a:lnTo>
                  <a:lnTo>
                    <a:pt x="3629225" y="1430742"/>
                  </a:lnTo>
                  <a:lnTo>
                    <a:pt x="3622614" y="1430742"/>
                  </a:lnTo>
                  <a:lnTo>
                    <a:pt x="3616004" y="1430742"/>
                  </a:lnTo>
                  <a:lnTo>
                    <a:pt x="3609393" y="1430742"/>
                  </a:lnTo>
                  <a:lnTo>
                    <a:pt x="3602782" y="1430742"/>
                  </a:lnTo>
                  <a:lnTo>
                    <a:pt x="3596172" y="1430742"/>
                  </a:lnTo>
                  <a:lnTo>
                    <a:pt x="3589561" y="1430742"/>
                  </a:lnTo>
                  <a:lnTo>
                    <a:pt x="3582950" y="1430742"/>
                  </a:lnTo>
                  <a:lnTo>
                    <a:pt x="3576340" y="1430742"/>
                  </a:lnTo>
                  <a:lnTo>
                    <a:pt x="3569729" y="1430742"/>
                  </a:lnTo>
                  <a:lnTo>
                    <a:pt x="3563119" y="1430742"/>
                  </a:lnTo>
                  <a:lnTo>
                    <a:pt x="3556508" y="1430742"/>
                  </a:lnTo>
                  <a:lnTo>
                    <a:pt x="3549897" y="1430742"/>
                  </a:lnTo>
                  <a:lnTo>
                    <a:pt x="3543287" y="1430742"/>
                  </a:lnTo>
                  <a:lnTo>
                    <a:pt x="3536676" y="1430742"/>
                  </a:lnTo>
                  <a:lnTo>
                    <a:pt x="3530066" y="1430742"/>
                  </a:lnTo>
                  <a:lnTo>
                    <a:pt x="3523455" y="1430742"/>
                  </a:lnTo>
                  <a:lnTo>
                    <a:pt x="3516844" y="1430742"/>
                  </a:lnTo>
                  <a:lnTo>
                    <a:pt x="3510234" y="1430742"/>
                  </a:lnTo>
                  <a:lnTo>
                    <a:pt x="3503623" y="1430742"/>
                  </a:lnTo>
                  <a:lnTo>
                    <a:pt x="3497013" y="1430742"/>
                  </a:lnTo>
                  <a:lnTo>
                    <a:pt x="3490402" y="1430742"/>
                  </a:lnTo>
                  <a:lnTo>
                    <a:pt x="3483791" y="1430742"/>
                  </a:lnTo>
                  <a:lnTo>
                    <a:pt x="3477181" y="1430742"/>
                  </a:lnTo>
                  <a:lnTo>
                    <a:pt x="3470570" y="1430742"/>
                  </a:lnTo>
                  <a:lnTo>
                    <a:pt x="3463959" y="1430742"/>
                  </a:lnTo>
                  <a:lnTo>
                    <a:pt x="3457349" y="1430742"/>
                  </a:lnTo>
                  <a:lnTo>
                    <a:pt x="3450738" y="1430742"/>
                  </a:lnTo>
                  <a:lnTo>
                    <a:pt x="3444128" y="1430742"/>
                  </a:lnTo>
                  <a:lnTo>
                    <a:pt x="3437517" y="1430742"/>
                  </a:lnTo>
                  <a:lnTo>
                    <a:pt x="3430906" y="1430742"/>
                  </a:lnTo>
                  <a:lnTo>
                    <a:pt x="3424296" y="1430742"/>
                  </a:lnTo>
                  <a:lnTo>
                    <a:pt x="3417685" y="1430742"/>
                  </a:lnTo>
                  <a:lnTo>
                    <a:pt x="3411075" y="1430742"/>
                  </a:lnTo>
                  <a:lnTo>
                    <a:pt x="3404464" y="1430742"/>
                  </a:lnTo>
                  <a:lnTo>
                    <a:pt x="3397853" y="1430742"/>
                  </a:lnTo>
                  <a:lnTo>
                    <a:pt x="3391243" y="1430742"/>
                  </a:lnTo>
                  <a:lnTo>
                    <a:pt x="3384632" y="1430742"/>
                  </a:lnTo>
                  <a:lnTo>
                    <a:pt x="3378022" y="1430742"/>
                  </a:lnTo>
                  <a:lnTo>
                    <a:pt x="3371411" y="1430742"/>
                  </a:lnTo>
                  <a:lnTo>
                    <a:pt x="3364800" y="1430742"/>
                  </a:lnTo>
                  <a:lnTo>
                    <a:pt x="3358190" y="1430742"/>
                  </a:lnTo>
                  <a:lnTo>
                    <a:pt x="3351579" y="1430742"/>
                  </a:lnTo>
                  <a:lnTo>
                    <a:pt x="3344968" y="1430742"/>
                  </a:lnTo>
                  <a:lnTo>
                    <a:pt x="3338358" y="1430742"/>
                  </a:lnTo>
                  <a:lnTo>
                    <a:pt x="3331747" y="1430742"/>
                  </a:lnTo>
                  <a:lnTo>
                    <a:pt x="3325137" y="1430742"/>
                  </a:lnTo>
                  <a:lnTo>
                    <a:pt x="3318526" y="1430742"/>
                  </a:lnTo>
                  <a:lnTo>
                    <a:pt x="3311915" y="1430742"/>
                  </a:lnTo>
                  <a:lnTo>
                    <a:pt x="3305305" y="1430742"/>
                  </a:lnTo>
                  <a:lnTo>
                    <a:pt x="3298694" y="1430742"/>
                  </a:lnTo>
                  <a:lnTo>
                    <a:pt x="3292084" y="1430742"/>
                  </a:lnTo>
                  <a:lnTo>
                    <a:pt x="3285473" y="1430742"/>
                  </a:lnTo>
                  <a:lnTo>
                    <a:pt x="3278862" y="1430742"/>
                  </a:lnTo>
                  <a:lnTo>
                    <a:pt x="3272252" y="1430742"/>
                  </a:lnTo>
                  <a:lnTo>
                    <a:pt x="3265641" y="1430742"/>
                  </a:lnTo>
                  <a:lnTo>
                    <a:pt x="3259031" y="1430742"/>
                  </a:lnTo>
                  <a:lnTo>
                    <a:pt x="3252420" y="1430742"/>
                  </a:lnTo>
                  <a:lnTo>
                    <a:pt x="3245809" y="1430742"/>
                  </a:lnTo>
                  <a:lnTo>
                    <a:pt x="3239199" y="1430742"/>
                  </a:lnTo>
                  <a:lnTo>
                    <a:pt x="3232588" y="1430742"/>
                  </a:lnTo>
                  <a:lnTo>
                    <a:pt x="3225977" y="1430742"/>
                  </a:lnTo>
                  <a:lnTo>
                    <a:pt x="3219367" y="1430742"/>
                  </a:lnTo>
                  <a:lnTo>
                    <a:pt x="3212756" y="1430742"/>
                  </a:lnTo>
                  <a:lnTo>
                    <a:pt x="3206146" y="1430742"/>
                  </a:lnTo>
                  <a:lnTo>
                    <a:pt x="3199535" y="1430742"/>
                  </a:lnTo>
                  <a:lnTo>
                    <a:pt x="3192924" y="1430742"/>
                  </a:lnTo>
                  <a:lnTo>
                    <a:pt x="3186314" y="1430742"/>
                  </a:lnTo>
                  <a:lnTo>
                    <a:pt x="3179703" y="1430742"/>
                  </a:lnTo>
                  <a:lnTo>
                    <a:pt x="3173093" y="1430742"/>
                  </a:lnTo>
                  <a:lnTo>
                    <a:pt x="3166482" y="1430742"/>
                  </a:lnTo>
                  <a:lnTo>
                    <a:pt x="3159871" y="1430742"/>
                  </a:lnTo>
                  <a:lnTo>
                    <a:pt x="3153261" y="1430742"/>
                  </a:lnTo>
                  <a:lnTo>
                    <a:pt x="3146650" y="1430742"/>
                  </a:lnTo>
                  <a:lnTo>
                    <a:pt x="3140040" y="1430742"/>
                  </a:lnTo>
                  <a:lnTo>
                    <a:pt x="3133429" y="1430742"/>
                  </a:lnTo>
                  <a:lnTo>
                    <a:pt x="3126818" y="1430742"/>
                  </a:lnTo>
                  <a:lnTo>
                    <a:pt x="3120208" y="1430742"/>
                  </a:lnTo>
                  <a:lnTo>
                    <a:pt x="3113597" y="1430742"/>
                  </a:lnTo>
                  <a:lnTo>
                    <a:pt x="3106986" y="1430742"/>
                  </a:lnTo>
                  <a:lnTo>
                    <a:pt x="3100376" y="1430742"/>
                  </a:lnTo>
                  <a:lnTo>
                    <a:pt x="3093765" y="1430742"/>
                  </a:lnTo>
                  <a:lnTo>
                    <a:pt x="3087155" y="1430742"/>
                  </a:lnTo>
                  <a:lnTo>
                    <a:pt x="3080544" y="1430742"/>
                  </a:lnTo>
                  <a:lnTo>
                    <a:pt x="3073933" y="1430742"/>
                  </a:lnTo>
                  <a:lnTo>
                    <a:pt x="3067323" y="1430742"/>
                  </a:lnTo>
                  <a:lnTo>
                    <a:pt x="3060712" y="1430742"/>
                  </a:lnTo>
                  <a:lnTo>
                    <a:pt x="3054102" y="1430742"/>
                  </a:lnTo>
                  <a:lnTo>
                    <a:pt x="3047491" y="1430742"/>
                  </a:lnTo>
                  <a:lnTo>
                    <a:pt x="3040880" y="1430742"/>
                  </a:lnTo>
                  <a:lnTo>
                    <a:pt x="3034270" y="1430742"/>
                  </a:lnTo>
                  <a:lnTo>
                    <a:pt x="3027659" y="1430742"/>
                  </a:lnTo>
                  <a:lnTo>
                    <a:pt x="3021049" y="1430742"/>
                  </a:lnTo>
                  <a:lnTo>
                    <a:pt x="3014438" y="1430742"/>
                  </a:lnTo>
                  <a:lnTo>
                    <a:pt x="3007827" y="1430742"/>
                  </a:lnTo>
                  <a:lnTo>
                    <a:pt x="3001217" y="1430742"/>
                  </a:lnTo>
                  <a:lnTo>
                    <a:pt x="2994606" y="1430742"/>
                  </a:lnTo>
                  <a:lnTo>
                    <a:pt x="2987995" y="1430742"/>
                  </a:lnTo>
                  <a:lnTo>
                    <a:pt x="2981385" y="1430742"/>
                  </a:lnTo>
                  <a:lnTo>
                    <a:pt x="2974774" y="1430742"/>
                  </a:lnTo>
                  <a:lnTo>
                    <a:pt x="2968164" y="1430742"/>
                  </a:lnTo>
                  <a:lnTo>
                    <a:pt x="2961553" y="1430742"/>
                  </a:lnTo>
                  <a:lnTo>
                    <a:pt x="2954942" y="1430742"/>
                  </a:lnTo>
                  <a:lnTo>
                    <a:pt x="2948332" y="1430742"/>
                  </a:lnTo>
                  <a:lnTo>
                    <a:pt x="2941721" y="1430742"/>
                  </a:lnTo>
                  <a:lnTo>
                    <a:pt x="2935111" y="1430742"/>
                  </a:lnTo>
                  <a:lnTo>
                    <a:pt x="2928500" y="1430742"/>
                  </a:lnTo>
                  <a:lnTo>
                    <a:pt x="2921889" y="1430742"/>
                  </a:lnTo>
                  <a:lnTo>
                    <a:pt x="2915279" y="1430742"/>
                  </a:lnTo>
                  <a:lnTo>
                    <a:pt x="2908668" y="1430742"/>
                  </a:lnTo>
                  <a:lnTo>
                    <a:pt x="2902058" y="1430742"/>
                  </a:lnTo>
                  <a:lnTo>
                    <a:pt x="2895447" y="1430742"/>
                  </a:lnTo>
                  <a:lnTo>
                    <a:pt x="2888836" y="1430742"/>
                  </a:lnTo>
                  <a:lnTo>
                    <a:pt x="2882226" y="1430742"/>
                  </a:lnTo>
                  <a:lnTo>
                    <a:pt x="2875615" y="1430742"/>
                  </a:lnTo>
                  <a:lnTo>
                    <a:pt x="2869005" y="1430742"/>
                  </a:lnTo>
                  <a:lnTo>
                    <a:pt x="2862394" y="1430742"/>
                  </a:lnTo>
                  <a:lnTo>
                    <a:pt x="2855783" y="1430742"/>
                  </a:lnTo>
                  <a:lnTo>
                    <a:pt x="2849173" y="1430742"/>
                  </a:lnTo>
                  <a:lnTo>
                    <a:pt x="2842562" y="1430742"/>
                  </a:lnTo>
                  <a:lnTo>
                    <a:pt x="2835951" y="1430742"/>
                  </a:lnTo>
                  <a:lnTo>
                    <a:pt x="2829341" y="1430742"/>
                  </a:lnTo>
                  <a:lnTo>
                    <a:pt x="2822730" y="1430742"/>
                  </a:lnTo>
                  <a:lnTo>
                    <a:pt x="2816120" y="1430742"/>
                  </a:lnTo>
                  <a:lnTo>
                    <a:pt x="2809509" y="1430742"/>
                  </a:lnTo>
                  <a:lnTo>
                    <a:pt x="2802898" y="1430742"/>
                  </a:lnTo>
                  <a:lnTo>
                    <a:pt x="2796288" y="1430742"/>
                  </a:lnTo>
                  <a:lnTo>
                    <a:pt x="2789677" y="1430742"/>
                  </a:lnTo>
                  <a:lnTo>
                    <a:pt x="2783067" y="1430742"/>
                  </a:lnTo>
                  <a:lnTo>
                    <a:pt x="2776456" y="1430742"/>
                  </a:lnTo>
                  <a:lnTo>
                    <a:pt x="2769845" y="1430742"/>
                  </a:lnTo>
                  <a:lnTo>
                    <a:pt x="2763235" y="1430742"/>
                  </a:lnTo>
                  <a:lnTo>
                    <a:pt x="2756624" y="1430742"/>
                  </a:lnTo>
                  <a:lnTo>
                    <a:pt x="2750014" y="1430742"/>
                  </a:lnTo>
                  <a:lnTo>
                    <a:pt x="2743403" y="1430742"/>
                  </a:lnTo>
                  <a:lnTo>
                    <a:pt x="2736792" y="1430742"/>
                  </a:lnTo>
                  <a:lnTo>
                    <a:pt x="2730182" y="1430742"/>
                  </a:lnTo>
                  <a:lnTo>
                    <a:pt x="2723571" y="1430742"/>
                  </a:lnTo>
                  <a:lnTo>
                    <a:pt x="2716960" y="1430742"/>
                  </a:lnTo>
                  <a:lnTo>
                    <a:pt x="2710350" y="1430742"/>
                  </a:lnTo>
                  <a:lnTo>
                    <a:pt x="2703739" y="1430742"/>
                  </a:lnTo>
                  <a:lnTo>
                    <a:pt x="2697129" y="1430742"/>
                  </a:lnTo>
                  <a:lnTo>
                    <a:pt x="2690518" y="1430742"/>
                  </a:lnTo>
                  <a:lnTo>
                    <a:pt x="2683907" y="1430742"/>
                  </a:lnTo>
                  <a:lnTo>
                    <a:pt x="2677297" y="1430742"/>
                  </a:lnTo>
                  <a:lnTo>
                    <a:pt x="2670686" y="1430742"/>
                  </a:lnTo>
                  <a:lnTo>
                    <a:pt x="2664076" y="1430742"/>
                  </a:lnTo>
                  <a:lnTo>
                    <a:pt x="2657465" y="1430742"/>
                  </a:lnTo>
                  <a:lnTo>
                    <a:pt x="2650854" y="1430742"/>
                  </a:lnTo>
                  <a:lnTo>
                    <a:pt x="2644244" y="1430742"/>
                  </a:lnTo>
                  <a:lnTo>
                    <a:pt x="2637633" y="1430742"/>
                  </a:lnTo>
                  <a:lnTo>
                    <a:pt x="2631023" y="1430742"/>
                  </a:lnTo>
                  <a:lnTo>
                    <a:pt x="2624412" y="1430742"/>
                  </a:lnTo>
                  <a:lnTo>
                    <a:pt x="2617801" y="1430742"/>
                  </a:lnTo>
                  <a:lnTo>
                    <a:pt x="2611191" y="1430742"/>
                  </a:lnTo>
                  <a:lnTo>
                    <a:pt x="2604580" y="1430742"/>
                  </a:lnTo>
                  <a:lnTo>
                    <a:pt x="2597969" y="1430742"/>
                  </a:lnTo>
                  <a:lnTo>
                    <a:pt x="2591359" y="1430742"/>
                  </a:lnTo>
                  <a:lnTo>
                    <a:pt x="2584748" y="1430742"/>
                  </a:lnTo>
                  <a:lnTo>
                    <a:pt x="2578138" y="1430742"/>
                  </a:lnTo>
                  <a:lnTo>
                    <a:pt x="2571527" y="1430742"/>
                  </a:lnTo>
                  <a:lnTo>
                    <a:pt x="2564916" y="1430742"/>
                  </a:lnTo>
                  <a:lnTo>
                    <a:pt x="2558306" y="1430742"/>
                  </a:lnTo>
                  <a:lnTo>
                    <a:pt x="2551695" y="1430742"/>
                  </a:lnTo>
                  <a:lnTo>
                    <a:pt x="2545085" y="1430742"/>
                  </a:lnTo>
                  <a:lnTo>
                    <a:pt x="2538474" y="1430742"/>
                  </a:lnTo>
                  <a:lnTo>
                    <a:pt x="2531863" y="1430742"/>
                  </a:lnTo>
                  <a:lnTo>
                    <a:pt x="2525253" y="1430742"/>
                  </a:lnTo>
                  <a:lnTo>
                    <a:pt x="2518642" y="1430742"/>
                  </a:lnTo>
                  <a:lnTo>
                    <a:pt x="2512032" y="1430742"/>
                  </a:lnTo>
                  <a:lnTo>
                    <a:pt x="2505421" y="1430742"/>
                  </a:lnTo>
                  <a:lnTo>
                    <a:pt x="2498810" y="1430742"/>
                  </a:lnTo>
                  <a:lnTo>
                    <a:pt x="2492200" y="1430742"/>
                  </a:lnTo>
                  <a:lnTo>
                    <a:pt x="2485589" y="1430742"/>
                  </a:lnTo>
                  <a:lnTo>
                    <a:pt x="2478978" y="1430742"/>
                  </a:lnTo>
                  <a:lnTo>
                    <a:pt x="2472368" y="1430742"/>
                  </a:lnTo>
                  <a:lnTo>
                    <a:pt x="2465757" y="1430742"/>
                  </a:lnTo>
                  <a:lnTo>
                    <a:pt x="2459147" y="1430742"/>
                  </a:lnTo>
                  <a:lnTo>
                    <a:pt x="2452536" y="1430742"/>
                  </a:lnTo>
                  <a:lnTo>
                    <a:pt x="2445925" y="1430742"/>
                  </a:lnTo>
                  <a:lnTo>
                    <a:pt x="2439315" y="1430742"/>
                  </a:lnTo>
                  <a:lnTo>
                    <a:pt x="2432704" y="1430742"/>
                  </a:lnTo>
                  <a:lnTo>
                    <a:pt x="2426094" y="1430742"/>
                  </a:lnTo>
                  <a:lnTo>
                    <a:pt x="2419483" y="1430742"/>
                  </a:lnTo>
                  <a:lnTo>
                    <a:pt x="2412872" y="1430742"/>
                  </a:lnTo>
                  <a:lnTo>
                    <a:pt x="2406262" y="1430742"/>
                  </a:lnTo>
                  <a:lnTo>
                    <a:pt x="2399651" y="1430742"/>
                  </a:lnTo>
                  <a:lnTo>
                    <a:pt x="2393041" y="1430742"/>
                  </a:lnTo>
                  <a:lnTo>
                    <a:pt x="2386430" y="1430742"/>
                  </a:lnTo>
                  <a:lnTo>
                    <a:pt x="2379819" y="1430742"/>
                  </a:lnTo>
                  <a:lnTo>
                    <a:pt x="2373209" y="1430742"/>
                  </a:lnTo>
                  <a:lnTo>
                    <a:pt x="2366598" y="1430742"/>
                  </a:lnTo>
                  <a:lnTo>
                    <a:pt x="2359987" y="1430742"/>
                  </a:lnTo>
                  <a:lnTo>
                    <a:pt x="2353377" y="1430742"/>
                  </a:lnTo>
                  <a:lnTo>
                    <a:pt x="2346766" y="1430742"/>
                  </a:lnTo>
                  <a:lnTo>
                    <a:pt x="2340156" y="1430742"/>
                  </a:lnTo>
                  <a:lnTo>
                    <a:pt x="2333545" y="1430742"/>
                  </a:lnTo>
                  <a:lnTo>
                    <a:pt x="2326934" y="1430742"/>
                  </a:lnTo>
                  <a:lnTo>
                    <a:pt x="2320324" y="1430742"/>
                  </a:lnTo>
                  <a:lnTo>
                    <a:pt x="2313713" y="1430742"/>
                  </a:lnTo>
                  <a:lnTo>
                    <a:pt x="2307103" y="1430742"/>
                  </a:lnTo>
                  <a:lnTo>
                    <a:pt x="2300492" y="1430742"/>
                  </a:lnTo>
                  <a:lnTo>
                    <a:pt x="2293881" y="1430742"/>
                  </a:lnTo>
                  <a:lnTo>
                    <a:pt x="2287271" y="1430742"/>
                  </a:lnTo>
                  <a:lnTo>
                    <a:pt x="2280660" y="1430742"/>
                  </a:lnTo>
                  <a:lnTo>
                    <a:pt x="2274050" y="1430742"/>
                  </a:lnTo>
                  <a:lnTo>
                    <a:pt x="2267439" y="1430742"/>
                  </a:lnTo>
                  <a:lnTo>
                    <a:pt x="2260828" y="1430742"/>
                  </a:lnTo>
                  <a:lnTo>
                    <a:pt x="2254218" y="1430742"/>
                  </a:lnTo>
                  <a:lnTo>
                    <a:pt x="2247607" y="1430742"/>
                  </a:lnTo>
                  <a:lnTo>
                    <a:pt x="2240996" y="1430742"/>
                  </a:lnTo>
                  <a:lnTo>
                    <a:pt x="2234386" y="1430742"/>
                  </a:lnTo>
                  <a:lnTo>
                    <a:pt x="2227775" y="1430742"/>
                  </a:lnTo>
                  <a:lnTo>
                    <a:pt x="2221165" y="1430742"/>
                  </a:lnTo>
                  <a:lnTo>
                    <a:pt x="2214554" y="1430742"/>
                  </a:lnTo>
                  <a:lnTo>
                    <a:pt x="2207943" y="1430742"/>
                  </a:lnTo>
                  <a:lnTo>
                    <a:pt x="2201333" y="1430742"/>
                  </a:lnTo>
                  <a:lnTo>
                    <a:pt x="2194722" y="1430742"/>
                  </a:lnTo>
                  <a:lnTo>
                    <a:pt x="2188112" y="1430742"/>
                  </a:lnTo>
                  <a:lnTo>
                    <a:pt x="2181501" y="1430742"/>
                  </a:lnTo>
                  <a:lnTo>
                    <a:pt x="2174890" y="1430742"/>
                  </a:lnTo>
                  <a:lnTo>
                    <a:pt x="2168280" y="1430742"/>
                  </a:lnTo>
                  <a:lnTo>
                    <a:pt x="2161669" y="1430742"/>
                  </a:lnTo>
                  <a:lnTo>
                    <a:pt x="2155059" y="1430742"/>
                  </a:lnTo>
                  <a:lnTo>
                    <a:pt x="2148448" y="1430742"/>
                  </a:lnTo>
                  <a:lnTo>
                    <a:pt x="2141837" y="1430742"/>
                  </a:lnTo>
                  <a:lnTo>
                    <a:pt x="2135227" y="1430742"/>
                  </a:lnTo>
                  <a:lnTo>
                    <a:pt x="2128616" y="1430742"/>
                  </a:lnTo>
                  <a:lnTo>
                    <a:pt x="2122006" y="1430742"/>
                  </a:lnTo>
                  <a:lnTo>
                    <a:pt x="2115395" y="1430742"/>
                  </a:lnTo>
                  <a:lnTo>
                    <a:pt x="2108784" y="1430742"/>
                  </a:lnTo>
                  <a:lnTo>
                    <a:pt x="2102174" y="1430742"/>
                  </a:lnTo>
                  <a:lnTo>
                    <a:pt x="2095563" y="1430742"/>
                  </a:lnTo>
                  <a:lnTo>
                    <a:pt x="2088952" y="1430742"/>
                  </a:lnTo>
                  <a:lnTo>
                    <a:pt x="2082342" y="1430742"/>
                  </a:lnTo>
                  <a:lnTo>
                    <a:pt x="2075731" y="1430742"/>
                  </a:lnTo>
                  <a:lnTo>
                    <a:pt x="2069121" y="1430742"/>
                  </a:lnTo>
                  <a:lnTo>
                    <a:pt x="2062510" y="1430742"/>
                  </a:lnTo>
                  <a:lnTo>
                    <a:pt x="2055899" y="1430742"/>
                  </a:lnTo>
                  <a:lnTo>
                    <a:pt x="2049289" y="1430742"/>
                  </a:lnTo>
                  <a:lnTo>
                    <a:pt x="2042678" y="1430742"/>
                  </a:lnTo>
                  <a:lnTo>
                    <a:pt x="2036068" y="1430742"/>
                  </a:lnTo>
                  <a:lnTo>
                    <a:pt x="2029457" y="1430742"/>
                  </a:lnTo>
                  <a:lnTo>
                    <a:pt x="2022846" y="1430742"/>
                  </a:lnTo>
                  <a:lnTo>
                    <a:pt x="2016236" y="1430742"/>
                  </a:lnTo>
                  <a:lnTo>
                    <a:pt x="2009625" y="1430742"/>
                  </a:lnTo>
                  <a:lnTo>
                    <a:pt x="2003015" y="1430742"/>
                  </a:lnTo>
                  <a:lnTo>
                    <a:pt x="1996404" y="1430742"/>
                  </a:lnTo>
                  <a:lnTo>
                    <a:pt x="1989793" y="1430742"/>
                  </a:lnTo>
                  <a:lnTo>
                    <a:pt x="1983183" y="1430742"/>
                  </a:lnTo>
                  <a:lnTo>
                    <a:pt x="1976572" y="1430742"/>
                  </a:lnTo>
                  <a:lnTo>
                    <a:pt x="1969961" y="1430742"/>
                  </a:lnTo>
                  <a:lnTo>
                    <a:pt x="1963351" y="1430742"/>
                  </a:lnTo>
                  <a:lnTo>
                    <a:pt x="1956740" y="1430742"/>
                  </a:lnTo>
                  <a:lnTo>
                    <a:pt x="1950130" y="1430742"/>
                  </a:lnTo>
                  <a:lnTo>
                    <a:pt x="1943519" y="1430742"/>
                  </a:lnTo>
                  <a:lnTo>
                    <a:pt x="1936908" y="1430742"/>
                  </a:lnTo>
                  <a:lnTo>
                    <a:pt x="1930298" y="1430742"/>
                  </a:lnTo>
                  <a:lnTo>
                    <a:pt x="1923687" y="1430742"/>
                  </a:lnTo>
                  <a:lnTo>
                    <a:pt x="1917077" y="1430742"/>
                  </a:lnTo>
                  <a:lnTo>
                    <a:pt x="1910466" y="1430742"/>
                  </a:lnTo>
                  <a:lnTo>
                    <a:pt x="1903855" y="1430742"/>
                  </a:lnTo>
                  <a:lnTo>
                    <a:pt x="1897245" y="1430742"/>
                  </a:lnTo>
                  <a:lnTo>
                    <a:pt x="1890634" y="1430742"/>
                  </a:lnTo>
                  <a:lnTo>
                    <a:pt x="1884024" y="1430742"/>
                  </a:lnTo>
                  <a:lnTo>
                    <a:pt x="1877413" y="1430742"/>
                  </a:lnTo>
                  <a:lnTo>
                    <a:pt x="1870802" y="1430742"/>
                  </a:lnTo>
                  <a:lnTo>
                    <a:pt x="1864192" y="1430742"/>
                  </a:lnTo>
                  <a:lnTo>
                    <a:pt x="1857581" y="1430742"/>
                  </a:lnTo>
                  <a:lnTo>
                    <a:pt x="1850970" y="1430742"/>
                  </a:lnTo>
                  <a:lnTo>
                    <a:pt x="1844360" y="1430742"/>
                  </a:lnTo>
                  <a:lnTo>
                    <a:pt x="1837749" y="1430742"/>
                  </a:lnTo>
                  <a:lnTo>
                    <a:pt x="1831139" y="1430742"/>
                  </a:lnTo>
                  <a:lnTo>
                    <a:pt x="1824528" y="1430742"/>
                  </a:lnTo>
                  <a:lnTo>
                    <a:pt x="1817917" y="1430742"/>
                  </a:lnTo>
                  <a:lnTo>
                    <a:pt x="1811307" y="1430742"/>
                  </a:lnTo>
                  <a:lnTo>
                    <a:pt x="1804696" y="1430742"/>
                  </a:lnTo>
                  <a:lnTo>
                    <a:pt x="1798086" y="1430742"/>
                  </a:lnTo>
                  <a:lnTo>
                    <a:pt x="1791475" y="1430742"/>
                  </a:lnTo>
                  <a:lnTo>
                    <a:pt x="1784864" y="1430742"/>
                  </a:lnTo>
                  <a:lnTo>
                    <a:pt x="1778254" y="1430742"/>
                  </a:lnTo>
                  <a:lnTo>
                    <a:pt x="1771643" y="1430742"/>
                  </a:lnTo>
                  <a:lnTo>
                    <a:pt x="1765033" y="1430742"/>
                  </a:lnTo>
                  <a:lnTo>
                    <a:pt x="1758422" y="1430742"/>
                  </a:lnTo>
                  <a:lnTo>
                    <a:pt x="1751811" y="1430742"/>
                  </a:lnTo>
                  <a:lnTo>
                    <a:pt x="1745201" y="1430742"/>
                  </a:lnTo>
                  <a:lnTo>
                    <a:pt x="1738590" y="1430742"/>
                  </a:lnTo>
                  <a:lnTo>
                    <a:pt x="1731979" y="1430742"/>
                  </a:lnTo>
                  <a:lnTo>
                    <a:pt x="1725369" y="1430742"/>
                  </a:lnTo>
                  <a:lnTo>
                    <a:pt x="1718758" y="1430742"/>
                  </a:lnTo>
                  <a:lnTo>
                    <a:pt x="1712148" y="1430742"/>
                  </a:lnTo>
                  <a:lnTo>
                    <a:pt x="1705537" y="1430742"/>
                  </a:lnTo>
                  <a:lnTo>
                    <a:pt x="1698926" y="1430742"/>
                  </a:lnTo>
                  <a:lnTo>
                    <a:pt x="1692316" y="1430742"/>
                  </a:lnTo>
                  <a:lnTo>
                    <a:pt x="1685705" y="1430742"/>
                  </a:lnTo>
                  <a:lnTo>
                    <a:pt x="1679095" y="1430742"/>
                  </a:lnTo>
                  <a:lnTo>
                    <a:pt x="1672484" y="1430742"/>
                  </a:lnTo>
                  <a:lnTo>
                    <a:pt x="1665873" y="1430742"/>
                  </a:lnTo>
                  <a:lnTo>
                    <a:pt x="1659263" y="1430742"/>
                  </a:lnTo>
                  <a:lnTo>
                    <a:pt x="1652652" y="1430742"/>
                  </a:lnTo>
                  <a:lnTo>
                    <a:pt x="1646042" y="1430742"/>
                  </a:lnTo>
                  <a:lnTo>
                    <a:pt x="1639431" y="1430742"/>
                  </a:lnTo>
                  <a:lnTo>
                    <a:pt x="1632820" y="1430742"/>
                  </a:lnTo>
                  <a:lnTo>
                    <a:pt x="1626210" y="1430742"/>
                  </a:lnTo>
                  <a:lnTo>
                    <a:pt x="1619599" y="1430742"/>
                  </a:lnTo>
                  <a:lnTo>
                    <a:pt x="1612988" y="1430742"/>
                  </a:lnTo>
                  <a:lnTo>
                    <a:pt x="1606378" y="1430742"/>
                  </a:lnTo>
                  <a:lnTo>
                    <a:pt x="1599767" y="1430742"/>
                  </a:lnTo>
                  <a:lnTo>
                    <a:pt x="1593157" y="1430742"/>
                  </a:lnTo>
                  <a:lnTo>
                    <a:pt x="1586546" y="1430742"/>
                  </a:lnTo>
                  <a:lnTo>
                    <a:pt x="1579935" y="1430742"/>
                  </a:lnTo>
                  <a:lnTo>
                    <a:pt x="1573325" y="1430742"/>
                  </a:lnTo>
                  <a:lnTo>
                    <a:pt x="1566714" y="1430742"/>
                  </a:lnTo>
                  <a:lnTo>
                    <a:pt x="1560104" y="1430742"/>
                  </a:lnTo>
                  <a:lnTo>
                    <a:pt x="1553493" y="1430742"/>
                  </a:lnTo>
                  <a:lnTo>
                    <a:pt x="1546882" y="1430742"/>
                  </a:lnTo>
                  <a:lnTo>
                    <a:pt x="1540272" y="1430742"/>
                  </a:lnTo>
                  <a:lnTo>
                    <a:pt x="1533661" y="1430742"/>
                  </a:lnTo>
                  <a:lnTo>
                    <a:pt x="1527051" y="1430742"/>
                  </a:lnTo>
                  <a:lnTo>
                    <a:pt x="1520440" y="1430742"/>
                  </a:lnTo>
                  <a:lnTo>
                    <a:pt x="1513829" y="1430742"/>
                  </a:lnTo>
                  <a:lnTo>
                    <a:pt x="1507219" y="1430742"/>
                  </a:lnTo>
                  <a:lnTo>
                    <a:pt x="1500608" y="1430742"/>
                  </a:lnTo>
                  <a:lnTo>
                    <a:pt x="1493997" y="1430742"/>
                  </a:lnTo>
                  <a:lnTo>
                    <a:pt x="1487387" y="1430742"/>
                  </a:lnTo>
                  <a:lnTo>
                    <a:pt x="1480776" y="1430742"/>
                  </a:lnTo>
                  <a:lnTo>
                    <a:pt x="1474166" y="1430742"/>
                  </a:lnTo>
                  <a:lnTo>
                    <a:pt x="1467555" y="1430742"/>
                  </a:lnTo>
                  <a:lnTo>
                    <a:pt x="1460944" y="1430742"/>
                  </a:lnTo>
                  <a:lnTo>
                    <a:pt x="1454334" y="1430742"/>
                  </a:lnTo>
                  <a:lnTo>
                    <a:pt x="1447723" y="1430742"/>
                  </a:lnTo>
                  <a:lnTo>
                    <a:pt x="1441113" y="1430742"/>
                  </a:lnTo>
                  <a:lnTo>
                    <a:pt x="1434502" y="1430742"/>
                  </a:lnTo>
                  <a:lnTo>
                    <a:pt x="1427891" y="1430742"/>
                  </a:lnTo>
                  <a:lnTo>
                    <a:pt x="1421281" y="1430742"/>
                  </a:lnTo>
                  <a:lnTo>
                    <a:pt x="1414670" y="1430742"/>
                  </a:lnTo>
                  <a:lnTo>
                    <a:pt x="1408060" y="1430742"/>
                  </a:lnTo>
                  <a:lnTo>
                    <a:pt x="1401449" y="1430742"/>
                  </a:lnTo>
                  <a:lnTo>
                    <a:pt x="1394838" y="1430742"/>
                  </a:lnTo>
                  <a:lnTo>
                    <a:pt x="1388228" y="1430742"/>
                  </a:lnTo>
                  <a:lnTo>
                    <a:pt x="1381617" y="1430742"/>
                  </a:lnTo>
                  <a:lnTo>
                    <a:pt x="1375007" y="1430742"/>
                  </a:lnTo>
                  <a:lnTo>
                    <a:pt x="1368396" y="1430742"/>
                  </a:lnTo>
                  <a:lnTo>
                    <a:pt x="1361785" y="1430742"/>
                  </a:lnTo>
                  <a:lnTo>
                    <a:pt x="1355175" y="1430742"/>
                  </a:lnTo>
                  <a:lnTo>
                    <a:pt x="1348564" y="1430742"/>
                  </a:lnTo>
                  <a:lnTo>
                    <a:pt x="1341953" y="1430742"/>
                  </a:lnTo>
                  <a:lnTo>
                    <a:pt x="1335343" y="1430742"/>
                  </a:lnTo>
                  <a:lnTo>
                    <a:pt x="1328732" y="1430742"/>
                  </a:lnTo>
                  <a:lnTo>
                    <a:pt x="1322122" y="1430742"/>
                  </a:lnTo>
                  <a:lnTo>
                    <a:pt x="1315511" y="1430742"/>
                  </a:lnTo>
                  <a:lnTo>
                    <a:pt x="1308900" y="1430742"/>
                  </a:lnTo>
                  <a:lnTo>
                    <a:pt x="1302290" y="1430742"/>
                  </a:lnTo>
                  <a:lnTo>
                    <a:pt x="1295679" y="1430742"/>
                  </a:lnTo>
                  <a:lnTo>
                    <a:pt x="1289069" y="1430742"/>
                  </a:lnTo>
                  <a:lnTo>
                    <a:pt x="1282458" y="1430742"/>
                  </a:lnTo>
                  <a:lnTo>
                    <a:pt x="1275847" y="1430742"/>
                  </a:lnTo>
                  <a:lnTo>
                    <a:pt x="1269237" y="1430742"/>
                  </a:lnTo>
                  <a:lnTo>
                    <a:pt x="1262626" y="1430742"/>
                  </a:lnTo>
                  <a:lnTo>
                    <a:pt x="1256016" y="1430742"/>
                  </a:lnTo>
                  <a:lnTo>
                    <a:pt x="1249405" y="1430742"/>
                  </a:lnTo>
                  <a:lnTo>
                    <a:pt x="1242794" y="1430742"/>
                  </a:lnTo>
                  <a:lnTo>
                    <a:pt x="1236184" y="1430742"/>
                  </a:lnTo>
                  <a:lnTo>
                    <a:pt x="1229573" y="1430742"/>
                  </a:lnTo>
                  <a:lnTo>
                    <a:pt x="1222962" y="1430742"/>
                  </a:lnTo>
                  <a:lnTo>
                    <a:pt x="1216352" y="1430742"/>
                  </a:lnTo>
                  <a:lnTo>
                    <a:pt x="1209741" y="1430742"/>
                  </a:lnTo>
                  <a:lnTo>
                    <a:pt x="1203131" y="1430742"/>
                  </a:lnTo>
                  <a:lnTo>
                    <a:pt x="1196520" y="1430742"/>
                  </a:lnTo>
                  <a:lnTo>
                    <a:pt x="1189909" y="1430742"/>
                  </a:lnTo>
                  <a:lnTo>
                    <a:pt x="1183299" y="1430742"/>
                  </a:lnTo>
                  <a:lnTo>
                    <a:pt x="1176688" y="1430742"/>
                  </a:lnTo>
                  <a:lnTo>
                    <a:pt x="1170078" y="1430742"/>
                  </a:lnTo>
                  <a:lnTo>
                    <a:pt x="1163467" y="1430742"/>
                  </a:lnTo>
                  <a:lnTo>
                    <a:pt x="1156856" y="1430742"/>
                  </a:lnTo>
                  <a:lnTo>
                    <a:pt x="1150246" y="1430742"/>
                  </a:lnTo>
                  <a:lnTo>
                    <a:pt x="1143635" y="1430742"/>
                  </a:lnTo>
                  <a:lnTo>
                    <a:pt x="1137025" y="1430742"/>
                  </a:lnTo>
                  <a:lnTo>
                    <a:pt x="1130414" y="1430742"/>
                  </a:lnTo>
                  <a:lnTo>
                    <a:pt x="1123803" y="1430742"/>
                  </a:lnTo>
                  <a:lnTo>
                    <a:pt x="1117193" y="1430742"/>
                  </a:lnTo>
                  <a:lnTo>
                    <a:pt x="1110582" y="1430742"/>
                  </a:lnTo>
                  <a:lnTo>
                    <a:pt x="1103971" y="1430742"/>
                  </a:lnTo>
                  <a:lnTo>
                    <a:pt x="1097361" y="1430742"/>
                  </a:lnTo>
                  <a:lnTo>
                    <a:pt x="1090750" y="1430742"/>
                  </a:lnTo>
                  <a:lnTo>
                    <a:pt x="1084140" y="1430742"/>
                  </a:lnTo>
                  <a:lnTo>
                    <a:pt x="1077529" y="1430742"/>
                  </a:lnTo>
                  <a:lnTo>
                    <a:pt x="1070918" y="1430742"/>
                  </a:lnTo>
                  <a:lnTo>
                    <a:pt x="1064308" y="1430742"/>
                  </a:lnTo>
                  <a:lnTo>
                    <a:pt x="1057697" y="1430742"/>
                  </a:lnTo>
                  <a:lnTo>
                    <a:pt x="1051087" y="1430742"/>
                  </a:lnTo>
                  <a:lnTo>
                    <a:pt x="1044476" y="1430742"/>
                  </a:lnTo>
                  <a:lnTo>
                    <a:pt x="1037865" y="1430742"/>
                  </a:lnTo>
                  <a:lnTo>
                    <a:pt x="1031255" y="1430742"/>
                  </a:lnTo>
                  <a:lnTo>
                    <a:pt x="1024644" y="1430742"/>
                  </a:lnTo>
                  <a:lnTo>
                    <a:pt x="1018034" y="1430742"/>
                  </a:lnTo>
                  <a:lnTo>
                    <a:pt x="1011423" y="1430742"/>
                  </a:lnTo>
                  <a:lnTo>
                    <a:pt x="1004812" y="1430742"/>
                  </a:lnTo>
                  <a:lnTo>
                    <a:pt x="998202" y="1430742"/>
                  </a:lnTo>
                  <a:lnTo>
                    <a:pt x="991591" y="1430742"/>
                  </a:lnTo>
                  <a:lnTo>
                    <a:pt x="984980" y="1430742"/>
                  </a:lnTo>
                  <a:lnTo>
                    <a:pt x="978370" y="1430742"/>
                  </a:lnTo>
                  <a:lnTo>
                    <a:pt x="971759" y="1430742"/>
                  </a:lnTo>
                  <a:lnTo>
                    <a:pt x="965149" y="1430742"/>
                  </a:lnTo>
                  <a:lnTo>
                    <a:pt x="958538" y="1430742"/>
                  </a:lnTo>
                  <a:lnTo>
                    <a:pt x="951927" y="1430742"/>
                  </a:lnTo>
                  <a:lnTo>
                    <a:pt x="945317" y="1430742"/>
                  </a:lnTo>
                  <a:lnTo>
                    <a:pt x="938706" y="1430742"/>
                  </a:lnTo>
                  <a:lnTo>
                    <a:pt x="932096" y="1430742"/>
                  </a:lnTo>
                  <a:lnTo>
                    <a:pt x="925485" y="1430742"/>
                  </a:lnTo>
                  <a:lnTo>
                    <a:pt x="918874" y="1430742"/>
                  </a:lnTo>
                  <a:lnTo>
                    <a:pt x="912264" y="1430742"/>
                  </a:lnTo>
                  <a:lnTo>
                    <a:pt x="905653" y="1430742"/>
                  </a:lnTo>
                  <a:lnTo>
                    <a:pt x="899043" y="1430742"/>
                  </a:lnTo>
                  <a:lnTo>
                    <a:pt x="892432" y="1430742"/>
                  </a:lnTo>
                  <a:lnTo>
                    <a:pt x="885821" y="1430742"/>
                  </a:lnTo>
                  <a:lnTo>
                    <a:pt x="879211" y="1430742"/>
                  </a:lnTo>
                  <a:lnTo>
                    <a:pt x="872600" y="1430742"/>
                  </a:lnTo>
                  <a:lnTo>
                    <a:pt x="865989" y="1430742"/>
                  </a:lnTo>
                  <a:lnTo>
                    <a:pt x="859379" y="1430742"/>
                  </a:lnTo>
                  <a:lnTo>
                    <a:pt x="852768" y="1430742"/>
                  </a:lnTo>
                  <a:lnTo>
                    <a:pt x="846158" y="1430742"/>
                  </a:lnTo>
                  <a:lnTo>
                    <a:pt x="839547" y="1430742"/>
                  </a:lnTo>
                  <a:lnTo>
                    <a:pt x="832936" y="1430742"/>
                  </a:lnTo>
                  <a:lnTo>
                    <a:pt x="826326" y="1430742"/>
                  </a:lnTo>
                  <a:lnTo>
                    <a:pt x="819715" y="1430742"/>
                  </a:lnTo>
                  <a:lnTo>
                    <a:pt x="813105" y="1430742"/>
                  </a:lnTo>
                  <a:lnTo>
                    <a:pt x="806494" y="1430742"/>
                  </a:lnTo>
                  <a:lnTo>
                    <a:pt x="799883" y="1430742"/>
                  </a:lnTo>
                  <a:lnTo>
                    <a:pt x="793273" y="1430742"/>
                  </a:lnTo>
                  <a:lnTo>
                    <a:pt x="786662" y="1430742"/>
                  </a:lnTo>
                  <a:lnTo>
                    <a:pt x="780052" y="1430742"/>
                  </a:lnTo>
                  <a:lnTo>
                    <a:pt x="773441" y="1430742"/>
                  </a:lnTo>
                  <a:lnTo>
                    <a:pt x="766830" y="1430742"/>
                  </a:lnTo>
                  <a:lnTo>
                    <a:pt x="760220" y="1430742"/>
                  </a:lnTo>
                  <a:lnTo>
                    <a:pt x="753609" y="1430742"/>
                  </a:lnTo>
                  <a:lnTo>
                    <a:pt x="746998" y="1430742"/>
                  </a:lnTo>
                  <a:lnTo>
                    <a:pt x="740388" y="1430742"/>
                  </a:lnTo>
                  <a:lnTo>
                    <a:pt x="733777" y="1430742"/>
                  </a:lnTo>
                  <a:lnTo>
                    <a:pt x="727167" y="1430742"/>
                  </a:lnTo>
                  <a:lnTo>
                    <a:pt x="720556" y="1430742"/>
                  </a:lnTo>
                  <a:lnTo>
                    <a:pt x="713945" y="1430742"/>
                  </a:lnTo>
                  <a:lnTo>
                    <a:pt x="707335" y="1430742"/>
                  </a:lnTo>
                  <a:lnTo>
                    <a:pt x="700724" y="1430742"/>
                  </a:lnTo>
                  <a:lnTo>
                    <a:pt x="694114" y="1430742"/>
                  </a:lnTo>
                  <a:lnTo>
                    <a:pt x="687503" y="1430742"/>
                  </a:lnTo>
                  <a:lnTo>
                    <a:pt x="680892" y="1430742"/>
                  </a:lnTo>
                  <a:lnTo>
                    <a:pt x="674282" y="1430742"/>
                  </a:lnTo>
                  <a:lnTo>
                    <a:pt x="667671" y="1430742"/>
                  </a:lnTo>
                  <a:lnTo>
                    <a:pt x="661061" y="1430742"/>
                  </a:lnTo>
                  <a:lnTo>
                    <a:pt x="654450" y="1430742"/>
                  </a:lnTo>
                  <a:lnTo>
                    <a:pt x="647839" y="1430742"/>
                  </a:lnTo>
                  <a:lnTo>
                    <a:pt x="641229" y="1430742"/>
                  </a:lnTo>
                  <a:lnTo>
                    <a:pt x="634618" y="1430742"/>
                  </a:lnTo>
                  <a:lnTo>
                    <a:pt x="628008" y="1430742"/>
                  </a:lnTo>
                  <a:lnTo>
                    <a:pt x="621397" y="1430742"/>
                  </a:lnTo>
                  <a:lnTo>
                    <a:pt x="614786" y="1430742"/>
                  </a:lnTo>
                  <a:lnTo>
                    <a:pt x="608176" y="1430742"/>
                  </a:lnTo>
                  <a:lnTo>
                    <a:pt x="601565" y="1430742"/>
                  </a:lnTo>
                  <a:lnTo>
                    <a:pt x="594954" y="1430742"/>
                  </a:lnTo>
                  <a:lnTo>
                    <a:pt x="588344" y="1430742"/>
                  </a:lnTo>
                  <a:lnTo>
                    <a:pt x="581733" y="1430742"/>
                  </a:lnTo>
                  <a:lnTo>
                    <a:pt x="575123" y="1430742"/>
                  </a:lnTo>
                  <a:lnTo>
                    <a:pt x="568512" y="1430742"/>
                  </a:lnTo>
                  <a:lnTo>
                    <a:pt x="561901" y="1430742"/>
                  </a:lnTo>
                  <a:lnTo>
                    <a:pt x="555291" y="1430742"/>
                  </a:lnTo>
                  <a:lnTo>
                    <a:pt x="548680" y="1430742"/>
                  </a:lnTo>
                  <a:lnTo>
                    <a:pt x="542070" y="1430742"/>
                  </a:lnTo>
                  <a:lnTo>
                    <a:pt x="535459" y="1430742"/>
                  </a:lnTo>
                  <a:lnTo>
                    <a:pt x="528848" y="1430742"/>
                  </a:lnTo>
                  <a:lnTo>
                    <a:pt x="522238" y="1430742"/>
                  </a:lnTo>
                  <a:lnTo>
                    <a:pt x="515627" y="1430742"/>
                  </a:lnTo>
                  <a:lnTo>
                    <a:pt x="509017" y="1430742"/>
                  </a:lnTo>
                  <a:lnTo>
                    <a:pt x="502406" y="1430742"/>
                  </a:lnTo>
                  <a:lnTo>
                    <a:pt x="495795" y="1430742"/>
                  </a:lnTo>
                  <a:lnTo>
                    <a:pt x="489185" y="1430742"/>
                  </a:lnTo>
                  <a:lnTo>
                    <a:pt x="482574" y="1430742"/>
                  </a:lnTo>
                  <a:lnTo>
                    <a:pt x="475963" y="1430742"/>
                  </a:lnTo>
                  <a:lnTo>
                    <a:pt x="469353" y="1430742"/>
                  </a:lnTo>
                  <a:lnTo>
                    <a:pt x="462742" y="1430742"/>
                  </a:lnTo>
                  <a:lnTo>
                    <a:pt x="456132" y="1430742"/>
                  </a:lnTo>
                  <a:lnTo>
                    <a:pt x="449521" y="1430742"/>
                  </a:lnTo>
                  <a:lnTo>
                    <a:pt x="442910" y="1430742"/>
                  </a:lnTo>
                  <a:lnTo>
                    <a:pt x="436300" y="1430742"/>
                  </a:lnTo>
                  <a:lnTo>
                    <a:pt x="429689" y="1430742"/>
                  </a:lnTo>
                  <a:lnTo>
                    <a:pt x="423079" y="1430742"/>
                  </a:lnTo>
                  <a:lnTo>
                    <a:pt x="416468" y="1430742"/>
                  </a:lnTo>
                  <a:lnTo>
                    <a:pt x="409857" y="1430742"/>
                  </a:lnTo>
                  <a:lnTo>
                    <a:pt x="403247" y="1430742"/>
                  </a:lnTo>
                  <a:lnTo>
                    <a:pt x="396636" y="1430742"/>
                  </a:lnTo>
                  <a:lnTo>
                    <a:pt x="390026" y="1430742"/>
                  </a:lnTo>
                  <a:lnTo>
                    <a:pt x="383415" y="1430742"/>
                  </a:lnTo>
                  <a:lnTo>
                    <a:pt x="376804" y="1430742"/>
                  </a:lnTo>
                  <a:lnTo>
                    <a:pt x="370194" y="1430742"/>
                  </a:lnTo>
                  <a:lnTo>
                    <a:pt x="363583" y="1430742"/>
                  </a:lnTo>
                  <a:lnTo>
                    <a:pt x="356972" y="1430742"/>
                  </a:lnTo>
                  <a:lnTo>
                    <a:pt x="350362" y="1430742"/>
                  </a:lnTo>
                  <a:lnTo>
                    <a:pt x="343751" y="1430742"/>
                  </a:lnTo>
                  <a:lnTo>
                    <a:pt x="337141" y="1430742"/>
                  </a:lnTo>
                  <a:lnTo>
                    <a:pt x="330530" y="1430742"/>
                  </a:lnTo>
                  <a:lnTo>
                    <a:pt x="323919" y="1430742"/>
                  </a:lnTo>
                  <a:lnTo>
                    <a:pt x="317309" y="1430742"/>
                  </a:lnTo>
                  <a:lnTo>
                    <a:pt x="310698" y="1430742"/>
                  </a:lnTo>
                  <a:lnTo>
                    <a:pt x="304088" y="1430742"/>
                  </a:lnTo>
                  <a:lnTo>
                    <a:pt x="297477" y="1430742"/>
                  </a:lnTo>
                  <a:lnTo>
                    <a:pt x="290866" y="1430742"/>
                  </a:lnTo>
                  <a:lnTo>
                    <a:pt x="284256" y="1430742"/>
                  </a:lnTo>
                  <a:lnTo>
                    <a:pt x="277645" y="1430742"/>
                  </a:lnTo>
                  <a:lnTo>
                    <a:pt x="271035" y="1430742"/>
                  </a:lnTo>
                  <a:lnTo>
                    <a:pt x="264424" y="1430742"/>
                  </a:lnTo>
                  <a:lnTo>
                    <a:pt x="257813" y="1430742"/>
                  </a:lnTo>
                  <a:lnTo>
                    <a:pt x="251203" y="1430742"/>
                  </a:lnTo>
                  <a:lnTo>
                    <a:pt x="244592" y="1430742"/>
                  </a:lnTo>
                  <a:lnTo>
                    <a:pt x="237981" y="1430742"/>
                  </a:lnTo>
                  <a:lnTo>
                    <a:pt x="231371" y="1430742"/>
                  </a:lnTo>
                  <a:lnTo>
                    <a:pt x="224760" y="1430742"/>
                  </a:lnTo>
                  <a:lnTo>
                    <a:pt x="218150" y="1430742"/>
                  </a:lnTo>
                  <a:lnTo>
                    <a:pt x="211539" y="1430742"/>
                  </a:lnTo>
                  <a:lnTo>
                    <a:pt x="204928" y="1430742"/>
                  </a:lnTo>
                  <a:lnTo>
                    <a:pt x="198318" y="1430742"/>
                  </a:lnTo>
                  <a:lnTo>
                    <a:pt x="191707" y="1430742"/>
                  </a:lnTo>
                  <a:lnTo>
                    <a:pt x="185097" y="1430742"/>
                  </a:lnTo>
                  <a:lnTo>
                    <a:pt x="178486" y="1430742"/>
                  </a:lnTo>
                  <a:lnTo>
                    <a:pt x="171875" y="1430742"/>
                  </a:lnTo>
                  <a:lnTo>
                    <a:pt x="165265" y="1430742"/>
                  </a:lnTo>
                  <a:lnTo>
                    <a:pt x="158654" y="1430742"/>
                  </a:lnTo>
                  <a:lnTo>
                    <a:pt x="152044" y="1430742"/>
                  </a:lnTo>
                  <a:lnTo>
                    <a:pt x="145433" y="1430742"/>
                  </a:lnTo>
                  <a:lnTo>
                    <a:pt x="138822" y="1430742"/>
                  </a:lnTo>
                  <a:lnTo>
                    <a:pt x="132212" y="1430742"/>
                  </a:lnTo>
                  <a:lnTo>
                    <a:pt x="125601" y="1430742"/>
                  </a:lnTo>
                  <a:lnTo>
                    <a:pt x="118990" y="1430742"/>
                  </a:lnTo>
                  <a:lnTo>
                    <a:pt x="112380" y="1430742"/>
                  </a:lnTo>
                  <a:lnTo>
                    <a:pt x="105769" y="1430742"/>
                  </a:lnTo>
                  <a:lnTo>
                    <a:pt x="99159" y="1430742"/>
                  </a:lnTo>
                  <a:lnTo>
                    <a:pt x="92548" y="1430742"/>
                  </a:lnTo>
                  <a:lnTo>
                    <a:pt x="85937" y="1430742"/>
                  </a:lnTo>
                  <a:lnTo>
                    <a:pt x="79327" y="1430742"/>
                  </a:lnTo>
                  <a:lnTo>
                    <a:pt x="72716" y="1430742"/>
                  </a:lnTo>
                  <a:lnTo>
                    <a:pt x="66106" y="1430742"/>
                  </a:lnTo>
                  <a:lnTo>
                    <a:pt x="59495" y="1430742"/>
                  </a:lnTo>
                  <a:lnTo>
                    <a:pt x="52884" y="1430742"/>
                  </a:lnTo>
                  <a:lnTo>
                    <a:pt x="46274" y="1430742"/>
                  </a:lnTo>
                  <a:lnTo>
                    <a:pt x="39663" y="1430742"/>
                  </a:lnTo>
                  <a:lnTo>
                    <a:pt x="33053" y="1430742"/>
                  </a:lnTo>
                  <a:lnTo>
                    <a:pt x="26442" y="1430742"/>
                  </a:lnTo>
                  <a:lnTo>
                    <a:pt x="19831" y="1430742"/>
                  </a:lnTo>
                  <a:lnTo>
                    <a:pt x="13221" y="1430742"/>
                  </a:lnTo>
                  <a:lnTo>
                    <a:pt x="6610" y="1430742"/>
                  </a:lnTo>
                  <a:lnTo>
                    <a:pt x="0" y="143074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05840" y="2859193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570149" y="1965960"/>
              <a:ext cx="0" cy="1545202"/>
            </a:xfrm>
            <a:custGeom>
              <a:avLst/>
              <a:pathLst>
                <a:path w="0" h="1545202">
                  <a:moveTo>
                    <a:pt x="0" y="1545202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270000" y="3866841"/>
              <a:ext cx="6603999" cy="1249853"/>
            </a:xfrm>
            <a:custGeom>
              <a:avLst/>
              <a:pathLst>
                <a:path w="6603999" h="1249853">
                  <a:moveTo>
                    <a:pt x="0" y="1214316"/>
                  </a:moveTo>
                  <a:lnTo>
                    <a:pt x="6610" y="1180790"/>
                  </a:lnTo>
                  <a:lnTo>
                    <a:pt x="13221" y="1177841"/>
                  </a:lnTo>
                  <a:lnTo>
                    <a:pt x="19831" y="1203866"/>
                  </a:lnTo>
                  <a:lnTo>
                    <a:pt x="26442" y="1214914"/>
                  </a:lnTo>
                  <a:lnTo>
                    <a:pt x="33053" y="1209287"/>
                  </a:lnTo>
                  <a:lnTo>
                    <a:pt x="39663" y="1209773"/>
                  </a:lnTo>
                  <a:lnTo>
                    <a:pt x="46274" y="1208322"/>
                  </a:lnTo>
                  <a:lnTo>
                    <a:pt x="52884" y="1182723"/>
                  </a:lnTo>
                  <a:lnTo>
                    <a:pt x="59495" y="1192167"/>
                  </a:lnTo>
                  <a:lnTo>
                    <a:pt x="66106" y="1193493"/>
                  </a:lnTo>
                  <a:lnTo>
                    <a:pt x="72716" y="1195405"/>
                  </a:lnTo>
                  <a:lnTo>
                    <a:pt x="79327" y="1183026"/>
                  </a:lnTo>
                  <a:lnTo>
                    <a:pt x="85937" y="1188097"/>
                  </a:lnTo>
                  <a:lnTo>
                    <a:pt x="92548" y="1202769"/>
                  </a:lnTo>
                  <a:lnTo>
                    <a:pt x="99159" y="1208691"/>
                  </a:lnTo>
                  <a:lnTo>
                    <a:pt x="105769" y="1207828"/>
                  </a:lnTo>
                  <a:lnTo>
                    <a:pt x="112380" y="1216699"/>
                  </a:lnTo>
                  <a:lnTo>
                    <a:pt x="118990" y="1214111"/>
                  </a:lnTo>
                  <a:lnTo>
                    <a:pt x="125601" y="1206994"/>
                  </a:lnTo>
                  <a:lnTo>
                    <a:pt x="132212" y="1203067"/>
                  </a:lnTo>
                  <a:lnTo>
                    <a:pt x="138822" y="1193096"/>
                  </a:lnTo>
                  <a:lnTo>
                    <a:pt x="145433" y="1190771"/>
                  </a:lnTo>
                  <a:lnTo>
                    <a:pt x="152044" y="1196649"/>
                  </a:lnTo>
                  <a:lnTo>
                    <a:pt x="158654" y="1214214"/>
                  </a:lnTo>
                  <a:lnTo>
                    <a:pt x="165265" y="1208691"/>
                  </a:lnTo>
                  <a:lnTo>
                    <a:pt x="171875" y="1235776"/>
                  </a:lnTo>
                  <a:lnTo>
                    <a:pt x="178486" y="1245748"/>
                  </a:lnTo>
                  <a:lnTo>
                    <a:pt x="185097" y="1240887"/>
                  </a:lnTo>
                  <a:lnTo>
                    <a:pt x="191707" y="1210594"/>
                  </a:lnTo>
                  <a:lnTo>
                    <a:pt x="198318" y="1171244"/>
                  </a:lnTo>
                  <a:lnTo>
                    <a:pt x="204928" y="1182367"/>
                  </a:lnTo>
                  <a:lnTo>
                    <a:pt x="211539" y="1203992"/>
                  </a:lnTo>
                  <a:lnTo>
                    <a:pt x="218150" y="1230518"/>
                  </a:lnTo>
                  <a:lnTo>
                    <a:pt x="224760" y="1249853"/>
                  </a:lnTo>
                  <a:lnTo>
                    <a:pt x="231371" y="1248954"/>
                  </a:lnTo>
                  <a:lnTo>
                    <a:pt x="237981" y="1239873"/>
                  </a:lnTo>
                  <a:lnTo>
                    <a:pt x="244592" y="1242617"/>
                  </a:lnTo>
                  <a:lnTo>
                    <a:pt x="251203" y="1239455"/>
                  </a:lnTo>
                  <a:lnTo>
                    <a:pt x="257813" y="1247764"/>
                  </a:lnTo>
                  <a:lnTo>
                    <a:pt x="264424" y="1245858"/>
                  </a:lnTo>
                  <a:lnTo>
                    <a:pt x="271035" y="1219613"/>
                  </a:lnTo>
                  <a:lnTo>
                    <a:pt x="277645" y="1237620"/>
                  </a:lnTo>
                  <a:lnTo>
                    <a:pt x="284256" y="1221518"/>
                  </a:lnTo>
                  <a:lnTo>
                    <a:pt x="290866" y="1212479"/>
                  </a:lnTo>
                  <a:lnTo>
                    <a:pt x="297477" y="1213664"/>
                  </a:lnTo>
                  <a:lnTo>
                    <a:pt x="304088" y="1223438"/>
                  </a:lnTo>
                  <a:lnTo>
                    <a:pt x="310698" y="1216791"/>
                  </a:lnTo>
                  <a:lnTo>
                    <a:pt x="317309" y="1238899"/>
                  </a:lnTo>
                  <a:lnTo>
                    <a:pt x="323919" y="1221075"/>
                  </a:lnTo>
                  <a:lnTo>
                    <a:pt x="330530" y="1213444"/>
                  </a:lnTo>
                  <a:lnTo>
                    <a:pt x="337141" y="1221634"/>
                  </a:lnTo>
                  <a:lnTo>
                    <a:pt x="343751" y="1211653"/>
                  </a:lnTo>
                  <a:lnTo>
                    <a:pt x="350362" y="1200890"/>
                  </a:lnTo>
                  <a:lnTo>
                    <a:pt x="356972" y="1200890"/>
                  </a:lnTo>
                  <a:lnTo>
                    <a:pt x="363583" y="1192429"/>
                  </a:lnTo>
                  <a:lnTo>
                    <a:pt x="370194" y="1190939"/>
                  </a:lnTo>
                  <a:lnTo>
                    <a:pt x="376804" y="1210907"/>
                  </a:lnTo>
                  <a:lnTo>
                    <a:pt x="383415" y="1218532"/>
                  </a:lnTo>
                  <a:lnTo>
                    <a:pt x="390026" y="1221601"/>
                  </a:lnTo>
                  <a:lnTo>
                    <a:pt x="396636" y="1211601"/>
                  </a:lnTo>
                  <a:lnTo>
                    <a:pt x="403247" y="1189419"/>
                  </a:lnTo>
                  <a:lnTo>
                    <a:pt x="409857" y="1187183"/>
                  </a:lnTo>
                  <a:lnTo>
                    <a:pt x="416468" y="1192978"/>
                  </a:lnTo>
                  <a:lnTo>
                    <a:pt x="423079" y="1204232"/>
                  </a:lnTo>
                  <a:lnTo>
                    <a:pt x="429689" y="1207791"/>
                  </a:lnTo>
                  <a:lnTo>
                    <a:pt x="436300" y="1179297"/>
                  </a:lnTo>
                  <a:lnTo>
                    <a:pt x="442910" y="1168924"/>
                  </a:lnTo>
                  <a:lnTo>
                    <a:pt x="449521" y="1163528"/>
                  </a:lnTo>
                  <a:lnTo>
                    <a:pt x="456132" y="1155918"/>
                  </a:lnTo>
                  <a:lnTo>
                    <a:pt x="462742" y="1206255"/>
                  </a:lnTo>
                  <a:lnTo>
                    <a:pt x="469353" y="1233066"/>
                  </a:lnTo>
                  <a:lnTo>
                    <a:pt x="475963" y="1224722"/>
                  </a:lnTo>
                  <a:lnTo>
                    <a:pt x="482574" y="1223823"/>
                  </a:lnTo>
                  <a:lnTo>
                    <a:pt x="489185" y="1223823"/>
                  </a:lnTo>
                  <a:lnTo>
                    <a:pt x="495795" y="1222712"/>
                  </a:lnTo>
                  <a:lnTo>
                    <a:pt x="502406" y="1223839"/>
                  </a:lnTo>
                  <a:lnTo>
                    <a:pt x="509017" y="1223611"/>
                  </a:lnTo>
                  <a:lnTo>
                    <a:pt x="515627" y="1222712"/>
                  </a:lnTo>
                  <a:lnTo>
                    <a:pt x="522238" y="1222712"/>
                  </a:lnTo>
                  <a:lnTo>
                    <a:pt x="528848" y="1219819"/>
                  </a:lnTo>
                  <a:lnTo>
                    <a:pt x="535459" y="1222240"/>
                  </a:lnTo>
                  <a:lnTo>
                    <a:pt x="542070" y="1217376"/>
                  </a:lnTo>
                  <a:lnTo>
                    <a:pt x="548680" y="1204241"/>
                  </a:lnTo>
                  <a:lnTo>
                    <a:pt x="555291" y="1211976"/>
                  </a:lnTo>
                  <a:lnTo>
                    <a:pt x="561901" y="1172874"/>
                  </a:lnTo>
                  <a:lnTo>
                    <a:pt x="568512" y="1151939"/>
                  </a:lnTo>
                  <a:lnTo>
                    <a:pt x="575123" y="1151564"/>
                  </a:lnTo>
                  <a:lnTo>
                    <a:pt x="581733" y="1147018"/>
                  </a:lnTo>
                  <a:lnTo>
                    <a:pt x="588344" y="1145617"/>
                  </a:lnTo>
                  <a:lnTo>
                    <a:pt x="594954" y="1119036"/>
                  </a:lnTo>
                  <a:lnTo>
                    <a:pt x="601565" y="1128302"/>
                  </a:lnTo>
                  <a:lnTo>
                    <a:pt x="608176" y="1122422"/>
                  </a:lnTo>
                  <a:lnTo>
                    <a:pt x="614786" y="1114572"/>
                  </a:lnTo>
                  <a:lnTo>
                    <a:pt x="621397" y="1116299"/>
                  </a:lnTo>
                  <a:lnTo>
                    <a:pt x="628008" y="1116299"/>
                  </a:lnTo>
                  <a:lnTo>
                    <a:pt x="634618" y="1126344"/>
                  </a:lnTo>
                  <a:lnTo>
                    <a:pt x="641229" y="1146212"/>
                  </a:lnTo>
                  <a:lnTo>
                    <a:pt x="647839" y="1180135"/>
                  </a:lnTo>
                  <a:lnTo>
                    <a:pt x="654450" y="1185539"/>
                  </a:lnTo>
                  <a:lnTo>
                    <a:pt x="661061" y="1177885"/>
                  </a:lnTo>
                  <a:lnTo>
                    <a:pt x="667671" y="1179044"/>
                  </a:lnTo>
                  <a:lnTo>
                    <a:pt x="674282" y="1179064"/>
                  </a:lnTo>
                  <a:lnTo>
                    <a:pt x="680892" y="1165858"/>
                  </a:lnTo>
                  <a:lnTo>
                    <a:pt x="687503" y="1165858"/>
                  </a:lnTo>
                  <a:lnTo>
                    <a:pt x="694114" y="1151902"/>
                  </a:lnTo>
                  <a:lnTo>
                    <a:pt x="700724" y="1159210"/>
                  </a:lnTo>
                  <a:lnTo>
                    <a:pt x="707335" y="1166219"/>
                  </a:lnTo>
                  <a:lnTo>
                    <a:pt x="713945" y="1159696"/>
                  </a:lnTo>
                  <a:lnTo>
                    <a:pt x="720556" y="1160361"/>
                  </a:lnTo>
                  <a:lnTo>
                    <a:pt x="727167" y="1161472"/>
                  </a:lnTo>
                  <a:lnTo>
                    <a:pt x="733777" y="1152538"/>
                  </a:lnTo>
                  <a:lnTo>
                    <a:pt x="740388" y="1157185"/>
                  </a:lnTo>
                  <a:lnTo>
                    <a:pt x="746998" y="1155283"/>
                  </a:lnTo>
                  <a:lnTo>
                    <a:pt x="753609" y="1151785"/>
                  </a:lnTo>
                  <a:lnTo>
                    <a:pt x="760220" y="1209381"/>
                  </a:lnTo>
                  <a:lnTo>
                    <a:pt x="766830" y="1218542"/>
                  </a:lnTo>
                  <a:lnTo>
                    <a:pt x="773441" y="1224037"/>
                  </a:lnTo>
                  <a:lnTo>
                    <a:pt x="780052" y="1221874"/>
                  </a:lnTo>
                  <a:lnTo>
                    <a:pt x="786662" y="1226003"/>
                  </a:lnTo>
                  <a:lnTo>
                    <a:pt x="793273" y="1228048"/>
                  </a:lnTo>
                  <a:lnTo>
                    <a:pt x="799883" y="1226030"/>
                  </a:lnTo>
                  <a:lnTo>
                    <a:pt x="806494" y="1212343"/>
                  </a:lnTo>
                  <a:lnTo>
                    <a:pt x="813105" y="1188890"/>
                  </a:lnTo>
                  <a:lnTo>
                    <a:pt x="819715" y="1206677"/>
                  </a:lnTo>
                  <a:lnTo>
                    <a:pt x="826326" y="1224013"/>
                  </a:lnTo>
                  <a:lnTo>
                    <a:pt x="832936" y="1222532"/>
                  </a:lnTo>
                  <a:lnTo>
                    <a:pt x="839547" y="1153757"/>
                  </a:lnTo>
                  <a:lnTo>
                    <a:pt x="846158" y="1148832"/>
                  </a:lnTo>
                  <a:lnTo>
                    <a:pt x="852768" y="1153757"/>
                  </a:lnTo>
                  <a:lnTo>
                    <a:pt x="859379" y="1158353"/>
                  </a:lnTo>
                  <a:lnTo>
                    <a:pt x="865989" y="1169627"/>
                  </a:lnTo>
                  <a:lnTo>
                    <a:pt x="872600" y="1220187"/>
                  </a:lnTo>
                  <a:lnTo>
                    <a:pt x="879211" y="1222596"/>
                  </a:lnTo>
                  <a:lnTo>
                    <a:pt x="885821" y="1220187"/>
                  </a:lnTo>
                  <a:lnTo>
                    <a:pt x="892432" y="1210407"/>
                  </a:lnTo>
                  <a:lnTo>
                    <a:pt x="899043" y="1175882"/>
                  </a:lnTo>
                  <a:lnTo>
                    <a:pt x="905653" y="1187456"/>
                  </a:lnTo>
                  <a:lnTo>
                    <a:pt x="912264" y="1191015"/>
                  </a:lnTo>
                  <a:lnTo>
                    <a:pt x="918874" y="1180859"/>
                  </a:lnTo>
                  <a:lnTo>
                    <a:pt x="925485" y="1185221"/>
                  </a:lnTo>
                  <a:lnTo>
                    <a:pt x="932096" y="1177343"/>
                  </a:lnTo>
                  <a:lnTo>
                    <a:pt x="938706" y="1167096"/>
                  </a:lnTo>
                  <a:lnTo>
                    <a:pt x="945317" y="1167096"/>
                  </a:lnTo>
                  <a:lnTo>
                    <a:pt x="951927" y="1186259"/>
                  </a:lnTo>
                  <a:lnTo>
                    <a:pt x="958538" y="1209579"/>
                  </a:lnTo>
                  <a:lnTo>
                    <a:pt x="965149" y="1205828"/>
                  </a:lnTo>
                  <a:lnTo>
                    <a:pt x="971759" y="1192195"/>
                  </a:lnTo>
                  <a:lnTo>
                    <a:pt x="978370" y="1172349"/>
                  </a:lnTo>
                  <a:lnTo>
                    <a:pt x="984980" y="1165653"/>
                  </a:lnTo>
                  <a:lnTo>
                    <a:pt x="991591" y="1153403"/>
                  </a:lnTo>
                  <a:lnTo>
                    <a:pt x="998202" y="1162048"/>
                  </a:lnTo>
                  <a:lnTo>
                    <a:pt x="1004812" y="1163977"/>
                  </a:lnTo>
                  <a:lnTo>
                    <a:pt x="1011423" y="1147799"/>
                  </a:lnTo>
                  <a:lnTo>
                    <a:pt x="1018034" y="1170227"/>
                  </a:lnTo>
                  <a:lnTo>
                    <a:pt x="1024644" y="1226047"/>
                  </a:lnTo>
                  <a:lnTo>
                    <a:pt x="1031255" y="1205777"/>
                  </a:lnTo>
                  <a:lnTo>
                    <a:pt x="1037865" y="1156393"/>
                  </a:lnTo>
                  <a:lnTo>
                    <a:pt x="1044476" y="1161690"/>
                  </a:lnTo>
                  <a:lnTo>
                    <a:pt x="1051087" y="1202369"/>
                  </a:lnTo>
                  <a:lnTo>
                    <a:pt x="1057697" y="1216667"/>
                  </a:lnTo>
                  <a:lnTo>
                    <a:pt x="1064308" y="1224445"/>
                  </a:lnTo>
                  <a:lnTo>
                    <a:pt x="1070918" y="1202755"/>
                  </a:lnTo>
                  <a:lnTo>
                    <a:pt x="1077529" y="1176850"/>
                  </a:lnTo>
                  <a:lnTo>
                    <a:pt x="1084140" y="1164676"/>
                  </a:lnTo>
                  <a:lnTo>
                    <a:pt x="1090750" y="1150647"/>
                  </a:lnTo>
                  <a:lnTo>
                    <a:pt x="1097361" y="1144532"/>
                  </a:lnTo>
                  <a:lnTo>
                    <a:pt x="1103971" y="1129884"/>
                  </a:lnTo>
                  <a:lnTo>
                    <a:pt x="1110582" y="1135184"/>
                  </a:lnTo>
                  <a:lnTo>
                    <a:pt x="1117193" y="1136138"/>
                  </a:lnTo>
                  <a:lnTo>
                    <a:pt x="1123803" y="1133615"/>
                  </a:lnTo>
                  <a:lnTo>
                    <a:pt x="1130414" y="1186691"/>
                  </a:lnTo>
                  <a:lnTo>
                    <a:pt x="1137025" y="1162988"/>
                  </a:lnTo>
                  <a:lnTo>
                    <a:pt x="1143635" y="1140395"/>
                  </a:lnTo>
                  <a:lnTo>
                    <a:pt x="1150246" y="1123541"/>
                  </a:lnTo>
                  <a:lnTo>
                    <a:pt x="1156856" y="1138934"/>
                  </a:lnTo>
                  <a:lnTo>
                    <a:pt x="1163467" y="1190141"/>
                  </a:lnTo>
                  <a:lnTo>
                    <a:pt x="1170078" y="1199363"/>
                  </a:lnTo>
                  <a:lnTo>
                    <a:pt x="1176688" y="1165849"/>
                  </a:lnTo>
                  <a:lnTo>
                    <a:pt x="1183299" y="1138780"/>
                  </a:lnTo>
                  <a:lnTo>
                    <a:pt x="1189909" y="1147181"/>
                  </a:lnTo>
                  <a:lnTo>
                    <a:pt x="1196520" y="1141484"/>
                  </a:lnTo>
                  <a:lnTo>
                    <a:pt x="1203131" y="1121574"/>
                  </a:lnTo>
                  <a:lnTo>
                    <a:pt x="1209741" y="1125495"/>
                  </a:lnTo>
                  <a:lnTo>
                    <a:pt x="1216352" y="1157839"/>
                  </a:lnTo>
                  <a:lnTo>
                    <a:pt x="1222962" y="1175510"/>
                  </a:lnTo>
                  <a:lnTo>
                    <a:pt x="1229573" y="1160697"/>
                  </a:lnTo>
                  <a:lnTo>
                    <a:pt x="1236184" y="1173540"/>
                  </a:lnTo>
                  <a:lnTo>
                    <a:pt x="1242794" y="1170122"/>
                  </a:lnTo>
                  <a:lnTo>
                    <a:pt x="1249405" y="1156390"/>
                  </a:lnTo>
                  <a:lnTo>
                    <a:pt x="1256016" y="1144258"/>
                  </a:lnTo>
                  <a:lnTo>
                    <a:pt x="1262626" y="1145287"/>
                  </a:lnTo>
                  <a:lnTo>
                    <a:pt x="1269237" y="1152577"/>
                  </a:lnTo>
                  <a:lnTo>
                    <a:pt x="1275847" y="1149600"/>
                  </a:lnTo>
                  <a:lnTo>
                    <a:pt x="1282458" y="1147278"/>
                  </a:lnTo>
                  <a:lnTo>
                    <a:pt x="1289069" y="1141406"/>
                  </a:lnTo>
                  <a:lnTo>
                    <a:pt x="1295679" y="1136811"/>
                  </a:lnTo>
                  <a:lnTo>
                    <a:pt x="1302290" y="1128613"/>
                  </a:lnTo>
                  <a:lnTo>
                    <a:pt x="1308900" y="1123016"/>
                  </a:lnTo>
                  <a:lnTo>
                    <a:pt x="1315511" y="1135303"/>
                  </a:lnTo>
                  <a:lnTo>
                    <a:pt x="1322122" y="1144925"/>
                  </a:lnTo>
                  <a:lnTo>
                    <a:pt x="1328732" y="1152559"/>
                  </a:lnTo>
                  <a:lnTo>
                    <a:pt x="1335343" y="1146687"/>
                  </a:lnTo>
                  <a:lnTo>
                    <a:pt x="1341953" y="1183511"/>
                  </a:lnTo>
                  <a:lnTo>
                    <a:pt x="1348564" y="1203671"/>
                  </a:lnTo>
                  <a:lnTo>
                    <a:pt x="1355175" y="1191557"/>
                  </a:lnTo>
                  <a:lnTo>
                    <a:pt x="1361785" y="1191557"/>
                  </a:lnTo>
                  <a:lnTo>
                    <a:pt x="1368396" y="1220386"/>
                  </a:lnTo>
                  <a:lnTo>
                    <a:pt x="1375007" y="1219985"/>
                  </a:lnTo>
                  <a:lnTo>
                    <a:pt x="1381617" y="1192127"/>
                  </a:lnTo>
                  <a:lnTo>
                    <a:pt x="1388228" y="1167773"/>
                  </a:lnTo>
                  <a:lnTo>
                    <a:pt x="1394838" y="1177238"/>
                  </a:lnTo>
                  <a:lnTo>
                    <a:pt x="1401449" y="1180518"/>
                  </a:lnTo>
                  <a:lnTo>
                    <a:pt x="1408060" y="1180518"/>
                  </a:lnTo>
                  <a:lnTo>
                    <a:pt x="1414670" y="1203671"/>
                  </a:lnTo>
                  <a:lnTo>
                    <a:pt x="1421281" y="1184494"/>
                  </a:lnTo>
                  <a:lnTo>
                    <a:pt x="1427891" y="1219463"/>
                  </a:lnTo>
                  <a:lnTo>
                    <a:pt x="1434502" y="1215805"/>
                  </a:lnTo>
                  <a:lnTo>
                    <a:pt x="1441113" y="1208463"/>
                  </a:lnTo>
                  <a:lnTo>
                    <a:pt x="1447723" y="1197944"/>
                  </a:lnTo>
                  <a:lnTo>
                    <a:pt x="1454334" y="1191557"/>
                  </a:lnTo>
                  <a:lnTo>
                    <a:pt x="1460944" y="1169533"/>
                  </a:lnTo>
                  <a:lnTo>
                    <a:pt x="1467555" y="1162080"/>
                  </a:lnTo>
                  <a:lnTo>
                    <a:pt x="1474166" y="1170985"/>
                  </a:lnTo>
                  <a:lnTo>
                    <a:pt x="1480776" y="1204260"/>
                  </a:lnTo>
                  <a:lnTo>
                    <a:pt x="1487387" y="1180935"/>
                  </a:lnTo>
                  <a:lnTo>
                    <a:pt x="1493997" y="1220043"/>
                  </a:lnTo>
                  <a:lnTo>
                    <a:pt x="1500608" y="1220883"/>
                  </a:lnTo>
                  <a:lnTo>
                    <a:pt x="1507219" y="1196694"/>
                  </a:lnTo>
                  <a:lnTo>
                    <a:pt x="1513829" y="1145105"/>
                  </a:lnTo>
                  <a:lnTo>
                    <a:pt x="1520440" y="1131671"/>
                  </a:lnTo>
                  <a:lnTo>
                    <a:pt x="1527051" y="1146696"/>
                  </a:lnTo>
                  <a:lnTo>
                    <a:pt x="1533661" y="1161888"/>
                  </a:lnTo>
                  <a:lnTo>
                    <a:pt x="1540272" y="1158095"/>
                  </a:lnTo>
                  <a:lnTo>
                    <a:pt x="1546882" y="1188486"/>
                  </a:lnTo>
                  <a:lnTo>
                    <a:pt x="1553493" y="1171457"/>
                  </a:lnTo>
                  <a:lnTo>
                    <a:pt x="1560104" y="1170337"/>
                  </a:lnTo>
                  <a:lnTo>
                    <a:pt x="1566714" y="1134692"/>
                  </a:lnTo>
                  <a:lnTo>
                    <a:pt x="1573325" y="1126599"/>
                  </a:lnTo>
                  <a:lnTo>
                    <a:pt x="1579935" y="1120933"/>
                  </a:lnTo>
                  <a:lnTo>
                    <a:pt x="1586546" y="1192057"/>
                  </a:lnTo>
                  <a:lnTo>
                    <a:pt x="1593157" y="1199972"/>
                  </a:lnTo>
                  <a:lnTo>
                    <a:pt x="1599767" y="1195120"/>
                  </a:lnTo>
                  <a:lnTo>
                    <a:pt x="1606378" y="1134563"/>
                  </a:lnTo>
                  <a:lnTo>
                    <a:pt x="1612988" y="1118146"/>
                  </a:lnTo>
                  <a:lnTo>
                    <a:pt x="1619599" y="1118146"/>
                  </a:lnTo>
                  <a:lnTo>
                    <a:pt x="1626210" y="1156275"/>
                  </a:lnTo>
                  <a:lnTo>
                    <a:pt x="1632820" y="1123645"/>
                  </a:lnTo>
                  <a:lnTo>
                    <a:pt x="1639431" y="1121077"/>
                  </a:lnTo>
                  <a:lnTo>
                    <a:pt x="1646042" y="1176353"/>
                  </a:lnTo>
                  <a:lnTo>
                    <a:pt x="1652652" y="1198530"/>
                  </a:lnTo>
                  <a:lnTo>
                    <a:pt x="1659263" y="1200986"/>
                  </a:lnTo>
                  <a:lnTo>
                    <a:pt x="1665873" y="1188395"/>
                  </a:lnTo>
                  <a:lnTo>
                    <a:pt x="1672484" y="1142965"/>
                  </a:lnTo>
                  <a:lnTo>
                    <a:pt x="1679095" y="1121077"/>
                  </a:lnTo>
                  <a:lnTo>
                    <a:pt x="1685705" y="1129519"/>
                  </a:lnTo>
                  <a:lnTo>
                    <a:pt x="1692316" y="1184546"/>
                  </a:lnTo>
                  <a:lnTo>
                    <a:pt x="1698926" y="1191672"/>
                  </a:lnTo>
                  <a:lnTo>
                    <a:pt x="1705537" y="1180433"/>
                  </a:lnTo>
                  <a:lnTo>
                    <a:pt x="1712148" y="1175388"/>
                  </a:lnTo>
                  <a:lnTo>
                    <a:pt x="1718758" y="1201990"/>
                  </a:lnTo>
                  <a:lnTo>
                    <a:pt x="1725369" y="1190399"/>
                  </a:lnTo>
                  <a:lnTo>
                    <a:pt x="1731979" y="1172310"/>
                  </a:lnTo>
                  <a:lnTo>
                    <a:pt x="1738590" y="1185084"/>
                  </a:lnTo>
                  <a:lnTo>
                    <a:pt x="1745201" y="1191915"/>
                  </a:lnTo>
                  <a:lnTo>
                    <a:pt x="1751811" y="1202320"/>
                  </a:lnTo>
                  <a:lnTo>
                    <a:pt x="1758422" y="1205202"/>
                  </a:lnTo>
                  <a:lnTo>
                    <a:pt x="1765033" y="1158855"/>
                  </a:lnTo>
                  <a:lnTo>
                    <a:pt x="1771643" y="1130253"/>
                  </a:lnTo>
                  <a:lnTo>
                    <a:pt x="1778254" y="1170631"/>
                  </a:lnTo>
                  <a:lnTo>
                    <a:pt x="1784864" y="1183318"/>
                  </a:lnTo>
                  <a:lnTo>
                    <a:pt x="1791475" y="1174659"/>
                  </a:lnTo>
                  <a:lnTo>
                    <a:pt x="1798086" y="1156783"/>
                  </a:lnTo>
                  <a:lnTo>
                    <a:pt x="1804696" y="1126377"/>
                  </a:lnTo>
                  <a:lnTo>
                    <a:pt x="1811307" y="1117411"/>
                  </a:lnTo>
                  <a:lnTo>
                    <a:pt x="1817917" y="1123361"/>
                  </a:lnTo>
                  <a:lnTo>
                    <a:pt x="1824528" y="1142916"/>
                  </a:lnTo>
                  <a:lnTo>
                    <a:pt x="1831139" y="1169609"/>
                  </a:lnTo>
                  <a:lnTo>
                    <a:pt x="1837749" y="1140330"/>
                  </a:lnTo>
                  <a:lnTo>
                    <a:pt x="1844360" y="1134656"/>
                  </a:lnTo>
                  <a:lnTo>
                    <a:pt x="1850970" y="1118281"/>
                  </a:lnTo>
                  <a:lnTo>
                    <a:pt x="1857581" y="1130472"/>
                  </a:lnTo>
                  <a:lnTo>
                    <a:pt x="1864192" y="1142435"/>
                  </a:lnTo>
                  <a:lnTo>
                    <a:pt x="1870802" y="1128360"/>
                  </a:lnTo>
                  <a:lnTo>
                    <a:pt x="1877413" y="1137483"/>
                  </a:lnTo>
                  <a:lnTo>
                    <a:pt x="1884024" y="1188973"/>
                  </a:lnTo>
                  <a:lnTo>
                    <a:pt x="1890634" y="1194943"/>
                  </a:lnTo>
                  <a:lnTo>
                    <a:pt x="1897245" y="1203301"/>
                  </a:lnTo>
                  <a:lnTo>
                    <a:pt x="1903855" y="1202378"/>
                  </a:lnTo>
                  <a:lnTo>
                    <a:pt x="1910466" y="1200188"/>
                  </a:lnTo>
                  <a:lnTo>
                    <a:pt x="1917077" y="1199191"/>
                  </a:lnTo>
                  <a:lnTo>
                    <a:pt x="1923687" y="1184486"/>
                  </a:lnTo>
                  <a:lnTo>
                    <a:pt x="1930298" y="1200109"/>
                  </a:lnTo>
                  <a:lnTo>
                    <a:pt x="1936908" y="1196286"/>
                  </a:lnTo>
                  <a:lnTo>
                    <a:pt x="1943519" y="1193240"/>
                  </a:lnTo>
                  <a:lnTo>
                    <a:pt x="1950130" y="1192798"/>
                  </a:lnTo>
                  <a:lnTo>
                    <a:pt x="1956740" y="1192798"/>
                  </a:lnTo>
                  <a:lnTo>
                    <a:pt x="1963351" y="1191899"/>
                  </a:lnTo>
                  <a:lnTo>
                    <a:pt x="1969961" y="1192798"/>
                  </a:lnTo>
                  <a:lnTo>
                    <a:pt x="1976572" y="1192529"/>
                  </a:lnTo>
                  <a:lnTo>
                    <a:pt x="1983183" y="1191899"/>
                  </a:lnTo>
                  <a:lnTo>
                    <a:pt x="1989793" y="1183879"/>
                  </a:lnTo>
                  <a:lnTo>
                    <a:pt x="1996404" y="1185229"/>
                  </a:lnTo>
                  <a:lnTo>
                    <a:pt x="2003015" y="1187674"/>
                  </a:lnTo>
                  <a:lnTo>
                    <a:pt x="2009625" y="1167061"/>
                  </a:lnTo>
                  <a:lnTo>
                    <a:pt x="2016236" y="1174559"/>
                  </a:lnTo>
                  <a:lnTo>
                    <a:pt x="2022846" y="1188386"/>
                  </a:lnTo>
                  <a:lnTo>
                    <a:pt x="2029457" y="1176283"/>
                  </a:lnTo>
                  <a:lnTo>
                    <a:pt x="2036068" y="1145714"/>
                  </a:lnTo>
                  <a:lnTo>
                    <a:pt x="2042678" y="1148994"/>
                  </a:lnTo>
                  <a:lnTo>
                    <a:pt x="2049289" y="1106454"/>
                  </a:lnTo>
                  <a:lnTo>
                    <a:pt x="2055899" y="1121346"/>
                  </a:lnTo>
                  <a:lnTo>
                    <a:pt x="2062510" y="1149647"/>
                  </a:lnTo>
                  <a:lnTo>
                    <a:pt x="2069121" y="1100071"/>
                  </a:lnTo>
                  <a:lnTo>
                    <a:pt x="2075731" y="1089528"/>
                  </a:lnTo>
                  <a:lnTo>
                    <a:pt x="2082342" y="1089152"/>
                  </a:lnTo>
                  <a:lnTo>
                    <a:pt x="2088952" y="1092191"/>
                  </a:lnTo>
                  <a:lnTo>
                    <a:pt x="2095563" y="1092280"/>
                  </a:lnTo>
                  <a:lnTo>
                    <a:pt x="2102174" y="1085754"/>
                  </a:lnTo>
                  <a:lnTo>
                    <a:pt x="2108784" y="1081158"/>
                  </a:lnTo>
                  <a:lnTo>
                    <a:pt x="2115395" y="1095116"/>
                  </a:lnTo>
                  <a:lnTo>
                    <a:pt x="2122006" y="1085754"/>
                  </a:lnTo>
                  <a:lnTo>
                    <a:pt x="2128616" y="1089621"/>
                  </a:lnTo>
                  <a:lnTo>
                    <a:pt x="2135227" y="1102526"/>
                  </a:lnTo>
                  <a:lnTo>
                    <a:pt x="2141837" y="1173124"/>
                  </a:lnTo>
                  <a:lnTo>
                    <a:pt x="2148448" y="1130370"/>
                  </a:lnTo>
                  <a:lnTo>
                    <a:pt x="2155059" y="1089831"/>
                  </a:lnTo>
                  <a:lnTo>
                    <a:pt x="2161669" y="1094902"/>
                  </a:lnTo>
                  <a:lnTo>
                    <a:pt x="2168280" y="1138142"/>
                  </a:lnTo>
                  <a:lnTo>
                    <a:pt x="2174890" y="1138142"/>
                  </a:lnTo>
                  <a:lnTo>
                    <a:pt x="2181501" y="1149555"/>
                  </a:lnTo>
                  <a:lnTo>
                    <a:pt x="2188112" y="1150421"/>
                  </a:lnTo>
                  <a:lnTo>
                    <a:pt x="2194722" y="1139611"/>
                  </a:lnTo>
                  <a:lnTo>
                    <a:pt x="2201333" y="1130370"/>
                  </a:lnTo>
                  <a:lnTo>
                    <a:pt x="2207943" y="1160033"/>
                  </a:lnTo>
                  <a:lnTo>
                    <a:pt x="2214554" y="1163921"/>
                  </a:lnTo>
                  <a:lnTo>
                    <a:pt x="2221165" y="1171221"/>
                  </a:lnTo>
                  <a:lnTo>
                    <a:pt x="2227775" y="1171373"/>
                  </a:lnTo>
                  <a:lnTo>
                    <a:pt x="2234386" y="1123539"/>
                  </a:lnTo>
                  <a:lnTo>
                    <a:pt x="2240996" y="1123081"/>
                  </a:lnTo>
                  <a:lnTo>
                    <a:pt x="2247607" y="1149355"/>
                  </a:lnTo>
                  <a:lnTo>
                    <a:pt x="2254218" y="1165417"/>
                  </a:lnTo>
                  <a:lnTo>
                    <a:pt x="2260828" y="1167646"/>
                  </a:lnTo>
                  <a:lnTo>
                    <a:pt x="2267439" y="1144943"/>
                  </a:lnTo>
                  <a:lnTo>
                    <a:pt x="2274050" y="1139396"/>
                  </a:lnTo>
                  <a:lnTo>
                    <a:pt x="2280660" y="1158547"/>
                  </a:lnTo>
                  <a:lnTo>
                    <a:pt x="2287271" y="1156757"/>
                  </a:lnTo>
                  <a:lnTo>
                    <a:pt x="2293881" y="1173284"/>
                  </a:lnTo>
                  <a:lnTo>
                    <a:pt x="2300492" y="1172301"/>
                  </a:lnTo>
                  <a:lnTo>
                    <a:pt x="2307103" y="1166364"/>
                  </a:lnTo>
                  <a:lnTo>
                    <a:pt x="2313713" y="1165651"/>
                  </a:lnTo>
                  <a:lnTo>
                    <a:pt x="2320324" y="1169650"/>
                  </a:lnTo>
                  <a:lnTo>
                    <a:pt x="2326934" y="1170991"/>
                  </a:lnTo>
                  <a:lnTo>
                    <a:pt x="2333545" y="1170549"/>
                  </a:lnTo>
                  <a:lnTo>
                    <a:pt x="2340156" y="1168300"/>
                  </a:lnTo>
                  <a:lnTo>
                    <a:pt x="2346766" y="1168300"/>
                  </a:lnTo>
                  <a:lnTo>
                    <a:pt x="2353377" y="1152976"/>
                  </a:lnTo>
                  <a:lnTo>
                    <a:pt x="2359987" y="1168570"/>
                  </a:lnTo>
                  <a:lnTo>
                    <a:pt x="2366598" y="1179065"/>
                  </a:lnTo>
                  <a:lnTo>
                    <a:pt x="2373209" y="1170460"/>
                  </a:lnTo>
                  <a:lnTo>
                    <a:pt x="2379819" y="1141593"/>
                  </a:lnTo>
                  <a:lnTo>
                    <a:pt x="2386430" y="1139740"/>
                  </a:lnTo>
                  <a:lnTo>
                    <a:pt x="2393041" y="1128477"/>
                  </a:lnTo>
                  <a:lnTo>
                    <a:pt x="2399651" y="1140867"/>
                  </a:lnTo>
                  <a:lnTo>
                    <a:pt x="2406262" y="1141081"/>
                  </a:lnTo>
                  <a:lnTo>
                    <a:pt x="2412872" y="1109838"/>
                  </a:lnTo>
                  <a:lnTo>
                    <a:pt x="2419483" y="1108328"/>
                  </a:lnTo>
                  <a:lnTo>
                    <a:pt x="2426094" y="1111052"/>
                  </a:lnTo>
                  <a:lnTo>
                    <a:pt x="2432704" y="1107661"/>
                  </a:lnTo>
                  <a:lnTo>
                    <a:pt x="2439315" y="1104668"/>
                  </a:lnTo>
                  <a:lnTo>
                    <a:pt x="2445925" y="1104038"/>
                  </a:lnTo>
                  <a:lnTo>
                    <a:pt x="2452536" y="1104937"/>
                  </a:lnTo>
                  <a:lnTo>
                    <a:pt x="2459147" y="1096593"/>
                  </a:lnTo>
                  <a:lnTo>
                    <a:pt x="2465757" y="1099085"/>
                  </a:lnTo>
                  <a:lnTo>
                    <a:pt x="2472368" y="1099085"/>
                  </a:lnTo>
                  <a:lnTo>
                    <a:pt x="2478978" y="1077886"/>
                  </a:lnTo>
                  <a:lnTo>
                    <a:pt x="2485589" y="1062953"/>
                  </a:lnTo>
                  <a:lnTo>
                    <a:pt x="2492200" y="1032102"/>
                  </a:lnTo>
                  <a:lnTo>
                    <a:pt x="2498810" y="1054399"/>
                  </a:lnTo>
                  <a:lnTo>
                    <a:pt x="2505421" y="1035536"/>
                  </a:lnTo>
                  <a:lnTo>
                    <a:pt x="2512032" y="993508"/>
                  </a:lnTo>
                  <a:lnTo>
                    <a:pt x="2518642" y="1034933"/>
                  </a:lnTo>
                  <a:lnTo>
                    <a:pt x="2525253" y="1039246"/>
                  </a:lnTo>
                  <a:lnTo>
                    <a:pt x="2531863" y="977815"/>
                  </a:lnTo>
                  <a:lnTo>
                    <a:pt x="2538474" y="993508"/>
                  </a:lnTo>
                  <a:lnTo>
                    <a:pt x="2545085" y="1048999"/>
                  </a:lnTo>
                  <a:lnTo>
                    <a:pt x="2551695" y="1043918"/>
                  </a:lnTo>
                  <a:lnTo>
                    <a:pt x="2558306" y="1054399"/>
                  </a:lnTo>
                  <a:lnTo>
                    <a:pt x="2564916" y="965637"/>
                  </a:lnTo>
                  <a:lnTo>
                    <a:pt x="2571527" y="965813"/>
                  </a:lnTo>
                  <a:lnTo>
                    <a:pt x="2578138" y="1011419"/>
                  </a:lnTo>
                  <a:lnTo>
                    <a:pt x="2584748" y="1008900"/>
                  </a:lnTo>
                  <a:lnTo>
                    <a:pt x="2591359" y="1003332"/>
                  </a:lnTo>
                  <a:lnTo>
                    <a:pt x="2597969" y="996195"/>
                  </a:lnTo>
                  <a:lnTo>
                    <a:pt x="2604580" y="993416"/>
                  </a:lnTo>
                  <a:lnTo>
                    <a:pt x="2611191" y="931032"/>
                  </a:lnTo>
                  <a:lnTo>
                    <a:pt x="2617801" y="908115"/>
                  </a:lnTo>
                  <a:lnTo>
                    <a:pt x="2624412" y="955674"/>
                  </a:lnTo>
                  <a:lnTo>
                    <a:pt x="2631023" y="880753"/>
                  </a:lnTo>
                  <a:lnTo>
                    <a:pt x="2637633" y="862779"/>
                  </a:lnTo>
                  <a:lnTo>
                    <a:pt x="2644244" y="868039"/>
                  </a:lnTo>
                  <a:lnTo>
                    <a:pt x="2650854" y="864144"/>
                  </a:lnTo>
                  <a:lnTo>
                    <a:pt x="2657465" y="825201"/>
                  </a:lnTo>
                  <a:lnTo>
                    <a:pt x="2664076" y="791352"/>
                  </a:lnTo>
                  <a:lnTo>
                    <a:pt x="2670686" y="767629"/>
                  </a:lnTo>
                  <a:lnTo>
                    <a:pt x="2677297" y="632737"/>
                  </a:lnTo>
                  <a:lnTo>
                    <a:pt x="2683907" y="694021"/>
                  </a:lnTo>
                  <a:lnTo>
                    <a:pt x="2690518" y="645150"/>
                  </a:lnTo>
                  <a:lnTo>
                    <a:pt x="2697129" y="616051"/>
                  </a:lnTo>
                  <a:lnTo>
                    <a:pt x="2703739" y="558669"/>
                  </a:lnTo>
                  <a:lnTo>
                    <a:pt x="2710350" y="497790"/>
                  </a:lnTo>
                  <a:lnTo>
                    <a:pt x="2716960" y="403487"/>
                  </a:lnTo>
                  <a:lnTo>
                    <a:pt x="2723571" y="399921"/>
                  </a:lnTo>
                  <a:lnTo>
                    <a:pt x="2730182" y="358638"/>
                  </a:lnTo>
                  <a:lnTo>
                    <a:pt x="2736792" y="368304"/>
                  </a:lnTo>
                  <a:lnTo>
                    <a:pt x="2743403" y="255663"/>
                  </a:lnTo>
                  <a:lnTo>
                    <a:pt x="2750014" y="212612"/>
                  </a:lnTo>
                  <a:lnTo>
                    <a:pt x="2756624" y="226110"/>
                  </a:lnTo>
                  <a:lnTo>
                    <a:pt x="2763235" y="245695"/>
                  </a:lnTo>
                  <a:lnTo>
                    <a:pt x="2769845" y="250622"/>
                  </a:lnTo>
                  <a:lnTo>
                    <a:pt x="2776456" y="150030"/>
                  </a:lnTo>
                  <a:lnTo>
                    <a:pt x="2783067" y="130970"/>
                  </a:lnTo>
                  <a:lnTo>
                    <a:pt x="2789677" y="135227"/>
                  </a:lnTo>
                  <a:lnTo>
                    <a:pt x="2796288" y="130416"/>
                  </a:lnTo>
                  <a:lnTo>
                    <a:pt x="2802898" y="119628"/>
                  </a:lnTo>
                  <a:lnTo>
                    <a:pt x="2809509" y="109562"/>
                  </a:lnTo>
                  <a:lnTo>
                    <a:pt x="2816120" y="106569"/>
                  </a:lnTo>
                  <a:lnTo>
                    <a:pt x="2822730" y="107832"/>
                  </a:lnTo>
                  <a:lnTo>
                    <a:pt x="2829341" y="109562"/>
                  </a:lnTo>
                  <a:lnTo>
                    <a:pt x="2835951" y="119803"/>
                  </a:lnTo>
                  <a:lnTo>
                    <a:pt x="2842562" y="119803"/>
                  </a:lnTo>
                  <a:lnTo>
                    <a:pt x="2849173" y="110859"/>
                  </a:lnTo>
                  <a:lnTo>
                    <a:pt x="2855783" y="121336"/>
                  </a:lnTo>
                  <a:lnTo>
                    <a:pt x="2862394" y="128224"/>
                  </a:lnTo>
                  <a:lnTo>
                    <a:pt x="2869005" y="191541"/>
                  </a:lnTo>
                  <a:lnTo>
                    <a:pt x="2875615" y="250419"/>
                  </a:lnTo>
                  <a:lnTo>
                    <a:pt x="2882226" y="270743"/>
                  </a:lnTo>
                  <a:lnTo>
                    <a:pt x="2888836" y="308973"/>
                  </a:lnTo>
                  <a:lnTo>
                    <a:pt x="2895447" y="244272"/>
                  </a:lnTo>
                  <a:lnTo>
                    <a:pt x="2902058" y="260852"/>
                  </a:lnTo>
                  <a:lnTo>
                    <a:pt x="2908668" y="299674"/>
                  </a:lnTo>
                  <a:lnTo>
                    <a:pt x="2915279" y="370345"/>
                  </a:lnTo>
                  <a:lnTo>
                    <a:pt x="2921889" y="419353"/>
                  </a:lnTo>
                  <a:lnTo>
                    <a:pt x="2928500" y="398207"/>
                  </a:lnTo>
                  <a:lnTo>
                    <a:pt x="2935111" y="447916"/>
                  </a:lnTo>
                  <a:lnTo>
                    <a:pt x="2941721" y="518452"/>
                  </a:lnTo>
                  <a:lnTo>
                    <a:pt x="2948332" y="675995"/>
                  </a:lnTo>
                  <a:lnTo>
                    <a:pt x="2954942" y="651823"/>
                  </a:lnTo>
                  <a:lnTo>
                    <a:pt x="2961553" y="682713"/>
                  </a:lnTo>
                  <a:lnTo>
                    <a:pt x="2968164" y="685469"/>
                  </a:lnTo>
                  <a:lnTo>
                    <a:pt x="2974774" y="678882"/>
                  </a:lnTo>
                  <a:lnTo>
                    <a:pt x="2981385" y="684770"/>
                  </a:lnTo>
                  <a:lnTo>
                    <a:pt x="2987995" y="636177"/>
                  </a:lnTo>
                  <a:lnTo>
                    <a:pt x="2994606" y="630646"/>
                  </a:lnTo>
                  <a:lnTo>
                    <a:pt x="3001217" y="626808"/>
                  </a:lnTo>
                  <a:lnTo>
                    <a:pt x="3007827" y="731978"/>
                  </a:lnTo>
                  <a:lnTo>
                    <a:pt x="3014438" y="751467"/>
                  </a:lnTo>
                  <a:lnTo>
                    <a:pt x="3021049" y="659268"/>
                  </a:lnTo>
                  <a:lnTo>
                    <a:pt x="3027659" y="613447"/>
                  </a:lnTo>
                  <a:lnTo>
                    <a:pt x="3034270" y="616995"/>
                  </a:lnTo>
                  <a:lnTo>
                    <a:pt x="3040880" y="620111"/>
                  </a:lnTo>
                  <a:lnTo>
                    <a:pt x="3047491" y="679831"/>
                  </a:lnTo>
                  <a:lnTo>
                    <a:pt x="3054102" y="737576"/>
                  </a:lnTo>
                  <a:lnTo>
                    <a:pt x="3060712" y="719786"/>
                  </a:lnTo>
                  <a:lnTo>
                    <a:pt x="3067323" y="753225"/>
                  </a:lnTo>
                  <a:lnTo>
                    <a:pt x="3073933" y="758146"/>
                  </a:lnTo>
                  <a:lnTo>
                    <a:pt x="3080544" y="747297"/>
                  </a:lnTo>
                  <a:lnTo>
                    <a:pt x="3087155" y="614706"/>
                  </a:lnTo>
                  <a:lnTo>
                    <a:pt x="3093765" y="591797"/>
                  </a:lnTo>
                  <a:lnTo>
                    <a:pt x="3100376" y="623512"/>
                  </a:lnTo>
                  <a:lnTo>
                    <a:pt x="3106986" y="584229"/>
                  </a:lnTo>
                  <a:lnTo>
                    <a:pt x="3113597" y="496734"/>
                  </a:lnTo>
                  <a:lnTo>
                    <a:pt x="3120208" y="387809"/>
                  </a:lnTo>
                  <a:lnTo>
                    <a:pt x="3126818" y="345164"/>
                  </a:lnTo>
                  <a:lnTo>
                    <a:pt x="3133429" y="320931"/>
                  </a:lnTo>
                  <a:lnTo>
                    <a:pt x="3140040" y="325177"/>
                  </a:lnTo>
                  <a:lnTo>
                    <a:pt x="3146650" y="388335"/>
                  </a:lnTo>
                  <a:lnTo>
                    <a:pt x="3153261" y="268968"/>
                  </a:lnTo>
                  <a:lnTo>
                    <a:pt x="3159871" y="203749"/>
                  </a:lnTo>
                  <a:lnTo>
                    <a:pt x="3166482" y="168737"/>
                  </a:lnTo>
                  <a:lnTo>
                    <a:pt x="3173093" y="140581"/>
                  </a:lnTo>
                  <a:lnTo>
                    <a:pt x="3179703" y="94256"/>
                  </a:lnTo>
                  <a:lnTo>
                    <a:pt x="3186314" y="77178"/>
                  </a:lnTo>
                  <a:lnTo>
                    <a:pt x="3192924" y="45984"/>
                  </a:lnTo>
                  <a:lnTo>
                    <a:pt x="3199535" y="32025"/>
                  </a:lnTo>
                  <a:lnTo>
                    <a:pt x="3206146" y="29551"/>
                  </a:lnTo>
                  <a:lnTo>
                    <a:pt x="3212756" y="21678"/>
                  </a:lnTo>
                  <a:lnTo>
                    <a:pt x="3219367" y="9668"/>
                  </a:lnTo>
                  <a:lnTo>
                    <a:pt x="3225977" y="17298"/>
                  </a:lnTo>
                  <a:lnTo>
                    <a:pt x="3232588" y="17755"/>
                  </a:lnTo>
                  <a:lnTo>
                    <a:pt x="3239199" y="53943"/>
                  </a:lnTo>
                  <a:lnTo>
                    <a:pt x="3245809" y="51192"/>
                  </a:lnTo>
                  <a:lnTo>
                    <a:pt x="3252420" y="48436"/>
                  </a:lnTo>
                  <a:lnTo>
                    <a:pt x="3259031" y="64937"/>
                  </a:lnTo>
                  <a:lnTo>
                    <a:pt x="3265641" y="86593"/>
                  </a:lnTo>
                  <a:lnTo>
                    <a:pt x="3272252" y="87172"/>
                  </a:lnTo>
                  <a:lnTo>
                    <a:pt x="3278862" y="114080"/>
                  </a:lnTo>
                  <a:lnTo>
                    <a:pt x="3285473" y="165624"/>
                  </a:lnTo>
                  <a:lnTo>
                    <a:pt x="3292084" y="215358"/>
                  </a:lnTo>
                  <a:lnTo>
                    <a:pt x="3298694" y="202757"/>
                  </a:lnTo>
                  <a:lnTo>
                    <a:pt x="3305305" y="272975"/>
                  </a:lnTo>
                  <a:lnTo>
                    <a:pt x="3311915" y="274925"/>
                  </a:lnTo>
                  <a:lnTo>
                    <a:pt x="3318526" y="242632"/>
                  </a:lnTo>
                  <a:lnTo>
                    <a:pt x="3325137" y="171457"/>
                  </a:lnTo>
                  <a:lnTo>
                    <a:pt x="3331747" y="155484"/>
                  </a:lnTo>
                  <a:lnTo>
                    <a:pt x="3338358" y="137961"/>
                  </a:lnTo>
                  <a:lnTo>
                    <a:pt x="3344968" y="176042"/>
                  </a:lnTo>
                  <a:lnTo>
                    <a:pt x="3351579" y="169158"/>
                  </a:lnTo>
                  <a:lnTo>
                    <a:pt x="3358190" y="48355"/>
                  </a:lnTo>
                  <a:lnTo>
                    <a:pt x="3364800" y="32149"/>
                  </a:lnTo>
                  <a:lnTo>
                    <a:pt x="3371411" y="19261"/>
                  </a:lnTo>
                  <a:lnTo>
                    <a:pt x="3378022" y="20687"/>
                  </a:lnTo>
                  <a:lnTo>
                    <a:pt x="3384632" y="3235"/>
                  </a:lnTo>
                  <a:lnTo>
                    <a:pt x="3391243" y="4650"/>
                  </a:lnTo>
                  <a:lnTo>
                    <a:pt x="3397853" y="4252"/>
                  </a:lnTo>
                  <a:lnTo>
                    <a:pt x="3404464" y="19536"/>
                  </a:lnTo>
                  <a:lnTo>
                    <a:pt x="3411075" y="25280"/>
                  </a:lnTo>
                  <a:lnTo>
                    <a:pt x="3417685" y="31733"/>
                  </a:lnTo>
                  <a:lnTo>
                    <a:pt x="3424296" y="47733"/>
                  </a:lnTo>
                  <a:lnTo>
                    <a:pt x="3430906" y="54191"/>
                  </a:lnTo>
                  <a:lnTo>
                    <a:pt x="3437517" y="97987"/>
                  </a:lnTo>
                  <a:lnTo>
                    <a:pt x="3444128" y="61825"/>
                  </a:lnTo>
                  <a:lnTo>
                    <a:pt x="3450738" y="70049"/>
                  </a:lnTo>
                  <a:lnTo>
                    <a:pt x="3457349" y="81922"/>
                  </a:lnTo>
                  <a:lnTo>
                    <a:pt x="3463959" y="154193"/>
                  </a:lnTo>
                  <a:lnTo>
                    <a:pt x="3470570" y="31702"/>
                  </a:lnTo>
                  <a:lnTo>
                    <a:pt x="3477181" y="31098"/>
                  </a:lnTo>
                  <a:lnTo>
                    <a:pt x="3483791" y="20858"/>
                  </a:lnTo>
                  <a:lnTo>
                    <a:pt x="3490402" y="26901"/>
                  </a:lnTo>
                  <a:lnTo>
                    <a:pt x="3497013" y="21072"/>
                  </a:lnTo>
                  <a:lnTo>
                    <a:pt x="3503623" y="72513"/>
                  </a:lnTo>
                  <a:lnTo>
                    <a:pt x="3510234" y="17332"/>
                  </a:lnTo>
                  <a:lnTo>
                    <a:pt x="3516844" y="16562"/>
                  </a:lnTo>
                  <a:lnTo>
                    <a:pt x="3523455" y="8943"/>
                  </a:lnTo>
                  <a:lnTo>
                    <a:pt x="3530066" y="8943"/>
                  </a:lnTo>
                  <a:lnTo>
                    <a:pt x="3536676" y="8943"/>
                  </a:lnTo>
                  <a:lnTo>
                    <a:pt x="3543287" y="0"/>
                  </a:lnTo>
                  <a:lnTo>
                    <a:pt x="3549897" y="0"/>
                  </a:lnTo>
                  <a:lnTo>
                    <a:pt x="3556508" y="871"/>
                  </a:lnTo>
                  <a:lnTo>
                    <a:pt x="3563119" y="2168"/>
                  </a:lnTo>
                  <a:lnTo>
                    <a:pt x="3569729" y="9403"/>
                  </a:lnTo>
                  <a:lnTo>
                    <a:pt x="3576340" y="9403"/>
                  </a:lnTo>
                  <a:lnTo>
                    <a:pt x="3582950" y="11112"/>
                  </a:lnTo>
                  <a:lnTo>
                    <a:pt x="3589561" y="34546"/>
                  </a:lnTo>
                  <a:lnTo>
                    <a:pt x="3596172" y="19004"/>
                  </a:lnTo>
                  <a:lnTo>
                    <a:pt x="3602782" y="20267"/>
                  </a:lnTo>
                  <a:lnTo>
                    <a:pt x="3609393" y="23800"/>
                  </a:lnTo>
                  <a:lnTo>
                    <a:pt x="3616004" y="39456"/>
                  </a:lnTo>
                  <a:lnTo>
                    <a:pt x="3622614" y="27345"/>
                  </a:lnTo>
                  <a:lnTo>
                    <a:pt x="3629225" y="27345"/>
                  </a:lnTo>
                  <a:lnTo>
                    <a:pt x="3635835" y="26852"/>
                  </a:lnTo>
                  <a:lnTo>
                    <a:pt x="3642446" y="49320"/>
                  </a:lnTo>
                  <a:lnTo>
                    <a:pt x="3649057" y="49145"/>
                  </a:lnTo>
                  <a:lnTo>
                    <a:pt x="3655667" y="206547"/>
                  </a:lnTo>
                  <a:lnTo>
                    <a:pt x="3662278" y="207493"/>
                  </a:lnTo>
                  <a:lnTo>
                    <a:pt x="3668888" y="222723"/>
                  </a:lnTo>
                  <a:lnTo>
                    <a:pt x="3675499" y="220726"/>
                  </a:lnTo>
                  <a:lnTo>
                    <a:pt x="3682110" y="219202"/>
                  </a:lnTo>
                  <a:lnTo>
                    <a:pt x="3688720" y="115743"/>
                  </a:lnTo>
                  <a:lnTo>
                    <a:pt x="3695331" y="148782"/>
                  </a:lnTo>
                  <a:lnTo>
                    <a:pt x="3701941" y="158133"/>
                  </a:lnTo>
                  <a:lnTo>
                    <a:pt x="3708552" y="110007"/>
                  </a:lnTo>
                  <a:lnTo>
                    <a:pt x="3715163" y="24271"/>
                  </a:lnTo>
                  <a:lnTo>
                    <a:pt x="3721773" y="24270"/>
                  </a:lnTo>
                  <a:lnTo>
                    <a:pt x="3728384" y="26913"/>
                  </a:lnTo>
                  <a:lnTo>
                    <a:pt x="3734994" y="10110"/>
                  </a:lnTo>
                  <a:lnTo>
                    <a:pt x="3741605" y="6817"/>
                  </a:lnTo>
                  <a:lnTo>
                    <a:pt x="3748216" y="5159"/>
                  </a:lnTo>
                  <a:lnTo>
                    <a:pt x="3754826" y="5159"/>
                  </a:lnTo>
                  <a:lnTo>
                    <a:pt x="3761437" y="5791"/>
                  </a:lnTo>
                  <a:lnTo>
                    <a:pt x="3768048" y="8290"/>
                  </a:lnTo>
                  <a:lnTo>
                    <a:pt x="3774658" y="13155"/>
                  </a:lnTo>
                  <a:lnTo>
                    <a:pt x="3781269" y="16149"/>
                  </a:lnTo>
                  <a:lnTo>
                    <a:pt x="3787879" y="32344"/>
                  </a:lnTo>
                  <a:lnTo>
                    <a:pt x="3794490" y="81091"/>
                  </a:lnTo>
                  <a:lnTo>
                    <a:pt x="3801101" y="88639"/>
                  </a:lnTo>
                  <a:lnTo>
                    <a:pt x="3807711" y="77295"/>
                  </a:lnTo>
                  <a:lnTo>
                    <a:pt x="3814322" y="110111"/>
                  </a:lnTo>
                  <a:lnTo>
                    <a:pt x="3820932" y="112586"/>
                  </a:lnTo>
                  <a:lnTo>
                    <a:pt x="3827543" y="109057"/>
                  </a:lnTo>
                  <a:lnTo>
                    <a:pt x="3834154" y="90759"/>
                  </a:lnTo>
                  <a:lnTo>
                    <a:pt x="3840764" y="103514"/>
                  </a:lnTo>
                  <a:lnTo>
                    <a:pt x="3847375" y="134015"/>
                  </a:lnTo>
                  <a:lnTo>
                    <a:pt x="3853985" y="171749"/>
                  </a:lnTo>
                  <a:lnTo>
                    <a:pt x="3860596" y="169147"/>
                  </a:lnTo>
                  <a:lnTo>
                    <a:pt x="3867207" y="257484"/>
                  </a:lnTo>
                  <a:lnTo>
                    <a:pt x="3873817" y="271317"/>
                  </a:lnTo>
                  <a:lnTo>
                    <a:pt x="3880428" y="353132"/>
                  </a:lnTo>
                  <a:lnTo>
                    <a:pt x="3887039" y="361479"/>
                  </a:lnTo>
                  <a:lnTo>
                    <a:pt x="3893649" y="465501"/>
                  </a:lnTo>
                  <a:lnTo>
                    <a:pt x="3900260" y="544260"/>
                  </a:lnTo>
                  <a:lnTo>
                    <a:pt x="3906870" y="433071"/>
                  </a:lnTo>
                  <a:lnTo>
                    <a:pt x="3913481" y="473200"/>
                  </a:lnTo>
                  <a:lnTo>
                    <a:pt x="3920092" y="541883"/>
                  </a:lnTo>
                  <a:lnTo>
                    <a:pt x="3926702" y="614527"/>
                  </a:lnTo>
                  <a:lnTo>
                    <a:pt x="3933313" y="646281"/>
                  </a:lnTo>
                  <a:lnTo>
                    <a:pt x="3939923" y="631036"/>
                  </a:lnTo>
                  <a:lnTo>
                    <a:pt x="3946534" y="548065"/>
                  </a:lnTo>
                  <a:lnTo>
                    <a:pt x="3953145" y="611606"/>
                  </a:lnTo>
                  <a:lnTo>
                    <a:pt x="3959755" y="696384"/>
                  </a:lnTo>
                  <a:lnTo>
                    <a:pt x="3966366" y="769279"/>
                  </a:lnTo>
                  <a:lnTo>
                    <a:pt x="3972976" y="791226"/>
                  </a:lnTo>
                  <a:lnTo>
                    <a:pt x="3979587" y="747509"/>
                  </a:lnTo>
                  <a:lnTo>
                    <a:pt x="3986198" y="797571"/>
                  </a:lnTo>
                  <a:lnTo>
                    <a:pt x="3992808" y="835990"/>
                  </a:lnTo>
                  <a:lnTo>
                    <a:pt x="3999419" y="851312"/>
                  </a:lnTo>
                  <a:lnTo>
                    <a:pt x="4006030" y="853479"/>
                  </a:lnTo>
                  <a:lnTo>
                    <a:pt x="4012640" y="781240"/>
                  </a:lnTo>
                  <a:lnTo>
                    <a:pt x="4019251" y="804633"/>
                  </a:lnTo>
                  <a:lnTo>
                    <a:pt x="4025861" y="843373"/>
                  </a:lnTo>
                  <a:lnTo>
                    <a:pt x="4032472" y="865890"/>
                  </a:lnTo>
                  <a:lnTo>
                    <a:pt x="4039083" y="855026"/>
                  </a:lnTo>
                  <a:lnTo>
                    <a:pt x="4045693" y="822698"/>
                  </a:lnTo>
                  <a:lnTo>
                    <a:pt x="4052304" y="821119"/>
                  </a:lnTo>
                  <a:lnTo>
                    <a:pt x="4058914" y="844320"/>
                  </a:lnTo>
                  <a:lnTo>
                    <a:pt x="4065525" y="845597"/>
                  </a:lnTo>
                  <a:lnTo>
                    <a:pt x="4072136" y="852465"/>
                  </a:lnTo>
                  <a:lnTo>
                    <a:pt x="4078746" y="890932"/>
                  </a:lnTo>
                  <a:lnTo>
                    <a:pt x="4085357" y="907439"/>
                  </a:lnTo>
                  <a:lnTo>
                    <a:pt x="4091967" y="907126"/>
                  </a:lnTo>
                  <a:lnTo>
                    <a:pt x="4098578" y="917259"/>
                  </a:lnTo>
                  <a:lnTo>
                    <a:pt x="4105189" y="923223"/>
                  </a:lnTo>
                  <a:lnTo>
                    <a:pt x="4111799" y="932935"/>
                  </a:lnTo>
                  <a:lnTo>
                    <a:pt x="4118410" y="918870"/>
                  </a:lnTo>
                  <a:lnTo>
                    <a:pt x="4125021" y="873118"/>
                  </a:lnTo>
                  <a:lnTo>
                    <a:pt x="4131631" y="859797"/>
                  </a:lnTo>
                  <a:lnTo>
                    <a:pt x="4138242" y="887185"/>
                  </a:lnTo>
                  <a:lnTo>
                    <a:pt x="4144852" y="911973"/>
                  </a:lnTo>
                  <a:lnTo>
                    <a:pt x="4151463" y="877401"/>
                  </a:lnTo>
                  <a:lnTo>
                    <a:pt x="4158074" y="913798"/>
                  </a:lnTo>
                  <a:lnTo>
                    <a:pt x="4164684" y="901876"/>
                  </a:lnTo>
                  <a:lnTo>
                    <a:pt x="4171295" y="906771"/>
                  </a:lnTo>
                  <a:lnTo>
                    <a:pt x="4177905" y="955512"/>
                  </a:lnTo>
                  <a:lnTo>
                    <a:pt x="4184516" y="968833"/>
                  </a:lnTo>
                  <a:lnTo>
                    <a:pt x="4191127" y="1019131"/>
                  </a:lnTo>
                  <a:lnTo>
                    <a:pt x="4197737" y="1026274"/>
                  </a:lnTo>
                  <a:lnTo>
                    <a:pt x="4204348" y="1078395"/>
                  </a:lnTo>
                  <a:lnTo>
                    <a:pt x="4210958" y="1073571"/>
                  </a:lnTo>
                  <a:lnTo>
                    <a:pt x="4217569" y="1072785"/>
                  </a:lnTo>
                  <a:lnTo>
                    <a:pt x="4224180" y="1073979"/>
                  </a:lnTo>
                  <a:lnTo>
                    <a:pt x="4230790" y="1067344"/>
                  </a:lnTo>
                  <a:lnTo>
                    <a:pt x="4237401" y="1090285"/>
                  </a:lnTo>
                  <a:lnTo>
                    <a:pt x="4244012" y="1098773"/>
                  </a:lnTo>
                  <a:lnTo>
                    <a:pt x="4250622" y="1104228"/>
                  </a:lnTo>
                  <a:lnTo>
                    <a:pt x="4257233" y="1079201"/>
                  </a:lnTo>
                  <a:lnTo>
                    <a:pt x="4263843" y="1097545"/>
                  </a:lnTo>
                  <a:lnTo>
                    <a:pt x="4270454" y="1089933"/>
                  </a:lnTo>
                  <a:lnTo>
                    <a:pt x="4277065" y="1054066"/>
                  </a:lnTo>
                  <a:lnTo>
                    <a:pt x="4283675" y="1004324"/>
                  </a:lnTo>
                  <a:lnTo>
                    <a:pt x="4290286" y="1003121"/>
                  </a:lnTo>
                  <a:lnTo>
                    <a:pt x="4296896" y="1017415"/>
                  </a:lnTo>
                  <a:lnTo>
                    <a:pt x="4303507" y="1017891"/>
                  </a:lnTo>
                  <a:lnTo>
                    <a:pt x="4310118" y="1012517"/>
                  </a:lnTo>
                  <a:lnTo>
                    <a:pt x="4316728" y="1012517"/>
                  </a:lnTo>
                  <a:lnTo>
                    <a:pt x="4323339" y="1042774"/>
                  </a:lnTo>
                  <a:lnTo>
                    <a:pt x="4329949" y="1051318"/>
                  </a:lnTo>
                  <a:lnTo>
                    <a:pt x="4336560" y="1039200"/>
                  </a:lnTo>
                  <a:lnTo>
                    <a:pt x="4343171" y="1039513"/>
                  </a:lnTo>
                  <a:lnTo>
                    <a:pt x="4349781" y="1045334"/>
                  </a:lnTo>
                  <a:lnTo>
                    <a:pt x="4356392" y="1062483"/>
                  </a:lnTo>
                  <a:lnTo>
                    <a:pt x="4363003" y="1069491"/>
                  </a:lnTo>
                  <a:lnTo>
                    <a:pt x="4369613" y="1075725"/>
                  </a:lnTo>
                  <a:lnTo>
                    <a:pt x="4376224" y="1083487"/>
                  </a:lnTo>
                  <a:lnTo>
                    <a:pt x="4382834" y="1131597"/>
                  </a:lnTo>
                  <a:lnTo>
                    <a:pt x="4389445" y="1143271"/>
                  </a:lnTo>
                  <a:lnTo>
                    <a:pt x="4396056" y="1139352"/>
                  </a:lnTo>
                  <a:lnTo>
                    <a:pt x="4402666" y="1145200"/>
                  </a:lnTo>
                  <a:lnTo>
                    <a:pt x="4409277" y="1137649"/>
                  </a:lnTo>
                  <a:lnTo>
                    <a:pt x="4415887" y="1134156"/>
                  </a:lnTo>
                  <a:lnTo>
                    <a:pt x="4422498" y="1152424"/>
                  </a:lnTo>
                  <a:lnTo>
                    <a:pt x="4429109" y="1123397"/>
                  </a:lnTo>
                  <a:lnTo>
                    <a:pt x="4435719" y="1136536"/>
                  </a:lnTo>
                  <a:lnTo>
                    <a:pt x="4442330" y="1165606"/>
                  </a:lnTo>
                  <a:lnTo>
                    <a:pt x="4448940" y="1169681"/>
                  </a:lnTo>
                  <a:lnTo>
                    <a:pt x="4455551" y="1163363"/>
                  </a:lnTo>
                  <a:lnTo>
                    <a:pt x="4462162" y="1119021"/>
                  </a:lnTo>
                  <a:lnTo>
                    <a:pt x="4468772" y="1144180"/>
                  </a:lnTo>
                  <a:lnTo>
                    <a:pt x="4475383" y="1103644"/>
                  </a:lnTo>
                  <a:lnTo>
                    <a:pt x="4481993" y="1093224"/>
                  </a:lnTo>
                  <a:lnTo>
                    <a:pt x="4488604" y="1101056"/>
                  </a:lnTo>
                  <a:lnTo>
                    <a:pt x="4495215" y="1175172"/>
                  </a:lnTo>
                  <a:lnTo>
                    <a:pt x="4501825" y="1176403"/>
                  </a:lnTo>
                  <a:lnTo>
                    <a:pt x="4508436" y="1167509"/>
                  </a:lnTo>
                  <a:lnTo>
                    <a:pt x="4515047" y="1188530"/>
                  </a:lnTo>
                  <a:lnTo>
                    <a:pt x="4521657" y="1183577"/>
                  </a:lnTo>
                  <a:lnTo>
                    <a:pt x="4528268" y="1185674"/>
                  </a:lnTo>
                  <a:lnTo>
                    <a:pt x="4534878" y="1177603"/>
                  </a:lnTo>
                  <a:lnTo>
                    <a:pt x="4541489" y="1171334"/>
                  </a:lnTo>
                  <a:lnTo>
                    <a:pt x="4548100" y="1162300"/>
                  </a:lnTo>
                  <a:lnTo>
                    <a:pt x="4554710" y="1180806"/>
                  </a:lnTo>
                  <a:lnTo>
                    <a:pt x="4561321" y="1185674"/>
                  </a:lnTo>
                  <a:lnTo>
                    <a:pt x="4567931" y="1184357"/>
                  </a:lnTo>
                  <a:lnTo>
                    <a:pt x="4574542" y="1186088"/>
                  </a:lnTo>
                  <a:lnTo>
                    <a:pt x="4581153" y="1164153"/>
                  </a:lnTo>
                  <a:lnTo>
                    <a:pt x="4587763" y="1180889"/>
                  </a:lnTo>
                  <a:lnTo>
                    <a:pt x="4594374" y="1194949"/>
                  </a:lnTo>
                  <a:lnTo>
                    <a:pt x="4600984" y="1175474"/>
                  </a:lnTo>
                  <a:lnTo>
                    <a:pt x="4607595" y="1132107"/>
                  </a:lnTo>
                  <a:lnTo>
                    <a:pt x="4614206" y="1156447"/>
                  </a:lnTo>
                  <a:lnTo>
                    <a:pt x="4620816" y="1192199"/>
                  </a:lnTo>
                  <a:lnTo>
                    <a:pt x="4627427" y="1198961"/>
                  </a:lnTo>
                  <a:lnTo>
                    <a:pt x="4634038" y="1200196"/>
                  </a:lnTo>
                  <a:lnTo>
                    <a:pt x="4640648" y="1181104"/>
                  </a:lnTo>
                  <a:lnTo>
                    <a:pt x="4647259" y="1138316"/>
                  </a:lnTo>
                  <a:lnTo>
                    <a:pt x="4653869" y="1161068"/>
                  </a:lnTo>
                  <a:lnTo>
                    <a:pt x="4660480" y="1181891"/>
                  </a:lnTo>
                  <a:lnTo>
                    <a:pt x="4667091" y="1125738"/>
                  </a:lnTo>
                  <a:lnTo>
                    <a:pt x="4673701" y="1115767"/>
                  </a:lnTo>
                  <a:lnTo>
                    <a:pt x="4680312" y="1178369"/>
                  </a:lnTo>
                  <a:lnTo>
                    <a:pt x="4686922" y="1175850"/>
                  </a:lnTo>
                  <a:lnTo>
                    <a:pt x="4693533" y="1143358"/>
                  </a:lnTo>
                  <a:lnTo>
                    <a:pt x="4700144" y="1118691"/>
                  </a:lnTo>
                  <a:lnTo>
                    <a:pt x="4706754" y="1125738"/>
                  </a:lnTo>
                  <a:lnTo>
                    <a:pt x="4713365" y="1175850"/>
                  </a:lnTo>
                  <a:lnTo>
                    <a:pt x="4719975" y="1170034"/>
                  </a:lnTo>
                  <a:lnTo>
                    <a:pt x="4726586" y="1189831"/>
                  </a:lnTo>
                  <a:lnTo>
                    <a:pt x="4733197" y="1198317"/>
                  </a:lnTo>
                  <a:lnTo>
                    <a:pt x="4739807" y="1193906"/>
                  </a:lnTo>
                  <a:lnTo>
                    <a:pt x="4746418" y="1125543"/>
                  </a:lnTo>
                  <a:lnTo>
                    <a:pt x="4753029" y="1116579"/>
                  </a:lnTo>
                  <a:lnTo>
                    <a:pt x="4759639" y="1188455"/>
                  </a:lnTo>
                  <a:lnTo>
                    <a:pt x="4766250" y="1193608"/>
                  </a:lnTo>
                  <a:lnTo>
                    <a:pt x="4772860" y="1137184"/>
                  </a:lnTo>
                  <a:lnTo>
                    <a:pt x="4779471" y="1106359"/>
                  </a:lnTo>
                  <a:lnTo>
                    <a:pt x="4786082" y="1096698"/>
                  </a:lnTo>
                  <a:lnTo>
                    <a:pt x="4792692" y="1103444"/>
                  </a:lnTo>
                  <a:lnTo>
                    <a:pt x="4799303" y="1106309"/>
                  </a:lnTo>
                  <a:lnTo>
                    <a:pt x="4805913" y="1120267"/>
                  </a:lnTo>
                  <a:lnTo>
                    <a:pt x="4812524" y="1153757"/>
                  </a:lnTo>
                  <a:lnTo>
                    <a:pt x="4819135" y="1129166"/>
                  </a:lnTo>
                  <a:lnTo>
                    <a:pt x="4825745" y="1153585"/>
                  </a:lnTo>
                  <a:lnTo>
                    <a:pt x="4832356" y="1140366"/>
                  </a:lnTo>
                  <a:lnTo>
                    <a:pt x="4838966" y="1154215"/>
                  </a:lnTo>
                  <a:lnTo>
                    <a:pt x="4845577" y="1120267"/>
                  </a:lnTo>
                  <a:lnTo>
                    <a:pt x="4852188" y="1103819"/>
                  </a:lnTo>
                  <a:lnTo>
                    <a:pt x="4858798" y="1113864"/>
                  </a:lnTo>
                  <a:lnTo>
                    <a:pt x="4865409" y="1169539"/>
                  </a:lnTo>
                  <a:lnTo>
                    <a:pt x="4872020" y="1106309"/>
                  </a:lnTo>
                  <a:lnTo>
                    <a:pt x="4878630" y="1095025"/>
                  </a:lnTo>
                  <a:lnTo>
                    <a:pt x="4885241" y="1096698"/>
                  </a:lnTo>
                  <a:lnTo>
                    <a:pt x="4891851" y="1105101"/>
                  </a:lnTo>
                  <a:lnTo>
                    <a:pt x="4898462" y="1097640"/>
                  </a:lnTo>
                  <a:lnTo>
                    <a:pt x="4905073" y="1095025"/>
                  </a:lnTo>
                  <a:lnTo>
                    <a:pt x="4911683" y="1126054"/>
                  </a:lnTo>
                  <a:lnTo>
                    <a:pt x="4918294" y="1166456"/>
                  </a:lnTo>
                  <a:lnTo>
                    <a:pt x="4924904" y="1149371"/>
                  </a:lnTo>
                  <a:lnTo>
                    <a:pt x="4931515" y="1133972"/>
                  </a:lnTo>
                  <a:lnTo>
                    <a:pt x="4938126" y="1158688"/>
                  </a:lnTo>
                  <a:lnTo>
                    <a:pt x="4944736" y="1180523"/>
                  </a:lnTo>
                  <a:lnTo>
                    <a:pt x="4951347" y="1180523"/>
                  </a:lnTo>
                  <a:lnTo>
                    <a:pt x="4957957" y="1141008"/>
                  </a:lnTo>
                  <a:lnTo>
                    <a:pt x="4964568" y="1151173"/>
                  </a:lnTo>
                  <a:lnTo>
                    <a:pt x="4971179" y="1182936"/>
                  </a:lnTo>
                  <a:lnTo>
                    <a:pt x="4977789" y="1196291"/>
                  </a:lnTo>
                  <a:lnTo>
                    <a:pt x="4984400" y="1188015"/>
                  </a:lnTo>
                  <a:lnTo>
                    <a:pt x="4991011" y="1167638"/>
                  </a:lnTo>
                  <a:lnTo>
                    <a:pt x="4997621" y="1158739"/>
                  </a:lnTo>
                  <a:lnTo>
                    <a:pt x="5004232" y="1119053"/>
                  </a:lnTo>
                  <a:lnTo>
                    <a:pt x="5010842" y="1113080"/>
                  </a:lnTo>
                  <a:lnTo>
                    <a:pt x="5017453" y="1119414"/>
                  </a:lnTo>
                  <a:lnTo>
                    <a:pt x="5024064" y="1127743"/>
                  </a:lnTo>
                  <a:lnTo>
                    <a:pt x="5030674" y="1167106"/>
                  </a:lnTo>
                  <a:lnTo>
                    <a:pt x="5037285" y="1206827"/>
                  </a:lnTo>
                  <a:lnTo>
                    <a:pt x="5043895" y="1208843"/>
                  </a:lnTo>
                  <a:lnTo>
                    <a:pt x="5050506" y="1181425"/>
                  </a:lnTo>
                  <a:lnTo>
                    <a:pt x="5057117" y="1145227"/>
                  </a:lnTo>
                  <a:lnTo>
                    <a:pt x="5063727" y="1199738"/>
                  </a:lnTo>
                  <a:lnTo>
                    <a:pt x="5070338" y="1186591"/>
                  </a:lnTo>
                  <a:lnTo>
                    <a:pt x="5076948" y="1136066"/>
                  </a:lnTo>
                  <a:lnTo>
                    <a:pt x="5083559" y="1128242"/>
                  </a:lnTo>
                  <a:lnTo>
                    <a:pt x="5090170" y="1131716"/>
                  </a:lnTo>
                  <a:lnTo>
                    <a:pt x="5096780" y="1134183"/>
                  </a:lnTo>
                  <a:lnTo>
                    <a:pt x="5103391" y="1134183"/>
                  </a:lnTo>
                  <a:lnTo>
                    <a:pt x="5110002" y="1126818"/>
                  </a:lnTo>
                  <a:lnTo>
                    <a:pt x="5116612" y="1122085"/>
                  </a:lnTo>
                  <a:lnTo>
                    <a:pt x="5123223" y="1124255"/>
                  </a:lnTo>
                  <a:lnTo>
                    <a:pt x="5129833" y="1189766"/>
                  </a:lnTo>
                  <a:lnTo>
                    <a:pt x="5136444" y="1207573"/>
                  </a:lnTo>
                  <a:lnTo>
                    <a:pt x="5143055" y="1198634"/>
                  </a:lnTo>
                  <a:lnTo>
                    <a:pt x="5149665" y="1210047"/>
                  </a:lnTo>
                  <a:lnTo>
                    <a:pt x="5156276" y="1208325"/>
                  </a:lnTo>
                  <a:lnTo>
                    <a:pt x="5162886" y="1203529"/>
                  </a:lnTo>
                  <a:lnTo>
                    <a:pt x="5169497" y="1199776"/>
                  </a:lnTo>
                  <a:lnTo>
                    <a:pt x="5176108" y="1204923"/>
                  </a:lnTo>
                  <a:lnTo>
                    <a:pt x="5182718" y="1207380"/>
                  </a:lnTo>
                  <a:lnTo>
                    <a:pt x="5189329" y="1205153"/>
                  </a:lnTo>
                  <a:lnTo>
                    <a:pt x="5195939" y="1188527"/>
                  </a:lnTo>
                  <a:lnTo>
                    <a:pt x="5202550" y="1196718"/>
                  </a:lnTo>
                  <a:lnTo>
                    <a:pt x="5209161" y="1206684"/>
                  </a:lnTo>
                  <a:lnTo>
                    <a:pt x="5215771" y="1208933"/>
                  </a:lnTo>
                  <a:lnTo>
                    <a:pt x="5222382" y="1199401"/>
                  </a:lnTo>
                  <a:lnTo>
                    <a:pt x="5228992" y="1182874"/>
                  </a:lnTo>
                  <a:lnTo>
                    <a:pt x="5235603" y="1159805"/>
                  </a:lnTo>
                  <a:lnTo>
                    <a:pt x="5242214" y="1159663"/>
                  </a:lnTo>
                  <a:lnTo>
                    <a:pt x="5248824" y="1152352"/>
                  </a:lnTo>
                  <a:lnTo>
                    <a:pt x="5255435" y="1156460"/>
                  </a:lnTo>
                  <a:lnTo>
                    <a:pt x="5262046" y="1163819"/>
                  </a:lnTo>
                  <a:lnTo>
                    <a:pt x="5268656" y="1166900"/>
                  </a:lnTo>
                  <a:lnTo>
                    <a:pt x="5275267" y="1182364"/>
                  </a:lnTo>
                  <a:lnTo>
                    <a:pt x="5281877" y="1177022"/>
                  </a:lnTo>
                  <a:lnTo>
                    <a:pt x="5288488" y="1155479"/>
                  </a:lnTo>
                  <a:lnTo>
                    <a:pt x="5295099" y="1150933"/>
                  </a:lnTo>
                  <a:lnTo>
                    <a:pt x="5301709" y="1201031"/>
                  </a:lnTo>
                  <a:lnTo>
                    <a:pt x="5308320" y="1221365"/>
                  </a:lnTo>
                  <a:lnTo>
                    <a:pt x="5314930" y="1223786"/>
                  </a:lnTo>
                  <a:lnTo>
                    <a:pt x="5321541" y="1212603"/>
                  </a:lnTo>
                  <a:lnTo>
                    <a:pt x="5328152" y="1194954"/>
                  </a:lnTo>
                  <a:lnTo>
                    <a:pt x="5334762" y="1214305"/>
                  </a:lnTo>
                  <a:lnTo>
                    <a:pt x="5341373" y="1156776"/>
                  </a:lnTo>
                  <a:lnTo>
                    <a:pt x="5347983" y="1117974"/>
                  </a:lnTo>
                  <a:lnTo>
                    <a:pt x="5354594" y="1123545"/>
                  </a:lnTo>
                  <a:lnTo>
                    <a:pt x="5361205" y="1134889"/>
                  </a:lnTo>
                  <a:lnTo>
                    <a:pt x="5367815" y="1120973"/>
                  </a:lnTo>
                  <a:lnTo>
                    <a:pt x="5374426" y="1119395"/>
                  </a:lnTo>
                  <a:lnTo>
                    <a:pt x="5381037" y="1130787"/>
                  </a:lnTo>
                  <a:lnTo>
                    <a:pt x="5387647" y="1122667"/>
                  </a:lnTo>
                  <a:lnTo>
                    <a:pt x="5394258" y="1120337"/>
                  </a:lnTo>
                  <a:lnTo>
                    <a:pt x="5400868" y="1127592"/>
                  </a:lnTo>
                  <a:lnTo>
                    <a:pt x="5407479" y="1122667"/>
                  </a:lnTo>
                  <a:lnTo>
                    <a:pt x="5414090" y="1125102"/>
                  </a:lnTo>
                  <a:lnTo>
                    <a:pt x="5420700" y="1137336"/>
                  </a:lnTo>
                  <a:lnTo>
                    <a:pt x="5427311" y="1123042"/>
                  </a:lnTo>
                  <a:lnTo>
                    <a:pt x="5433921" y="1130335"/>
                  </a:lnTo>
                  <a:lnTo>
                    <a:pt x="5440532" y="1149596"/>
                  </a:lnTo>
                  <a:lnTo>
                    <a:pt x="5447143" y="1176744"/>
                  </a:lnTo>
                  <a:lnTo>
                    <a:pt x="5453753" y="1172813"/>
                  </a:lnTo>
                  <a:lnTo>
                    <a:pt x="5460364" y="1171178"/>
                  </a:lnTo>
                  <a:lnTo>
                    <a:pt x="5466974" y="1168225"/>
                  </a:lnTo>
                  <a:lnTo>
                    <a:pt x="5473585" y="1167564"/>
                  </a:lnTo>
                  <a:lnTo>
                    <a:pt x="5480196" y="1165724"/>
                  </a:lnTo>
                  <a:lnTo>
                    <a:pt x="5486806" y="1200668"/>
                  </a:lnTo>
                  <a:lnTo>
                    <a:pt x="5493417" y="1182106"/>
                  </a:lnTo>
                  <a:lnTo>
                    <a:pt x="5500028" y="1166314"/>
                  </a:lnTo>
                  <a:lnTo>
                    <a:pt x="5506638" y="1162412"/>
                  </a:lnTo>
                  <a:lnTo>
                    <a:pt x="5513249" y="1172953"/>
                  </a:lnTo>
                  <a:lnTo>
                    <a:pt x="5519859" y="1174314"/>
                  </a:lnTo>
                  <a:lnTo>
                    <a:pt x="5526470" y="1161379"/>
                  </a:lnTo>
                  <a:lnTo>
                    <a:pt x="5533081" y="1186674"/>
                  </a:lnTo>
                  <a:lnTo>
                    <a:pt x="5539691" y="1191378"/>
                  </a:lnTo>
                  <a:lnTo>
                    <a:pt x="5546302" y="1187241"/>
                  </a:lnTo>
                  <a:lnTo>
                    <a:pt x="5552912" y="1201792"/>
                  </a:lnTo>
                  <a:lnTo>
                    <a:pt x="5559523" y="1159494"/>
                  </a:lnTo>
                  <a:lnTo>
                    <a:pt x="5566134" y="1156857"/>
                  </a:lnTo>
                  <a:lnTo>
                    <a:pt x="5572744" y="1176122"/>
                  </a:lnTo>
                  <a:lnTo>
                    <a:pt x="5579355" y="1190083"/>
                  </a:lnTo>
                  <a:lnTo>
                    <a:pt x="5585965" y="1184042"/>
                  </a:lnTo>
                  <a:lnTo>
                    <a:pt x="5592576" y="1180190"/>
                  </a:lnTo>
                  <a:lnTo>
                    <a:pt x="5599187" y="1154370"/>
                  </a:lnTo>
                  <a:lnTo>
                    <a:pt x="5605797" y="1154370"/>
                  </a:lnTo>
                  <a:lnTo>
                    <a:pt x="5612408" y="1157270"/>
                  </a:lnTo>
                  <a:lnTo>
                    <a:pt x="5619019" y="1189698"/>
                  </a:lnTo>
                  <a:lnTo>
                    <a:pt x="5625629" y="1152099"/>
                  </a:lnTo>
                  <a:lnTo>
                    <a:pt x="5632240" y="1118373"/>
                  </a:lnTo>
                  <a:lnTo>
                    <a:pt x="5638850" y="1149136"/>
                  </a:lnTo>
                  <a:lnTo>
                    <a:pt x="5645461" y="1161852"/>
                  </a:lnTo>
                  <a:lnTo>
                    <a:pt x="5652072" y="1143543"/>
                  </a:lnTo>
                  <a:lnTo>
                    <a:pt x="5658682" y="1151993"/>
                  </a:lnTo>
                  <a:lnTo>
                    <a:pt x="5665293" y="1155098"/>
                  </a:lnTo>
                  <a:lnTo>
                    <a:pt x="5671903" y="1133504"/>
                  </a:lnTo>
                  <a:lnTo>
                    <a:pt x="5678514" y="1155542"/>
                  </a:lnTo>
                  <a:lnTo>
                    <a:pt x="5685125" y="1174002"/>
                  </a:lnTo>
                  <a:lnTo>
                    <a:pt x="5691735" y="1166305"/>
                  </a:lnTo>
                  <a:lnTo>
                    <a:pt x="5698346" y="1130823"/>
                  </a:lnTo>
                  <a:lnTo>
                    <a:pt x="5704956" y="1122238"/>
                  </a:lnTo>
                  <a:lnTo>
                    <a:pt x="5711567" y="1148106"/>
                  </a:lnTo>
                  <a:lnTo>
                    <a:pt x="5718178" y="1098779"/>
                  </a:lnTo>
                  <a:lnTo>
                    <a:pt x="5724788" y="1048356"/>
                  </a:lnTo>
                  <a:lnTo>
                    <a:pt x="5731399" y="1049824"/>
                  </a:lnTo>
                  <a:lnTo>
                    <a:pt x="5738010" y="1125153"/>
                  </a:lnTo>
                  <a:lnTo>
                    <a:pt x="5744620" y="1123460"/>
                  </a:lnTo>
                  <a:lnTo>
                    <a:pt x="5751231" y="1065830"/>
                  </a:lnTo>
                  <a:lnTo>
                    <a:pt x="5757841" y="1049792"/>
                  </a:lnTo>
                  <a:lnTo>
                    <a:pt x="5764452" y="982452"/>
                  </a:lnTo>
                  <a:lnTo>
                    <a:pt x="5771063" y="979961"/>
                  </a:lnTo>
                  <a:lnTo>
                    <a:pt x="5777673" y="989249"/>
                  </a:lnTo>
                  <a:lnTo>
                    <a:pt x="5784284" y="1026168"/>
                  </a:lnTo>
                  <a:lnTo>
                    <a:pt x="5790894" y="1080997"/>
                  </a:lnTo>
                  <a:lnTo>
                    <a:pt x="5797505" y="1099246"/>
                  </a:lnTo>
                  <a:lnTo>
                    <a:pt x="5804116" y="1055780"/>
                  </a:lnTo>
                  <a:lnTo>
                    <a:pt x="5810726" y="1061283"/>
                  </a:lnTo>
                  <a:lnTo>
                    <a:pt x="5817337" y="1082587"/>
                  </a:lnTo>
                  <a:lnTo>
                    <a:pt x="5823947" y="1084519"/>
                  </a:lnTo>
                  <a:lnTo>
                    <a:pt x="5830558" y="1084154"/>
                  </a:lnTo>
                  <a:lnTo>
                    <a:pt x="5837169" y="1097348"/>
                  </a:lnTo>
                  <a:lnTo>
                    <a:pt x="5843779" y="1123703"/>
                  </a:lnTo>
                  <a:lnTo>
                    <a:pt x="5850390" y="1138407"/>
                  </a:lnTo>
                  <a:lnTo>
                    <a:pt x="5857001" y="1144328"/>
                  </a:lnTo>
                  <a:lnTo>
                    <a:pt x="5863611" y="1140846"/>
                  </a:lnTo>
                  <a:lnTo>
                    <a:pt x="5870222" y="1159108"/>
                  </a:lnTo>
                  <a:lnTo>
                    <a:pt x="5876832" y="1155771"/>
                  </a:lnTo>
                  <a:lnTo>
                    <a:pt x="5883443" y="1135722"/>
                  </a:lnTo>
                  <a:lnTo>
                    <a:pt x="5890054" y="1134460"/>
                  </a:lnTo>
                  <a:lnTo>
                    <a:pt x="5896664" y="1134935"/>
                  </a:lnTo>
                  <a:lnTo>
                    <a:pt x="5903275" y="1164273"/>
                  </a:lnTo>
                  <a:lnTo>
                    <a:pt x="5909885" y="1160100"/>
                  </a:lnTo>
                  <a:lnTo>
                    <a:pt x="5916496" y="1146596"/>
                  </a:lnTo>
                  <a:lnTo>
                    <a:pt x="5923107" y="1179483"/>
                  </a:lnTo>
                  <a:lnTo>
                    <a:pt x="5929717" y="1198372"/>
                  </a:lnTo>
                  <a:lnTo>
                    <a:pt x="5936328" y="1190288"/>
                  </a:lnTo>
                  <a:lnTo>
                    <a:pt x="5942938" y="1159487"/>
                  </a:lnTo>
                  <a:lnTo>
                    <a:pt x="5949549" y="1156899"/>
                  </a:lnTo>
                  <a:lnTo>
                    <a:pt x="5956160" y="1158775"/>
                  </a:lnTo>
                  <a:lnTo>
                    <a:pt x="5962770" y="1200739"/>
                  </a:lnTo>
                  <a:lnTo>
                    <a:pt x="5969381" y="1207864"/>
                  </a:lnTo>
                  <a:lnTo>
                    <a:pt x="5975991" y="1205304"/>
                  </a:lnTo>
                  <a:lnTo>
                    <a:pt x="5982602" y="1201025"/>
                  </a:lnTo>
                  <a:lnTo>
                    <a:pt x="5989213" y="1200739"/>
                  </a:lnTo>
                  <a:lnTo>
                    <a:pt x="5995823" y="1194594"/>
                  </a:lnTo>
                  <a:lnTo>
                    <a:pt x="6002434" y="1147712"/>
                  </a:lnTo>
                  <a:lnTo>
                    <a:pt x="6009045" y="1146590"/>
                  </a:lnTo>
                  <a:lnTo>
                    <a:pt x="6015655" y="1178259"/>
                  </a:lnTo>
                  <a:lnTo>
                    <a:pt x="6022266" y="1209911"/>
                  </a:lnTo>
                  <a:lnTo>
                    <a:pt x="6028876" y="1221084"/>
                  </a:lnTo>
                  <a:lnTo>
                    <a:pt x="6035487" y="1220516"/>
                  </a:lnTo>
                  <a:lnTo>
                    <a:pt x="6042098" y="1205699"/>
                  </a:lnTo>
                  <a:lnTo>
                    <a:pt x="6048708" y="1221828"/>
                  </a:lnTo>
                  <a:lnTo>
                    <a:pt x="6055319" y="1222458"/>
                  </a:lnTo>
                  <a:lnTo>
                    <a:pt x="6061929" y="1202955"/>
                  </a:lnTo>
                  <a:lnTo>
                    <a:pt x="6068540" y="1188827"/>
                  </a:lnTo>
                  <a:lnTo>
                    <a:pt x="6075151" y="1220298"/>
                  </a:lnTo>
                  <a:lnTo>
                    <a:pt x="6081761" y="1208277"/>
                  </a:lnTo>
                  <a:lnTo>
                    <a:pt x="6088372" y="1186894"/>
                  </a:lnTo>
                  <a:lnTo>
                    <a:pt x="6094982" y="1163201"/>
                  </a:lnTo>
                  <a:lnTo>
                    <a:pt x="6101593" y="1146871"/>
                  </a:lnTo>
                  <a:lnTo>
                    <a:pt x="6108204" y="1148099"/>
                  </a:lnTo>
                  <a:lnTo>
                    <a:pt x="6114814" y="1184140"/>
                  </a:lnTo>
                  <a:lnTo>
                    <a:pt x="6121425" y="1203772"/>
                  </a:lnTo>
                  <a:lnTo>
                    <a:pt x="6128036" y="1175464"/>
                  </a:lnTo>
                  <a:lnTo>
                    <a:pt x="6134646" y="1207005"/>
                  </a:lnTo>
                  <a:lnTo>
                    <a:pt x="6141257" y="1218635"/>
                  </a:lnTo>
                  <a:lnTo>
                    <a:pt x="6147867" y="1203902"/>
                  </a:lnTo>
                  <a:lnTo>
                    <a:pt x="6154478" y="1189181"/>
                  </a:lnTo>
                  <a:lnTo>
                    <a:pt x="6161089" y="1207338"/>
                  </a:lnTo>
                  <a:lnTo>
                    <a:pt x="6167699" y="1235351"/>
                  </a:lnTo>
                  <a:lnTo>
                    <a:pt x="6174310" y="1227099"/>
                  </a:lnTo>
                  <a:lnTo>
                    <a:pt x="6180920" y="1218739"/>
                  </a:lnTo>
                  <a:lnTo>
                    <a:pt x="6187531" y="1227099"/>
                  </a:lnTo>
                  <a:lnTo>
                    <a:pt x="6194142" y="1248584"/>
                  </a:lnTo>
                  <a:lnTo>
                    <a:pt x="6200752" y="1238259"/>
                  </a:lnTo>
                  <a:lnTo>
                    <a:pt x="6207363" y="1217800"/>
                  </a:lnTo>
                  <a:lnTo>
                    <a:pt x="6213973" y="1203088"/>
                  </a:lnTo>
                  <a:lnTo>
                    <a:pt x="6220584" y="1192475"/>
                  </a:lnTo>
                  <a:lnTo>
                    <a:pt x="6227195" y="1190636"/>
                  </a:lnTo>
                  <a:lnTo>
                    <a:pt x="6233805" y="1183113"/>
                  </a:lnTo>
                  <a:lnTo>
                    <a:pt x="6240416" y="1203367"/>
                  </a:lnTo>
                  <a:lnTo>
                    <a:pt x="6247027" y="1196991"/>
                  </a:lnTo>
                  <a:lnTo>
                    <a:pt x="6253637" y="1211101"/>
                  </a:lnTo>
                  <a:lnTo>
                    <a:pt x="6260248" y="1211101"/>
                  </a:lnTo>
                  <a:lnTo>
                    <a:pt x="6266858" y="1223667"/>
                  </a:lnTo>
                  <a:lnTo>
                    <a:pt x="6273469" y="1216978"/>
                  </a:lnTo>
                  <a:lnTo>
                    <a:pt x="6280080" y="1214369"/>
                  </a:lnTo>
                  <a:lnTo>
                    <a:pt x="6286690" y="1214369"/>
                  </a:lnTo>
                  <a:lnTo>
                    <a:pt x="6293301" y="1211101"/>
                  </a:lnTo>
                  <a:lnTo>
                    <a:pt x="6299911" y="1203864"/>
                  </a:lnTo>
                  <a:lnTo>
                    <a:pt x="6306522" y="1186745"/>
                  </a:lnTo>
                  <a:lnTo>
                    <a:pt x="6313133" y="1173830"/>
                  </a:lnTo>
                  <a:lnTo>
                    <a:pt x="6319743" y="1199503"/>
                  </a:lnTo>
                  <a:lnTo>
                    <a:pt x="6326354" y="1226017"/>
                  </a:lnTo>
                  <a:lnTo>
                    <a:pt x="6332964" y="1206449"/>
                  </a:lnTo>
                  <a:lnTo>
                    <a:pt x="6339575" y="1205230"/>
                  </a:lnTo>
                  <a:lnTo>
                    <a:pt x="6346186" y="1203864"/>
                  </a:lnTo>
                  <a:lnTo>
                    <a:pt x="6352796" y="1212456"/>
                  </a:lnTo>
                  <a:lnTo>
                    <a:pt x="6359407" y="1209408"/>
                  </a:lnTo>
                  <a:lnTo>
                    <a:pt x="6366018" y="1197167"/>
                  </a:lnTo>
                  <a:lnTo>
                    <a:pt x="6372628" y="1188580"/>
                  </a:lnTo>
                  <a:lnTo>
                    <a:pt x="6379239" y="1200902"/>
                  </a:lnTo>
                  <a:lnTo>
                    <a:pt x="6385849" y="1232994"/>
                  </a:lnTo>
                  <a:lnTo>
                    <a:pt x="6392460" y="1241524"/>
                  </a:lnTo>
                  <a:lnTo>
                    <a:pt x="6399071" y="1205497"/>
                  </a:lnTo>
                  <a:lnTo>
                    <a:pt x="6405681" y="1199598"/>
                  </a:lnTo>
                  <a:lnTo>
                    <a:pt x="6412292" y="1169909"/>
                  </a:lnTo>
                  <a:lnTo>
                    <a:pt x="6418902" y="1159900"/>
                  </a:lnTo>
                  <a:lnTo>
                    <a:pt x="6425513" y="1178050"/>
                  </a:lnTo>
                  <a:lnTo>
                    <a:pt x="6432124" y="1175476"/>
                  </a:lnTo>
                  <a:lnTo>
                    <a:pt x="6438734" y="1195893"/>
                  </a:lnTo>
                  <a:lnTo>
                    <a:pt x="6445345" y="1233050"/>
                  </a:lnTo>
                  <a:lnTo>
                    <a:pt x="6451955" y="1245712"/>
                  </a:lnTo>
                  <a:lnTo>
                    <a:pt x="6458566" y="1246416"/>
                  </a:lnTo>
                  <a:lnTo>
                    <a:pt x="6465177" y="1245831"/>
                  </a:lnTo>
                  <a:lnTo>
                    <a:pt x="6471787" y="1244930"/>
                  </a:lnTo>
                  <a:lnTo>
                    <a:pt x="6478398" y="1242223"/>
                  </a:lnTo>
                  <a:lnTo>
                    <a:pt x="6485009" y="1243092"/>
                  </a:lnTo>
                  <a:lnTo>
                    <a:pt x="6491619" y="1244569"/>
                  </a:lnTo>
                  <a:lnTo>
                    <a:pt x="6498230" y="1245831"/>
                  </a:lnTo>
                  <a:lnTo>
                    <a:pt x="6504840" y="1246424"/>
                  </a:lnTo>
                  <a:lnTo>
                    <a:pt x="6511451" y="1243849"/>
                  </a:lnTo>
                  <a:lnTo>
                    <a:pt x="6518062" y="1246424"/>
                  </a:lnTo>
                  <a:lnTo>
                    <a:pt x="6524672" y="1246226"/>
                  </a:lnTo>
                  <a:lnTo>
                    <a:pt x="6531283" y="1246424"/>
                  </a:lnTo>
                  <a:lnTo>
                    <a:pt x="6537893" y="1244750"/>
                  </a:lnTo>
                  <a:lnTo>
                    <a:pt x="6544504" y="1244759"/>
                  </a:lnTo>
                  <a:lnTo>
                    <a:pt x="6551115" y="1230968"/>
                  </a:lnTo>
                  <a:lnTo>
                    <a:pt x="6557725" y="1210093"/>
                  </a:lnTo>
                  <a:lnTo>
                    <a:pt x="6564336" y="1225514"/>
                  </a:lnTo>
                  <a:lnTo>
                    <a:pt x="6570946" y="1190240"/>
                  </a:lnTo>
                  <a:lnTo>
                    <a:pt x="6577557" y="1195523"/>
                  </a:lnTo>
                  <a:lnTo>
                    <a:pt x="6584168" y="1214386"/>
                  </a:lnTo>
                  <a:lnTo>
                    <a:pt x="6590778" y="1175162"/>
                  </a:lnTo>
                  <a:lnTo>
                    <a:pt x="6597389" y="1099094"/>
                  </a:lnTo>
                  <a:lnTo>
                    <a:pt x="6603999" y="1095779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84062" y="5211762"/>
              <a:ext cx="6610610" cy="0"/>
            </a:xfrm>
            <a:custGeom>
              <a:avLst/>
              <a:pathLst>
                <a:path w="6610610" h="0">
                  <a:moveTo>
                    <a:pt x="0" y="0"/>
                  </a:moveTo>
                  <a:lnTo>
                    <a:pt x="661061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84062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836714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489367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6142020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7794672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796215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11450000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2448868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11500000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101521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11550000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5754173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11600000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7406826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11650000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1005839" y="3896554"/>
              <a:ext cx="0" cy="1079139"/>
            </a:xfrm>
            <a:custGeom>
              <a:avLst/>
              <a:pathLst>
                <a:path w="0" h="1079139">
                  <a:moveTo>
                    <a:pt x="0" y="10791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914399" y="497569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914399" y="461598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914399" y="425626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914399" y="389655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 rot="-5400000">
              <a:off x="681348" y="4919139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40" name="tx39"/>
            <p:cNvSpPr/>
            <p:nvPr/>
          </p:nvSpPr>
          <p:spPr>
            <a:xfrm rot="-5400000">
              <a:off x="682353" y="4560431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41" name="tx40"/>
            <p:cNvSpPr/>
            <p:nvPr/>
          </p:nvSpPr>
          <p:spPr>
            <a:xfrm rot="-5400000">
              <a:off x="680269" y="4198634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2" name="tx41"/>
            <p:cNvSpPr/>
            <p:nvPr/>
          </p:nvSpPr>
          <p:spPr>
            <a:xfrm rot="-5400000">
              <a:off x="680269" y="3838920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43" name="pg42"/>
            <p:cNvSpPr/>
            <p:nvPr/>
          </p:nvSpPr>
          <p:spPr>
            <a:xfrm>
              <a:off x="1005839" y="3694042"/>
              <a:ext cx="7132319" cy="1517720"/>
            </a:xfrm>
            <a:custGeom>
              <a:avLst/>
              <a:pathLst>
                <a:path w="7132319" h="1517720">
                  <a:moveTo>
                    <a:pt x="0" y="1517720"/>
                  </a:moveTo>
                  <a:lnTo>
                    <a:pt x="7132319" y="1517720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3"/>
            <p:cNvSpPr/>
            <p:nvPr/>
          </p:nvSpPr>
          <p:spPr>
            <a:xfrm>
              <a:off x="4111228" y="3492275"/>
              <a:ext cx="921543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prediction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4402001" y="5788760"/>
              <a:ext cx="339997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chr8</a:t>
              </a:r>
            </a:p>
          </p:txBody>
        </p:sp>
        <p:sp>
          <p:nvSpPr>
            <p:cNvPr id="46" name="tx45"/>
            <p:cNvSpPr/>
            <p:nvPr/>
          </p:nvSpPr>
          <p:spPr>
            <a:xfrm rot="-5400000">
              <a:off x="17783" y="4377037"/>
              <a:ext cx="653950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pred_sm</a:t>
              </a:r>
            </a:p>
          </p:txBody>
        </p:sp>
        <p:sp>
          <p:nvSpPr>
            <p:cNvPr id="47" name="pg46"/>
            <p:cNvSpPr/>
            <p:nvPr/>
          </p:nvSpPr>
          <p:spPr>
            <a:xfrm>
              <a:off x="1270000" y="3866841"/>
              <a:ext cx="6603999" cy="1288709"/>
            </a:xfrm>
            <a:custGeom>
              <a:avLst/>
              <a:pathLst>
                <a:path w="6603999" h="1288709">
                  <a:moveTo>
                    <a:pt x="0" y="1214316"/>
                  </a:moveTo>
                  <a:lnTo>
                    <a:pt x="6610" y="1180790"/>
                  </a:lnTo>
                  <a:lnTo>
                    <a:pt x="13221" y="1177841"/>
                  </a:lnTo>
                  <a:lnTo>
                    <a:pt x="19831" y="1203866"/>
                  </a:lnTo>
                  <a:lnTo>
                    <a:pt x="26442" y="1214914"/>
                  </a:lnTo>
                  <a:lnTo>
                    <a:pt x="33053" y="1209287"/>
                  </a:lnTo>
                  <a:lnTo>
                    <a:pt x="39663" y="1209773"/>
                  </a:lnTo>
                  <a:lnTo>
                    <a:pt x="46274" y="1208322"/>
                  </a:lnTo>
                  <a:lnTo>
                    <a:pt x="52884" y="1182723"/>
                  </a:lnTo>
                  <a:lnTo>
                    <a:pt x="59495" y="1192167"/>
                  </a:lnTo>
                  <a:lnTo>
                    <a:pt x="66106" y="1193493"/>
                  </a:lnTo>
                  <a:lnTo>
                    <a:pt x="72716" y="1195405"/>
                  </a:lnTo>
                  <a:lnTo>
                    <a:pt x="79327" y="1183026"/>
                  </a:lnTo>
                  <a:lnTo>
                    <a:pt x="85937" y="1188097"/>
                  </a:lnTo>
                  <a:lnTo>
                    <a:pt x="92548" y="1202769"/>
                  </a:lnTo>
                  <a:lnTo>
                    <a:pt x="99159" y="1208691"/>
                  </a:lnTo>
                  <a:lnTo>
                    <a:pt x="105769" y="1207828"/>
                  </a:lnTo>
                  <a:lnTo>
                    <a:pt x="112380" y="1216699"/>
                  </a:lnTo>
                  <a:lnTo>
                    <a:pt x="118990" y="1214111"/>
                  </a:lnTo>
                  <a:lnTo>
                    <a:pt x="125601" y="1206994"/>
                  </a:lnTo>
                  <a:lnTo>
                    <a:pt x="132212" y="1203067"/>
                  </a:lnTo>
                  <a:lnTo>
                    <a:pt x="138822" y="1193096"/>
                  </a:lnTo>
                  <a:lnTo>
                    <a:pt x="145433" y="1190771"/>
                  </a:lnTo>
                  <a:lnTo>
                    <a:pt x="152044" y="1196649"/>
                  </a:lnTo>
                  <a:lnTo>
                    <a:pt x="158654" y="1214214"/>
                  </a:lnTo>
                  <a:lnTo>
                    <a:pt x="165265" y="1208691"/>
                  </a:lnTo>
                  <a:lnTo>
                    <a:pt x="171875" y="1235776"/>
                  </a:lnTo>
                  <a:lnTo>
                    <a:pt x="178486" y="1245748"/>
                  </a:lnTo>
                  <a:lnTo>
                    <a:pt x="185097" y="1240887"/>
                  </a:lnTo>
                  <a:lnTo>
                    <a:pt x="191707" y="1210594"/>
                  </a:lnTo>
                  <a:lnTo>
                    <a:pt x="198318" y="1171244"/>
                  </a:lnTo>
                  <a:lnTo>
                    <a:pt x="204928" y="1182367"/>
                  </a:lnTo>
                  <a:lnTo>
                    <a:pt x="211539" y="1203992"/>
                  </a:lnTo>
                  <a:lnTo>
                    <a:pt x="218150" y="1230518"/>
                  </a:lnTo>
                  <a:lnTo>
                    <a:pt x="224760" y="1249853"/>
                  </a:lnTo>
                  <a:lnTo>
                    <a:pt x="231371" y="1248954"/>
                  </a:lnTo>
                  <a:lnTo>
                    <a:pt x="237981" y="1239873"/>
                  </a:lnTo>
                  <a:lnTo>
                    <a:pt x="244592" y="1242617"/>
                  </a:lnTo>
                  <a:lnTo>
                    <a:pt x="251203" y="1239455"/>
                  </a:lnTo>
                  <a:lnTo>
                    <a:pt x="257813" y="1247764"/>
                  </a:lnTo>
                  <a:lnTo>
                    <a:pt x="264424" y="1245858"/>
                  </a:lnTo>
                  <a:lnTo>
                    <a:pt x="271035" y="1219613"/>
                  </a:lnTo>
                  <a:lnTo>
                    <a:pt x="277645" y="1237620"/>
                  </a:lnTo>
                  <a:lnTo>
                    <a:pt x="284256" y="1221518"/>
                  </a:lnTo>
                  <a:lnTo>
                    <a:pt x="290866" y="1212479"/>
                  </a:lnTo>
                  <a:lnTo>
                    <a:pt x="297477" y="1213664"/>
                  </a:lnTo>
                  <a:lnTo>
                    <a:pt x="304088" y="1223438"/>
                  </a:lnTo>
                  <a:lnTo>
                    <a:pt x="310698" y="1216791"/>
                  </a:lnTo>
                  <a:lnTo>
                    <a:pt x="317309" y="1238899"/>
                  </a:lnTo>
                  <a:lnTo>
                    <a:pt x="323919" y="1221075"/>
                  </a:lnTo>
                  <a:lnTo>
                    <a:pt x="330530" y="1213444"/>
                  </a:lnTo>
                  <a:lnTo>
                    <a:pt x="337141" y="1221634"/>
                  </a:lnTo>
                  <a:lnTo>
                    <a:pt x="343751" y="1211653"/>
                  </a:lnTo>
                  <a:lnTo>
                    <a:pt x="350362" y="1200890"/>
                  </a:lnTo>
                  <a:lnTo>
                    <a:pt x="356972" y="1200890"/>
                  </a:lnTo>
                  <a:lnTo>
                    <a:pt x="363583" y="1192429"/>
                  </a:lnTo>
                  <a:lnTo>
                    <a:pt x="370194" y="1190939"/>
                  </a:lnTo>
                  <a:lnTo>
                    <a:pt x="376804" y="1210907"/>
                  </a:lnTo>
                  <a:lnTo>
                    <a:pt x="383415" y="1218532"/>
                  </a:lnTo>
                  <a:lnTo>
                    <a:pt x="390026" y="1221601"/>
                  </a:lnTo>
                  <a:lnTo>
                    <a:pt x="396636" y="1211601"/>
                  </a:lnTo>
                  <a:lnTo>
                    <a:pt x="403247" y="1189419"/>
                  </a:lnTo>
                  <a:lnTo>
                    <a:pt x="409857" y="1187183"/>
                  </a:lnTo>
                  <a:lnTo>
                    <a:pt x="416468" y="1192978"/>
                  </a:lnTo>
                  <a:lnTo>
                    <a:pt x="423079" y="1204232"/>
                  </a:lnTo>
                  <a:lnTo>
                    <a:pt x="429689" y="1207791"/>
                  </a:lnTo>
                  <a:lnTo>
                    <a:pt x="436300" y="1179297"/>
                  </a:lnTo>
                  <a:lnTo>
                    <a:pt x="442910" y="1168924"/>
                  </a:lnTo>
                  <a:lnTo>
                    <a:pt x="449521" y="1163528"/>
                  </a:lnTo>
                  <a:lnTo>
                    <a:pt x="456132" y="1155918"/>
                  </a:lnTo>
                  <a:lnTo>
                    <a:pt x="462742" y="1206255"/>
                  </a:lnTo>
                  <a:lnTo>
                    <a:pt x="469353" y="1233066"/>
                  </a:lnTo>
                  <a:lnTo>
                    <a:pt x="475963" y="1224722"/>
                  </a:lnTo>
                  <a:lnTo>
                    <a:pt x="482574" y="1223823"/>
                  </a:lnTo>
                  <a:lnTo>
                    <a:pt x="489185" y="1223823"/>
                  </a:lnTo>
                  <a:lnTo>
                    <a:pt x="495795" y="1222712"/>
                  </a:lnTo>
                  <a:lnTo>
                    <a:pt x="502406" y="1223839"/>
                  </a:lnTo>
                  <a:lnTo>
                    <a:pt x="509017" y="1223611"/>
                  </a:lnTo>
                  <a:lnTo>
                    <a:pt x="515627" y="1222712"/>
                  </a:lnTo>
                  <a:lnTo>
                    <a:pt x="522238" y="1222712"/>
                  </a:lnTo>
                  <a:lnTo>
                    <a:pt x="528848" y="1219819"/>
                  </a:lnTo>
                  <a:lnTo>
                    <a:pt x="535459" y="1222240"/>
                  </a:lnTo>
                  <a:lnTo>
                    <a:pt x="542070" y="1217376"/>
                  </a:lnTo>
                  <a:lnTo>
                    <a:pt x="548680" y="1204241"/>
                  </a:lnTo>
                  <a:lnTo>
                    <a:pt x="555291" y="1211976"/>
                  </a:lnTo>
                  <a:lnTo>
                    <a:pt x="561901" y="1172874"/>
                  </a:lnTo>
                  <a:lnTo>
                    <a:pt x="568512" y="1151939"/>
                  </a:lnTo>
                  <a:lnTo>
                    <a:pt x="575123" y="1151564"/>
                  </a:lnTo>
                  <a:lnTo>
                    <a:pt x="581733" y="1147018"/>
                  </a:lnTo>
                  <a:lnTo>
                    <a:pt x="588344" y="1145617"/>
                  </a:lnTo>
                  <a:lnTo>
                    <a:pt x="594954" y="1119036"/>
                  </a:lnTo>
                  <a:lnTo>
                    <a:pt x="601565" y="1128302"/>
                  </a:lnTo>
                  <a:lnTo>
                    <a:pt x="608176" y="1122422"/>
                  </a:lnTo>
                  <a:lnTo>
                    <a:pt x="614786" y="1114572"/>
                  </a:lnTo>
                  <a:lnTo>
                    <a:pt x="621397" y="1116299"/>
                  </a:lnTo>
                  <a:lnTo>
                    <a:pt x="628008" y="1116299"/>
                  </a:lnTo>
                  <a:lnTo>
                    <a:pt x="634618" y="1126344"/>
                  </a:lnTo>
                  <a:lnTo>
                    <a:pt x="641229" y="1146212"/>
                  </a:lnTo>
                  <a:lnTo>
                    <a:pt x="647839" y="1180135"/>
                  </a:lnTo>
                  <a:lnTo>
                    <a:pt x="654450" y="1185539"/>
                  </a:lnTo>
                  <a:lnTo>
                    <a:pt x="661061" y="1177885"/>
                  </a:lnTo>
                  <a:lnTo>
                    <a:pt x="667671" y="1179044"/>
                  </a:lnTo>
                  <a:lnTo>
                    <a:pt x="674282" y="1179064"/>
                  </a:lnTo>
                  <a:lnTo>
                    <a:pt x="680892" y="1165858"/>
                  </a:lnTo>
                  <a:lnTo>
                    <a:pt x="687503" y="1165858"/>
                  </a:lnTo>
                  <a:lnTo>
                    <a:pt x="694114" y="1151902"/>
                  </a:lnTo>
                  <a:lnTo>
                    <a:pt x="700724" y="1159210"/>
                  </a:lnTo>
                  <a:lnTo>
                    <a:pt x="707335" y="1166219"/>
                  </a:lnTo>
                  <a:lnTo>
                    <a:pt x="713945" y="1159696"/>
                  </a:lnTo>
                  <a:lnTo>
                    <a:pt x="720556" y="1160361"/>
                  </a:lnTo>
                  <a:lnTo>
                    <a:pt x="727167" y="1161472"/>
                  </a:lnTo>
                  <a:lnTo>
                    <a:pt x="733777" y="1152538"/>
                  </a:lnTo>
                  <a:lnTo>
                    <a:pt x="740388" y="1157185"/>
                  </a:lnTo>
                  <a:lnTo>
                    <a:pt x="746998" y="1155283"/>
                  </a:lnTo>
                  <a:lnTo>
                    <a:pt x="753609" y="1151785"/>
                  </a:lnTo>
                  <a:lnTo>
                    <a:pt x="760220" y="1209381"/>
                  </a:lnTo>
                  <a:lnTo>
                    <a:pt x="766830" y="1218542"/>
                  </a:lnTo>
                  <a:lnTo>
                    <a:pt x="773441" y="1224037"/>
                  </a:lnTo>
                  <a:lnTo>
                    <a:pt x="780052" y="1221874"/>
                  </a:lnTo>
                  <a:lnTo>
                    <a:pt x="786662" y="1226003"/>
                  </a:lnTo>
                  <a:lnTo>
                    <a:pt x="793273" y="1228048"/>
                  </a:lnTo>
                  <a:lnTo>
                    <a:pt x="799883" y="1226030"/>
                  </a:lnTo>
                  <a:lnTo>
                    <a:pt x="806494" y="1212343"/>
                  </a:lnTo>
                  <a:lnTo>
                    <a:pt x="813105" y="1188890"/>
                  </a:lnTo>
                  <a:lnTo>
                    <a:pt x="819715" y="1206677"/>
                  </a:lnTo>
                  <a:lnTo>
                    <a:pt x="826326" y="1224013"/>
                  </a:lnTo>
                  <a:lnTo>
                    <a:pt x="832936" y="1222532"/>
                  </a:lnTo>
                  <a:lnTo>
                    <a:pt x="839547" y="1153757"/>
                  </a:lnTo>
                  <a:lnTo>
                    <a:pt x="846158" y="1148832"/>
                  </a:lnTo>
                  <a:lnTo>
                    <a:pt x="852768" y="1153757"/>
                  </a:lnTo>
                  <a:lnTo>
                    <a:pt x="859379" y="1158353"/>
                  </a:lnTo>
                  <a:lnTo>
                    <a:pt x="865989" y="1169627"/>
                  </a:lnTo>
                  <a:lnTo>
                    <a:pt x="872600" y="1220187"/>
                  </a:lnTo>
                  <a:lnTo>
                    <a:pt x="879211" y="1222596"/>
                  </a:lnTo>
                  <a:lnTo>
                    <a:pt x="885821" y="1220187"/>
                  </a:lnTo>
                  <a:lnTo>
                    <a:pt x="892432" y="1210407"/>
                  </a:lnTo>
                  <a:lnTo>
                    <a:pt x="899043" y="1175882"/>
                  </a:lnTo>
                  <a:lnTo>
                    <a:pt x="905653" y="1187456"/>
                  </a:lnTo>
                  <a:lnTo>
                    <a:pt x="912264" y="1191015"/>
                  </a:lnTo>
                  <a:lnTo>
                    <a:pt x="918874" y="1180859"/>
                  </a:lnTo>
                  <a:lnTo>
                    <a:pt x="925485" y="1185221"/>
                  </a:lnTo>
                  <a:lnTo>
                    <a:pt x="932096" y="1177343"/>
                  </a:lnTo>
                  <a:lnTo>
                    <a:pt x="938706" y="1167096"/>
                  </a:lnTo>
                  <a:lnTo>
                    <a:pt x="945317" y="1167096"/>
                  </a:lnTo>
                  <a:lnTo>
                    <a:pt x="951927" y="1186259"/>
                  </a:lnTo>
                  <a:lnTo>
                    <a:pt x="958538" y="1209579"/>
                  </a:lnTo>
                  <a:lnTo>
                    <a:pt x="965149" y="1205828"/>
                  </a:lnTo>
                  <a:lnTo>
                    <a:pt x="971759" y="1192195"/>
                  </a:lnTo>
                  <a:lnTo>
                    <a:pt x="978370" y="1172349"/>
                  </a:lnTo>
                  <a:lnTo>
                    <a:pt x="984980" y="1165653"/>
                  </a:lnTo>
                  <a:lnTo>
                    <a:pt x="991591" y="1153403"/>
                  </a:lnTo>
                  <a:lnTo>
                    <a:pt x="998202" y="1162048"/>
                  </a:lnTo>
                  <a:lnTo>
                    <a:pt x="1004812" y="1163977"/>
                  </a:lnTo>
                  <a:lnTo>
                    <a:pt x="1011423" y="1147799"/>
                  </a:lnTo>
                  <a:lnTo>
                    <a:pt x="1018034" y="1170227"/>
                  </a:lnTo>
                  <a:lnTo>
                    <a:pt x="1024644" y="1226047"/>
                  </a:lnTo>
                  <a:lnTo>
                    <a:pt x="1031255" y="1205777"/>
                  </a:lnTo>
                  <a:lnTo>
                    <a:pt x="1037865" y="1156393"/>
                  </a:lnTo>
                  <a:lnTo>
                    <a:pt x="1044476" y="1161690"/>
                  </a:lnTo>
                  <a:lnTo>
                    <a:pt x="1051087" y="1202369"/>
                  </a:lnTo>
                  <a:lnTo>
                    <a:pt x="1057697" y="1216667"/>
                  </a:lnTo>
                  <a:lnTo>
                    <a:pt x="1064308" y="1224445"/>
                  </a:lnTo>
                  <a:lnTo>
                    <a:pt x="1070918" y="1202755"/>
                  </a:lnTo>
                  <a:lnTo>
                    <a:pt x="1077529" y="1176850"/>
                  </a:lnTo>
                  <a:lnTo>
                    <a:pt x="1084140" y="1164676"/>
                  </a:lnTo>
                  <a:lnTo>
                    <a:pt x="1090750" y="1150647"/>
                  </a:lnTo>
                  <a:lnTo>
                    <a:pt x="1097361" y="1144532"/>
                  </a:lnTo>
                  <a:lnTo>
                    <a:pt x="1103971" y="1129884"/>
                  </a:lnTo>
                  <a:lnTo>
                    <a:pt x="1110582" y="1135184"/>
                  </a:lnTo>
                  <a:lnTo>
                    <a:pt x="1117193" y="1136138"/>
                  </a:lnTo>
                  <a:lnTo>
                    <a:pt x="1123803" y="1133615"/>
                  </a:lnTo>
                  <a:lnTo>
                    <a:pt x="1130414" y="1186691"/>
                  </a:lnTo>
                  <a:lnTo>
                    <a:pt x="1137025" y="1162988"/>
                  </a:lnTo>
                  <a:lnTo>
                    <a:pt x="1143635" y="1140395"/>
                  </a:lnTo>
                  <a:lnTo>
                    <a:pt x="1150246" y="1123541"/>
                  </a:lnTo>
                  <a:lnTo>
                    <a:pt x="1156856" y="1138934"/>
                  </a:lnTo>
                  <a:lnTo>
                    <a:pt x="1163467" y="1190141"/>
                  </a:lnTo>
                  <a:lnTo>
                    <a:pt x="1170078" y="1199363"/>
                  </a:lnTo>
                  <a:lnTo>
                    <a:pt x="1176688" y="1165849"/>
                  </a:lnTo>
                  <a:lnTo>
                    <a:pt x="1183299" y="1138780"/>
                  </a:lnTo>
                  <a:lnTo>
                    <a:pt x="1189909" y="1147181"/>
                  </a:lnTo>
                  <a:lnTo>
                    <a:pt x="1196520" y="1141484"/>
                  </a:lnTo>
                  <a:lnTo>
                    <a:pt x="1203131" y="1121574"/>
                  </a:lnTo>
                  <a:lnTo>
                    <a:pt x="1209741" y="1125495"/>
                  </a:lnTo>
                  <a:lnTo>
                    <a:pt x="1216352" y="1157839"/>
                  </a:lnTo>
                  <a:lnTo>
                    <a:pt x="1222962" y="1175510"/>
                  </a:lnTo>
                  <a:lnTo>
                    <a:pt x="1229573" y="1160697"/>
                  </a:lnTo>
                  <a:lnTo>
                    <a:pt x="1236184" y="1173540"/>
                  </a:lnTo>
                  <a:lnTo>
                    <a:pt x="1242794" y="1170122"/>
                  </a:lnTo>
                  <a:lnTo>
                    <a:pt x="1249405" y="1156390"/>
                  </a:lnTo>
                  <a:lnTo>
                    <a:pt x="1256016" y="1144258"/>
                  </a:lnTo>
                  <a:lnTo>
                    <a:pt x="1262626" y="1145287"/>
                  </a:lnTo>
                  <a:lnTo>
                    <a:pt x="1269237" y="1152577"/>
                  </a:lnTo>
                  <a:lnTo>
                    <a:pt x="1275847" y="1149600"/>
                  </a:lnTo>
                  <a:lnTo>
                    <a:pt x="1282458" y="1147278"/>
                  </a:lnTo>
                  <a:lnTo>
                    <a:pt x="1289069" y="1141406"/>
                  </a:lnTo>
                  <a:lnTo>
                    <a:pt x="1295679" y="1136811"/>
                  </a:lnTo>
                  <a:lnTo>
                    <a:pt x="1302290" y="1128613"/>
                  </a:lnTo>
                  <a:lnTo>
                    <a:pt x="1308900" y="1123016"/>
                  </a:lnTo>
                  <a:lnTo>
                    <a:pt x="1315511" y="1135303"/>
                  </a:lnTo>
                  <a:lnTo>
                    <a:pt x="1322122" y="1144925"/>
                  </a:lnTo>
                  <a:lnTo>
                    <a:pt x="1328732" y="1152559"/>
                  </a:lnTo>
                  <a:lnTo>
                    <a:pt x="1335343" y="1146687"/>
                  </a:lnTo>
                  <a:lnTo>
                    <a:pt x="1341953" y="1183511"/>
                  </a:lnTo>
                  <a:lnTo>
                    <a:pt x="1348564" y="1203671"/>
                  </a:lnTo>
                  <a:lnTo>
                    <a:pt x="1355175" y="1191557"/>
                  </a:lnTo>
                  <a:lnTo>
                    <a:pt x="1361785" y="1191557"/>
                  </a:lnTo>
                  <a:lnTo>
                    <a:pt x="1368396" y="1220386"/>
                  </a:lnTo>
                  <a:lnTo>
                    <a:pt x="1375007" y="1219985"/>
                  </a:lnTo>
                  <a:lnTo>
                    <a:pt x="1381617" y="1192127"/>
                  </a:lnTo>
                  <a:lnTo>
                    <a:pt x="1388228" y="1167773"/>
                  </a:lnTo>
                  <a:lnTo>
                    <a:pt x="1394838" y="1177238"/>
                  </a:lnTo>
                  <a:lnTo>
                    <a:pt x="1401449" y="1180518"/>
                  </a:lnTo>
                  <a:lnTo>
                    <a:pt x="1408060" y="1180518"/>
                  </a:lnTo>
                  <a:lnTo>
                    <a:pt x="1414670" y="1203671"/>
                  </a:lnTo>
                  <a:lnTo>
                    <a:pt x="1421281" y="1184494"/>
                  </a:lnTo>
                  <a:lnTo>
                    <a:pt x="1427891" y="1219463"/>
                  </a:lnTo>
                  <a:lnTo>
                    <a:pt x="1434502" y="1215805"/>
                  </a:lnTo>
                  <a:lnTo>
                    <a:pt x="1441113" y="1208463"/>
                  </a:lnTo>
                  <a:lnTo>
                    <a:pt x="1447723" y="1197944"/>
                  </a:lnTo>
                  <a:lnTo>
                    <a:pt x="1454334" y="1191557"/>
                  </a:lnTo>
                  <a:lnTo>
                    <a:pt x="1460944" y="1169533"/>
                  </a:lnTo>
                  <a:lnTo>
                    <a:pt x="1467555" y="1162080"/>
                  </a:lnTo>
                  <a:lnTo>
                    <a:pt x="1474166" y="1170985"/>
                  </a:lnTo>
                  <a:lnTo>
                    <a:pt x="1480776" y="1204260"/>
                  </a:lnTo>
                  <a:lnTo>
                    <a:pt x="1487387" y="1180935"/>
                  </a:lnTo>
                  <a:lnTo>
                    <a:pt x="1493997" y="1220043"/>
                  </a:lnTo>
                  <a:lnTo>
                    <a:pt x="1500608" y="1220883"/>
                  </a:lnTo>
                  <a:lnTo>
                    <a:pt x="1507219" y="1196694"/>
                  </a:lnTo>
                  <a:lnTo>
                    <a:pt x="1513829" y="1145105"/>
                  </a:lnTo>
                  <a:lnTo>
                    <a:pt x="1520440" y="1131671"/>
                  </a:lnTo>
                  <a:lnTo>
                    <a:pt x="1527051" y="1146696"/>
                  </a:lnTo>
                  <a:lnTo>
                    <a:pt x="1533661" y="1161888"/>
                  </a:lnTo>
                  <a:lnTo>
                    <a:pt x="1540272" y="1158095"/>
                  </a:lnTo>
                  <a:lnTo>
                    <a:pt x="1546882" y="1188486"/>
                  </a:lnTo>
                  <a:lnTo>
                    <a:pt x="1553493" y="1171457"/>
                  </a:lnTo>
                  <a:lnTo>
                    <a:pt x="1560104" y="1170337"/>
                  </a:lnTo>
                  <a:lnTo>
                    <a:pt x="1566714" y="1134692"/>
                  </a:lnTo>
                  <a:lnTo>
                    <a:pt x="1573325" y="1126599"/>
                  </a:lnTo>
                  <a:lnTo>
                    <a:pt x="1579935" y="1120933"/>
                  </a:lnTo>
                  <a:lnTo>
                    <a:pt x="1586546" y="1192057"/>
                  </a:lnTo>
                  <a:lnTo>
                    <a:pt x="1593157" y="1199972"/>
                  </a:lnTo>
                  <a:lnTo>
                    <a:pt x="1599767" y="1195120"/>
                  </a:lnTo>
                  <a:lnTo>
                    <a:pt x="1606378" y="1134563"/>
                  </a:lnTo>
                  <a:lnTo>
                    <a:pt x="1612988" y="1118146"/>
                  </a:lnTo>
                  <a:lnTo>
                    <a:pt x="1619599" y="1118146"/>
                  </a:lnTo>
                  <a:lnTo>
                    <a:pt x="1626210" y="1156275"/>
                  </a:lnTo>
                  <a:lnTo>
                    <a:pt x="1632820" y="1123645"/>
                  </a:lnTo>
                  <a:lnTo>
                    <a:pt x="1639431" y="1121077"/>
                  </a:lnTo>
                  <a:lnTo>
                    <a:pt x="1646042" y="1176353"/>
                  </a:lnTo>
                  <a:lnTo>
                    <a:pt x="1652652" y="1198530"/>
                  </a:lnTo>
                  <a:lnTo>
                    <a:pt x="1659263" y="1200986"/>
                  </a:lnTo>
                  <a:lnTo>
                    <a:pt x="1665873" y="1188395"/>
                  </a:lnTo>
                  <a:lnTo>
                    <a:pt x="1672484" y="1142965"/>
                  </a:lnTo>
                  <a:lnTo>
                    <a:pt x="1679095" y="1121077"/>
                  </a:lnTo>
                  <a:lnTo>
                    <a:pt x="1685705" y="1129519"/>
                  </a:lnTo>
                  <a:lnTo>
                    <a:pt x="1692316" y="1184546"/>
                  </a:lnTo>
                  <a:lnTo>
                    <a:pt x="1698926" y="1191672"/>
                  </a:lnTo>
                  <a:lnTo>
                    <a:pt x="1705537" y="1180433"/>
                  </a:lnTo>
                  <a:lnTo>
                    <a:pt x="1712148" y="1175388"/>
                  </a:lnTo>
                  <a:lnTo>
                    <a:pt x="1718758" y="1201990"/>
                  </a:lnTo>
                  <a:lnTo>
                    <a:pt x="1725369" y="1190399"/>
                  </a:lnTo>
                  <a:lnTo>
                    <a:pt x="1731979" y="1172310"/>
                  </a:lnTo>
                  <a:lnTo>
                    <a:pt x="1738590" y="1185084"/>
                  </a:lnTo>
                  <a:lnTo>
                    <a:pt x="1745201" y="1191915"/>
                  </a:lnTo>
                  <a:lnTo>
                    <a:pt x="1751811" y="1202320"/>
                  </a:lnTo>
                  <a:lnTo>
                    <a:pt x="1758422" y="1205202"/>
                  </a:lnTo>
                  <a:lnTo>
                    <a:pt x="1765033" y="1158855"/>
                  </a:lnTo>
                  <a:lnTo>
                    <a:pt x="1771643" y="1130253"/>
                  </a:lnTo>
                  <a:lnTo>
                    <a:pt x="1778254" y="1170631"/>
                  </a:lnTo>
                  <a:lnTo>
                    <a:pt x="1784864" y="1183318"/>
                  </a:lnTo>
                  <a:lnTo>
                    <a:pt x="1791475" y="1174659"/>
                  </a:lnTo>
                  <a:lnTo>
                    <a:pt x="1798086" y="1156783"/>
                  </a:lnTo>
                  <a:lnTo>
                    <a:pt x="1804696" y="1126377"/>
                  </a:lnTo>
                  <a:lnTo>
                    <a:pt x="1811307" y="1117411"/>
                  </a:lnTo>
                  <a:lnTo>
                    <a:pt x="1817917" y="1123361"/>
                  </a:lnTo>
                  <a:lnTo>
                    <a:pt x="1824528" y="1142916"/>
                  </a:lnTo>
                  <a:lnTo>
                    <a:pt x="1831139" y="1169609"/>
                  </a:lnTo>
                  <a:lnTo>
                    <a:pt x="1837749" y="1140330"/>
                  </a:lnTo>
                  <a:lnTo>
                    <a:pt x="1844360" y="1134656"/>
                  </a:lnTo>
                  <a:lnTo>
                    <a:pt x="1850970" y="1118281"/>
                  </a:lnTo>
                  <a:lnTo>
                    <a:pt x="1857581" y="1130472"/>
                  </a:lnTo>
                  <a:lnTo>
                    <a:pt x="1864192" y="1142435"/>
                  </a:lnTo>
                  <a:lnTo>
                    <a:pt x="1870802" y="1128360"/>
                  </a:lnTo>
                  <a:lnTo>
                    <a:pt x="1877413" y="1137483"/>
                  </a:lnTo>
                  <a:lnTo>
                    <a:pt x="1884024" y="1188973"/>
                  </a:lnTo>
                  <a:lnTo>
                    <a:pt x="1890634" y="1194943"/>
                  </a:lnTo>
                  <a:lnTo>
                    <a:pt x="1897245" y="1203301"/>
                  </a:lnTo>
                  <a:lnTo>
                    <a:pt x="1903855" y="1202378"/>
                  </a:lnTo>
                  <a:lnTo>
                    <a:pt x="1910466" y="1200188"/>
                  </a:lnTo>
                  <a:lnTo>
                    <a:pt x="1917077" y="1199191"/>
                  </a:lnTo>
                  <a:lnTo>
                    <a:pt x="1923687" y="1184486"/>
                  </a:lnTo>
                  <a:lnTo>
                    <a:pt x="1930298" y="1200109"/>
                  </a:lnTo>
                  <a:lnTo>
                    <a:pt x="1936908" y="1196286"/>
                  </a:lnTo>
                  <a:lnTo>
                    <a:pt x="1943519" y="1193240"/>
                  </a:lnTo>
                  <a:lnTo>
                    <a:pt x="1950130" y="1192798"/>
                  </a:lnTo>
                  <a:lnTo>
                    <a:pt x="1956740" y="1192798"/>
                  </a:lnTo>
                  <a:lnTo>
                    <a:pt x="1963351" y="1191899"/>
                  </a:lnTo>
                  <a:lnTo>
                    <a:pt x="1969961" y="1192798"/>
                  </a:lnTo>
                  <a:lnTo>
                    <a:pt x="1976572" y="1192529"/>
                  </a:lnTo>
                  <a:lnTo>
                    <a:pt x="1983183" y="1191899"/>
                  </a:lnTo>
                  <a:lnTo>
                    <a:pt x="1989793" y="1183879"/>
                  </a:lnTo>
                  <a:lnTo>
                    <a:pt x="1996404" y="1185229"/>
                  </a:lnTo>
                  <a:lnTo>
                    <a:pt x="2003015" y="1187674"/>
                  </a:lnTo>
                  <a:lnTo>
                    <a:pt x="2009625" y="1167061"/>
                  </a:lnTo>
                  <a:lnTo>
                    <a:pt x="2016236" y="1174559"/>
                  </a:lnTo>
                  <a:lnTo>
                    <a:pt x="2022846" y="1188386"/>
                  </a:lnTo>
                  <a:lnTo>
                    <a:pt x="2029457" y="1176283"/>
                  </a:lnTo>
                  <a:lnTo>
                    <a:pt x="2036068" y="1145714"/>
                  </a:lnTo>
                  <a:lnTo>
                    <a:pt x="2042678" y="1148994"/>
                  </a:lnTo>
                  <a:lnTo>
                    <a:pt x="2049289" y="1106454"/>
                  </a:lnTo>
                  <a:lnTo>
                    <a:pt x="2055899" y="1121346"/>
                  </a:lnTo>
                  <a:lnTo>
                    <a:pt x="2062510" y="1149647"/>
                  </a:lnTo>
                  <a:lnTo>
                    <a:pt x="2069121" y="1100071"/>
                  </a:lnTo>
                  <a:lnTo>
                    <a:pt x="2075731" y="1089528"/>
                  </a:lnTo>
                  <a:lnTo>
                    <a:pt x="2082342" y="1089152"/>
                  </a:lnTo>
                  <a:lnTo>
                    <a:pt x="2088952" y="1092191"/>
                  </a:lnTo>
                  <a:lnTo>
                    <a:pt x="2095563" y="1092280"/>
                  </a:lnTo>
                  <a:lnTo>
                    <a:pt x="2102174" y="1085754"/>
                  </a:lnTo>
                  <a:lnTo>
                    <a:pt x="2108784" y="1081158"/>
                  </a:lnTo>
                  <a:lnTo>
                    <a:pt x="2115395" y="1095116"/>
                  </a:lnTo>
                  <a:lnTo>
                    <a:pt x="2122006" y="1085754"/>
                  </a:lnTo>
                  <a:lnTo>
                    <a:pt x="2128616" y="1089621"/>
                  </a:lnTo>
                  <a:lnTo>
                    <a:pt x="2135227" y="1102526"/>
                  </a:lnTo>
                  <a:lnTo>
                    <a:pt x="2141837" y="1173124"/>
                  </a:lnTo>
                  <a:lnTo>
                    <a:pt x="2148448" y="1130370"/>
                  </a:lnTo>
                  <a:lnTo>
                    <a:pt x="2155059" y="1089831"/>
                  </a:lnTo>
                  <a:lnTo>
                    <a:pt x="2161669" y="1094902"/>
                  </a:lnTo>
                  <a:lnTo>
                    <a:pt x="2168280" y="1138142"/>
                  </a:lnTo>
                  <a:lnTo>
                    <a:pt x="2174890" y="1138142"/>
                  </a:lnTo>
                  <a:lnTo>
                    <a:pt x="2181501" y="1149555"/>
                  </a:lnTo>
                  <a:lnTo>
                    <a:pt x="2188112" y="1150421"/>
                  </a:lnTo>
                  <a:lnTo>
                    <a:pt x="2194722" y="1139611"/>
                  </a:lnTo>
                  <a:lnTo>
                    <a:pt x="2201333" y="1130370"/>
                  </a:lnTo>
                  <a:lnTo>
                    <a:pt x="2207943" y="1160033"/>
                  </a:lnTo>
                  <a:lnTo>
                    <a:pt x="2214554" y="1163921"/>
                  </a:lnTo>
                  <a:lnTo>
                    <a:pt x="2221165" y="1171221"/>
                  </a:lnTo>
                  <a:lnTo>
                    <a:pt x="2227775" y="1171373"/>
                  </a:lnTo>
                  <a:lnTo>
                    <a:pt x="2234386" y="1123539"/>
                  </a:lnTo>
                  <a:lnTo>
                    <a:pt x="2240996" y="1123081"/>
                  </a:lnTo>
                  <a:lnTo>
                    <a:pt x="2247607" y="1149355"/>
                  </a:lnTo>
                  <a:lnTo>
                    <a:pt x="2254218" y="1165417"/>
                  </a:lnTo>
                  <a:lnTo>
                    <a:pt x="2260828" y="1167646"/>
                  </a:lnTo>
                  <a:lnTo>
                    <a:pt x="2267439" y="1144943"/>
                  </a:lnTo>
                  <a:lnTo>
                    <a:pt x="2274050" y="1139396"/>
                  </a:lnTo>
                  <a:lnTo>
                    <a:pt x="2280660" y="1158547"/>
                  </a:lnTo>
                  <a:lnTo>
                    <a:pt x="2287271" y="1156757"/>
                  </a:lnTo>
                  <a:lnTo>
                    <a:pt x="2293881" y="1173284"/>
                  </a:lnTo>
                  <a:lnTo>
                    <a:pt x="2300492" y="1172301"/>
                  </a:lnTo>
                  <a:lnTo>
                    <a:pt x="2307103" y="1166364"/>
                  </a:lnTo>
                  <a:lnTo>
                    <a:pt x="2313713" y="1165651"/>
                  </a:lnTo>
                  <a:lnTo>
                    <a:pt x="2320324" y="1169650"/>
                  </a:lnTo>
                  <a:lnTo>
                    <a:pt x="2326934" y="1170991"/>
                  </a:lnTo>
                  <a:lnTo>
                    <a:pt x="2333545" y="1170549"/>
                  </a:lnTo>
                  <a:lnTo>
                    <a:pt x="2340156" y="1168300"/>
                  </a:lnTo>
                  <a:lnTo>
                    <a:pt x="2346766" y="1168300"/>
                  </a:lnTo>
                  <a:lnTo>
                    <a:pt x="2353377" y="1152976"/>
                  </a:lnTo>
                  <a:lnTo>
                    <a:pt x="2359987" y="1168570"/>
                  </a:lnTo>
                  <a:lnTo>
                    <a:pt x="2366598" y="1179065"/>
                  </a:lnTo>
                  <a:lnTo>
                    <a:pt x="2373209" y="1170460"/>
                  </a:lnTo>
                  <a:lnTo>
                    <a:pt x="2379819" y="1141593"/>
                  </a:lnTo>
                  <a:lnTo>
                    <a:pt x="2386430" y="1139740"/>
                  </a:lnTo>
                  <a:lnTo>
                    <a:pt x="2393041" y="1128477"/>
                  </a:lnTo>
                  <a:lnTo>
                    <a:pt x="2399651" y="1140867"/>
                  </a:lnTo>
                  <a:lnTo>
                    <a:pt x="2406262" y="1141081"/>
                  </a:lnTo>
                  <a:lnTo>
                    <a:pt x="2412872" y="1109838"/>
                  </a:lnTo>
                  <a:lnTo>
                    <a:pt x="2419483" y="1108328"/>
                  </a:lnTo>
                  <a:lnTo>
                    <a:pt x="2426094" y="1111052"/>
                  </a:lnTo>
                  <a:lnTo>
                    <a:pt x="2432704" y="1107661"/>
                  </a:lnTo>
                  <a:lnTo>
                    <a:pt x="2439315" y="1104668"/>
                  </a:lnTo>
                  <a:lnTo>
                    <a:pt x="2445925" y="1104038"/>
                  </a:lnTo>
                  <a:lnTo>
                    <a:pt x="2452536" y="1104937"/>
                  </a:lnTo>
                  <a:lnTo>
                    <a:pt x="2459147" y="1096593"/>
                  </a:lnTo>
                  <a:lnTo>
                    <a:pt x="2465757" y="1099085"/>
                  </a:lnTo>
                  <a:lnTo>
                    <a:pt x="2472368" y="1099085"/>
                  </a:lnTo>
                  <a:lnTo>
                    <a:pt x="2478978" y="1077886"/>
                  </a:lnTo>
                  <a:lnTo>
                    <a:pt x="2485589" y="1062953"/>
                  </a:lnTo>
                  <a:lnTo>
                    <a:pt x="2492200" y="1032102"/>
                  </a:lnTo>
                  <a:lnTo>
                    <a:pt x="2498810" y="1054399"/>
                  </a:lnTo>
                  <a:lnTo>
                    <a:pt x="2505421" y="1035536"/>
                  </a:lnTo>
                  <a:lnTo>
                    <a:pt x="2512032" y="993508"/>
                  </a:lnTo>
                  <a:lnTo>
                    <a:pt x="2518642" y="1034933"/>
                  </a:lnTo>
                  <a:lnTo>
                    <a:pt x="2525253" y="1039246"/>
                  </a:lnTo>
                  <a:lnTo>
                    <a:pt x="2531863" y="977815"/>
                  </a:lnTo>
                  <a:lnTo>
                    <a:pt x="2538474" y="993508"/>
                  </a:lnTo>
                  <a:lnTo>
                    <a:pt x="2545085" y="1048999"/>
                  </a:lnTo>
                  <a:lnTo>
                    <a:pt x="2551695" y="1043918"/>
                  </a:lnTo>
                  <a:lnTo>
                    <a:pt x="2558306" y="1054399"/>
                  </a:lnTo>
                  <a:lnTo>
                    <a:pt x="2564916" y="965637"/>
                  </a:lnTo>
                  <a:lnTo>
                    <a:pt x="2571527" y="965813"/>
                  </a:lnTo>
                  <a:lnTo>
                    <a:pt x="2578138" y="1011419"/>
                  </a:lnTo>
                  <a:lnTo>
                    <a:pt x="2584748" y="1008900"/>
                  </a:lnTo>
                  <a:lnTo>
                    <a:pt x="2591359" y="1003332"/>
                  </a:lnTo>
                  <a:lnTo>
                    <a:pt x="2597969" y="996195"/>
                  </a:lnTo>
                  <a:lnTo>
                    <a:pt x="2604580" y="993416"/>
                  </a:lnTo>
                  <a:lnTo>
                    <a:pt x="2611191" y="931032"/>
                  </a:lnTo>
                  <a:lnTo>
                    <a:pt x="2617801" y="908115"/>
                  </a:lnTo>
                  <a:lnTo>
                    <a:pt x="2624412" y="955674"/>
                  </a:lnTo>
                  <a:lnTo>
                    <a:pt x="2631023" y="880753"/>
                  </a:lnTo>
                  <a:lnTo>
                    <a:pt x="2637633" y="862779"/>
                  </a:lnTo>
                  <a:lnTo>
                    <a:pt x="2644244" y="868039"/>
                  </a:lnTo>
                  <a:lnTo>
                    <a:pt x="2650854" y="864144"/>
                  </a:lnTo>
                  <a:lnTo>
                    <a:pt x="2657465" y="825201"/>
                  </a:lnTo>
                  <a:lnTo>
                    <a:pt x="2664076" y="791352"/>
                  </a:lnTo>
                  <a:lnTo>
                    <a:pt x="2670686" y="767629"/>
                  </a:lnTo>
                  <a:lnTo>
                    <a:pt x="2677297" y="632737"/>
                  </a:lnTo>
                  <a:lnTo>
                    <a:pt x="2683907" y="694021"/>
                  </a:lnTo>
                  <a:lnTo>
                    <a:pt x="2690518" y="645150"/>
                  </a:lnTo>
                  <a:lnTo>
                    <a:pt x="2697129" y="616051"/>
                  </a:lnTo>
                  <a:lnTo>
                    <a:pt x="2703739" y="558669"/>
                  </a:lnTo>
                  <a:lnTo>
                    <a:pt x="2710350" y="497790"/>
                  </a:lnTo>
                  <a:lnTo>
                    <a:pt x="2716960" y="403487"/>
                  </a:lnTo>
                  <a:lnTo>
                    <a:pt x="2723571" y="399921"/>
                  </a:lnTo>
                  <a:lnTo>
                    <a:pt x="2730182" y="358638"/>
                  </a:lnTo>
                  <a:lnTo>
                    <a:pt x="2736792" y="368304"/>
                  </a:lnTo>
                  <a:lnTo>
                    <a:pt x="2743403" y="255663"/>
                  </a:lnTo>
                  <a:lnTo>
                    <a:pt x="2750014" y="212612"/>
                  </a:lnTo>
                  <a:lnTo>
                    <a:pt x="2756624" y="226110"/>
                  </a:lnTo>
                  <a:lnTo>
                    <a:pt x="2763235" y="245695"/>
                  </a:lnTo>
                  <a:lnTo>
                    <a:pt x="2769845" y="250622"/>
                  </a:lnTo>
                  <a:lnTo>
                    <a:pt x="2776456" y="150030"/>
                  </a:lnTo>
                  <a:lnTo>
                    <a:pt x="2783067" y="130970"/>
                  </a:lnTo>
                  <a:lnTo>
                    <a:pt x="2789677" y="135227"/>
                  </a:lnTo>
                  <a:lnTo>
                    <a:pt x="2796288" y="130416"/>
                  </a:lnTo>
                  <a:lnTo>
                    <a:pt x="2802898" y="119628"/>
                  </a:lnTo>
                  <a:lnTo>
                    <a:pt x="2809509" y="109562"/>
                  </a:lnTo>
                  <a:lnTo>
                    <a:pt x="2816120" y="106569"/>
                  </a:lnTo>
                  <a:lnTo>
                    <a:pt x="2822730" y="107832"/>
                  </a:lnTo>
                  <a:lnTo>
                    <a:pt x="2829341" y="109562"/>
                  </a:lnTo>
                  <a:lnTo>
                    <a:pt x="2835951" y="119803"/>
                  </a:lnTo>
                  <a:lnTo>
                    <a:pt x="2842562" y="119803"/>
                  </a:lnTo>
                  <a:lnTo>
                    <a:pt x="2849173" y="110859"/>
                  </a:lnTo>
                  <a:lnTo>
                    <a:pt x="2855783" y="121336"/>
                  </a:lnTo>
                  <a:lnTo>
                    <a:pt x="2862394" y="128224"/>
                  </a:lnTo>
                  <a:lnTo>
                    <a:pt x="2869005" y="191541"/>
                  </a:lnTo>
                  <a:lnTo>
                    <a:pt x="2875615" y="250419"/>
                  </a:lnTo>
                  <a:lnTo>
                    <a:pt x="2882226" y="270743"/>
                  </a:lnTo>
                  <a:lnTo>
                    <a:pt x="2888836" y="308973"/>
                  </a:lnTo>
                  <a:lnTo>
                    <a:pt x="2895447" y="244272"/>
                  </a:lnTo>
                  <a:lnTo>
                    <a:pt x="2902058" y="260852"/>
                  </a:lnTo>
                  <a:lnTo>
                    <a:pt x="2908668" y="299674"/>
                  </a:lnTo>
                  <a:lnTo>
                    <a:pt x="2915279" y="370345"/>
                  </a:lnTo>
                  <a:lnTo>
                    <a:pt x="2921889" y="419353"/>
                  </a:lnTo>
                  <a:lnTo>
                    <a:pt x="2928500" y="398207"/>
                  </a:lnTo>
                  <a:lnTo>
                    <a:pt x="2935111" y="447916"/>
                  </a:lnTo>
                  <a:lnTo>
                    <a:pt x="2941721" y="518452"/>
                  </a:lnTo>
                  <a:lnTo>
                    <a:pt x="2948332" y="675995"/>
                  </a:lnTo>
                  <a:lnTo>
                    <a:pt x="2954942" y="651823"/>
                  </a:lnTo>
                  <a:lnTo>
                    <a:pt x="2961553" y="682713"/>
                  </a:lnTo>
                  <a:lnTo>
                    <a:pt x="2968164" y="685469"/>
                  </a:lnTo>
                  <a:lnTo>
                    <a:pt x="2974774" y="678882"/>
                  </a:lnTo>
                  <a:lnTo>
                    <a:pt x="2981385" y="684770"/>
                  </a:lnTo>
                  <a:lnTo>
                    <a:pt x="2987995" y="636177"/>
                  </a:lnTo>
                  <a:lnTo>
                    <a:pt x="2994606" y="630646"/>
                  </a:lnTo>
                  <a:lnTo>
                    <a:pt x="3001217" y="626808"/>
                  </a:lnTo>
                  <a:lnTo>
                    <a:pt x="3007827" y="731978"/>
                  </a:lnTo>
                  <a:lnTo>
                    <a:pt x="3014438" y="751467"/>
                  </a:lnTo>
                  <a:lnTo>
                    <a:pt x="3021049" y="659268"/>
                  </a:lnTo>
                  <a:lnTo>
                    <a:pt x="3027659" y="613447"/>
                  </a:lnTo>
                  <a:lnTo>
                    <a:pt x="3034270" y="616995"/>
                  </a:lnTo>
                  <a:lnTo>
                    <a:pt x="3040880" y="620111"/>
                  </a:lnTo>
                  <a:lnTo>
                    <a:pt x="3047491" y="679831"/>
                  </a:lnTo>
                  <a:lnTo>
                    <a:pt x="3054102" y="737576"/>
                  </a:lnTo>
                  <a:lnTo>
                    <a:pt x="3060712" y="719786"/>
                  </a:lnTo>
                  <a:lnTo>
                    <a:pt x="3067323" y="753225"/>
                  </a:lnTo>
                  <a:lnTo>
                    <a:pt x="3073933" y="758146"/>
                  </a:lnTo>
                  <a:lnTo>
                    <a:pt x="3080544" y="747297"/>
                  </a:lnTo>
                  <a:lnTo>
                    <a:pt x="3087155" y="614706"/>
                  </a:lnTo>
                  <a:lnTo>
                    <a:pt x="3093765" y="591797"/>
                  </a:lnTo>
                  <a:lnTo>
                    <a:pt x="3100376" y="623512"/>
                  </a:lnTo>
                  <a:lnTo>
                    <a:pt x="3106986" y="584229"/>
                  </a:lnTo>
                  <a:lnTo>
                    <a:pt x="3113597" y="496734"/>
                  </a:lnTo>
                  <a:lnTo>
                    <a:pt x="3120208" y="387809"/>
                  </a:lnTo>
                  <a:lnTo>
                    <a:pt x="3126818" y="345164"/>
                  </a:lnTo>
                  <a:lnTo>
                    <a:pt x="3133429" y="320931"/>
                  </a:lnTo>
                  <a:lnTo>
                    <a:pt x="3140040" y="325177"/>
                  </a:lnTo>
                  <a:lnTo>
                    <a:pt x="3146650" y="388335"/>
                  </a:lnTo>
                  <a:lnTo>
                    <a:pt x="3153261" y="268968"/>
                  </a:lnTo>
                  <a:lnTo>
                    <a:pt x="3159871" y="203749"/>
                  </a:lnTo>
                  <a:lnTo>
                    <a:pt x="3166482" y="168737"/>
                  </a:lnTo>
                  <a:lnTo>
                    <a:pt x="3173093" y="140581"/>
                  </a:lnTo>
                  <a:lnTo>
                    <a:pt x="3179703" y="94256"/>
                  </a:lnTo>
                  <a:lnTo>
                    <a:pt x="3186314" y="77178"/>
                  </a:lnTo>
                  <a:lnTo>
                    <a:pt x="3192924" y="45984"/>
                  </a:lnTo>
                  <a:lnTo>
                    <a:pt x="3199535" y="32025"/>
                  </a:lnTo>
                  <a:lnTo>
                    <a:pt x="3206146" y="29551"/>
                  </a:lnTo>
                  <a:lnTo>
                    <a:pt x="3212756" y="21678"/>
                  </a:lnTo>
                  <a:lnTo>
                    <a:pt x="3219367" y="9668"/>
                  </a:lnTo>
                  <a:lnTo>
                    <a:pt x="3225977" y="17298"/>
                  </a:lnTo>
                  <a:lnTo>
                    <a:pt x="3232588" y="17755"/>
                  </a:lnTo>
                  <a:lnTo>
                    <a:pt x="3239199" y="53943"/>
                  </a:lnTo>
                  <a:lnTo>
                    <a:pt x="3245809" y="51192"/>
                  </a:lnTo>
                  <a:lnTo>
                    <a:pt x="3252420" y="48436"/>
                  </a:lnTo>
                  <a:lnTo>
                    <a:pt x="3259031" y="64937"/>
                  </a:lnTo>
                  <a:lnTo>
                    <a:pt x="3265641" y="86593"/>
                  </a:lnTo>
                  <a:lnTo>
                    <a:pt x="3272252" y="87172"/>
                  </a:lnTo>
                  <a:lnTo>
                    <a:pt x="3278862" y="114080"/>
                  </a:lnTo>
                  <a:lnTo>
                    <a:pt x="3285473" y="165624"/>
                  </a:lnTo>
                  <a:lnTo>
                    <a:pt x="3292084" y="215358"/>
                  </a:lnTo>
                  <a:lnTo>
                    <a:pt x="3298694" y="202757"/>
                  </a:lnTo>
                  <a:lnTo>
                    <a:pt x="3305305" y="272975"/>
                  </a:lnTo>
                  <a:lnTo>
                    <a:pt x="3311915" y="274925"/>
                  </a:lnTo>
                  <a:lnTo>
                    <a:pt x="3318526" y="242632"/>
                  </a:lnTo>
                  <a:lnTo>
                    <a:pt x="3325137" y="171457"/>
                  </a:lnTo>
                  <a:lnTo>
                    <a:pt x="3331747" y="155484"/>
                  </a:lnTo>
                  <a:lnTo>
                    <a:pt x="3338358" y="137961"/>
                  </a:lnTo>
                  <a:lnTo>
                    <a:pt x="3344968" y="176042"/>
                  </a:lnTo>
                  <a:lnTo>
                    <a:pt x="3351579" y="169158"/>
                  </a:lnTo>
                  <a:lnTo>
                    <a:pt x="3358190" y="48355"/>
                  </a:lnTo>
                  <a:lnTo>
                    <a:pt x="3364800" y="32149"/>
                  </a:lnTo>
                  <a:lnTo>
                    <a:pt x="3371411" y="19261"/>
                  </a:lnTo>
                  <a:lnTo>
                    <a:pt x="3378022" y="20687"/>
                  </a:lnTo>
                  <a:lnTo>
                    <a:pt x="3384632" y="3235"/>
                  </a:lnTo>
                  <a:lnTo>
                    <a:pt x="3391243" y="4650"/>
                  </a:lnTo>
                  <a:lnTo>
                    <a:pt x="3397853" y="4252"/>
                  </a:lnTo>
                  <a:lnTo>
                    <a:pt x="3404464" y="19536"/>
                  </a:lnTo>
                  <a:lnTo>
                    <a:pt x="3411075" y="25280"/>
                  </a:lnTo>
                  <a:lnTo>
                    <a:pt x="3417685" y="31733"/>
                  </a:lnTo>
                  <a:lnTo>
                    <a:pt x="3424296" y="47733"/>
                  </a:lnTo>
                  <a:lnTo>
                    <a:pt x="3430906" y="54191"/>
                  </a:lnTo>
                  <a:lnTo>
                    <a:pt x="3437517" y="97987"/>
                  </a:lnTo>
                  <a:lnTo>
                    <a:pt x="3444128" y="61825"/>
                  </a:lnTo>
                  <a:lnTo>
                    <a:pt x="3450738" y="70049"/>
                  </a:lnTo>
                  <a:lnTo>
                    <a:pt x="3457349" y="81922"/>
                  </a:lnTo>
                  <a:lnTo>
                    <a:pt x="3463959" y="154193"/>
                  </a:lnTo>
                  <a:lnTo>
                    <a:pt x="3470570" y="31702"/>
                  </a:lnTo>
                  <a:lnTo>
                    <a:pt x="3477181" y="31098"/>
                  </a:lnTo>
                  <a:lnTo>
                    <a:pt x="3483791" y="20858"/>
                  </a:lnTo>
                  <a:lnTo>
                    <a:pt x="3490402" y="26901"/>
                  </a:lnTo>
                  <a:lnTo>
                    <a:pt x="3497013" y="21072"/>
                  </a:lnTo>
                  <a:lnTo>
                    <a:pt x="3503623" y="72513"/>
                  </a:lnTo>
                  <a:lnTo>
                    <a:pt x="3510234" y="17332"/>
                  </a:lnTo>
                  <a:lnTo>
                    <a:pt x="3516844" y="16562"/>
                  </a:lnTo>
                  <a:lnTo>
                    <a:pt x="3523455" y="8943"/>
                  </a:lnTo>
                  <a:lnTo>
                    <a:pt x="3530066" y="8943"/>
                  </a:lnTo>
                  <a:lnTo>
                    <a:pt x="3536676" y="8943"/>
                  </a:lnTo>
                  <a:lnTo>
                    <a:pt x="3543287" y="0"/>
                  </a:lnTo>
                  <a:lnTo>
                    <a:pt x="3549897" y="0"/>
                  </a:lnTo>
                  <a:lnTo>
                    <a:pt x="3556508" y="871"/>
                  </a:lnTo>
                  <a:lnTo>
                    <a:pt x="3563119" y="2168"/>
                  </a:lnTo>
                  <a:lnTo>
                    <a:pt x="3569729" y="9403"/>
                  </a:lnTo>
                  <a:lnTo>
                    <a:pt x="3576340" y="9403"/>
                  </a:lnTo>
                  <a:lnTo>
                    <a:pt x="3582950" y="11112"/>
                  </a:lnTo>
                  <a:lnTo>
                    <a:pt x="3589561" y="34546"/>
                  </a:lnTo>
                  <a:lnTo>
                    <a:pt x="3596172" y="19004"/>
                  </a:lnTo>
                  <a:lnTo>
                    <a:pt x="3602782" y="20267"/>
                  </a:lnTo>
                  <a:lnTo>
                    <a:pt x="3609393" y="23800"/>
                  </a:lnTo>
                  <a:lnTo>
                    <a:pt x="3616004" y="39456"/>
                  </a:lnTo>
                  <a:lnTo>
                    <a:pt x="3622614" y="27345"/>
                  </a:lnTo>
                  <a:lnTo>
                    <a:pt x="3629225" y="27345"/>
                  </a:lnTo>
                  <a:lnTo>
                    <a:pt x="3635835" y="26852"/>
                  </a:lnTo>
                  <a:lnTo>
                    <a:pt x="3642446" y="49320"/>
                  </a:lnTo>
                  <a:lnTo>
                    <a:pt x="3649057" y="49145"/>
                  </a:lnTo>
                  <a:lnTo>
                    <a:pt x="3655667" y="206547"/>
                  </a:lnTo>
                  <a:lnTo>
                    <a:pt x="3662278" y="207493"/>
                  </a:lnTo>
                  <a:lnTo>
                    <a:pt x="3668888" y="222723"/>
                  </a:lnTo>
                  <a:lnTo>
                    <a:pt x="3675499" y="220726"/>
                  </a:lnTo>
                  <a:lnTo>
                    <a:pt x="3682110" y="219202"/>
                  </a:lnTo>
                  <a:lnTo>
                    <a:pt x="3688720" y="115743"/>
                  </a:lnTo>
                  <a:lnTo>
                    <a:pt x="3695331" y="148782"/>
                  </a:lnTo>
                  <a:lnTo>
                    <a:pt x="3701941" y="158133"/>
                  </a:lnTo>
                  <a:lnTo>
                    <a:pt x="3708552" y="110007"/>
                  </a:lnTo>
                  <a:lnTo>
                    <a:pt x="3715163" y="24271"/>
                  </a:lnTo>
                  <a:lnTo>
                    <a:pt x="3721773" y="24270"/>
                  </a:lnTo>
                  <a:lnTo>
                    <a:pt x="3728384" y="26913"/>
                  </a:lnTo>
                  <a:lnTo>
                    <a:pt x="3734994" y="10110"/>
                  </a:lnTo>
                  <a:lnTo>
                    <a:pt x="3741605" y="6817"/>
                  </a:lnTo>
                  <a:lnTo>
                    <a:pt x="3748216" y="5159"/>
                  </a:lnTo>
                  <a:lnTo>
                    <a:pt x="3754826" y="5159"/>
                  </a:lnTo>
                  <a:lnTo>
                    <a:pt x="3761437" y="5791"/>
                  </a:lnTo>
                  <a:lnTo>
                    <a:pt x="3768048" y="8290"/>
                  </a:lnTo>
                  <a:lnTo>
                    <a:pt x="3774658" y="13155"/>
                  </a:lnTo>
                  <a:lnTo>
                    <a:pt x="3781269" y="16149"/>
                  </a:lnTo>
                  <a:lnTo>
                    <a:pt x="3787879" y="32344"/>
                  </a:lnTo>
                  <a:lnTo>
                    <a:pt x="3794490" y="81091"/>
                  </a:lnTo>
                  <a:lnTo>
                    <a:pt x="3801101" y="88639"/>
                  </a:lnTo>
                  <a:lnTo>
                    <a:pt x="3807711" y="77295"/>
                  </a:lnTo>
                  <a:lnTo>
                    <a:pt x="3814322" y="110111"/>
                  </a:lnTo>
                  <a:lnTo>
                    <a:pt x="3820932" y="112586"/>
                  </a:lnTo>
                  <a:lnTo>
                    <a:pt x="3827543" y="109057"/>
                  </a:lnTo>
                  <a:lnTo>
                    <a:pt x="3834154" y="90759"/>
                  </a:lnTo>
                  <a:lnTo>
                    <a:pt x="3840764" y="103514"/>
                  </a:lnTo>
                  <a:lnTo>
                    <a:pt x="3847375" y="134015"/>
                  </a:lnTo>
                  <a:lnTo>
                    <a:pt x="3853985" y="171749"/>
                  </a:lnTo>
                  <a:lnTo>
                    <a:pt x="3860596" y="169147"/>
                  </a:lnTo>
                  <a:lnTo>
                    <a:pt x="3867207" y="257484"/>
                  </a:lnTo>
                  <a:lnTo>
                    <a:pt x="3873817" y="271317"/>
                  </a:lnTo>
                  <a:lnTo>
                    <a:pt x="3880428" y="353132"/>
                  </a:lnTo>
                  <a:lnTo>
                    <a:pt x="3887039" y="361479"/>
                  </a:lnTo>
                  <a:lnTo>
                    <a:pt x="3893649" y="465501"/>
                  </a:lnTo>
                  <a:lnTo>
                    <a:pt x="3900260" y="544260"/>
                  </a:lnTo>
                  <a:lnTo>
                    <a:pt x="3906870" y="433071"/>
                  </a:lnTo>
                  <a:lnTo>
                    <a:pt x="3913481" y="473200"/>
                  </a:lnTo>
                  <a:lnTo>
                    <a:pt x="3920092" y="541883"/>
                  </a:lnTo>
                  <a:lnTo>
                    <a:pt x="3926702" y="614527"/>
                  </a:lnTo>
                  <a:lnTo>
                    <a:pt x="3933313" y="646281"/>
                  </a:lnTo>
                  <a:lnTo>
                    <a:pt x="3939923" y="631036"/>
                  </a:lnTo>
                  <a:lnTo>
                    <a:pt x="3946534" y="548065"/>
                  </a:lnTo>
                  <a:lnTo>
                    <a:pt x="3953145" y="611606"/>
                  </a:lnTo>
                  <a:lnTo>
                    <a:pt x="3959755" y="696384"/>
                  </a:lnTo>
                  <a:lnTo>
                    <a:pt x="3966366" y="769279"/>
                  </a:lnTo>
                  <a:lnTo>
                    <a:pt x="3972976" y="791226"/>
                  </a:lnTo>
                  <a:lnTo>
                    <a:pt x="3979587" y="747509"/>
                  </a:lnTo>
                  <a:lnTo>
                    <a:pt x="3986198" y="797571"/>
                  </a:lnTo>
                  <a:lnTo>
                    <a:pt x="3992808" y="835990"/>
                  </a:lnTo>
                  <a:lnTo>
                    <a:pt x="3999419" y="851312"/>
                  </a:lnTo>
                  <a:lnTo>
                    <a:pt x="4006030" y="853479"/>
                  </a:lnTo>
                  <a:lnTo>
                    <a:pt x="4012640" y="781240"/>
                  </a:lnTo>
                  <a:lnTo>
                    <a:pt x="4019251" y="804633"/>
                  </a:lnTo>
                  <a:lnTo>
                    <a:pt x="4025861" y="843373"/>
                  </a:lnTo>
                  <a:lnTo>
                    <a:pt x="4032472" y="865890"/>
                  </a:lnTo>
                  <a:lnTo>
                    <a:pt x="4039083" y="855026"/>
                  </a:lnTo>
                  <a:lnTo>
                    <a:pt x="4045693" y="822698"/>
                  </a:lnTo>
                  <a:lnTo>
                    <a:pt x="4052304" y="821119"/>
                  </a:lnTo>
                  <a:lnTo>
                    <a:pt x="4058914" y="844320"/>
                  </a:lnTo>
                  <a:lnTo>
                    <a:pt x="4065525" y="845597"/>
                  </a:lnTo>
                  <a:lnTo>
                    <a:pt x="4072136" y="852465"/>
                  </a:lnTo>
                  <a:lnTo>
                    <a:pt x="4078746" y="890932"/>
                  </a:lnTo>
                  <a:lnTo>
                    <a:pt x="4085357" y="907439"/>
                  </a:lnTo>
                  <a:lnTo>
                    <a:pt x="4091967" y="907126"/>
                  </a:lnTo>
                  <a:lnTo>
                    <a:pt x="4098578" y="917259"/>
                  </a:lnTo>
                  <a:lnTo>
                    <a:pt x="4105189" y="923223"/>
                  </a:lnTo>
                  <a:lnTo>
                    <a:pt x="4111799" y="932935"/>
                  </a:lnTo>
                  <a:lnTo>
                    <a:pt x="4118410" y="918870"/>
                  </a:lnTo>
                  <a:lnTo>
                    <a:pt x="4125021" y="873118"/>
                  </a:lnTo>
                  <a:lnTo>
                    <a:pt x="4131631" y="859797"/>
                  </a:lnTo>
                  <a:lnTo>
                    <a:pt x="4138242" y="887185"/>
                  </a:lnTo>
                  <a:lnTo>
                    <a:pt x="4144852" y="911973"/>
                  </a:lnTo>
                  <a:lnTo>
                    <a:pt x="4151463" y="877401"/>
                  </a:lnTo>
                  <a:lnTo>
                    <a:pt x="4158074" y="913798"/>
                  </a:lnTo>
                  <a:lnTo>
                    <a:pt x="4164684" y="901876"/>
                  </a:lnTo>
                  <a:lnTo>
                    <a:pt x="4171295" y="906771"/>
                  </a:lnTo>
                  <a:lnTo>
                    <a:pt x="4177905" y="955512"/>
                  </a:lnTo>
                  <a:lnTo>
                    <a:pt x="4184516" y="968833"/>
                  </a:lnTo>
                  <a:lnTo>
                    <a:pt x="4191127" y="1019131"/>
                  </a:lnTo>
                  <a:lnTo>
                    <a:pt x="4197737" y="1026274"/>
                  </a:lnTo>
                  <a:lnTo>
                    <a:pt x="4204348" y="1078395"/>
                  </a:lnTo>
                  <a:lnTo>
                    <a:pt x="4210958" y="1073571"/>
                  </a:lnTo>
                  <a:lnTo>
                    <a:pt x="4217569" y="1072785"/>
                  </a:lnTo>
                  <a:lnTo>
                    <a:pt x="4224180" y="1073979"/>
                  </a:lnTo>
                  <a:lnTo>
                    <a:pt x="4230790" y="1067344"/>
                  </a:lnTo>
                  <a:lnTo>
                    <a:pt x="4237401" y="1090285"/>
                  </a:lnTo>
                  <a:lnTo>
                    <a:pt x="4244012" y="1098773"/>
                  </a:lnTo>
                  <a:lnTo>
                    <a:pt x="4250622" y="1104228"/>
                  </a:lnTo>
                  <a:lnTo>
                    <a:pt x="4257233" y="1079201"/>
                  </a:lnTo>
                  <a:lnTo>
                    <a:pt x="4263843" y="1097545"/>
                  </a:lnTo>
                  <a:lnTo>
                    <a:pt x="4270454" y="1089933"/>
                  </a:lnTo>
                  <a:lnTo>
                    <a:pt x="4277065" y="1054066"/>
                  </a:lnTo>
                  <a:lnTo>
                    <a:pt x="4283675" y="1004324"/>
                  </a:lnTo>
                  <a:lnTo>
                    <a:pt x="4290286" y="1003121"/>
                  </a:lnTo>
                  <a:lnTo>
                    <a:pt x="4296896" y="1017415"/>
                  </a:lnTo>
                  <a:lnTo>
                    <a:pt x="4303507" y="1017891"/>
                  </a:lnTo>
                  <a:lnTo>
                    <a:pt x="4310118" y="1012517"/>
                  </a:lnTo>
                  <a:lnTo>
                    <a:pt x="4316728" y="1012517"/>
                  </a:lnTo>
                  <a:lnTo>
                    <a:pt x="4323339" y="1042774"/>
                  </a:lnTo>
                  <a:lnTo>
                    <a:pt x="4329949" y="1051318"/>
                  </a:lnTo>
                  <a:lnTo>
                    <a:pt x="4336560" y="1039200"/>
                  </a:lnTo>
                  <a:lnTo>
                    <a:pt x="4343171" y="1039513"/>
                  </a:lnTo>
                  <a:lnTo>
                    <a:pt x="4349781" y="1045334"/>
                  </a:lnTo>
                  <a:lnTo>
                    <a:pt x="4356392" y="1062483"/>
                  </a:lnTo>
                  <a:lnTo>
                    <a:pt x="4363003" y="1069491"/>
                  </a:lnTo>
                  <a:lnTo>
                    <a:pt x="4369613" y="1075725"/>
                  </a:lnTo>
                  <a:lnTo>
                    <a:pt x="4376224" y="1083487"/>
                  </a:lnTo>
                  <a:lnTo>
                    <a:pt x="4382834" y="1131597"/>
                  </a:lnTo>
                  <a:lnTo>
                    <a:pt x="4389445" y="1143271"/>
                  </a:lnTo>
                  <a:lnTo>
                    <a:pt x="4396056" y="1139352"/>
                  </a:lnTo>
                  <a:lnTo>
                    <a:pt x="4402666" y="1145200"/>
                  </a:lnTo>
                  <a:lnTo>
                    <a:pt x="4409277" y="1137649"/>
                  </a:lnTo>
                  <a:lnTo>
                    <a:pt x="4415887" y="1134156"/>
                  </a:lnTo>
                  <a:lnTo>
                    <a:pt x="4422498" y="1152424"/>
                  </a:lnTo>
                  <a:lnTo>
                    <a:pt x="4429109" y="1123397"/>
                  </a:lnTo>
                  <a:lnTo>
                    <a:pt x="4435719" y="1136536"/>
                  </a:lnTo>
                  <a:lnTo>
                    <a:pt x="4442330" y="1165606"/>
                  </a:lnTo>
                  <a:lnTo>
                    <a:pt x="4448940" y="1169681"/>
                  </a:lnTo>
                  <a:lnTo>
                    <a:pt x="4455551" y="1163363"/>
                  </a:lnTo>
                  <a:lnTo>
                    <a:pt x="4462162" y="1119021"/>
                  </a:lnTo>
                  <a:lnTo>
                    <a:pt x="4468772" y="1144180"/>
                  </a:lnTo>
                  <a:lnTo>
                    <a:pt x="4475383" y="1103644"/>
                  </a:lnTo>
                  <a:lnTo>
                    <a:pt x="4481993" y="1093224"/>
                  </a:lnTo>
                  <a:lnTo>
                    <a:pt x="4488604" y="1101056"/>
                  </a:lnTo>
                  <a:lnTo>
                    <a:pt x="4495215" y="1175172"/>
                  </a:lnTo>
                  <a:lnTo>
                    <a:pt x="4501825" y="1176403"/>
                  </a:lnTo>
                  <a:lnTo>
                    <a:pt x="4508436" y="1167509"/>
                  </a:lnTo>
                  <a:lnTo>
                    <a:pt x="4515047" y="1188530"/>
                  </a:lnTo>
                  <a:lnTo>
                    <a:pt x="4521657" y="1183577"/>
                  </a:lnTo>
                  <a:lnTo>
                    <a:pt x="4528268" y="1185674"/>
                  </a:lnTo>
                  <a:lnTo>
                    <a:pt x="4534878" y="1177603"/>
                  </a:lnTo>
                  <a:lnTo>
                    <a:pt x="4541489" y="1171334"/>
                  </a:lnTo>
                  <a:lnTo>
                    <a:pt x="4548100" y="1162300"/>
                  </a:lnTo>
                  <a:lnTo>
                    <a:pt x="4554710" y="1180806"/>
                  </a:lnTo>
                  <a:lnTo>
                    <a:pt x="4561321" y="1185674"/>
                  </a:lnTo>
                  <a:lnTo>
                    <a:pt x="4567931" y="1184357"/>
                  </a:lnTo>
                  <a:lnTo>
                    <a:pt x="4574542" y="1186088"/>
                  </a:lnTo>
                  <a:lnTo>
                    <a:pt x="4581153" y="1164153"/>
                  </a:lnTo>
                  <a:lnTo>
                    <a:pt x="4587763" y="1180889"/>
                  </a:lnTo>
                  <a:lnTo>
                    <a:pt x="4594374" y="1194949"/>
                  </a:lnTo>
                  <a:lnTo>
                    <a:pt x="4600984" y="1175474"/>
                  </a:lnTo>
                  <a:lnTo>
                    <a:pt x="4607595" y="1132107"/>
                  </a:lnTo>
                  <a:lnTo>
                    <a:pt x="4614206" y="1156447"/>
                  </a:lnTo>
                  <a:lnTo>
                    <a:pt x="4620816" y="1192199"/>
                  </a:lnTo>
                  <a:lnTo>
                    <a:pt x="4627427" y="1198961"/>
                  </a:lnTo>
                  <a:lnTo>
                    <a:pt x="4634038" y="1200196"/>
                  </a:lnTo>
                  <a:lnTo>
                    <a:pt x="4640648" y="1181104"/>
                  </a:lnTo>
                  <a:lnTo>
                    <a:pt x="4647259" y="1138316"/>
                  </a:lnTo>
                  <a:lnTo>
                    <a:pt x="4653869" y="1161068"/>
                  </a:lnTo>
                  <a:lnTo>
                    <a:pt x="4660480" y="1181891"/>
                  </a:lnTo>
                  <a:lnTo>
                    <a:pt x="4667091" y="1125738"/>
                  </a:lnTo>
                  <a:lnTo>
                    <a:pt x="4673701" y="1115767"/>
                  </a:lnTo>
                  <a:lnTo>
                    <a:pt x="4680312" y="1178369"/>
                  </a:lnTo>
                  <a:lnTo>
                    <a:pt x="4686922" y="1175850"/>
                  </a:lnTo>
                  <a:lnTo>
                    <a:pt x="4693533" y="1143358"/>
                  </a:lnTo>
                  <a:lnTo>
                    <a:pt x="4700144" y="1118691"/>
                  </a:lnTo>
                  <a:lnTo>
                    <a:pt x="4706754" y="1125738"/>
                  </a:lnTo>
                  <a:lnTo>
                    <a:pt x="4713365" y="1175850"/>
                  </a:lnTo>
                  <a:lnTo>
                    <a:pt x="4719975" y="1170034"/>
                  </a:lnTo>
                  <a:lnTo>
                    <a:pt x="4726586" y="1189831"/>
                  </a:lnTo>
                  <a:lnTo>
                    <a:pt x="4733197" y="1198317"/>
                  </a:lnTo>
                  <a:lnTo>
                    <a:pt x="4739807" y="1193906"/>
                  </a:lnTo>
                  <a:lnTo>
                    <a:pt x="4746418" y="1125543"/>
                  </a:lnTo>
                  <a:lnTo>
                    <a:pt x="4753029" y="1116579"/>
                  </a:lnTo>
                  <a:lnTo>
                    <a:pt x="4759639" y="1188455"/>
                  </a:lnTo>
                  <a:lnTo>
                    <a:pt x="4766250" y="1193608"/>
                  </a:lnTo>
                  <a:lnTo>
                    <a:pt x="4772860" y="1137184"/>
                  </a:lnTo>
                  <a:lnTo>
                    <a:pt x="4779471" y="1106359"/>
                  </a:lnTo>
                  <a:lnTo>
                    <a:pt x="4786082" y="1096698"/>
                  </a:lnTo>
                  <a:lnTo>
                    <a:pt x="4792692" y="1103444"/>
                  </a:lnTo>
                  <a:lnTo>
                    <a:pt x="4799303" y="1106309"/>
                  </a:lnTo>
                  <a:lnTo>
                    <a:pt x="4805913" y="1120267"/>
                  </a:lnTo>
                  <a:lnTo>
                    <a:pt x="4812524" y="1153757"/>
                  </a:lnTo>
                  <a:lnTo>
                    <a:pt x="4819135" y="1129166"/>
                  </a:lnTo>
                  <a:lnTo>
                    <a:pt x="4825745" y="1153585"/>
                  </a:lnTo>
                  <a:lnTo>
                    <a:pt x="4832356" y="1140366"/>
                  </a:lnTo>
                  <a:lnTo>
                    <a:pt x="4838966" y="1154215"/>
                  </a:lnTo>
                  <a:lnTo>
                    <a:pt x="4845577" y="1120267"/>
                  </a:lnTo>
                  <a:lnTo>
                    <a:pt x="4852188" y="1103819"/>
                  </a:lnTo>
                  <a:lnTo>
                    <a:pt x="4858798" y="1113864"/>
                  </a:lnTo>
                  <a:lnTo>
                    <a:pt x="4865409" y="1169539"/>
                  </a:lnTo>
                  <a:lnTo>
                    <a:pt x="4872020" y="1106309"/>
                  </a:lnTo>
                  <a:lnTo>
                    <a:pt x="4878630" y="1095025"/>
                  </a:lnTo>
                  <a:lnTo>
                    <a:pt x="4885241" y="1096698"/>
                  </a:lnTo>
                  <a:lnTo>
                    <a:pt x="4891851" y="1105101"/>
                  </a:lnTo>
                  <a:lnTo>
                    <a:pt x="4898462" y="1097640"/>
                  </a:lnTo>
                  <a:lnTo>
                    <a:pt x="4905073" y="1095025"/>
                  </a:lnTo>
                  <a:lnTo>
                    <a:pt x="4911683" y="1126054"/>
                  </a:lnTo>
                  <a:lnTo>
                    <a:pt x="4918294" y="1166456"/>
                  </a:lnTo>
                  <a:lnTo>
                    <a:pt x="4924904" y="1149371"/>
                  </a:lnTo>
                  <a:lnTo>
                    <a:pt x="4931515" y="1133972"/>
                  </a:lnTo>
                  <a:lnTo>
                    <a:pt x="4938126" y="1158688"/>
                  </a:lnTo>
                  <a:lnTo>
                    <a:pt x="4944736" y="1180523"/>
                  </a:lnTo>
                  <a:lnTo>
                    <a:pt x="4951347" y="1180523"/>
                  </a:lnTo>
                  <a:lnTo>
                    <a:pt x="4957957" y="1141008"/>
                  </a:lnTo>
                  <a:lnTo>
                    <a:pt x="4964568" y="1151173"/>
                  </a:lnTo>
                  <a:lnTo>
                    <a:pt x="4971179" y="1182936"/>
                  </a:lnTo>
                  <a:lnTo>
                    <a:pt x="4977789" y="1196291"/>
                  </a:lnTo>
                  <a:lnTo>
                    <a:pt x="4984400" y="1188015"/>
                  </a:lnTo>
                  <a:lnTo>
                    <a:pt x="4991011" y="1167638"/>
                  </a:lnTo>
                  <a:lnTo>
                    <a:pt x="4997621" y="1158739"/>
                  </a:lnTo>
                  <a:lnTo>
                    <a:pt x="5004232" y="1119053"/>
                  </a:lnTo>
                  <a:lnTo>
                    <a:pt x="5010842" y="1113080"/>
                  </a:lnTo>
                  <a:lnTo>
                    <a:pt x="5017453" y="1119414"/>
                  </a:lnTo>
                  <a:lnTo>
                    <a:pt x="5024064" y="1127743"/>
                  </a:lnTo>
                  <a:lnTo>
                    <a:pt x="5030674" y="1167106"/>
                  </a:lnTo>
                  <a:lnTo>
                    <a:pt x="5037285" y="1206827"/>
                  </a:lnTo>
                  <a:lnTo>
                    <a:pt x="5043895" y="1208843"/>
                  </a:lnTo>
                  <a:lnTo>
                    <a:pt x="5050506" y="1181425"/>
                  </a:lnTo>
                  <a:lnTo>
                    <a:pt x="5057117" y="1145227"/>
                  </a:lnTo>
                  <a:lnTo>
                    <a:pt x="5063727" y="1199738"/>
                  </a:lnTo>
                  <a:lnTo>
                    <a:pt x="5070338" y="1186591"/>
                  </a:lnTo>
                  <a:lnTo>
                    <a:pt x="5076948" y="1136066"/>
                  </a:lnTo>
                  <a:lnTo>
                    <a:pt x="5083559" y="1128242"/>
                  </a:lnTo>
                  <a:lnTo>
                    <a:pt x="5090170" y="1131716"/>
                  </a:lnTo>
                  <a:lnTo>
                    <a:pt x="5096780" y="1134183"/>
                  </a:lnTo>
                  <a:lnTo>
                    <a:pt x="5103391" y="1134183"/>
                  </a:lnTo>
                  <a:lnTo>
                    <a:pt x="5110002" y="1126818"/>
                  </a:lnTo>
                  <a:lnTo>
                    <a:pt x="5116612" y="1122085"/>
                  </a:lnTo>
                  <a:lnTo>
                    <a:pt x="5123223" y="1124255"/>
                  </a:lnTo>
                  <a:lnTo>
                    <a:pt x="5129833" y="1189766"/>
                  </a:lnTo>
                  <a:lnTo>
                    <a:pt x="5136444" y="1207573"/>
                  </a:lnTo>
                  <a:lnTo>
                    <a:pt x="5143055" y="1198634"/>
                  </a:lnTo>
                  <a:lnTo>
                    <a:pt x="5149665" y="1210047"/>
                  </a:lnTo>
                  <a:lnTo>
                    <a:pt x="5156276" y="1208325"/>
                  </a:lnTo>
                  <a:lnTo>
                    <a:pt x="5162886" y="1203529"/>
                  </a:lnTo>
                  <a:lnTo>
                    <a:pt x="5169497" y="1199776"/>
                  </a:lnTo>
                  <a:lnTo>
                    <a:pt x="5176108" y="1204923"/>
                  </a:lnTo>
                  <a:lnTo>
                    <a:pt x="5182718" y="1207380"/>
                  </a:lnTo>
                  <a:lnTo>
                    <a:pt x="5189329" y="1205153"/>
                  </a:lnTo>
                  <a:lnTo>
                    <a:pt x="5195939" y="1188527"/>
                  </a:lnTo>
                  <a:lnTo>
                    <a:pt x="5202550" y="1196718"/>
                  </a:lnTo>
                  <a:lnTo>
                    <a:pt x="5209161" y="1206684"/>
                  </a:lnTo>
                  <a:lnTo>
                    <a:pt x="5215771" y="1208933"/>
                  </a:lnTo>
                  <a:lnTo>
                    <a:pt x="5222382" y="1199401"/>
                  </a:lnTo>
                  <a:lnTo>
                    <a:pt x="5228992" y="1182874"/>
                  </a:lnTo>
                  <a:lnTo>
                    <a:pt x="5235603" y="1159805"/>
                  </a:lnTo>
                  <a:lnTo>
                    <a:pt x="5242214" y="1159663"/>
                  </a:lnTo>
                  <a:lnTo>
                    <a:pt x="5248824" y="1152352"/>
                  </a:lnTo>
                  <a:lnTo>
                    <a:pt x="5255435" y="1156460"/>
                  </a:lnTo>
                  <a:lnTo>
                    <a:pt x="5262046" y="1163819"/>
                  </a:lnTo>
                  <a:lnTo>
                    <a:pt x="5268656" y="1166900"/>
                  </a:lnTo>
                  <a:lnTo>
                    <a:pt x="5275267" y="1182364"/>
                  </a:lnTo>
                  <a:lnTo>
                    <a:pt x="5281877" y="1177022"/>
                  </a:lnTo>
                  <a:lnTo>
                    <a:pt x="5288488" y="1155479"/>
                  </a:lnTo>
                  <a:lnTo>
                    <a:pt x="5295099" y="1150933"/>
                  </a:lnTo>
                  <a:lnTo>
                    <a:pt x="5301709" y="1201031"/>
                  </a:lnTo>
                  <a:lnTo>
                    <a:pt x="5308320" y="1221365"/>
                  </a:lnTo>
                  <a:lnTo>
                    <a:pt x="5314930" y="1223786"/>
                  </a:lnTo>
                  <a:lnTo>
                    <a:pt x="5321541" y="1212603"/>
                  </a:lnTo>
                  <a:lnTo>
                    <a:pt x="5328152" y="1194954"/>
                  </a:lnTo>
                  <a:lnTo>
                    <a:pt x="5334762" y="1214305"/>
                  </a:lnTo>
                  <a:lnTo>
                    <a:pt x="5341373" y="1156776"/>
                  </a:lnTo>
                  <a:lnTo>
                    <a:pt x="5347983" y="1117974"/>
                  </a:lnTo>
                  <a:lnTo>
                    <a:pt x="5354594" y="1123545"/>
                  </a:lnTo>
                  <a:lnTo>
                    <a:pt x="5361205" y="1134889"/>
                  </a:lnTo>
                  <a:lnTo>
                    <a:pt x="5367815" y="1120973"/>
                  </a:lnTo>
                  <a:lnTo>
                    <a:pt x="5374426" y="1119395"/>
                  </a:lnTo>
                  <a:lnTo>
                    <a:pt x="5381037" y="1130787"/>
                  </a:lnTo>
                  <a:lnTo>
                    <a:pt x="5387647" y="1122667"/>
                  </a:lnTo>
                  <a:lnTo>
                    <a:pt x="5394258" y="1120337"/>
                  </a:lnTo>
                  <a:lnTo>
                    <a:pt x="5400868" y="1127592"/>
                  </a:lnTo>
                  <a:lnTo>
                    <a:pt x="5407479" y="1122667"/>
                  </a:lnTo>
                  <a:lnTo>
                    <a:pt x="5414090" y="1125102"/>
                  </a:lnTo>
                  <a:lnTo>
                    <a:pt x="5420700" y="1137336"/>
                  </a:lnTo>
                  <a:lnTo>
                    <a:pt x="5427311" y="1123042"/>
                  </a:lnTo>
                  <a:lnTo>
                    <a:pt x="5433921" y="1130335"/>
                  </a:lnTo>
                  <a:lnTo>
                    <a:pt x="5440532" y="1149596"/>
                  </a:lnTo>
                  <a:lnTo>
                    <a:pt x="5447143" y="1176744"/>
                  </a:lnTo>
                  <a:lnTo>
                    <a:pt x="5453753" y="1172813"/>
                  </a:lnTo>
                  <a:lnTo>
                    <a:pt x="5460364" y="1171178"/>
                  </a:lnTo>
                  <a:lnTo>
                    <a:pt x="5466974" y="1168225"/>
                  </a:lnTo>
                  <a:lnTo>
                    <a:pt x="5473585" y="1167564"/>
                  </a:lnTo>
                  <a:lnTo>
                    <a:pt x="5480196" y="1165724"/>
                  </a:lnTo>
                  <a:lnTo>
                    <a:pt x="5486806" y="1200668"/>
                  </a:lnTo>
                  <a:lnTo>
                    <a:pt x="5493417" y="1182106"/>
                  </a:lnTo>
                  <a:lnTo>
                    <a:pt x="5500028" y="1166314"/>
                  </a:lnTo>
                  <a:lnTo>
                    <a:pt x="5506638" y="1162412"/>
                  </a:lnTo>
                  <a:lnTo>
                    <a:pt x="5513249" y="1172953"/>
                  </a:lnTo>
                  <a:lnTo>
                    <a:pt x="5519859" y="1174314"/>
                  </a:lnTo>
                  <a:lnTo>
                    <a:pt x="5526470" y="1161379"/>
                  </a:lnTo>
                  <a:lnTo>
                    <a:pt x="5533081" y="1186674"/>
                  </a:lnTo>
                  <a:lnTo>
                    <a:pt x="5539691" y="1191378"/>
                  </a:lnTo>
                  <a:lnTo>
                    <a:pt x="5546302" y="1187241"/>
                  </a:lnTo>
                  <a:lnTo>
                    <a:pt x="5552912" y="1201792"/>
                  </a:lnTo>
                  <a:lnTo>
                    <a:pt x="5559523" y="1159494"/>
                  </a:lnTo>
                  <a:lnTo>
                    <a:pt x="5566134" y="1156857"/>
                  </a:lnTo>
                  <a:lnTo>
                    <a:pt x="5572744" y="1176122"/>
                  </a:lnTo>
                  <a:lnTo>
                    <a:pt x="5579355" y="1190083"/>
                  </a:lnTo>
                  <a:lnTo>
                    <a:pt x="5585965" y="1184042"/>
                  </a:lnTo>
                  <a:lnTo>
                    <a:pt x="5592576" y="1180190"/>
                  </a:lnTo>
                  <a:lnTo>
                    <a:pt x="5599187" y="1154370"/>
                  </a:lnTo>
                  <a:lnTo>
                    <a:pt x="5605797" y="1154370"/>
                  </a:lnTo>
                  <a:lnTo>
                    <a:pt x="5612408" y="1157270"/>
                  </a:lnTo>
                  <a:lnTo>
                    <a:pt x="5619019" y="1189698"/>
                  </a:lnTo>
                  <a:lnTo>
                    <a:pt x="5625629" y="1152099"/>
                  </a:lnTo>
                  <a:lnTo>
                    <a:pt x="5632240" y="1118373"/>
                  </a:lnTo>
                  <a:lnTo>
                    <a:pt x="5638850" y="1149136"/>
                  </a:lnTo>
                  <a:lnTo>
                    <a:pt x="5645461" y="1161852"/>
                  </a:lnTo>
                  <a:lnTo>
                    <a:pt x="5652072" y="1143543"/>
                  </a:lnTo>
                  <a:lnTo>
                    <a:pt x="5658682" y="1151993"/>
                  </a:lnTo>
                  <a:lnTo>
                    <a:pt x="5665293" y="1155098"/>
                  </a:lnTo>
                  <a:lnTo>
                    <a:pt x="5671903" y="1133504"/>
                  </a:lnTo>
                  <a:lnTo>
                    <a:pt x="5678514" y="1155542"/>
                  </a:lnTo>
                  <a:lnTo>
                    <a:pt x="5685125" y="1174002"/>
                  </a:lnTo>
                  <a:lnTo>
                    <a:pt x="5691735" y="1166305"/>
                  </a:lnTo>
                  <a:lnTo>
                    <a:pt x="5698346" y="1130823"/>
                  </a:lnTo>
                  <a:lnTo>
                    <a:pt x="5704956" y="1122238"/>
                  </a:lnTo>
                  <a:lnTo>
                    <a:pt x="5711567" y="1148106"/>
                  </a:lnTo>
                  <a:lnTo>
                    <a:pt x="5718178" y="1098779"/>
                  </a:lnTo>
                  <a:lnTo>
                    <a:pt x="5724788" y="1048356"/>
                  </a:lnTo>
                  <a:lnTo>
                    <a:pt x="5731399" y="1049824"/>
                  </a:lnTo>
                  <a:lnTo>
                    <a:pt x="5738010" y="1125153"/>
                  </a:lnTo>
                  <a:lnTo>
                    <a:pt x="5744620" y="1123460"/>
                  </a:lnTo>
                  <a:lnTo>
                    <a:pt x="5751231" y="1065830"/>
                  </a:lnTo>
                  <a:lnTo>
                    <a:pt x="5757841" y="1049792"/>
                  </a:lnTo>
                  <a:lnTo>
                    <a:pt x="5764452" y="982452"/>
                  </a:lnTo>
                  <a:lnTo>
                    <a:pt x="5771063" y="979961"/>
                  </a:lnTo>
                  <a:lnTo>
                    <a:pt x="5777673" y="989249"/>
                  </a:lnTo>
                  <a:lnTo>
                    <a:pt x="5784284" y="1026168"/>
                  </a:lnTo>
                  <a:lnTo>
                    <a:pt x="5790894" y="1080997"/>
                  </a:lnTo>
                  <a:lnTo>
                    <a:pt x="5797505" y="1099246"/>
                  </a:lnTo>
                  <a:lnTo>
                    <a:pt x="5804116" y="1055780"/>
                  </a:lnTo>
                  <a:lnTo>
                    <a:pt x="5810726" y="1061283"/>
                  </a:lnTo>
                  <a:lnTo>
                    <a:pt x="5817337" y="1082587"/>
                  </a:lnTo>
                  <a:lnTo>
                    <a:pt x="5823947" y="1084519"/>
                  </a:lnTo>
                  <a:lnTo>
                    <a:pt x="5830558" y="1084154"/>
                  </a:lnTo>
                  <a:lnTo>
                    <a:pt x="5837169" y="1097348"/>
                  </a:lnTo>
                  <a:lnTo>
                    <a:pt x="5843779" y="1123703"/>
                  </a:lnTo>
                  <a:lnTo>
                    <a:pt x="5850390" y="1138407"/>
                  </a:lnTo>
                  <a:lnTo>
                    <a:pt x="5857001" y="1144328"/>
                  </a:lnTo>
                  <a:lnTo>
                    <a:pt x="5863611" y="1140846"/>
                  </a:lnTo>
                  <a:lnTo>
                    <a:pt x="5870222" y="1159108"/>
                  </a:lnTo>
                  <a:lnTo>
                    <a:pt x="5876832" y="1155771"/>
                  </a:lnTo>
                  <a:lnTo>
                    <a:pt x="5883443" y="1135722"/>
                  </a:lnTo>
                  <a:lnTo>
                    <a:pt x="5890054" y="1134460"/>
                  </a:lnTo>
                  <a:lnTo>
                    <a:pt x="5896664" y="1134935"/>
                  </a:lnTo>
                  <a:lnTo>
                    <a:pt x="5903275" y="1164273"/>
                  </a:lnTo>
                  <a:lnTo>
                    <a:pt x="5909885" y="1160100"/>
                  </a:lnTo>
                  <a:lnTo>
                    <a:pt x="5916496" y="1146596"/>
                  </a:lnTo>
                  <a:lnTo>
                    <a:pt x="5923107" y="1179483"/>
                  </a:lnTo>
                  <a:lnTo>
                    <a:pt x="5929717" y="1198372"/>
                  </a:lnTo>
                  <a:lnTo>
                    <a:pt x="5936328" y="1190288"/>
                  </a:lnTo>
                  <a:lnTo>
                    <a:pt x="5942938" y="1159487"/>
                  </a:lnTo>
                  <a:lnTo>
                    <a:pt x="5949549" y="1156899"/>
                  </a:lnTo>
                  <a:lnTo>
                    <a:pt x="5956160" y="1158775"/>
                  </a:lnTo>
                  <a:lnTo>
                    <a:pt x="5962770" y="1200739"/>
                  </a:lnTo>
                  <a:lnTo>
                    <a:pt x="5969381" y="1207864"/>
                  </a:lnTo>
                  <a:lnTo>
                    <a:pt x="5975991" y="1205304"/>
                  </a:lnTo>
                  <a:lnTo>
                    <a:pt x="5982602" y="1201025"/>
                  </a:lnTo>
                  <a:lnTo>
                    <a:pt x="5989213" y="1200739"/>
                  </a:lnTo>
                  <a:lnTo>
                    <a:pt x="5995823" y="1194594"/>
                  </a:lnTo>
                  <a:lnTo>
                    <a:pt x="6002434" y="1147712"/>
                  </a:lnTo>
                  <a:lnTo>
                    <a:pt x="6009045" y="1146590"/>
                  </a:lnTo>
                  <a:lnTo>
                    <a:pt x="6015655" y="1178259"/>
                  </a:lnTo>
                  <a:lnTo>
                    <a:pt x="6022266" y="1209911"/>
                  </a:lnTo>
                  <a:lnTo>
                    <a:pt x="6028876" y="1221084"/>
                  </a:lnTo>
                  <a:lnTo>
                    <a:pt x="6035487" y="1220516"/>
                  </a:lnTo>
                  <a:lnTo>
                    <a:pt x="6042098" y="1205699"/>
                  </a:lnTo>
                  <a:lnTo>
                    <a:pt x="6048708" y="1221828"/>
                  </a:lnTo>
                  <a:lnTo>
                    <a:pt x="6055319" y="1222458"/>
                  </a:lnTo>
                  <a:lnTo>
                    <a:pt x="6061929" y="1202955"/>
                  </a:lnTo>
                  <a:lnTo>
                    <a:pt x="6068540" y="1188827"/>
                  </a:lnTo>
                  <a:lnTo>
                    <a:pt x="6075151" y="1220298"/>
                  </a:lnTo>
                  <a:lnTo>
                    <a:pt x="6081761" y="1208277"/>
                  </a:lnTo>
                  <a:lnTo>
                    <a:pt x="6088372" y="1186894"/>
                  </a:lnTo>
                  <a:lnTo>
                    <a:pt x="6094982" y="1163201"/>
                  </a:lnTo>
                  <a:lnTo>
                    <a:pt x="6101593" y="1146871"/>
                  </a:lnTo>
                  <a:lnTo>
                    <a:pt x="6108204" y="1148099"/>
                  </a:lnTo>
                  <a:lnTo>
                    <a:pt x="6114814" y="1184140"/>
                  </a:lnTo>
                  <a:lnTo>
                    <a:pt x="6121425" y="1203772"/>
                  </a:lnTo>
                  <a:lnTo>
                    <a:pt x="6128036" y="1175464"/>
                  </a:lnTo>
                  <a:lnTo>
                    <a:pt x="6134646" y="1207005"/>
                  </a:lnTo>
                  <a:lnTo>
                    <a:pt x="6141257" y="1218635"/>
                  </a:lnTo>
                  <a:lnTo>
                    <a:pt x="6147867" y="1203902"/>
                  </a:lnTo>
                  <a:lnTo>
                    <a:pt x="6154478" y="1189181"/>
                  </a:lnTo>
                  <a:lnTo>
                    <a:pt x="6161089" y="1207338"/>
                  </a:lnTo>
                  <a:lnTo>
                    <a:pt x="6167699" y="1235351"/>
                  </a:lnTo>
                  <a:lnTo>
                    <a:pt x="6174310" y="1227099"/>
                  </a:lnTo>
                  <a:lnTo>
                    <a:pt x="6180920" y="1218739"/>
                  </a:lnTo>
                  <a:lnTo>
                    <a:pt x="6187531" y="1227099"/>
                  </a:lnTo>
                  <a:lnTo>
                    <a:pt x="6194142" y="1248584"/>
                  </a:lnTo>
                  <a:lnTo>
                    <a:pt x="6200752" y="1238259"/>
                  </a:lnTo>
                  <a:lnTo>
                    <a:pt x="6207363" y="1217800"/>
                  </a:lnTo>
                  <a:lnTo>
                    <a:pt x="6213973" y="1203088"/>
                  </a:lnTo>
                  <a:lnTo>
                    <a:pt x="6220584" y="1192475"/>
                  </a:lnTo>
                  <a:lnTo>
                    <a:pt x="6227195" y="1190636"/>
                  </a:lnTo>
                  <a:lnTo>
                    <a:pt x="6233805" y="1183113"/>
                  </a:lnTo>
                  <a:lnTo>
                    <a:pt x="6240416" y="1203367"/>
                  </a:lnTo>
                  <a:lnTo>
                    <a:pt x="6247027" y="1196991"/>
                  </a:lnTo>
                  <a:lnTo>
                    <a:pt x="6253637" y="1211101"/>
                  </a:lnTo>
                  <a:lnTo>
                    <a:pt x="6260248" y="1211101"/>
                  </a:lnTo>
                  <a:lnTo>
                    <a:pt x="6266858" y="1223667"/>
                  </a:lnTo>
                  <a:lnTo>
                    <a:pt x="6273469" y="1216978"/>
                  </a:lnTo>
                  <a:lnTo>
                    <a:pt x="6280080" y="1214369"/>
                  </a:lnTo>
                  <a:lnTo>
                    <a:pt x="6286690" y="1214369"/>
                  </a:lnTo>
                  <a:lnTo>
                    <a:pt x="6293301" y="1211101"/>
                  </a:lnTo>
                  <a:lnTo>
                    <a:pt x="6299911" y="1203864"/>
                  </a:lnTo>
                  <a:lnTo>
                    <a:pt x="6306522" y="1186745"/>
                  </a:lnTo>
                  <a:lnTo>
                    <a:pt x="6313133" y="1173830"/>
                  </a:lnTo>
                  <a:lnTo>
                    <a:pt x="6319743" y="1199503"/>
                  </a:lnTo>
                  <a:lnTo>
                    <a:pt x="6326354" y="1226017"/>
                  </a:lnTo>
                  <a:lnTo>
                    <a:pt x="6332964" y="1206449"/>
                  </a:lnTo>
                  <a:lnTo>
                    <a:pt x="6339575" y="1205230"/>
                  </a:lnTo>
                  <a:lnTo>
                    <a:pt x="6346186" y="1203864"/>
                  </a:lnTo>
                  <a:lnTo>
                    <a:pt x="6352796" y="1212456"/>
                  </a:lnTo>
                  <a:lnTo>
                    <a:pt x="6359407" y="1209408"/>
                  </a:lnTo>
                  <a:lnTo>
                    <a:pt x="6366018" y="1197167"/>
                  </a:lnTo>
                  <a:lnTo>
                    <a:pt x="6372628" y="1188580"/>
                  </a:lnTo>
                  <a:lnTo>
                    <a:pt x="6379239" y="1200902"/>
                  </a:lnTo>
                  <a:lnTo>
                    <a:pt x="6385849" y="1232994"/>
                  </a:lnTo>
                  <a:lnTo>
                    <a:pt x="6392460" y="1241524"/>
                  </a:lnTo>
                  <a:lnTo>
                    <a:pt x="6399071" y="1205497"/>
                  </a:lnTo>
                  <a:lnTo>
                    <a:pt x="6405681" y="1199598"/>
                  </a:lnTo>
                  <a:lnTo>
                    <a:pt x="6412292" y="1169909"/>
                  </a:lnTo>
                  <a:lnTo>
                    <a:pt x="6418902" y="1159900"/>
                  </a:lnTo>
                  <a:lnTo>
                    <a:pt x="6425513" y="1178050"/>
                  </a:lnTo>
                  <a:lnTo>
                    <a:pt x="6432124" y="1175476"/>
                  </a:lnTo>
                  <a:lnTo>
                    <a:pt x="6438734" y="1195893"/>
                  </a:lnTo>
                  <a:lnTo>
                    <a:pt x="6445345" y="1233050"/>
                  </a:lnTo>
                  <a:lnTo>
                    <a:pt x="6451955" y="1245712"/>
                  </a:lnTo>
                  <a:lnTo>
                    <a:pt x="6458566" y="1246416"/>
                  </a:lnTo>
                  <a:lnTo>
                    <a:pt x="6465177" y="1245831"/>
                  </a:lnTo>
                  <a:lnTo>
                    <a:pt x="6471787" y="1244930"/>
                  </a:lnTo>
                  <a:lnTo>
                    <a:pt x="6478398" y="1242223"/>
                  </a:lnTo>
                  <a:lnTo>
                    <a:pt x="6485009" y="1243092"/>
                  </a:lnTo>
                  <a:lnTo>
                    <a:pt x="6491619" y="1244569"/>
                  </a:lnTo>
                  <a:lnTo>
                    <a:pt x="6498230" y="1245831"/>
                  </a:lnTo>
                  <a:lnTo>
                    <a:pt x="6504840" y="1246424"/>
                  </a:lnTo>
                  <a:lnTo>
                    <a:pt x="6511451" y="1243849"/>
                  </a:lnTo>
                  <a:lnTo>
                    <a:pt x="6518062" y="1246424"/>
                  </a:lnTo>
                  <a:lnTo>
                    <a:pt x="6524672" y="1246226"/>
                  </a:lnTo>
                  <a:lnTo>
                    <a:pt x="6531283" y="1246424"/>
                  </a:lnTo>
                  <a:lnTo>
                    <a:pt x="6537893" y="1244750"/>
                  </a:lnTo>
                  <a:lnTo>
                    <a:pt x="6544504" y="1244759"/>
                  </a:lnTo>
                  <a:lnTo>
                    <a:pt x="6551115" y="1230968"/>
                  </a:lnTo>
                  <a:lnTo>
                    <a:pt x="6557725" y="1210093"/>
                  </a:lnTo>
                  <a:lnTo>
                    <a:pt x="6564336" y="1225514"/>
                  </a:lnTo>
                  <a:lnTo>
                    <a:pt x="6570946" y="1190240"/>
                  </a:lnTo>
                  <a:lnTo>
                    <a:pt x="6577557" y="1195523"/>
                  </a:lnTo>
                  <a:lnTo>
                    <a:pt x="6584168" y="1214386"/>
                  </a:lnTo>
                  <a:lnTo>
                    <a:pt x="6590778" y="1175162"/>
                  </a:lnTo>
                  <a:lnTo>
                    <a:pt x="6597389" y="1099094"/>
                  </a:lnTo>
                  <a:lnTo>
                    <a:pt x="6603999" y="1095779"/>
                  </a:lnTo>
                  <a:lnTo>
                    <a:pt x="6603999" y="1288709"/>
                  </a:lnTo>
                  <a:lnTo>
                    <a:pt x="6597389" y="1288709"/>
                  </a:lnTo>
                  <a:lnTo>
                    <a:pt x="6590778" y="1288709"/>
                  </a:lnTo>
                  <a:lnTo>
                    <a:pt x="6584168" y="1288709"/>
                  </a:lnTo>
                  <a:lnTo>
                    <a:pt x="6577557" y="1288709"/>
                  </a:lnTo>
                  <a:lnTo>
                    <a:pt x="6570946" y="1288709"/>
                  </a:lnTo>
                  <a:lnTo>
                    <a:pt x="6564336" y="1288709"/>
                  </a:lnTo>
                  <a:lnTo>
                    <a:pt x="6557725" y="1288709"/>
                  </a:lnTo>
                  <a:lnTo>
                    <a:pt x="6551115" y="1288709"/>
                  </a:lnTo>
                  <a:lnTo>
                    <a:pt x="6544504" y="1288709"/>
                  </a:lnTo>
                  <a:lnTo>
                    <a:pt x="6537893" y="1288709"/>
                  </a:lnTo>
                  <a:lnTo>
                    <a:pt x="6531283" y="1288709"/>
                  </a:lnTo>
                  <a:lnTo>
                    <a:pt x="6524672" y="1288709"/>
                  </a:lnTo>
                  <a:lnTo>
                    <a:pt x="6518062" y="1288709"/>
                  </a:lnTo>
                  <a:lnTo>
                    <a:pt x="6511451" y="1288709"/>
                  </a:lnTo>
                  <a:lnTo>
                    <a:pt x="6504840" y="1288709"/>
                  </a:lnTo>
                  <a:lnTo>
                    <a:pt x="6498230" y="1288709"/>
                  </a:lnTo>
                  <a:lnTo>
                    <a:pt x="6491619" y="1288709"/>
                  </a:lnTo>
                  <a:lnTo>
                    <a:pt x="6485009" y="1288709"/>
                  </a:lnTo>
                  <a:lnTo>
                    <a:pt x="6478398" y="1288709"/>
                  </a:lnTo>
                  <a:lnTo>
                    <a:pt x="6471787" y="1288709"/>
                  </a:lnTo>
                  <a:lnTo>
                    <a:pt x="6465177" y="1288709"/>
                  </a:lnTo>
                  <a:lnTo>
                    <a:pt x="6458566" y="1288709"/>
                  </a:lnTo>
                  <a:lnTo>
                    <a:pt x="6451955" y="1288709"/>
                  </a:lnTo>
                  <a:lnTo>
                    <a:pt x="6445345" y="1288709"/>
                  </a:lnTo>
                  <a:lnTo>
                    <a:pt x="6438734" y="1288709"/>
                  </a:lnTo>
                  <a:lnTo>
                    <a:pt x="6432124" y="1288709"/>
                  </a:lnTo>
                  <a:lnTo>
                    <a:pt x="6425513" y="1288709"/>
                  </a:lnTo>
                  <a:lnTo>
                    <a:pt x="6418902" y="1288709"/>
                  </a:lnTo>
                  <a:lnTo>
                    <a:pt x="6412292" y="1288709"/>
                  </a:lnTo>
                  <a:lnTo>
                    <a:pt x="6405681" y="1288709"/>
                  </a:lnTo>
                  <a:lnTo>
                    <a:pt x="6399071" y="1288709"/>
                  </a:lnTo>
                  <a:lnTo>
                    <a:pt x="6392460" y="1288709"/>
                  </a:lnTo>
                  <a:lnTo>
                    <a:pt x="6385849" y="1288709"/>
                  </a:lnTo>
                  <a:lnTo>
                    <a:pt x="6379239" y="1288709"/>
                  </a:lnTo>
                  <a:lnTo>
                    <a:pt x="6372628" y="1288709"/>
                  </a:lnTo>
                  <a:lnTo>
                    <a:pt x="6366018" y="1288709"/>
                  </a:lnTo>
                  <a:lnTo>
                    <a:pt x="6359407" y="1288709"/>
                  </a:lnTo>
                  <a:lnTo>
                    <a:pt x="6352796" y="1288709"/>
                  </a:lnTo>
                  <a:lnTo>
                    <a:pt x="6346186" y="1288709"/>
                  </a:lnTo>
                  <a:lnTo>
                    <a:pt x="6339575" y="1288709"/>
                  </a:lnTo>
                  <a:lnTo>
                    <a:pt x="6332964" y="1288709"/>
                  </a:lnTo>
                  <a:lnTo>
                    <a:pt x="6326354" y="1288709"/>
                  </a:lnTo>
                  <a:lnTo>
                    <a:pt x="6319743" y="1288709"/>
                  </a:lnTo>
                  <a:lnTo>
                    <a:pt x="6313133" y="1288709"/>
                  </a:lnTo>
                  <a:lnTo>
                    <a:pt x="6306522" y="1288709"/>
                  </a:lnTo>
                  <a:lnTo>
                    <a:pt x="6299911" y="1288709"/>
                  </a:lnTo>
                  <a:lnTo>
                    <a:pt x="6293301" y="1288709"/>
                  </a:lnTo>
                  <a:lnTo>
                    <a:pt x="6286690" y="1288709"/>
                  </a:lnTo>
                  <a:lnTo>
                    <a:pt x="6280080" y="1288709"/>
                  </a:lnTo>
                  <a:lnTo>
                    <a:pt x="6273469" y="1288709"/>
                  </a:lnTo>
                  <a:lnTo>
                    <a:pt x="6266858" y="1288709"/>
                  </a:lnTo>
                  <a:lnTo>
                    <a:pt x="6260248" y="1288709"/>
                  </a:lnTo>
                  <a:lnTo>
                    <a:pt x="6253637" y="1288709"/>
                  </a:lnTo>
                  <a:lnTo>
                    <a:pt x="6247027" y="1288709"/>
                  </a:lnTo>
                  <a:lnTo>
                    <a:pt x="6240416" y="1288709"/>
                  </a:lnTo>
                  <a:lnTo>
                    <a:pt x="6233805" y="1288709"/>
                  </a:lnTo>
                  <a:lnTo>
                    <a:pt x="6227195" y="1288709"/>
                  </a:lnTo>
                  <a:lnTo>
                    <a:pt x="6220584" y="1288709"/>
                  </a:lnTo>
                  <a:lnTo>
                    <a:pt x="6213973" y="1288709"/>
                  </a:lnTo>
                  <a:lnTo>
                    <a:pt x="6207363" y="1288709"/>
                  </a:lnTo>
                  <a:lnTo>
                    <a:pt x="6200752" y="1288709"/>
                  </a:lnTo>
                  <a:lnTo>
                    <a:pt x="6194142" y="1288709"/>
                  </a:lnTo>
                  <a:lnTo>
                    <a:pt x="6187531" y="1288709"/>
                  </a:lnTo>
                  <a:lnTo>
                    <a:pt x="6180920" y="1288709"/>
                  </a:lnTo>
                  <a:lnTo>
                    <a:pt x="6174310" y="1288709"/>
                  </a:lnTo>
                  <a:lnTo>
                    <a:pt x="6167699" y="1288709"/>
                  </a:lnTo>
                  <a:lnTo>
                    <a:pt x="6161089" y="1288709"/>
                  </a:lnTo>
                  <a:lnTo>
                    <a:pt x="6154478" y="1288709"/>
                  </a:lnTo>
                  <a:lnTo>
                    <a:pt x="6147867" y="1288709"/>
                  </a:lnTo>
                  <a:lnTo>
                    <a:pt x="6141257" y="1288709"/>
                  </a:lnTo>
                  <a:lnTo>
                    <a:pt x="6134646" y="1288709"/>
                  </a:lnTo>
                  <a:lnTo>
                    <a:pt x="6128036" y="1288709"/>
                  </a:lnTo>
                  <a:lnTo>
                    <a:pt x="6121425" y="1288709"/>
                  </a:lnTo>
                  <a:lnTo>
                    <a:pt x="6114814" y="1288709"/>
                  </a:lnTo>
                  <a:lnTo>
                    <a:pt x="6108204" y="1288709"/>
                  </a:lnTo>
                  <a:lnTo>
                    <a:pt x="6101593" y="1288709"/>
                  </a:lnTo>
                  <a:lnTo>
                    <a:pt x="6094982" y="1288709"/>
                  </a:lnTo>
                  <a:lnTo>
                    <a:pt x="6088372" y="1288709"/>
                  </a:lnTo>
                  <a:lnTo>
                    <a:pt x="6081761" y="1288709"/>
                  </a:lnTo>
                  <a:lnTo>
                    <a:pt x="6075151" y="1288709"/>
                  </a:lnTo>
                  <a:lnTo>
                    <a:pt x="6068540" y="1288709"/>
                  </a:lnTo>
                  <a:lnTo>
                    <a:pt x="6061929" y="1288709"/>
                  </a:lnTo>
                  <a:lnTo>
                    <a:pt x="6055319" y="1288709"/>
                  </a:lnTo>
                  <a:lnTo>
                    <a:pt x="6048708" y="1288709"/>
                  </a:lnTo>
                  <a:lnTo>
                    <a:pt x="6042098" y="1288709"/>
                  </a:lnTo>
                  <a:lnTo>
                    <a:pt x="6035487" y="1288709"/>
                  </a:lnTo>
                  <a:lnTo>
                    <a:pt x="6028876" y="1288709"/>
                  </a:lnTo>
                  <a:lnTo>
                    <a:pt x="6022266" y="1288709"/>
                  </a:lnTo>
                  <a:lnTo>
                    <a:pt x="6015655" y="1288709"/>
                  </a:lnTo>
                  <a:lnTo>
                    <a:pt x="6009045" y="1288709"/>
                  </a:lnTo>
                  <a:lnTo>
                    <a:pt x="6002434" y="1288709"/>
                  </a:lnTo>
                  <a:lnTo>
                    <a:pt x="5995823" y="1288709"/>
                  </a:lnTo>
                  <a:lnTo>
                    <a:pt x="5989213" y="1288709"/>
                  </a:lnTo>
                  <a:lnTo>
                    <a:pt x="5982602" y="1288709"/>
                  </a:lnTo>
                  <a:lnTo>
                    <a:pt x="5975991" y="1288709"/>
                  </a:lnTo>
                  <a:lnTo>
                    <a:pt x="5969381" y="1288709"/>
                  </a:lnTo>
                  <a:lnTo>
                    <a:pt x="5962770" y="1288709"/>
                  </a:lnTo>
                  <a:lnTo>
                    <a:pt x="5956160" y="1288709"/>
                  </a:lnTo>
                  <a:lnTo>
                    <a:pt x="5949549" y="1288709"/>
                  </a:lnTo>
                  <a:lnTo>
                    <a:pt x="5942938" y="1288709"/>
                  </a:lnTo>
                  <a:lnTo>
                    <a:pt x="5936328" y="1288709"/>
                  </a:lnTo>
                  <a:lnTo>
                    <a:pt x="5929717" y="1288709"/>
                  </a:lnTo>
                  <a:lnTo>
                    <a:pt x="5923107" y="1288709"/>
                  </a:lnTo>
                  <a:lnTo>
                    <a:pt x="5916496" y="1288709"/>
                  </a:lnTo>
                  <a:lnTo>
                    <a:pt x="5909885" y="1288709"/>
                  </a:lnTo>
                  <a:lnTo>
                    <a:pt x="5903275" y="1288709"/>
                  </a:lnTo>
                  <a:lnTo>
                    <a:pt x="5896664" y="1288709"/>
                  </a:lnTo>
                  <a:lnTo>
                    <a:pt x="5890054" y="1288709"/>
                  </a:lnTo>
                  <a:lnTo>
                    <a:pt x="5883443" y="1288709"/>
                  </a:lnTo>
                  <a:lnTo>
                    <a:pt x="5876832" y="1288709"/>
                  </a:lnTo>
                  <a:lnTo>
                    <a:pt x="5870222" y="1288709"/>
                  </a:lnTo>
                  <a:lnTo>
                    <a:pt x="5863611" y="1288709"/>
                  </a:lnTo>
                  <a:lnTo>
                    <a:pt x="5857001" y="1288709"/>
                  </a:lnTo>
                  <a:lnTo>
                    <a:pt x="5850390" y="1288709"/>
                  </a:lnTo>
                  <a:lnTo>
                    <a:pt x="5843779" y="1288709"/>
                  </a:lnTo>
                  <a:lnTo>
                    <a:pt x="5837169" y="1288709"/>
                  </a:lnTo>
                  <a:lnTo>
                    <a:pt x="5830558" y="1288709"/>
                  </a:lnTo>
                  <a:lnTo>
                    <a:pt x="5823947" y="1288709"/>
                  </a:lnTo>
                  <a:lnTo>
                    <a:pt x="5817337" y="1288709"/>
                  </a:lnTo>
                  <a:lnTo>
                    <a:pt x="5810726" y="1288709"/>
                  </a:lnTo>
                  <a:lnTo>
                    <a:pt x="5804116" y="1288709"/>
                  </a:lnTo>
                  <a:lnTo>
                    <a:pt x="5797505" y="1288709"/>
                  </a:lnTo>
                  <a:lnTo>
                    <a:pt x="5790894" y="1288709"/>
                  </a:lnTo>
                  <a:lnTo>
                    <a:pt x="5784284" y="1288709"/>
                  </a:lnTo>
                  <a:lnTo>
                    <a:pt x="5777673" y="1288709"/>
                  </a:lnTo>
                  <a:lnTo>
                    <a:pt x="5771063" y="1288709"/>
                  </a:lnTo>
                  <a:lnTo>
                    <a:pt x="5764452" y="1288709"/>
                  </a:lnTo>
                  <a:lnTo>
                    <a:pt x="5757841" y="1288709"/>
                  </a:lnTo>
                  <a:lnTo>
                    <a:pt x="5751231" y="1288709"/>
                  </a:lnTo>
                  <a:lnTo>
                    <a:pt x="5744620" y="1288709"/>
                  </a:lnTo>
                  <a:lnTo>
                    <a:pt x="5738010" y="1288709"/>
                  </a:lnTo>
                  <a:lnTo>
                    <a:pt x="5731399" y="1288709"/>
                  </a:lnTo>
                  <a:lnTo>
                    <a:pt x="5724788" y="1288709"/>
                  </a:lnTo>
                  <a:lnTo>
                    <a:pt x="5718178" y="1288709"/>
                  </a:lnTo>
                  <a:lnTo>
                    <a:pt x="5711567" y="1288709"/>
                  </a:lnTo>
                  <a:lnTo>
                    <a:pt x="5704956" y="1288709"/>
                  </a:lnTo>
                  <a:lnTo>
                    <a:pt x="5698346" y="1288709"/>
                  </a:lnTo>
                  <a:lnTo>
                    <a:pt x="5691735" y="1288709"/>
                  </a:lnTo>
                  <a:lnTo>
                    <a:pt x="5685125" y="1288709"/>
                  </a:lnTo>
                  <a:lnTo>
                    <a:pt x="5678514" y="1288709"/>
                  </a:lnTo>
                  <a:lnTo>
                    <a:pt x="5671903" y="1288709"/>
                  </a:lnTo>
                  <a:lnTo>
                    <a:pt x="5665293" y="1288709"/>
                  </a:lnTo>
                  <a:lnTo>
                    <a:pt x="5658682" y="1288709"/>
                  </a:lnTo>
                  <a:lnTo>
                    <a:pt x="5652072" y="1288709"/>
                  </a:lnTo>
                  <a:lnTo>
                    <a:pt x="5645461" y="1288709"/>
                  </a:lnTo>
                  <a:lnTo>
                    <a:pt x="5638850" y="1288709"/>
                  </a:lnTo>
                  <a:lnTo>
                    <a:pt x="5632240" y="1288709"/>
                  </a:lnTo>
                  <a:lnTo>
                    <a:pt x="5625629" y="1288709"/>
                  </a:lnTo>
                  <a:lnTo>
                    <a:pt x="5619019" y="1288709"/>
                  </a:lnTo>
                  <a:lnTo>
                    <a:pt x="5612408" y="1288709"/>
                  </a:lnTo>
                  <a:lnTo>
                    <a:pt x="5605797" y="1288709"/>
                  </a:lnTo>
                  <a:lnTo>
                    <a:pt x="5599187" y="1288709"/>
                  </a:lnTo>
                  <a:lnTo>
                    <a:pt x="5592576" y="1288709"/>
                  </a:lnTo>
                  <a:lnTo>
                    <a:pt x="5585965" y="1288709"/>
                  </a:lnTo>
                  <a:lnTo>
                    <a:pt x="5579355" y="1288709"/>
                  </a:lnTo>
                  <a:lnTo>
                    <a:pt x="5572744" y="1288709"/>
                  </a:lnTo>
                  <a:lnTo>
                    <a:pt x="5566134" y="1288709"/>
                  </a:lnTo>
                  <a:lnTo>
                    <a:pt x="5559523" y="1288709"/>
                  </a:lnTo>
                  <a:lnTo>
                    <a:pt x="5552912" y="1288709"/>
                  </a:lnTo>
                  <a:lnTo>
                    <a:pt x="5546302" y="1288709"/>
                  </a:lnTo>
                  <a:lnTo>
                    <a:pt x="5539691" y="1288709"/>
                  </a:lnTo>
                  <a:lnTo>
                    <a:pt x="5533081" y="1288709"/>
                  </a:lnTo>
                  <a:lnTo>
                    <a:pt x="5526470" y="1288709"/>
                  </a:lnTo>
                  <a:lnTo>
                    <a:pt x="5519859" y="1288709"/>
                  </a:lnTo>
                  <a:lnTo>
                    <a:pt x="5513249" y="1288709"/>
                  </a:lnTo>
                  <a:lnTo>
                    <a:pt x="5506638" y="1288709"/>
                  </a:lnTo>
                  <a:lnTo>
                    <a:pt x="5500028" y="1288709"/>
                  </a:lnTo>
                  <a:lnTo>
                    <a:pt x="5493417" y="1288709"/>
                  </a:lnTo>
                  <a:lnTo>
                    <a:pt x="5486806" y="1288709"/>
                  </a:lnTo>
                  <a:lnTo>
                    <a:pt x="5480196" y="1288709"/>
                  </a:lnTo>
                  <a:lnTo>
                    <a:pt x="5473585" y="1288709"/>
                  </a:lnTo>
                  <a:lnTo>
                    <a:pt x="5466974" y="1288709"/>
                  </a:lnTo>
                  <a:lnTo>
                    <a:pt x="5460364" y="1288709"/>
                  </a:lnTo>
                  <a:lnTo>
                    <a:pt x="5453753" y="1288709"/>
                  </a:lnTo>
                  <a:lnTo>
                    <a:pt x="5447143" y="1288709"/>
                  </a:lnTo>
                  <a:lnTo>
                    <a:pt x="5440532" y="1288709"/>
                  </a:lnTo>
                  <a:lnTo>
                    <a:pt x="5433921" y="1288709"/>
                  </a:lnTo>
                  <a:lnTo>
                    <a:pt x="5427311" y="1288709"/>
                  </a:lnTo>
                  <a:lnTo>
                    <a:pt x="5420700" y="1288709"/>
                  </a:lnTo>
                  <a:lnTo>
                    <a:pt x="5414090" y="1288709"/>
                  </a:lnTo>
                  <a:lnTo>
                    <a:pt x="5407479" y="1288709"/>
                  </a:lnTo>
                  <a:lnTo>
                    <a:pt x="5400868" y="1288709"/>
                  </a:lnTo>
                  <a:lnTo>
                    <a:pt x="5394258" y="1288709"/>
                  </a:lnTo>
                  <a:lnTo>
                    <a:pt x="5387647" y="1288709"/>
                  </a:lnTo>
                  <a:lnTo>
                    <a:pt x="5381037" y="1288709"/>
                  </a:lnTo>
                  <a:lnTo>
                    <a:pt x="5374426" y="1288709"/>
                  </a:lnTo>
                  <a:lnTo>
                    <a:pt x="5367815" y="1288709"/>
                  </a:lnTo>
                  <a:lnTo>
                    <a:pt x="5361205" y="1288709"/>
                  </a:lnTo>
                  <a:lnTo>
                    <a:pt x="5354594" y="1288709"/>
                  </a:lnTo>
                  <a:lnTo>
                    <a:pt x="5347983" y="1288709"/>
                  </a:lnTo>
                  <a:lnTo>
                    <a:pt x="5341373" y="1288709"/>
                  </a:lnTo>
                  <a:lnTo>
                    <a:pt x="5334762" y="1288709"/>
                  </a:lnTo>
                  <a:lnTo>
                    <a:pt x="5328152" y="1288709"/>
                  </a:lnTo>
                  <a:lnTo>
                    <a:pt x="5321541" y="1288709"/>
                  </a:lnTo>
                  <a:lnTo>
                    <a:pt x="5314930" y="1288709"/>
                  </a:lnTo>
                  <a:lnTo>
                    <a:pt x="5308320" y="1288709"/>
                  </a:lnTo>
                  <a:lnTo>
                    <a:pt x="5301709" y="1288709"/>
                  </a:lnTo>
                  <a:lnTo>
                    <a:pt x="5295099" y="1288709"/>
                  </a:lnTo>
                  <a:lnTo>
                    <a:pt x="5288488" y="1288709"/>
                  </a:lnTo>
                  <a:lnTo>
                    <a:pt x="5281877" y="1288709"/>
                  </a:lnTo>
                  <a:lnTo>
                    <a:pt x="5275267" y="1288709"/>
                  </a:lnTo>
                  <a:lnTo>
                    <a:pt x="5268656" y="1288709"/>
                  </a:lnTo>
                  <a:lnTo>
                    <a:pt x="5262046" y="1288709"/>
                  </a:lnTo>
                  <a:lnTo>
                    <a:pt x="5255435" y="1288709"/>
                  </a:lnTo>
                  <a:lnTo>
                    <a:pt x="5248824" y="1288709"/>
                  </a:lnTo>
                  <a:lnTo>
                    <a:pt x="5242214" y="1288709"/>
                  </a:lnTo>
                  <a:lnTo>
                    <a:pt x="5235603" y="1288709"/>
                  </a:lnTo>
                  <a:lnTo>
                    <a:pt x="5228992" y="1288709"/>
                  </a:lnTo>
                  <a:lnTo>
                    <a:pt x="5222382" y="1288709"/>
                  </a:lnTo>
                  <a:lnTo>
                    <a:pt x="5215771" y="1288709"/>
                  </a:lnTo>
                  <a:lnTo>
                    <a:pt x="5209161" y="1288709"/>
                  </a:lnTo>
                  <a:lnTo>
                    <a:pt x="5202550" y="1288709"/>
                  </a:lnTo>
                  <a:lnTo>
                    <a:pt x="5195939" y="1288709"/>
                  </a:lnTo>
                  <a:lnTo>
                    <a:pt x="5189329" y="1288709"/>
                  </a:lnTo>
                  <a:lnTo>
                    <a:pt x="5182718" y="1288709"/>
                  </a:lnTo>
                  <a:lnTo>
                    <a:pt x="5176108" y="1288709"/>
                  </a:lnTo>
                  <a:lnTo>
                    <a:pt x="5169497" y="1288709"/>
                  </a:lnTo>
                  <a:lnTo>
                    <a:pt x="5162886" y="1288709"/>
                  </a:lnTo>
                  <a:lnTo>
                    <a:pt x="5156276" y="1288709"/>
                  </a:lnTo>
                  <a:lnTo>
                    <a:pt x="5149665" y="1288709"/>
                  </a:lnTo>
                  <a:lnTo>
                    <a:pt x="5143055" y="1288709"/>
                  </a:lnTo>
                  <a:lnTo>
                    <a:pt x="5136444" y="1288709"/>
                  </a:lnTo>
                  <a:lnTo>
                    <a:pt x="5129833" y="1288709"/>
                  </a:lnTo>
                  <a:lnTo>
                    <a:pt x="5123223" y="1288709"/>
                  </a:lnTo>
                  <a:lnTo>
                    <a:pt x="5116612" y="1288709"/>
                  </a:lnTo>
                  <a:lnTo>
                    <a:pt x="5110002" y="1288709"/>
                  </a:lnTo>
                  <a:lnTo>
                    <a:pt x="5103391" y="1288709"/>
                  </a:lnTo>
                  <a:lnTo>
                    <a:pt x="5096780" y="1288709"/>
                  </a:lnTo>
                  <a:lnTo>
                    <a:pt x="5090170" y="1288709"/>
                  </a:lnTo>
                  <a:lnTo>
                    <a:pt x="5083559" y="1288709"/>
                  </a:lnTo>
                  <a:lnTo>
                    <a:pt x="5076948" y="1288709"/>
                  </a:lnTo>
                  <a:lnTo>
                    <a:pt x="5070338" y="1288709"/>
                  </a:lnTo>
                  <a:lnTo>
                    <a:pt x="5063727" y="1288709"/>
                  </a:lnTo>
                  <a:lnTo>
                    <a:pt x="5057117" y="1288709"/>
                  </a:lnTo>
                  <a:lnTo>
                    <a:pt x="5050506" y="1288709"/>
                  </a:lnTo>
                  <a:lnTo>
                    <a:pt x="5043895" y="1288709"/>
                  </a:lnTo>
                  <a:lnTo>
                    <a:pt x="5037285" y="1288709"/>
                  </a:lnTo>
                  <a:lnTo>
                    <a:pt x="5030674" y="1288709"/>
                  </a:lnTo>
                  <a:lnTo>
                    <a:pt x="5024064" y="1288709"/>
                  </a:lnTo>
                  <a:lnTo>
                    <a:pt x="5017453" y="1288709"/>
                  </a:lnTo>
                  <a:lnTo>
                    <a:pt x="5010842" y="1288709"/>
                  </a:lnTo>
                  <a:lnTo>
                    <a:pt x="5004232" y="1288709"/>
                  </a:lnTo>
                  <a:lnTo>
                    <a:pt x="4997621" y="1288709"/>
                  </a:lnTo>
                  <a:lnTo>
                    <a:pt x="4991011" y="1288709"/>
                  </a:lnTo>
                  <a:lnTo>
                    <a:pt x="4984400" y="1288709"/>
                  </a:lnTo>
                  <a:lnTo>
                    <a:pt x="4977789" y="1288709"/>
                  </a:lnTo>
                  <a:lnTo>
                    <a:pt x="4971179" y="1288709"/>
                  </a:lnTo>
                  <a:lnTo>
                    <a:pt x="4964568" y="1288709"/>
                  </a:lnTo>
                  <a:lnTo>
                    <a:pt x="4957957" y="1288709"/>
                  </a:lnTo>
                  <a:lnTo>
                    <a:pt x="4951347" y="1288709"/>
                  </a:lnTo>
                  <a:lnTo>
                    <a:pt x="4944736" y="1288709"/>
                  </a:lnTo>
                  <a:lnTo>
                    <a:pt x="4938126" y="1288709"/>
                  </a:lnTo>
                  <a:lnTo>
                    <a:pt x="4931515" y="1288709"/>
                  </a:lnTo>
                  <a:lnTo>
                    <a:pt x="4924904" y="1288709"/>
                  </a:lnTo>
                  <a:lnTo>
                    <a:pt x="4918294" y="1288709"/>
                  </a:lnTo>
                  <a:lnTo>
                    <a:pt x="4911683" y="1288709"/>
                  </a:lnTo>
                  <a:lnTo>
                    <a:pt x="4905073" y="1288709"/>
                  </a:lnTo>
                  <a:lnTo>
                    <a:pt x="4898462" y="1288709"/>
                  </a:lnTo>
                  <a:lnTo>
                    <a:pt x="4891851" y="1288709"/>
                  </a:lnTo>
                  <a:lnTo>
                    <a:pt x="4885241" y="1288709"/>
                  </a:lnTo>
                  <a:lnTo>
                    <a:pt x="4878630" y="1288709"/>
                  </a:lnTo>
                  <a:lnTo>
                    <a:pt x="4872020" y="1288709"/>
                  </a:lnTo>
                  <a:lnTo>
                    <a:pt x="4865409" y="1288709"/>
                  </a:lnTo>
                  <a:lnTo>
                    <a:pt x="4858798" y="1288709"/>
                  </a:lnTo>
                  <a:lnTo>
                    <a:pt x="4852188" y="1288709"/>
                  </a:lnTo>
                  <a:lnTo>
                    <a:pt x="4845577" y="1288709"/>
                  </a:lnTo>
                  <a:lnTo>
                    <a:pt x="4838966" y="1288709"/>
                  </a:lnTo>
                  <a:lnTo>
                    <a:pt x="4832356" y="1288709"/>
                  </a:lnTo>
                  <a:lnTo>
                    <a:pt x="4825745" y="1288709"/>
                  </a:lnTo>
                  <a:lnTo>
                    <a:pt x="4819135" y="1288709"/>
                  </a:lnTo>
                  <a:lnTo>
                    <a:pt x="4812524" y="1288709"/>
                  </a:lnTo>
                  <a:lnTo>
                    <a:pt x="4805913" y="1288709"/>
                  </a:lnTo>
                  <a:lnTo>
                    <a:pt x="4799303" y="1288709"/>
                  </a:lnTo>
                  <a:lnTo>
                    <a:pt x="4792692" y="1288709"/>
                  </a:lnTo>
                  <a:lnTo>
                    <a:pt x="4786082" y="1288709"/>
                  </a:lnTo>
                  <a:lnTo>
                    <a:pt x="4779471" y="1288709"/>
                  </a:lnTo>
                  <a:lnTo>
                    <a:pt x="4772860" y="1288709"/>
                  </a:lnTo>
                  <a:lnTo>
                    <a:pt x="4766250" y="1288709"/>
                  </a:lnTo>
                  <a:lnTo>
                    <a:pt x="4759639" y="1288709"/>
                  </a:lnTo>
                  <a:lnTo>
                    <a:pt x="4753029" y="1288709"/>
                  </a:lnTo>
                  <a:lnTo>
                    <a:pt x="4746418" y="1288709"/>
                  </a:lnTo>
                  <a:lnTo>
                    <a:pt x="4739807" y="1288709"/>
                  </a:lnTo>
                  <a:lnTo>
                    <a:pt x="4733197" y="1288709"/>
                  </a:lnTo>
                  <a:lnTo>
                    <a:pt x="4726586" y="1288709"/>
                  </a:lnTo>
                  <a:lnTo>
                    <a:pt x="4719975" y="1288709"/>
                  </a:lnTo>
                  <a:lnTo>
                    <a:pt x="4713365" y="1288709"/>
                  </a:lnTo>
                  <a:lnTo>
                    <a:pt x="4706754" y="1288709"/>
                  </a:lnTo>
                  <a:lnTo>
                    <a:pt x="4700144" y="1288709"/>
                  </a:lnTo>
                  <a:lnTo>
                    <a:pt x="4693533" y="1288709"/>
                  </a:lnTo>
                  <a:lnTo>
                    <a:pt x="4686922" y="1288709"/>
                  </a:lnTo>
                  <a:lnTo>
                    <a:pt x="4680312" y="1288709"/>
                  </a:lnTo>
                  <a:lnTo>
                    <a:pt x="4673701" y="1288709"/>
                  </a:lnTo>
                  <a:lnTo>
                    <a:pt x="4667091" y="1288709"/>
                  </a:lnTo>
                  <a:lnTo>
                    <a:pt x="4660480" y="1288709"/>
                  </a:lnTo>
                  <a:lnTo>
                    <a:pt x="4653869" y="1288709"/>
                  </a:lnTo>
                  <a:lnTo>
                    <a:pt x="4647259" y="1288709"/>
                  </a:lnTo>
                  <a:lnTo>
                    <a:pt x="4640648" y="1288709"/>
                  </a:lnTo>
                  <a:lnTo>
                    <a:pt x="4634038" y="1288709"/>
                  </a:lnTo>
                  <a:lnTo>
                    <a:pt x="4627427" y="1288709"/>
                  </a:lnTo>
                  <a:lnTo>
                    <a:pt x="4620816" y="1288709"/>
                  </a:lnTo>
                  <a:lnTo>
                    <a:pt x="4614206" y="1288709"/>
                  </a:lnTo>
                  <a:lnTo>
                    <a:pt x="4607595" y="1288709"/>
                  </a:lnTo>
                  <a:lnTo>
                    <a:pt x="4600984" y="1288709"/>
                  </a:lnTo>
                  <a:lnTo>
                    <a:pt x="4594374" y="1288709"/>
                  </a:lnTo>
                  <a:lnTo>
                    <a:pt x="4587763" y="1288709"/>
                  </a:lnTo>
                  <a:lnTo>
                    <a:pt x="4581153" y="1288709"/>
                  </a:lnTo>
                  <a:lnTo>
                    <a:pt x="4574542" y="1288709"/>
                  </a:lnTo>
                  <a:lnTo>
                    <a:pt x="4567931" y="1288709"/>
                  </a:lnTo>
                  <a:lnTo>
                    <a:pt x="4561321" y="1288709"/>
                  </a:lnTo>
                  <a:lnTo>
                    <a:pt x="4554710" y="1288709"/>
                  </a:lnTo>
                  <a:lnTo>
                    <a:pt x="4548100" y="1288709"/>
                  </a:lnTo>
                  <a:lnTo>
                    <a:pt x="4541489" y="1288709"/>
                  </a:lnTo>
                  <a:lnTo>
                    <a:pt x="4534878" y="1288709"/>
                  </a:lnTo>
                  <a:lnTo>
                    <a:pt x="4528268" y="1288709"/>
                  </a:lnTo>
                  <a:lnTo>
                    <a:pt x="4521657" y="1288709"/>
                  </a:lnTo>
                  <a:lnTo>
                    <a:pt x="4515047" y="1288709"/>
                  </a:lnTo>
                  <a:lnTo>
                    <a:pt x="4508436" y="1288709"/>
                  </a:lnTo>
                  <a:lnTo>
                    <a:pt x="4501825" y="1288709"/>
                  </a:lnTo>
                  <a:lnTo>
                    <a:pt x="4495215" y="1288709"/>
                  </a:lnTo>
                  <a:lnTo>
                    <a:pt x="4488604" y="1288709"/>
                  </a:lnTo>
                  <a:lnTo>
                    <a:pt x="4481993" y="1288709"/>
                  </a:lnTo>
                  <a:lnTo>
                    <a:pt x="4475383" y="1288709"/>
                  </a:lnTo>
                  <a:lnTo>
                    <a:pt x="4468772" y="1288709"/>
                  </a:lnTo>
                  <a:lnTo>
                    <a:pt x="4462162" y="1288709"/>
                  </a:lnTo>
                  <a:lnTo>
                    <a:pt x="4455551" y="1288709"/>
                  </a:lnTo>
                  <a:lnTo>
                    <a:pt x="4448940" y="1288709"/>
                  </a:lnTo>
                  <a:lnTo>
                    <a:pt x="4442330" y="1288709"/>
                  </a:lnTo>
                  <a:lnTo>
                    <a:pt x="4435719" y="1288709"/>
                  </a:lnTo>
                  <a:lnTo>
                    <a:pt x="4429109" y="1288709"/>
                  </a:lnTo>
                  <a:lnTo>
                    <a:pt x="4422498" y="1288709"/>
                  </a:lnTo>
                  <a:lnTo>
                    <a:pt x="4415887" y="1288709"/>
                  </a:lnTo>
                  <a:lnTo>
                    <a:pt x="4409277" y="1288709"/>
                  </a:lnTo>
                  <a:lnTo>
                    <a:pt x="4402666" y="1288709"/>
                  </a:lnTo>
                  <a:lnTo>
                    <a:pt x="4396056" y="1288709"/>
                  </a:lnTo>
                  <a:lnTo>
                    <a:pt x="4389445" y="1288709"/>
                  </a:lnTo>
                  <a:lnTo>
                    <a:pt x="4382834" y="1288709"/>
                  </a:lnTo>
                  <a:lnTo>
                    <a:pt x="4376224" y="1288709"/>
                  </a:lnTo>
                  <a:lnTo>
                    <a:pt x="4369613" y="1288709"/>
                  </a:lnTo>
                  <a:lnTo>
                    <a:pt x="4363003" y="1288709"/>
                  </a:lnTo>
                  <a:lnTo>
                    <a:pt x="4356392" y="1288709"/>
                  </a:lnTo>
                  <a:lnTo>
                    <a:pt x="4349781" y="1288709"/>
                  </a:lnTo>
                  <a:lnTo>
                    <a:pt x="4343171" y="1288709"/>
                  </a:lnTo>
                  <a:lnTo>
                    <a:pt x="4336560" y="1288709"/>
                  </a:lnTo>
                  <a:lnTo>
                    <a:pt x="4329949" y="1288709"/>
                  </a:lnTo>
                  <a:lnTo>
                    <a:pt x="4323339" y="1288709"/>
                  </a:lnTo>
                  <a:lnTo>
                    <a:pt x="4316728" y="1288709"/>
                  </a:lnTo>
                  <a:lnTo>
                    <a:pt x="4310118" y="1288709"/>
                  </a:lnTo>
                  <a:lnTo>
                    <a:pt x="4303507" y="1288709"/>
                  </a:lnTo>
                  <a:lnTo>
                    <a:pt x="4296896" y="1288709"/>
                  </a:lnTo>
                  <a:lnTo>
                    <a:pt x="4290286" y="1288709"/>
                  </a:lnTo>
                  <a:lnTo>
                    <a:pt x="4283675" y="1288709"/>
                  </a:lnTo>
                  <a:lnTo>
                    <a:pt x="4277065" y="1288709"/>
                  </a:lnTo>
                  <a:lnTo>
                    <a:pt x="4270454" y="1288709"/>
                  </a:lnTo>
                  <a:lnTo>
                    <a:pt x="4263843" y="1288709"/>
                  </a:lnTo>
                  <a:lnTo>
                    <a:pt x="4257233" y="1288709"/>
                  </a:lnTo>
                  <a:lnTo>
                    <a:pt x="4250622" y="1288709"/>
                  </a:lnTo>
                  <a:lnTo>
                    <a:pt x="4244012" y="1288709"/>
                  </a:lnTo>
                  <a:lnTo>
                    <a:pt x="4237401" y="1288709"/>
                  </a:lnTo>
                  <a:lnTo>
                    <a:pt x="4230790" y="1288709"/>
                  </a:lnTo>
                  <a:lnTo>
                    <a:pt x="4224180" y="1288709"/>
                  </a:lnTo>
                  <a:lnTo>
                    <a:pt x="4217569" y="1288709"/>
                  </a:lnTo>
                  <a:lnTo>
                    <a:pt x="4210958" y="1288709"/>
                  </a:lnTo>
                  <a:lnTo>
                    <a:pt x="4204348" y="1288709"/>
                  </a:lnTo>
                  <a:lnTo>
                    <a:pt x="4197737" y="1288709"/>
                  </a:lnTo>
                  <a:lnTo>
                    <a:pt x="4191127" y="1288709"/>
                  </a:lnTo>
                  <a:lnTo>
                    <a:pt x="4184516" y="1288709"/>
                  </a:lnTo>
                  <a:lnTo>
                    <a:pt x="4177905" y="1288709"/>
                  </a:lnTo>
                  <a:lnTo>
                    <a:pt x="4171295" y="1288709"/>
                  </a:lnTo>
                  <a:lnTo>
                    <a:pt x="4164684" y="1288709"/>
                  </a:lnTo>
                  <a:lnTo>
                    <a:pt x="4158074" y="1288709"/>
                  </a:lnTo>
                  <a:lnTo>
                    <a:pt x="4151463" y="1288709"/>
                  </a:lnTo>
                  <a:lnTo>
                    <a:pt x="4144852" y="1288709"/>
                  </a:lnTo>
                  <a:lnTo>
                    <a:pt x="4138242" y="1288709"/>
                  </a:lnTo>
                  <a:lnTo>
                    <a:pt x="4131631" y="1288709"/>
                  </a:lnTo>
                  <a:lnTo>
                    <a:pt x="4125021" y="1288709"/>
                  </a:lnTo>
                  <a:lnTo>
                    <a:pt x="4118410" y="1288709"/>
                  </a:lnTo>
                  <a:lnTo>
                    <a:pt x="4111799" y="1288709"/>
                  </a:lnTo>
                  <a:lnTo>
                    <a:pt x="4105189" y="1288709"/>
                  </a:lnTo>
                  <a:lnTo>
                    <a:pt x="4098578" y="1288709"/>
                  </a:lnTo>
                  <a:lnTo>
                    <a:pt x="4091967" y="1288709"/>
                  </a:lnTo>
                  <a:lnTo>
                    <a:pt x="4085357" y="1288709"/>
                  </a:lnTo>
                  <a:lnTo>
                    <a:pt x="4078746" y="1288709"/>
                  </a:lnTo>
                  <a:lnTo>
                    <a:pt x="4072136" y="1288709"/>
                  </a:lnTo>
                  <a:lnTo>
                    <a:pt x="4065525" y="1288709"/>
                  </a:lnTo>
                  <a:lnTo>
                    <a:pt x="4058914" y="1288709"/>
                  </a:lnTo>
                  <a:lnTo>
                    <a:pt x="4052304" y="1288709"/>
                  </a:lnTo>
                  <a:lnTo>
                    <a:pt x="4045693" y="1288709"/>
                  </a:lnTo>
                  <a:lnTo>
                    <a:pt x="4039083" y="1288709"/>
                  </a:lnTo>
                  <a:lnTo>
                    <a:pt x="4032472" y="1288709"/>
                  </a:lnTo>
                  <a:lnTo>
                    <a:pt x="4025861" y="1288709"/>
                  </a:lnTo>
                  <a:lnTo>
                    <a:pt x="4019251" y="1288709"/>
                  </a:lnTo>
                  <a:lnTo>
                    <a:pt x="4012640" y="1288709"/>
                  </a:lnTo>
                  <a:lnTo>
                    <a:pt x="4006030" y="1288709"/>
                  </a:lnTo>
                  <a:lnTo>
                    <a:pt x="3999419" y="1288709"/>
                  </a:lnTo>
                  <a:lnTo>
                    <a:pt x="3992808" y="1288709"/>
                  </a:lnTo>
                  <a:lnTo>
                    <a:pt x="3986198" y="1288709"/>
                  </a:lnTo>
                  <a:lnTo>
                    <a:pt x="3979587" y="1288709"/>
                  </a:lnTo>
                  <a:lnTo>
                    <a:pt x="3972976" y="1288709"/>
                  </a:lnTo>
                  <a:lnTo>
                    <a:pt x="3966366" y="1288709"/>
                  </a:lnTo>
                  <a:lnTo>
                    <a:pt x="3959755" y="1288709"/>
                  </a:lnTo>
                  <a:lnTo>
                    <a:pt x="3953145" y="1288709"/>
                  </a:lnTo>
                  <a:lnTo>
                    <a:pt x="3946534" y="1288709"/>
                  </a:lnTo>
                  <a:lnTo>
                    <a:pt x="3939923" y="1288709"/>
                  </a:lnTo>
                  <a:lnTo>
                    <a:pt x="3933313" y="1288709"/>
                  </a:lnTo>
                  <a:lnTo>
                    <a:pt x="3926702" y="1288709"/>
                  </a:lnTo>
                  <a:lnTo>
                    <a:pt x="3920092" y="1288709"/>
                  </a:lnTo>
                  <a:lnTo>
                    <a:pt x="3913481" y="1288709"/>
                  </a:lnTo>
                  <a:lnTo>
                    <a:pt x="3906870" y="1288709"/>
                  </a:lnTo>
                  <a:lnTo>
                    <a:pt x="3900260" y="1288709"/>
                  </a:lnTo>
                  <a:lnTo>
                    <a:pt x="3893649" y="1288709"/>
                  </a:lnTo>
                  <a:lnTo>
                    <a:pt x="3887039" y="1288709"/>
                  </a:lnTo>
                  <a:lnTo>
                    <a:pt x="3880428" y="1288709"/>
                  </a:lnTo>
                  <a:lnTo>
                    <a:pt x="3873817" y="1288709"/>
                  </a:lnTo>
                  <a:lnTo>
                    <a:pt x="3867207" y="1288709"/>
                  </a:lnTo>
                  <a:lnTo>
                    <a:pt x="3860596" y="1288709"/>
                  </a:lnTo>
                  <a:lnTo>
                    <a:pt x="3853985" y="1288709"/>
                  </a:lnTo>
                  <a:lnTo>
                    <a:pt x="3847375" y="1288709"/>
                  </a:lnTo>
                  <a:lnTo>
                    <a:pt x="3840764" y="1288709"/>
                  </a:lnTo>
                  <a:lnTo>
                    <a:pt x="3834154" y="1288709"/>
                  </a:lnTo>
                  <a:lnTo>
                    <a:pt x="3827543" y="1288709"/>
                  </a:lnTo>
                  <a:lnTo>
                    <a:pt x="3820932" y="1288709"/>
                  </a:lnTo>
                  <a:lnTo>
                    <a:pt x="3814322" y="1288709"/>
                  </a:lnTo>
                  <a:lnTo>
                    <a:pt x="3807711" y="1288709"/>
                  </a:lnTo>
                  <a:lnTo>
                    <a:pt x="3801101" y="1288709"/>
                  </a:lnTo>
                  <a:lnTo>
                    <a:pt x="3794490" y="1288709"/>
                  </a:lnTo>
                  <a:lnTo>
                    <a:pt x="3787879" y="1288709"/>
                  </a:lnTo>
                  <a:lnTo>
                    <a:pt x="3781269" y="1288709"/>
                  </a:lnTo>
                  <a:lnTo>
                    <a:pt x="3774658" y="1288709"/>
                  </a:lnTo>
                  <a:lnTo>
                    <a:pt x="3768048" y="1288709"/>
                  </a:lnTo>
                  <a:lnTo>
                    <a:pt x="3761437" y="1288709"/>
                  </a:lnTo>
                  <a:lnTo>
                    <a:pt x="3754826" y="1288709"/>
                  </a:lnTo>
                  <a:lnTo>
                    <a:pt x="3748216" y="1288709"/>
                  </a:lnTo>
                  <a:lnTo>
                    <a:pt x="3741605" y="1288709"/>
                  </a:lnTo>
                  <a:lnTo>
                    <a:pt x="3734994" y="1288709"/>
                  </a:lnTo>
                  <a:lnTo>
                    <a:pt x="3728384" y="1288709"/>
                  </a:lnTo>
                  <a:lnTo>
                    <a:pt x="3721773" y="1288709"/>
                  </a:lnTo>
                  <a:lnTo>
                    <a:pt x="3715163" y="1288709"/>
                  </a:lnTo>
                  <a:lnTo>
                    <a:pt x="3708552" y="1288709"/>
                  </a:lnTo>
                  <a:lnTo>
                    <a:pt x="3701941" y="1288709"/>
                  </a:lnTo>
                  <a:lnTo>
                    <a:pt x="3695331" y="1288709"/>
                  </a:lnTo>
                  <a:lnTo>
                    <a:pt x="3688720" y="1288709"/>
                  </a:lnTo>
                  <a:lnTo>
                    <a:pt x="3682110" y="1288709"/>
                  </a:lnTo>
                  <a:lnTo>
                    <a:pt x="3675499" y="1288709"/>
                  </a:lnTo>
                  <a:lnTo>
                    <a:pt x="3668888" y="1288709"/>
                  </a:lnTo>
                  <a:lnTo>
                    <a:pt x="3662278" y="1288709"/>
                  </a:lnTo>
                  <a:lnTo>
                    <a:pt x="3655667" y="1288709"/>
                  </a:lnTo>
                  <a:lnTo>
                    <a:pt x="3649057" y="1288709"/>
                  </a:lnTo>
                  <a:lnTo>
                    <a:pt x="3642446" y="1288709"/>
                  </a:lnTo>
                  <a:lnTo>
                    <a:pt x="3635835" y="1288709"/>
                  </a:lnTo>
                  <a:lnTo>
                    <a:pt x="3629225" y="1288709"/>
                  </a:lnTo>
                  <a:lnTo>
                    <a:pt x="3622614" y="1288709"/>
                  </a:lnTo>
                  <a:lnTo>
                    <a:pt x="3616004" y="1288709"/>
                  </a:lnTo>
                  <a:lnTo>
                    <a:pt x="3609393" y="1288709"/>
                  </a:lnTo>
                  <a:lnTo>
                    <a:pt x="3602782" y="1288709"/>
                  </a:lnTo>
                  <a:lnTo>
                    <a:pt x="3596172" y="1288709"/>
                  </a:lnTo>
                  <a:lnTo>
                    <a:pt x="3589561" y="1288709"/>
                  </a:lnTo>
                  <a:lnTo>
                    <a:pt x="3582950" y="1288709"/>
                  </a:lnTo>
                  <a:lnTo>
                    <a:pt x="3576340" y="1288709"/>
                  </a:lnTo>
                  <a:lnTo>
                    <a:pt x="3569729" y="1288709"/>
                  </a:lnTo>
                  <a:lnTo>
                    <a:pt x="3563119" y="1288709"/>
                  </a:lnTo>
                  <a:lnTo>
                    <a:pt x="3556508" y="1288709"/>
                  </a:lnTo>
                  <a:lnTo>
                    <a:pt x="3549897" y="1288709"/>
                  </a:lnTo>
                  <a:lnTo>
                    <a:pt x="3543287" y="1288709"/>
                  </a:lnTo>
                  <a:lnTo>
                    <a:pt x="3536676" y="1288709"/>
                  </a:lnTo>
                  <a:lnTo>
                    <a:pt x="3530066" y="1288709"/>
                  </a:lnTo>
                  <a:lnTo>
                    <a:pt x="3523455" y="1288709"/>
                  </a:lnTo>
                  <a:lnTo>
                    <a:pt x="3516844" y="1288709"/>
                  </a:lnTo>
                  <a:lnTo>
                    <a:pt x="3510234" y="1288709"/>
                  </a:lnTo>
                  <a:lnTo>
                    <a:pt x="3503623" y="1288709"/>
                  </a:lnTo>
                  <a:lnTo>
                    <a:pt x="3497013" y="1288709"/>
                  </a:lnTo>
                  <a:lnTo>
                    <a:pt x="3490402" y="1288709"/>
                  </a:lnTo>
                  <a:lnTo>
                    <a:pt x="3483791" y="1288709"/>
                  </a:lnTo>
                  <a:lnTo>
                    <a:pt x="3477181" y="1288709"/>
                  </a:lnTo>
                  <a:lnTo>
                    <a:pt x="3470570" y="1288709"/>
                  </a:lnTo>
                  <a:lnTo>
                    <a:pt x="3463959" y="1288709"/>
                  </a:lnTo>
                  <a:lnTo>
                    <a:pt x="3457349" y="1288709"/>
                  </a:lnTo>
                  <a:lnTo>
                    <a:pt x="3450738" y="1288709"/>
                  </a:lnTo>
                  <a:lnTo>
                    <a:pt x="3444128" y="1288709"/>
                  </a:lnTo>
                  <a:lnTo>
                    <a:pt x="3437517" y="1288709"/>
                  </a:lnTo>
                  <a:lnTo>
                    <a:pt x="3430906" y="1288709"/>
                  </a:lnTo>
                  <a:lnTo>
                    <a:pt x="3424296" y="1288709"/>
                  </a:lnTo>
                  <a:lnTo>
                    <a:pt x="3417685" y="1288709"/>
                  </a:lnTo>
                  <a:lnTo>
                    <a:pt x="3411075" y="1288709"/>
                  </a:lnTo>
                  <a:lnTo>
                    <a:pt x="3404464" y="1288709"/>
                  </a:lnTo>
                  <a:lnTo>
                    <a:pt x="3397853" y="1288709"/>
                  </a:lnTo>
                  <a:lnTo>
                    <a:pt x="3391243" y="1288709"/>
                  </a:lnTo>
                  <a:lnTo>
                    <a:pt x="3384632" y="1288709"/>
                  </a:lnTo>
                  <a:lnTo>
                    <a:pt x="3378022" y="1288709"/>
                  </a:lnTo>
                  <a:lnTo>
                    <a:pt x="3371411" y="1288709"/>
                  </a:lnTo>
                  <a:lnTo>
                    <a:pt x="3364800" y="1288709"/>
                  </a:lnTo>
                  <a:lnTo>
                    <a:pt x="3358190" y="1288709"/>
                  </a:lnTo>
                  <a:lnTo>
                    <a:pt x="3351579" y="1288709"/>
                  </a:lnTo>
                  <a:lnTo>
                    <a:pt x="3344968" y="1288709"/>
                  </a:lnTo>
                  <a:lnTo>
                    <a:pt x="3338358" y="1288709"/>
                  </a:lnTo>
                  <a:lnTo>
                    <a:pt x="3331747" y="1288709"/>
                  </a:lnTo>
                  <a:lnTo>
                    <a:pt x="3325137" y="1288709"/>
                  </a:lnTo>
                  <a:lnTo>
                    <a:pt x="3318526" y="1288709"/>
                  </a:lnTo>
                  <a:lnTo>
                    <a:pt x="3311915" y="1288709"/>
                  </a:lnTo>
                  <a:lnTo>
                    <a:pt x="3305305" y="1288709"/>
                  </a:lnTo>
                  <a:lnTo>
                    <a:pt x="3298694" y="1288709"/>
                  </a:lnTo>
                  <a:lnTo>
                    <a:pt x="3292084" y="1288709"/>
                  </a:lnTo>
                  <a:lnTo>
                    <a:pt x="3285473" y="1288709"/>
                  </a:lnTo>
                  <a:lnTo>
                    <a:pt x="3278862" y="1288709"/>
                  </a:lnTo>
                  <a:lnTo>
                    <a:pt x="3272252" y="1288709"/>
                  </a:lnTo>
                  <a:lnTo>
                    <a:pt x="3265641" y="1288709"/>
                  </a:lnTo>
                  <a:lnTo>
                    <a:pt x="3259031" y="1288709"/>
                  </a:lnTo>
                  <a:lnTo>
                    <a:pt x="3252420" y="1288709"/>
                  </a:lnTo>
                  <a:lnTo>
                    <a:pt x="3245809" y="1288709"/>
                  </a:lnTo>
                  <a:lnTo>
                    <a:pt x="3239199" y="1288709"/>
                  </a:lnTo>
                  <a:lnTo>
                    <a:pt x="3232588" y="1288709"/>
                  </a:lnTo>
                  <a:lnTo>
                    <a:pt x="3225977" y="1288709"/>
                  </a:lnTo>
                  <a:lnTo>
                    <a:pt x="3219367" y="1288709"/>
                  </a:lnTo>
                  <a:lnTo>
                    <a:pt x="3212756" y="1288709"/>
                  </a:lnTo>
                  <a:lnTo>
                    <a:pt x="3206146" y="1288709"/>
                  </a:lnTo>
                  <a:lnTo>
                    <a:pt x="3199535" y="1288709"/>
                  </a:lnTo>
                  <a:lnTo>
                    <a:pt x="3192924" y="1288709"/>
                  </a:lnTo>
                  <a:lnTo>
                    <a:pt x="3186314" y="1288709"/>
                  </a:lnTo>
                  <a:lnTo>
                    <a:pt x="3179703" y="1288709"/>
                  </a:lnTo>
                  <a:lnTo>
                    <a:pt x="3173093" y="1288709"/>
                  </a:lnTo>
                  <a:lnTo>
                    <a:pt x="3166482" y="1288709"/>
                  </a:lnTo>
                  <a:lnTo>
                    <a:pt x="3159871" y="1288709"/>
                  </a:lnTo>
                  <a:lnTo>
                    <a:pt x="3153261" y="1288709"/>
                  </a:lnTo>
                  <a:lnTo>
                    <a:pt x="3146650" y="1288709"/>
                  </a:lnTo>
                  <a:lnTo>
                    <a:pt x="3140040" y="1288709"/>
                  </a:lnTo>
                  <a:lnTo>
                    <a:pt x="3133429" y="1288709"/>
                  </a:lnTo>
                  <a:lnTo>
                    <a:pt x="3126818" y="1288709"/>
                  </a:lnTo>
                  <a:lnTo>
                    <a:pt x="3120208" y="1288709"/>
                  </a:lnTo>
                  <a:lnTo>
                    <a:pt x="3113597" y="1288709"/>
                  </a:lnTo>
                  <a:lnTo>
                    <a:pt x="3106986" y="1288709"/>
                  </a:lnTo>
                  <a:lnTo>
                    <a:pt x="3100376" y="1288709"/>
                  </a:lnTo>
                  <a:lnTo>
                    <a:pt x="3093765" y="1288709"/>
                  </a:lnTo>
                  <a:lnTo>
                    <a:pt x="3087155" y="1288709"/>
                  </a:lnTo>
                  <a:lnTo>
                    <a:pt x="3080544" y="1288709"/>
                  </a:lnTo>
                  <a:lnTo>
                    <a:pt x="3073933" y="1288709"/>
                  </a:lnTo>
                  <a:lnTo>
                    <a:pt x="3067323" y="1288709"/>
                  </a:lnTo>
                  <a:lnTo>
                    <a:pt x="3060712" y="1288709"/>
                  </a:lnTo>
                  <a:lnTo>
                    <a:pt x="3054102" y="1288709"/>
                  </a:lnTo>
                  <a:lnTo>
                    <a:pt x="3047491" y="1288709"/>
                  </a:lnTo>
                  <a:lnTo>
                    <a:pt x="3040880" y="1288709"/>
                  </a:lnTo>
                  <a:lnTo>
                    <a:pt x="3034270" y="1288709"/>
                  </a:lnTo>
                  <a:lnTo>
                    <a:pt x="3027659" y="1288709"/>
                  </a:lnTo>
                  <a:lnTo>
                    <a:pt x="3021049" y="1288709"/>
                  </a:lnTo>
                  <a:lnTo>
                    <a:pt x="3014438" y="1288709"/>
                  </a:lnTo>
                  <a:lnTo>
                    <a:pt x="3007827" y="1288709"/>
                  </a:lnTo>
                  <a:lnTo>
                    <a:pt x="3001217" y="1288709"/>
                  </a:lnTo>
                  <a:lnTo>
                    <a:pt x="2994606" y="1288709"/>
                  </a:lnTo>
                  <a:lnTo>
                    <a:pt x="2987995" y="1288709"/>
                  </a:lnTo>
                  <a:lnTo>
                    <a:pt x="2981385" y="1288709"/>
                  </a:lnTo>
                  <a:lnTo>
                    <a:pt x="2974774" y="1288709"/>
                  </a:lnTo>
                  <a:lnTo>
                    <a:pt x="2968164" y="1288709"/>
                  </a:lnTo>
                  <a:lnTo>
                    <a:pt x="2961553" y="1288709"/>
                  </a:lnTo>
                  <a:lnTo>
                    <a:pt x="2954942" y="1288709"/>
                  </a:lnTo>
                  <a:lnTo>
                    <a:pt x="2948332" y="1288709"/>
                  </a:lnTo>
                  <a:lnTo>
                    <a:pt x="2941721" y="1288709"/>
                  </a:lnTo>
                  <a:lnTo>
                    <a:pt x="2935111" y="1288709"/>
                  </a:lnTo>
                  <a:lnTo>
                    <a:pt x="2928500" y="1288709"/>
                  </a:lnTo>
                  <a:lnTo>
                    <a:pt x="2921889" y="1288709"/>
                  </a:lnTo>
                  <a:lnTo>
                    <a:pt x="2915279" y="1288709"/>
                  </a:lnTo>
                  <a:lnTo>
                    <a:pt x="2908668" y="1288709"/>
                  </a:lnTo>
                  <a:lnTo>
                    <a:pt x="2902058" y="1288709"/>
                  </a:lnTo>
                  <a:lnTo>
                    <a:pt x="2895447" y="1288709"/>
                  </a:lnTo>
                  <a:lnTo>
                    <a:pt x="2888836" y="1288709"/>
                  </a:lnTo>
                  <a:lnTo>
                    <a:pt x="2882226" y="1288709"/>
                  </a:lnTo>
                  <a:lnTo>
                    <a:pt x="2875615" y="1288709"/>
                  </a:lnTo>
                  <a:lnTo>
                    <a:pt x="2869005" y="1288709"/>
                  </a:lnTo>
                  <a:lnTo>
                    <a:pt x="2862394" y="1288709"/>
                  </a:lnTo>
                  <a:lnTo>
                    <a:pt x="2855783" y="1288709"/>
                  </a:lnTo>
                  <a:lnTo>
                    <a:pt x="2849173" y="1288709"/>
                  </a:lnTo>
                  <a:lnTo>
                    <a:pt x="2842562" y="1288709"/>
                  </a:lnTo>
                  <a:lnTo>
                    <a:pt x="2835951" y="1288709"/>
                  </a:lnTo>
                  <a:lnTo>
                    <a:pt x="2829341" y="1288709"/>
                  </a:lnTo>
                  <a:lnTo>
                    <a:pt x="2822730" y="1288709"/>
                  </a:lnTo>
                  <a:lnTo>
                    <a:pt x="2816120" y="1288709"/>
                  </a:lnTo>
                  <a:lnTo>
                    <a:pt x="2809509" y="1288709"/>
                  </a:lnTo>
                  <a:lnTo>
                    <a:pt x="2802898" y="1288709"/>
                  </a:lnTo>
                  <a:lnTo>
                    <a:pt x="2796288" y="1288709"/>
                  </a:lnTo>
                  <a:lnTo>
                    <a:pt x="2789677" y="1288709"/>
                  </a:lnTo>
                  <a:lnTo>
                    <a:pt x="2783067" y="1288709"/>
                  </a:lnTo>
                  <a:lnTo>
                    <a:pt x="2776456" y="1288709"/>
                  </a:lnTo>
                  <a:lnTo>
                    <a:pt x="2769845" y="1288709"/>
                  </a:lnTo>
                  <a:lnTo>
                    <a:pt x="2763235" y="1288709"/>
                  </a:lnTo>
                  <a:lnTo>
                    <a:pt x="2756624" y="1288709"/>
                  </a:lnTo>
                  <a:lnTo>
                    <a:pt x="2750014" y="1288709"/>
                  </a:lnTo>
                  <a:lnTo>
                    <a:pt x="2743403" y="1288709"/>
                  </a:lnTo>
                  <a:lnTo>
                    <a:pt x="2736792" y="1288709"/>
                  </a:lnTo>
                  <a:lnTo>
                    <a:pt x="2730182" y="1288709"/>
                  </a:lnTo>
                  <a:lnTo>
                    <a:pt x="2723571" y="1288709"/>
                  </a:lnTo>
                  <a:lnTo>
                    <a:pt x="2716960" y="1288709"/>
                  </a:lnTo>
                  <a:lnTo>
                    <a:pt x="2710350" y="1288709"/>
                  </a:lnTo>
                  <a:lnTo>
                    <a:pt x="2703739" y="1288709"/>
                  </a:lnTo>
                  <a:lnTo>
                    <a:pt x="2697129" y="1288709"/>
                  </a:lnTo>
                  <a:lnTo>
                    <a:pt x="2690518" y="1288709"/>
                  </a:lnTo>
                  <a:lnTo>
                    <a:pt x="2683907" y="1288709"/>
                  </a:lnTo>
                  <a:lnTo>
                    <a:pt x="2677297" y="1288709"/>
                  </a:lnTo>
                  <a:lnTo>
                    <a:pt x="2670686" y="1288709"/>
                  </a:lnTo>
                  <a:lnTo>
                    <a:pt x="2664076" y="1288709"/>
                  </a:lnTo>
                  <a:lnTo>
                    <a:pt x="2657465" y="1288709"/>
                  </a:lnTo>
                  <a:lnTo>
                    <a:pt x="2650854" y="1288709"/>
                  </a:lnTo>
                  <a:lnTo>
                    <a:pt x="2644244" y="1288709"/>
                  </a:lnTo>
                  <a:lnTo>
                    <a:pt x="2637633" y="1288709"/>
                  </a:lnTo>
                  <a:lnTo>
                    <a:pt x="2631023" y="1288709"/>
                  </a:lnTo>
                  <a:lnTo>
                    <a:pt x="2624412" y="1288709"/>
                  </a:lnTo>
                  <a:lnTo>
                    <a:pt x="2617801" y="1288709"/>
                  </a:lnTo>
                  <a:lnTo>
                    <a:pt x="2611191" y="1288709"/>
                  </a:lnTo>
                  <a:lnTo>
                    <a:pt x="2604580" y="1288709"/>
                  </a:lnTo>
                  <a:lnTo>
                    <a:pt x="2597969" y="1288709"/>
                  </a:lnTo>
                  <a:lnTo>
                    <a:pt x="2591359" y="1288709"/>
                  </a:lnTo>
                  <a:lnTo>
                    <a:pt x="2584748" y="1288709"/>
                  </a:lnTo>
                  <a:lnTo>
                    <a:pt x="2578138" y="1288709"/>
                  </a:lnTo>
                  <a:lnTo>
                    <a:pt x="2571527" y="1288709"/>
                  </a:lnTo>
                  <a:lnTo>
                    <a:pt x="2564916" y="1288709"/>
                  </a:lnTo>
                  <a:lnTo>
                    <a:pt x="2558306" y="1288709"/>
                  </a:lnTo>
                  <a:lnTo>
                    <a:pt x="2551695" y="1288709"/>
                  </a:lnTo>
                  <a:lnTo>
                    <a:pt x="2545085" y="1288709"/>
                  </a:lnTo>
                  <a:lnTo>
                    <a:pt x="2538474" y="1288709"/>
                  </a:lnTo>
                  <a:lnTo>
                    <a:pt x="2531863" y="1288709"/>
                  </a:lnTo>
                  <a:lnTo>
                    <a:pt x="2525253" y="1288709"/>
                  </a:lnTo>
                  <a:lnTo>
                    <a:pt x="2518642" y="1288709"/>
                  </a:lnTo>
                  <a:lnTo>
                    <a:pt x="2512032" y="1288709"/>
                  </a:lnTo>
                  <a:lnTo>
                    <a:pt x="2505421" y="1288709"/>
                  </a:lnTo>
                  <a:lnTo>
                    <a:pt x="2498810" y="1288709"/>
                  </a:lnTo>
                  <a:lnTo>
                    <a:pt x="2492200" y="1288709"/>
                  </a:lnTo>
                  <a:lnTo>
                    <a:pt x="2485589" y="1288709"/>
                  </a:lnTo>
                  <a:lnTo>
                    <a:pt x="2478978" y="1288709"/>
                  </a:lnTo>
                  <a:lnTo>
                    <a:pt x="2472368" y="1288709"/>
                  </a:lnTo>
                  <a:lnTo>
                    <a:pt x="2465757" y="1288709"/>
                  </a:lnTo>
                  <a:lnTo>
                    <a:pt x="2459147" y="1288709"/>
                  </a:lnTo>
                  <a:lnTo>
                    <a:pt x="2452536" y="1288709"/>
                  </a:lnTo>
                  <a:lnTo>
                    <a:pt x="2445925" y="1288709"/>
                  </a:lnTo>
                  <a:lnTo>
                    <a:pt x="2439315" y="1288709"/>
                  </a:lnTo>
                  <a:lnTo>
                    <a:pt x="2432704" y="1288709"/>
                  </a:lnTo>
                  <a:lnTo>
                    <a:pt x="2426094" y="1288709"/>
                  </a:lnTo>
                  <a:lnTo>
                    <a:pt x="2419483" y="1288709"/>
                  </a:lnTo>
                  <a:lnTo>
                    <a:pt x="2412872" y="1288709"/>
                  </a:lnTo>
                  <a:lnTo>
                    <a:pt x="2406262" y="1288709"/>
                  </a:lnTo>
                  <a:lnTo>
                    <a:pt x="2399651" y="1288709"/>
                  </a:lnTo>
                  <a:lnTo>
                    <a:pt x="2393041" y="1288709"/>
                  </a:lnTo>
                  <a:lnTo>
                    <a:pt x="2386430" y="1288709"/>
                  </a:lnTo>
                  <a:lnTo>
                    <a:pt x="2379819" y="1288709"/>
                  </a:lnTo>
                  <a:lnTo>
                    <a:pt x="2373209" y="1288709"/>
                  </a:lnTo>
                  <a:lnTo>
                    <a:pt x="2366598" y="1288709"/>
                  </a:lnTo>
                  <a:lnTo>
                    <a:pt x="2359987" y="1288709"/>
                  </a:lnTo>
                  <a:lnTo>
                    <a:pt x="2353377" y="1288709"/>
                  </a:lnTo>
                  <a:lnTo>
                    <a:pt x="2346766" y="1288709"/>
                  </a:lnTo>
                  <a:lnTo>
                    <a:pt x="2340156" y="1288709"/>
                  </a:lnTo>
                  <a:lnTo>
                    <a:pt x="2333545" y="1288709"/>
                  </a:lnTo>
                  <a:lnTo>
                    <a:pt x="2326934" y="1288709"/>
                  </a:lnTo>
                  <a:lnTo>
                    <a:pt x="2320324" y="1288709"/>
                  </a:lnTo>
                  <a:lnTo>
                    <a:pt x="2313713" y="1288709"/>
                  </a:lnTo>
                  <a:lnTo>
                    <a:pt x="2307103" y="1288709"/>
                  </a:lnTo>
                  <a:lnTo>
                    <a:pt x="2300492" y="1288709"/>
                  </a:lnTo>
                  <a:lnTo>
                    <a:pt x="2293881" y="1288709"/>
                  </a:lnTo>
                  <a:lnTo>
                    <a:pt x="2287271" y="1288709"/>
                  </a:lnTo>
                  <a:lnTo>
                    <a:pt x="2280660" y="1288709"/>
                  </a:lnTo>
                  <a:lnTo>
                    <a:pt x="2274050" y="1288709"/>
                  </a:lnTo>
                  <a:lnTo>
                    <a:pt x="2267439" y="1288709"/>
                  </a:lnTo>
                  <a:lnTo>
                    <a:pt x="2260828" y="1288709"/>
                  </a:lnTo>
                  <a:lnTo>
                    <a:pt x="2254218" y="1288709"/>
                  </a:lnTo>
                  <a:lnTo>
                    <a:pt x="2247607" y="1288709"/>
                  </a:lnTo>
                  <a:lnTo>
                    <a:pt x="2240996" y="1288709"/>
                  </a:lnTo>
                  <a:lnTo>
                    <a:pt x="2234386" y="1288709"/>
                  </a:lnTo>
                  <a:lnTo>
                    <a:pt x="2227775" y="1288709"/>
                  </a:lnTo>
                  <a:lnTo>
                    <a:pt x="2221165" y="1288709"/>
                  </a:lnTo>
                  <a:lnTo>
                    <a:pt x="2214554" y="1288709"/>
                  </a:lnTo>
                  <a:lnTo>
                    <a:pt x="2207943" y="1288709"/>
                  </a:lnTo>
                  <a:lnTo>
                    <a:pt x="2201333" y="1288709"/>
                  </a:lnTo>
                  <a:lnTo>
                    <a:pt x="2194722" y="1288709"/>
                  </a:lnTo>
                  <a:lnTo>
                    <a:pt x="2188112" y="1288709"/>
                  </a:lnTo>
                  <a:lnTo>
                    <a:pt x="2181501" y="1288709"/>
                  </a:lnTo>
                  <a:lnTo>
                    <a:pt x="2174890" y="1288709"/>
                  </a:lnTo>
                  <a:lnTo>
                    <a:pt x="2168280" y="1288709"/>
                  </a:lnTo>
                  <a:lnTo>
                    <a:pt x="2161669" y="1288709"/>
                  </a:lnTo>
                  <a:lnTo>
                    <a:pt x="2155059" y="1288709"/>
                  </a:lnTo>
                  <a:lnTo>
                    <a:pt x="2148448" y="1288709"/>
                  </a:lnTo>
                  <a:lnTo>
                    <a:pt x="2141837" y="1288709"/>
                  </a:lnTo>
                  <a:lnTo>
                    <a:pt x="2135227" y="1288709"/>
                  </a:lnTo>
                  <a:lnTo>
                    <a:pt x="2128616" y="1288709"/>
                  </a:lnTo>
                  <a:lnTo>
                    <a:pt x="2122006" y="1288709"/>
                  </a:lnTo>
                  <a:lnTo>
                    <a:pt x="2115395" y="1288709"/>
                  </a:lnTo>
                  <a:lnTo>
                    <a:pt x="2108784" y="1288709"/>
                  </a:lnTo>
                  <a:lnTo>
                    <a:pt x="2102174" y="1288709"/>
                  </a:lnTo>
                  <a:lnTo>
                    <a:pt x="2095563" y="1288709"/>
                  </a:lnTo>
                  <a:lnTo>
                    <a:pt x="2088952" y="1288709"/>
                  </a:lnTo>
                  <a:lnTo>
                    <a:pt x="2082342" y="1288709"/>
                  </a:lnTo>
                  <a:lnTo>
                    <a:pt x="2075731" y="1288709"/>
                  </a:lnTo>
                  <a:lnTo>
                    <a:pt x="2069121" y="1288709"/>
                  </a:lnTo>
                  <a:lnTo>
                    <a:pt x="2062510" y="1288709"/>
                  </a:lnTo>
                  <a:lnTo>
                    <a:pt x="2055899" y="1288709"/>
                  </a:lnTo>
                  <a:lnTo>
                    <a:pt x="2049289" y="1288709"/>
                  </a:lnTo>
                  <a:lnTo>
                    <a:pt x="2042678" y="1288709"/>
                  </a:lnTo>
                  <a:lnTo>
                    <a:pt x="2036068" y="1288709"/>
                  </a:lnTo>
                  <a:lnTo>
                    <a:pt x="2029457" y="1288709"/>
                  </a:lnTo>
                  <a:lnTo>
                    <a:pt x="2022846" y="1288709"/>
                  </a:lnTo>
                  <a:lnTo>
                    <a:pt x="2016236" y="1288709"/>
                  </a:lnTo>
                  <a:lnTo>
                    <a:pt x="2009625" y="1288709"/>
                  </a:lnTo>
                  <a:lnTo>
                    <a:pt x="2003015" y="1288709"/>
                  </a:lnTo>
                  <a:lnTo>
                    <a:pt x="1996404" y="1288709"/>
                  </a:lnTo>
                  <a:lnTo>
                    <a:pt x="1989793" y="1288709"/>
                  </a:lnTo>
                  <a:lnTo>
                    <a:pt x="1983183" y="1288709"/>
                  </a:lnTo>
                  <a:lnTo>
                    <a:pt x="1976572" y="1288709"/>
                  </a:lnTo>
                  <a:lnTo>
                    <a:pt x="1969961" y="1288709"/>
                  </a:lnTo>
                  <a:lnTo>
                    <a:pt x="1963351" y="1288709"/>
                  </a:lnTo>
                  <a:lnTo>
                    <a:pt x="1956740" y="1288709"/>
                  </a:lnTo>
                  <a:lnTo>
                    <a:pt x="1950130" y="1288709"/>
                  </a:lnTo>
                  <a:lnTo>
                    <a:pt x="1943519" y="1288709"/>
                  </a:lnTo>
                  <a:lnTo>
                    <a:pt x="1936908" y="1288709"/>
                  </a:lnTo>
                  <a:lnTo>
                    <a:pt x="1930298" y="1288709"/>
                  </a:lnTo>
                  <a:lnTo>
                    <a:pt x="1923687" y="1288709"/>
                  </a:lnTo>
                  <a:lnTo>
                    <a:pt x="1917077" y="1288709"/>
                  </a:lnTo>
                  <a:lnTo>
                    <a:pt x="1910466" y="1288709"/>
                  </a:lnTo>
                  <a:lnTo>
                    <a:pt x="1903855" y="1288709"/>
                  </a:lnTo>
                  <a:lnTo>
                    <a:pt x="1897245" y="1288709"/>
                  </a:lnTo>
                  <a:lnTo>
                    <a:pt x="1890634" y="1288709"/>
                  </a:lnTo>
                  <a:lnTo>
                    <a:pt x="1884024" y="1288709"/>
                  </a:lnTo>
                  <a:lnTo>
                    <a:pt x="1877413" y="1288709"/>
                  </a:lnTo>
                  <a:lnTo>
                    <a:pt x="1870802" y="1288709"/>
                  </a:lnTo>
                  <a:lnTo>
                    <a:pt x="1864192" y="1288709"/>
                  </a:lnTo>
                  <a:lnTo>
                    <a:pt x="1857581" y="1288709"/>
                  </a:lnTo>
                  <a:lnTo>
                    <a:pt x="1850970" y="1288709"/>
                  </a:lnTo>
                  <a:lnTo>
                    <a:pt x="1844360" y="1288709"/>
                  </a:lnTo>
                  <a:lnTo>
                    <a:pt x="1837749" y="1288709"/>
                  </a:lnTo>
                  <a:lnTo>
                    <a:pt x="1831139" y="1288709"/>
                  </a:lnTo>
                  <a:lnTo>
                    <a:pt x="1824528" y="1288709"/>
                  </a:lnTo>
                  <a:lnTo>
                    <a:pt x="1817917" y="1288709"/>
                  </a:lnTo>
                  <a:lnTo>
                    <a:pt x="1811307" y="1288709"/>
                  </a:lnTo>
                  <a:lnTo>
                    <a:pt x="1804696" y="1288709"/>
                  </a:lnTo>
                  <a:lnTo>
                    <a:pt x="1798086" y="1288709"/>
                  </a:lnTo>
                  <a:lnTo>
                    <a:pt x="1791475" y="1288709"/>
                  </a:lnTo>
                  <a:lnTo>
                    <a:pt x="1784864" y="1288709"/>
                  </a:lnTo>
                  <a:lnTo>
                    <a:pt x="1778254" y="1288709"/>
                  </a:lnTo>
                  <a:lnTo>
                    <a:pt x="1771643" y="1288709"/>
                  </a:lnTo>
                  <a:lnTo>
                    <a:pt x="1765033" y="1288709"/>
                  </a:lnTo>
                  <a:lnTo>
                    <a:pt x="1758422" y="1288709"/>
                  </a:lnTo>
                  <a:lnTo>
                    <a:pt x="1751811" y="1288709"/>
                  </a:lnTo>
                  <a:lnTo>
                    <a:pt x="1745201" y="1288709"/>
                  </a:lnTo>
                  <a:lnTo>
                    <a:pt x="1738590" y="1288709"/>
                  </a:lnTo>
                  <a:lnTo>
                    <a:pt x="1731979" y="1288709"/>
                  </a:lnTo>
                  <a:lnTo>
                    <a:pt x="1725369" y="1288709"/>
                  </a:lnTo>
                  <a:lnTo>
                    <a:pt x="1718758" y="1288709"/>
                  </a:lnTo>
                  <a:lnTo>
                    <a:pt x="1712148" y="1288709"/>
                  </a:lnTo>
                  <a:lnTo>
                    <a:pt x="1705537" y="1288709"/>
                  </a:lnTo>
                  <a:lnTo>
                    <a:pt x="1698926" y="1288709"/>
                  </a:lnTo>
                  <a:lnTo>
                    <a:pt x="1692316" y="1288709"/>
                  </a:lnTo>
                  <a:lnTo>
                    <a:pt x="1685705" y="1288709"/>
                  </a:lnTo>
                  <a:lnTo>
                    <a:pt x="1679095" y="1288709"/>
                  </a:lnTo>
                  <a:lnTo>
                    <a:pt x="1672484" y="1288709"/>
                  </a:lnTo>
                  <a:lnTo>
                    <a:pt x="1665873" y="1288709"/>
                  </a:lnTo>
                  <a:lnTo>
                    <a:pt x="1659263" y="1288709"/>
                  </a:lnTo>
                  <a:lnTo>
                    <a:pt x="1652652" y="1288709"/>
                  </a:lnTo>
                  <a:lnTo>
                    <a:pt x="1646042" y="1288709"/>
                  </a:lnTo>
                  <a:lnTo>
                    <a:pt x="1639431" y="1288709"/>
                  </a:lnTo>
                  <a:lnTo>
                    <a:pt x="1632820" y="1288709"/>
                  </a:lnTo>
                  <a:lnTo>
                    <a:pt x="1626210" y="1288709"/>
                  </a:lnTo>
                  <a:lnTo>
                    <a:pt x="1619599" y="1288709"/>
                  </a:lnTo>
                  <a:lnTo>
                    <a:pt x="1612988" y="1288709"/>
                  </a:lnTo>
                  <a:lnTo>
                    <a:pt x="1606378" y="1288709"/>
                  </a:lnTo>
                  <a:lnTo>
                    <a:pt x="1599767" y="1288709"/>
                  </a:lnTo>
                  <a:lnTo>
                    <a:pt x="1593157" y="1288709"/>
                  </a:lnTo>
                  <a:lnTo>
                    <a:pt x="1586546" y="1288709"/>
                  </a:lnTo>
                  <a:lnTo>
                    <a:pt x="1579935" y="1288709"/>
                  </a:lnTo>
                  <a:lnTo>
                    <a:pt x="1573325" y="1288709"/>
                  </a:lnTo>
                  <a:lnTo>
                    <a:pt x="1566714" y="1288709"/>
                  </a:lnTo>
                  <a:lnTo>
                    <a:pt x="1560104" y="1288709"/>
                  </a:lnTo>
                  <a:lnTo>
                    <a:pt x="1553493" y="1288709"/>
                  </a:lnTo>
                  <a:lnTo>
                    <a:pt x="1546882" y="1288709"/>
                  </a:lnTo>
                  <a:lnTo>
                    <a:pt x="1540272" y="1288709"/>
                  </a:lnTo>
                  <a:lnTo>
                    <a:pt x="1533661" y="1288709"/>
                  </a:lnTo>
                  <a:lnTo>
                    <a:pt x="1527051" y="1288709"/>
                  </a:lnTo>
                  <a:lnTo>
                    <a:pt x="1520440" y="1288709"/>
                  </a:lnTo>
                  <a:lnTo>
                    <a:pt x="1513829" y="1288709"/>
                  </a:lnTo>
                  <a:lnTo>
                    <a:pt x="1507219" y="1288709"/>
                  </a:lnTo>
                  <a:lnTo>
                    <a:pt x="1500608" y="1288709"/>
                  </a:lnTo>
                  <a:lnTo>
                    <a:pt x="1493997" y="1288709"/>
                  </a:lnTo>
                  <a:lnTo>
                    <a:pt x="1487387" y="1288709"/>
                  </a:lnTo>
                  <a:lnTo>
                    <a:pt x="1480776" y="1288709"/>
                  </a:lnTo>
                  <a:lnTo>
                    <a:pt x="1474166" y="1288709"/>
                  </a:lnTo>
                  <a:lnTo>
                    <a:pt x="1467555" y="1288709"/>
                  </a:lnTo>
                  <a:lnTo>
                    <a:pt x="1460944" y="1288709"/>
                  </a:lnTo>
                  <a:lnTo>
                    <a:pt x="1454334" y="1288709"/>
                  </a:lnTo>
                  <a:lnTo>
                    <a:pt x="1447723" y="1288709"/>
                  </a:lnTo>
                  <a:lnTo>
                    <a:pt x="1441113" y="1288709"/>
                  </a:lnTo>
                  <a:lnTo>
                    <a:pt x="1434502" y="1288709"/>
                  </a:lnTo>
                  <a:lnTo>
                    <a:pt x="1427891" y="1288709"/>
                  </a:lnTo>
                  <a:lnTo>
                    <a:pt x="1421281" y="1288709"/>
                  </a:lnTo>
                  <a:lnTo>
                    <a:pt x="1414670" y="1288709"/>
                  </a:lnTo>
                  <a:lnTo>
                    <a:pt x="1408060" y="1288709"/>
                  </a:lnTo>
                  <a:lnTo>
                    <a:pt x="1401449" y="1288709"/>
                  </a:lnTo>
                  <a:lnTo>
                    <a:pt x="1394838" y="1288709"/>
                  </a:lnTo>
                  <a:lnTo>
                    <a:pt x="1388228" y="1288709"/>
                  </a:lnTo>
                  <a:lnTo>
                    <a:pt x="1381617" y="1288709"/>
                  </a:lnTo>
                  <a:lnTo>
                    <a:pt x="1375007" y="1288709"/>
                  </a:lnTo>
                  <a:lnTo>
                    <a:pt x="1368396" y="1288709"/>
                  </a:lnTo>
                  <a:lnTo>
                    <a:pt x="1361785" y="1288709"/>
                  </a:lnTo>
                  <a:lnTo>
                    <a:pt x="1355175" y="1288709"/>
                  </a:lnTo>
                  <a:lnTo>
                    <a:pt x="1348564" y="1288709"/>
                  </a:lnTo>
                  <a:lnTo>
                    <a:pt x="1341953" y="1288709"/>
                  </a:lnTo>
                  <a:lnTo>
                    <a:pt x="1335343" y="1288709"/>
                  </a:lnTo>
                  <a:lnTo>
                    <a:pt x="1328732" y="1288709"/>
                  </a:lnTo>
                  <a:lnTo>
                    <a:pt x="1322122" y="1288709"/>
                  </a:lnTo>
                  <a:lnTo>
                    <a:pt x="1315511" y="1288709"/>
                  </a:lnTo>
                  <a:lnTo>
                    <a:pt x="1308900" y="1288709"/>
                  </a:lnTo>
                  <a:lnTo>
                    <a:pt x="1302290" y="1288709"/>
                  </a:lnTo>
                  <a:lnTo>
                    <a:pt x="1295679" y="1288709"/>
                  </a:lnTo>
                  <a:lnTo>
                    <a:pt x="1289069" y="1288709"/>
                  </a:lnTo>
                  <a:lnTo>
                    <a:pt x="1282458" y="1288709"/>
                  </a:lnTo>
                  <a:lnTo>
                    <a:pt x="1275847" y="1288709"/>
                  </a:lnTo>
                  <a:lnTo>
                    <a:pt x="1269237" y="1288709"/>
                  </a:lnTo>
                  <a:lnTo>
                    <a:pt x="1262626" y="1288709"/>
                  </a:lnTo>
                  <a:lnTo>
                    <a:pt x="1256016" y="1288709"/>
                  </a:lnTo>
                  <a:lnTo>
                    <a:pt x="1249405" y="1288709"/>
                  </a:lnTo>
                  <a:lnTo>
                    <a:pt x="1242794" y="1288709"/>
                  </a:lnTo>
                  <a:lnTo>
                    <a:pt x="1236184" y="1288709"/>
                  </a:lnTo>
                  <a:lnTo>
                    <a:pt x="1229573" y="1288709"/>
                  </a:lnTo>
                  <a:lnTo>
                    <a:pt x="1222962" y="1288709"/>
                  </a:lnTo>
                  <a:lnTo>
                    <a:pt x="1216352" y="1288709"/>
                  </a:lnTo>
                  <a:lnTo>
                    <a:pt x="1209741" y="1288709"/>
                  </a:lnTo>
                  <a:lnTo>
                    <a:pt x="1203131" y="1288709"/>
                  </a:lnTo>
                  <a:lnTo>
                    <a:pt x="1196520" y="1288709"/>
                  </a:lnTo>
                  <a:lnTo>
                    <a:pt x="1189909" y="1288709"/>
                  </a:lnTo>
                  <a:lnTo>
                    <a:pt x="1183299" y="1288709"/>
                  </a:lnTo>
                  <a:lnTo>
                    <a:pt x="1176688" y="1288709"/>
                  </a:lnTo>
                  <a:lnTo>
                    <a:pt x="1170078" y="1288709"/>
                  </a:lnTo>
                  <a:lnTo>
                    <a:pt x="1163467" y="1288709"/>
                  </a:lnTo>
                  <a:lnTo>
                    <a:pt x="1156856" y="1288709"/>
                  </a:lnTo>
                  <a:lnTo>
                    <a:pt x="1150246" y="1288709"/>
                  </a:lnTo>
                  <a:lnTo>
                    <a:pt x="1143635" y="1288709"/>
                  </a:lnTo>
                  <a:lnTo>
                    <a:pt x="1137025" y="1288709"/>
                  </a:lnTo>
                  <a:lnTo>
                    <a:pt x="1130414" y="1288709"/>
                  </a:lnTo>
                  <a:lnTo>
                    <a:pt x="1123803" y="1288709"/>
                  </a:lnTo>
                  <a:lnTo>
                    <a:pt x="1117193" y="1288709"/>
                  </a:lnTo>
                  <a:lnTo>
                    <a:pt x="1110582" y="1288709"/>
                  </a:lnTo>
                  <a:lnTo>
                    <a:pt x="1103971" y="1288709"/>
                  </a:lnTo>
                  <a:lnTo>
                    <a:pt x="1097361" y="1288709"/>
                  </a:lnTo>
                  <a:lnTo>
                    <a:pt x="1090750" y="1288709"/>
                  </a:lnTo>
                  <a:lnTo>
                    <a:pt x="1084140" y="1288709"/>
                  </a:lnTo>
                  <a:lnTo>
                    <a:pt x="1077529" y="1288709"/>
                  </a:lnTo>
                  <a:lnTo>
                    <a:pt x="1070918" y="1288709"/>
                  </a:lnTo>
                  <a:lnTo>
                    <a:pt x="1064308" y="1288709"/>
                  </a:lnTo>
                  <a:lnTo>
                    <a:pt x="1057697" y="1288709"/>
                  </a:lnTo>
                  <a:lnTo>
                    <a:pt x="1051087" y="1288709"/>
                  </a:lnTo>
                  <a:lnTo>
                    <a:pt x="1044476" y="1288709"/>
                  </a:lnTo>
                  <a:lnTo>
                    <a:pt x="1037865" y="1288709"/>
                  </a:lnTo>
                  <a:lnTo>
                    <a:pt x="1031255" y="1288709"/>
                  </a:lnTo>
                  <a:lnTo>
                    <a:pt x="1024644" y="1288709"/>
                  </a:lnTo>
                  <a:lnTo>
                    <a:pt x="1018034" y="1288709"/>
                  </a:lnTo>
                  <a:lnTo>
                    <a:pt x="1011423" y="1288709"/>
                  </a:lnTo>
                  <a:lnTo>
                    <a:pt x="1004812" y="1288709"/>
                  </a:lnTo>
                  <a:lnTo>
                    <a:pt x="998202" y="1288709"/>
                  </a:lnTo>
                  <a:lnTo>
                    <a:pt x="991591" y="1288709"/>
                  </a:lnTo>
                  <a:lnTo>
                    <a:pt x="984980" y="1288709"/>
                  </a:lnTo>
                  <a:lnTo>
                    <a:pt x="978370" y="1288709"/>
                  </a:lnTo>
                  <a:lnTo>
                    <a:pt x="971759" y="1288709"/>
                  </a:lnTo>
                  <a:lnTo>
                    <a:pt x="965149" y="1288709"/>
                  </a:lnTo>
                  <a:lnTo>
                    <a:pt x="958538" y="1288709"/>
                  </a:lnTo>
                  <a:lnTo>
                    <a:pt x="951927" y="1288709"/>
                  </a:lnTo>
                  <a:lnTo>
                    <a:pt x="945317" y="1288709"/>
                  </a:lnTo>
                  <a:lnTo>
                    <a:pt x="938706" y="1288709"/>
                  </a:lnTo>
                  <a:lnTo>
                    <a:pt x="932096" y="1288709"/>
                  </a:lnTo>
                  <a:lnTo>
                    <a:pt x="925485" y="1288709"/>
                  </a:lnTo>
                  <a:lnTo>
                    <a:pt x="918874" y="1288709"/>
                  </a:lnTo>
                  <a:lnTo>
                    <a:pt x="912264" y="1288709"/>
                  </a:lnTo>
                  <a:lnTo>
                    <a:pt x="905653" y="1288709"/>
                  </a:lnTo>
                  <a:lnTo>
                    <a:pt x="899043" y="1288709"/>
                  </a:lnTo>
                  <a:lnTo>
                    <a:pt x="892432" y="1288709"/>
                  </a:lnTo>
                  <a:lnTo>
                    <a:pt x="885821" y="1288709"/>
                  </a:lnTo>
                  <a:lnTo>
                    <a:pt x="879211" y="1288709"/>
                  </a:lnTo>
                  <a:lnTo>
                    <a:pt x="872600" y="1288709"/>
                  </a:lnTo>
                  <a:lnTo>
                    <a:pt x="865989" y="1288709"/>
                  </a:lnTo>
                  <a:lnTo>
                    <a:pt x="859379" y="1288709"/>
                  </a:lnTo>
                  <a:lnTo>
                    <a:pt x="852768" y="1288709"/>
                  </a:lnTo>
                  <a:lnTo>
                    <a:pt x="846158" y="1288709"/>
                  </a:lnTo>
                  <a:lnTo>
                    <a:pt x="839547" y="1288709"/>
                  </a:lnTo>
                  <a:lnTo>
                    <a:pt x="832936" y="1288709"/>
                  </a:lnTo>
                  <a:lnTo>
                    <a:pt x="826326" y="1288709"/>
                  </a:lnTo>
                  <a:lnTo>
                    <a:pt x="819715" y="1288709"/>
                  </a:lnTo>
                  <a:lnTo>
                    <a:pt x="813105" y="1288709"/>
                  </a:lnTo>
                  <a:lnTo>
                    <a:pt x="806494" y="1288709"/>
                  </a:lnTo>
                  <a:lnTo>
                    <a:pt x="799883" y="1288709"/>
                  </a:lnTo>
                  <a:lnTo>
                    <a:pt x="793273" y="1288709"/>
                  </a:lnTo>
                  <a:lnTo>
                    <a:pt x="786662" y="1288709"/>
                  </a:lnTo>
                  <a:lnTo>
                    <a:pt x="780052" y="1288709"/>
                  </a:lnTo>
                  <a:lnTo>
                    <a:pt x="773441" y="1288709"/>
                  </a:lnTo>
                  <a:lnTo>
                    <a:pt x="766830" y="1288709"/>
                  </a:lnTo>
                  <a:lnTo>
                    <a:pt x="760220" y="1288709"/>
                  </a:lnTo>
                  <a:lnTo>
                    <a:pt x="753609" y="1288709"/>
                  </a:lnTo>
                  <a:lnTo>
                    <a:pt x="746998" y="1288709"/>
                  </a:lnTo>
                  <a:lnTo>
                    <a:pt x="740388" y="1288709"/>
                  </a:lnTo>
                  <a:lnTo>
                    <a:pt x="733777" y="1288709"/>
                  </a:lnTo>
                  <a:lnTo>
                    <a:pt x="727167" y="1288709"/>
                  </a:lnTo>
                  <a:lnTo>
                    <a:pt x="720556" y="1288709"/>
                  </a:lnTo>
                  <a:lnTo>
                    <a:pt x="713945" y="1288709"/>
                  </a:lnTo>
                  <a:lnTo>
                    <a:pt x="707335" y="1288709"/>
                  </a:lnTo>
                  <a:lnTo>
                    <a:pt x="700724" y="1288709"/>
                  </a:lnTo>
                  <a:lnTo>
                    <a:pt x="694114" y="1288709"/>
                  </a:lnTo>
                  <a:lnTo>
                    <a:pt x="687503" y="1288709"/>
                  </a:lnTo>
                  <a:lnTo>
                    <a:pt x="680892" y="1288709"/>
                  </a:lnTo>
                  <a:lnTo>
                    <a:pt x="674282" y="1288709"/>
                  </a:lnTo>
                  <a:lnTo>
                    <a:pt x="667671" y="1288709"/>
                  </a:lnTo>
                  <a:lnTo>
                    <a:pt x="661061" y="1288709"/>
                  </a:lnTo>
                  <a:lnTo>
                    <a:pt x="654450" y="1288709"/>
                  </a:lnTo>
                  <a:lnTo>
                    <a:pt x="647839" y="1288709"/>
                  </a:lnTo>
                  <a:lnTo>
                    <a:pt x="641229" y="1288709"/>
                  </a:lnTo>
                  <a:lnTo>
                    <a:pt x="634618" y="1288709"/>
                  </a:lnTo>
                  <a:lnTo>
                    <a:pt x="628008" y="1288709"/>
                  </a:lnTo>
                  <a:lnTo>
                    <a:pt x="621397" y="1288709"/>
                  </a:lnTo>
                  <a:lnTo>
                    <a:pt x="614786" y="1288709"/>
                  </a:lnTo>
                  <a:lnTo>
                    <a:pt x="608176" y="1288709"/>
                  </a:lnTo>
                  <a:lnTo>
                    <a:pt x="601565" y="1288709"/>
                  </a:lnTo>
                  <a:lnTo>
                    <a:pt x="594954" y="1288709"/>
                  </a:lnTo>
                  <a:lnTo>
                    <a:pt x="588344" y="1288709"/>
                  </a:lnTo>
                  <a:lnTo>
                    <a:pt x="581733" y="1288709"/>
                  </a:lnTo>
                  <a:lnTo>
                    <a:pt x="575123" y="1288709"/>
                  </a:lnTo>
                  <a:lnTo>
                    <a:pt x="568512" y="1288709"/>
                  </a:lnTo>
                  <a:lnTo>
                    <a:pt x="561901" y="1288709"/>
                  </a:lnTo>
                  <a:lnTo>
                    <a:pt x="555291" y="1288709"/>
                  </a:lnTo>
                  <a:lnTo>
                    <a:pt x="548680" y="1288709"/>
                  </a:lnTo>
                  <a:lnTo>
                    <a:pt x="542070" y="1288709"/>
                  </a:lnTo>
                  <a:lnTo>
                    <a:pt x="535459" y="1288709"/>
                  </a:lnTo>
                  <a:lnTo>
                    <a:pt x="528848" y="1288709"/>
                  </a:lnTo>
                  <a:lnTo>
                    <a:pt x="522238" y="1288709"/>
                  </a:lnTo>
                  <a:lnTo>
                    <a:pt x="515627" y="1288709"/>
                  </a:lnTo>
                  <a:lnTo>
                    <a:pt x="509017" y="1288709"/>
                  </a:lnTo>
                  <a:lnTo>
                    <a:pt x="502406" y="1288709"/>
                  </a:lnTo>
                  <a:lnTo>
                    <a:pt x="495795" y="1288709"/>
                  </a:lnTo>
                  <a:lnTo>
                    <a:pt x="489185" y="1288709"/>
                  </a:lnTo>
                  <a:lnTo>
                    <a:pt x="482574" y="1288709"/>
                  </a:lnTo>
                  <a:lnTo>
                    <a:pt x="475963" y="1288709"/>
                  </a:lnTo>
                  <a:lnTo>
                    <a:pt x="469353" y="1288709"/>
                  </a:lnTo>
                  <a:lnTo>
                    <a:pt x="462742" y="1288709"/>
                  </a:lnTo>
                  <a:lnTo>
                    <a:pt x="456132" y="1288709"/>
                  </a:lnTo>
                  <a:lnTo>
                    <a:pt x="449521" y="1288709"/>
                  </a:lnTo>
                  <a:lnTo>
                    <a:pt x="442910" y="1288709"/>
                  </a:lnTo>
                  <a:lnTo>
                    <a:pt x="436300" y="1288709"/>
                  </a:lnTo>
                  <a:lnTo>
                    <a:pt x="429689" y="1288709"/>
                  </a:lnTo>
                  <a:lnTo>
                    <a:pt x="423079" y="1288709"/>
                  </a:lnTo>
                  <a:lnTo>
                    <a:pt x="416468" y="1288709"/>
                  </a:lnTo>
                  <a:lnTo>
                    <a:pt x="409857" y="1288709"/>
                  </a:lnTo>
                  <a:lnTo>
                    <a:pt x="403247" y="1288709"/>
                  </a:lnTo>
                  <a:lnTo>
                    <a:pt x="396636" y="1288709"/>
                  </a:lnTo>
                  <a:lnTo>
                    <a:pt x="390026" y="1288709"/>
                  </a:lnTo>
                  <a:lnTo>
                    <a:pt x="383415" y="1288709"/>
                  </a:lnTo>
                  <a:lnTo>
                    <a:pt x="376804" y="1288709"/>
                  </a:lnTo>
                  <a:lnTo>
                    <a:pt x="370194" y="1288709"/>
                  </a:lnTo>
                  <a:lnTo>
                    <a:pt x="363583" y="1288709"/>
                  </a:lnTo>
                  <a:lnTo>
                    <a:pt x="356972" y="1288709"/>
                  </a:lnTo>
                  <a:lnTo>
                    <a:pt x="350362" y="1288709"/>
                  </a:lnTo>
                  <a:lnTo>
                    <a:pt x="343751" y="1288709"/>
                  </a:lnTo>
                  <a:lnTo>
                    <a:pt x="337141" y="1288709"/>
                  </a:lnTo>
                  <a:lnTo>
                    <a:pt x="330530" y="1288709"/>
                  </a:lnTo>
                  <a:lnTo>
                    <a:pt x="323919" y="1288709"/>
                  </a:lnTo>
                  <a:lnTo>
                    <a:pt x="317309" y="1288709"/>
                  </a:lnTo>
                  <a:lnTo>
                    <a:pt x="310698" y="1288709"/>
                  </a:lnTo>
                  <a:lnTo>
                    <a:pt x="304088" y="1288709"/>
                  </a:lnTo>
                  <a:lnTo>
                    <a:pt x="297477" y="1288709"/>
                  </a:lnTo>
                  <a:lnTo>
                    <a:pt x="290866" y="1288709"/>
                  </a:lnTo>
                  <a:lnTo>
                    <a:pt x="284256" y="1288709"/>
                  </a:lnTo>
                  <a:lnTo>
                    <a:pt x="277645" y="1288709"/>
                  </a:lnTo>
                  <a:lnTo>
                    <a:pt x="271035" y="1288709"/>
                  </a:lnTo>
                  <a:lnTo>
                    <a:pt x="264424" y="1288709"/>
                  </a:lnTo>
                  <a:lnTo>
                    <a:pt x="257813" y="1288709"/>
                  </a:lnTo>
                  <a:lnTo>
                    <a:pt x="251203" y="1288709"/>
                  </a:lnTo>
                  <a:lnTo>
                    <a:pt x="244592" y="1288709"/>
                  </a:lnTo>
                  <a:lnTo>
                    <a:pt x="237981" y="1288709"/>
                  </a:lnTo>
                  <a:lnTo>
                    <a:pt x="231371" y="1288709"/>
                  </a:lnTo>
                  <a:lnTo>
                    <a:pt x="224760" y="1288709"/>
                  </a:lnTo>
                  <a:lnTo>
                    <a:pt x="218150" y="1288709"/>
                  </a:lnTo>
                  <a:lnTo>
                    <a:pt x="211539" y="1288709"/>
                  </a:lnTo>
                  <a:lnTo>
                    <a:pt x="204928" y="1288709"/>
                  </a:lnTo>
                  <a:lnTo>
                    <a:pt x="198318" y="1288709"/>
                  </a:lnTo>
                  <a:lnTo>
                    <a:pt x="191707" y="1288709"/>
                  </a:lnTo>
                  <a:lnTo>
                    <a:pt x="185097" y="1288709"/>
                  </a:lnTo>
                  <a:lnTo>
                    <a:pt x="178486" y="1288709"/>
                  </a:lnTo>
                  <a:lnTo>
                    <a:pt x="171875" y="1288709"/>
                  </a:lnTo>
                  <a:lnTo>
                    <a:pt x="165265" y="1288709"/>
                  </a:lnTo>
                  <a:lnTo>
                    <a:pt x="158654" y="1288709"/>
                  </a:lnTo>
                  <a:lnTo>
                    <a:pt x="152044" y="1288709"/>
                  </a:lnTo>
                  <a:lnTo>
                    <a:pt x="145433" y="1288709"/>
                  </a:lnTo>
                  <a:lnTo>
                    <a:pt x="138822" y="1288709"/>
                  </a:lnTo>
                  <a:lnTo>
                    <a:pt x="132212" y="1288709"/>
                  </a:lnTo>
                  <a:lnTo>
                    <a:pt x="125601" y="1288709"/>
                  </a:lnTo>
                  <a:lnTo>
                    <a:pt x="118990" y="1288709"/>
                  </a:lnTo>
                  <a:lnTo>
                    <a:pt x="112380" y="1288709"/>
                  </a:lnTo>
                  <a:lnTo>
                    <a:pt x="105769" y="1288709"/>
                  </a:lnTo>
                  <a:lnTo>
                    <a:pt x="99159" y="1288709"/>
                  </a:lnTo>
                  <a:lnTo>
                    <a:pt x="92548" y="1288709"/>
                  </a:lnTo>
                  <a:lnTo>
                    <a:pt x="85937" y="1288709"/>
                  </a:lnTo>
                  <a:lnTo>
                    <a:pt x="79327" y="1288709"/>
                  </a:lnTo>
                  <a:lnTo>
                    <a:pt x="72716" y="1288709"/>
                  </a:lnTo>
                  <a:lnTo>
                    <a:pt x="66106" y="1288709"/>
                  </a:lnTo>
                  <a:lnTo>
                    <a:pt x="59495" y="1288709"/>
                  </a:lnTo>
                  <a:lnTo>
                    <a:pt x="52884" y="1288709"/>
                  </a:lnTo>
                  <a:lnTo>
                    <a:pt x="46274" y="1288709"/>
                  </a:lnTo>
                  <a:lnTo>
                    <a:pt x="39663" y="1288709"/>
                  </a:lnTo>
                  <a:lnTo>
                    <a:pt x="33053" y="1288709"/>
                  </a:lnTo>
                  <a:lnTo>
                    <a:pt x="26442" y="1288709"/>
                  </a:lnTo>
                  <a:lnTo>
                    <a:pt x="19831" y="1288709"/>
                  </a:lnTo>
                  <a:lnTo>
                    <a:pt x="13221" y="1288709"/>
                  </a:lnTo>
                  <a:lnTo>
                    <a:pt x="6610" y="1288709"/>
                  </a:lnTo>
                  <a:lnTo>
                    <a:pt x="0" y="1288709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1005840" y="4571389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4570149" y="3694042"/>
              <a:ext cx="0" cy="1517720"/>
            </a:xfrm>
            <a:custGeom>
              <a:avLst/>
              <a:pathLst>
                <a:path w="0" h="1517720">
                  <a:moveTo>
                    <a:pt x="0" y="1517720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2026-03-09T10:16:58Z</dcterms:modified>
  <cp:category/>
</cp:coreProperties>
</file>