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t4"/>
            <p:cNvSpPr/>
            <p:nvPr/>
          </p:nvSpPr>
          <p:spPr>
            <a:xfrm>
              <a:off x="4720590" y="3737451"/>
              <a:ext cx="68580" cy="68580"/>
            </a:xfrm>
            <a:prstGeom prst="ellipse">
              <a:avLst/>
            </a:pr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69813" y="5193474"/>
              <a:ext cx="6570133" cy="0"/>
            </a:xfrm>
            <a:custGeom>
              <a:avLst/>
              <a:pathLst>
                <a:path w="6570133" h="0">
                  <a:moveTo>
                    <a:pt x="0" y="0"/>
                  </a:move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698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1123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7548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63974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80399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tx11"/>
            <p:cNvSpPr/>
            <p:nvPr/>
          </p:nvSpPr>
          <p:spPr>
            <a:xfrm>
              <a:off x="134863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2991163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4633696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6276230" y="5409549"/>
              <a:ext cx="242366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1.2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7918763" y="5411558"/>
              <a:ext cx="242366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1.4</a:t>
              </a:r>
            </a:p>
          </p:txBody>
        </p:sp>
        <p:sp>
          <p:nvSpPr>
            <p:cNvPr id="17" name="pl16"/>
            <p:cNvSpPr/>
            <p:nvPr/>
          </p:nvSpPr>
          <p:spPr>
            <a:xfrm>
              <a:off x="1207008" y="2455321"/>
              <a:ext cx="0" cy="2632839"/>
            </a:xfrm>
            <a:custGeom>
              <a:avLst/>
              <a:pathLst>
                <a:path w="0" h="2632839">
                  <a:moveTo>
                    <a:pt x="0" y="26328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115567" y="50881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115567" y="442995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37717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15567" y="311353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 rot="-5400000">
              <a:off x="808735" y="503052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24" name="tx23"/>
            <p:cNvSpPr/>
            <p:nvPr/>
          </p:nvSpPr>
          <p:spPr>
            <a:xfrm rot="-5400000">
              <a:off x="808735" y="437231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25" name="tx24"/>
            <p:cNvSpPr/>
            <p:nvPr/>
          </p:nvSpPr>
          <p:spPr>
            <a:xfrm rot="-5400000">
              <a:off x="808735" y="371410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26" name="tx25"/>
            <p:cNvSpPr/>
            <p:nvPr/>
          </p:nvSpPr>
          <p:spPr>
            <a:xfrm rot="-5400000">
              <a:off x="809814" y="3056976"/>
              <a:ext cx="242366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1.2</a:t>
              </a:r>
            </a:p>
          </p:txBody>
        </p:sp>
        <p:sp>
          <p:nvSpPr>
            <p:cNvPr id="27" name="tx26"/>
            <p:cNvSpPr/>
            <p:nvPr/>
          </p:nvSpPr>
          <p:spPr>
            <a:xfrm rot="-5400000">
              <a:off x="810818" y="2399771"/>
              <a:ext cx="242366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1.4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4706399" y="577731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517761" y="3716191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</p:grpSp>
      <p:grpSp xmlns:pic="http://schemas.openxmlformats.org/drawingml/2006/picture">
        <p:nvGrpSpPr>
          <p:cNvPr id="31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2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rc4"/>
            <p:cNvSpPr/>
            <p:nvPr/>
          </p:nvSpPr>
          <p:spPr>
            <a:xfrm>
              <a:off x="457200" y="1600200"/>
              <a:ext cx="8229599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5"/>
            <p:cNvSpPr/>
            <p:nvPr/>
          </p:nvSpPr>
          <p:spPr>
            <a:xfrm>
              <a:off x="866546" y="1669789"/>
              <a:ext cx="5912975" cy="40537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6"/>
            <p:cNvSpPr/>
            <p:nvPr/>
          </p:nvSpPr>
          <p:spPr>
            <a:xfrm>
              <a:off x="866546" y="5539267"/>
              <a:ext cx="5912975" cy="0"/>
            </a:xfrm>
            <a:custGeom>
              <a:avLst/>
              <a:pathLst>
                <a:path w="5912975" h="0">
                  <a:moveTo>
                    <a:pt x="0" y="0"/>
                  </a:moveTo>
                  <a:lnTo>
                    <a:pt x="5912975" y="0"/>
                  </a:lnTo>
                  <a:lnTo>
                    <a:pt x="59129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7"/>
            <p:cNvSpPr/>
            <p:nvPr/>
          </p:nvSpPr>
          <p:spPr>
            <a:xfrm>
              <a:off x="866546" y="4310861"/>
              <a:ext cx="5912975" cy="0"/>
            </a:xfrm>
            <a:custGeom>
              <a:avLst/>
              <a:pathLst>
                <a:path w="5912975" h="0">
                  <a:moveTo>
                    <a:pt x="0" y="0"/>
                  </a:moveTo>
                  <a:lnTo>
                    <a:pt x="5912975" y="0"/>
                  </a:lnTo>
                  <a:lnTo>
                    <a:pt x="59129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8"/>
            <p:cNvSpPr/>
            <p:nvPr/>
          </p:nvSpPr>
          <p:spPr>
            <a:xfrm>
              <a:off x="866546" y="3082455"/>
              <a:ext cx="5912975" cy="0"/>
            </a:xfrm>
            <a:custGeom>
              <a:avLst/>
              <a:pathLst>
                <a:path w="5912975" h="0">
                  <a:moveTo>
                    <a:pt x="0" y="0"/>
                  </a:moveTo>
                  <a:lnTo>
                    <a:pt x="5912975" y="0"/>
                  </a:lnTo>
                  <a:lnTo>
                    <a:pt x="59129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9"/>
            <p:cNvSpPr/>
            <p:nvPr/>
          </p:nvSpPr>
          <p:spPr>
            <a:xfrm>
              <a:off x="866546" y="1854049"/>
              <a:ext cx="5912975" cy="0"/>
            </a:xfrm>
            <a:custGeom>
              <a:avLst/>
              <a:pathLst>
                <a:path w="5912975" h="0">
                  <a:moveTo>
                    <a:pt x="0" y="0"/>
                  </a:moveTo>
                  <a:lnTo>
                    <a:pt x="5912975" y="0"/>
                  </a:lnTo>
                  <a:lnTo>
                    <a:pt x="59129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10"/>
            <p:cNvSpPr/>
            <p:nvPr/>
          </p:nvSpPr>
          <p:spPr>
            <a:xfrm>
              <a:off x="866546" y="4925064"/>
              <a:ext cx="5912975" cy="0"/>
            </a:xfrm>
            <a:custGeom>
              <a:avLst/>
              <a:pathLst>
                <a:path w="5912975" h="0">
                  <a:moveTo>
                    <a:pt x="0" y="0"/>
                  </a:moveTo>
                  <a:lnTo>
                    <a:pt x="5912975" y="0"/>
                  </a:lnTo>
                  <a:lnTo>
                    <a:pt x="59129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11"/>
            <p:cNvSpPr/>
            <p:nvPr/>
          </p:nvSpPr>
          <p:spPr>
            <a:xfrm>
              <a:off x="866546" y="3696658"/>
              <a:ext cx="5912975" cy="0"/>
            </a:xfrm>
            <a:custGeom>
              <a:avLst/>
              <a:pathLst>
                <a:path w="5912975" h="0">
                  <a:moveTo>
                    <a:pt x="0" y="0"/>
                  </a:moveTo>
                  <a:lnTo>
                    <a:pt x="5912975" y="0"/>
                  </a:lnTo>
                  <a:lnTo>
                    <a:pt x="59129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12"/>
            <p:cNvSpPr/>
            <p:nvPr/>
          </p:nvSpPr>
          <p:spPr>
            <a:xfrm>
              <a:off x="866546" y="2468252"/>
              <a:ext cx="5912975" cy="0"/>
            </a:xfrm>
            <a:custGeom>
              <a:avLst/>
              <a:pathLst>
                <a:path w="5912975" h="0">
                  <a:moveTo>
                    <a:pt x="0" y="0"/>
                  </a:moveTo>
                  <a:lnTo>
                    <a:pt x="5912975" y="0"/>
                  </a:lnTo>
                  <a:lnTo>
                    <a:pt x="59129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13"/>
            <p:cNvSpPr/>
            <p:nvPr/>
          </p:nvSpPr>
          <p:spPr>
            <a:xfrm>
              <a:off x="1299203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14"/>
            <p:cNvSpPr/>
            <p:nvPr/>
          </p:nvSpPr>
          <p:spPr>
            <a:xfrm>
              <a:off x="2020298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15"/>
            <p:cNvSpPr/>
            <p:nvPr/>
          </p:nvSpPr>
          <p:spPr>
            <a:xfrm>
              <a:off x="2741392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16"/>
            <p:cNvSpPr/>
            <p:nvPr/>
          </p:nvSpPr>
          <p:spPr>
            <a:xfrm>
              <a:off x="3462487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17"/>
            <p:cNvSpPr/>
            <p:nvPr/>
          </p:nvSpPr>
          <p:spPr>
            <a:xfrm>
              <a:off x="4183581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18"/>
            <p:cNvSpPr/>
            <p:nvPr/>
          </p:nvSpPr>
          <p:spPr>
            <a:xfrm>
              <a:off x="4904676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19"/>
            <p:cNvSpPr/>
            <p:nvPr/>
          </p:nvSpPr>
          <p:spPr>
            <a:xfrm>
              <a:off x="5625770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20"/>
            <p:cNvSpPr/>
            <p:nvPr/>
          </p:nvSpPr>
          <p:spPr>
            <a:xfrm>
              <a:off x="6346865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21"/>
            <p:cNvSpPr/>
            <p:nvPr/>
          </p:nvSpPr>
          <p:spPr>
            <a:xfrm>
              <a:off x="1163998" y="1669789"/>
              <a:ext cx="0" cy="1852459"/>
            </a:xfrm>
            <a:custGeom>
              <a:avLst/>
              <a:pathLst>
                <a:path w="0" h="1852459">
                  <a:moveTo>
                    <a:pt x="0" y="185245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22"/>
            <p:cNvSpPr/>
            <p:nvPr/>
          </p:nvSpPr>
          <p:spPr>
            <a:xfrm>
              <a:off x="1163998" y="4783435"/>
              <a:ext cx="0" cy="940092"/>
            </a:xfrm>
            <a:custGeom>
              <a:avLst/>
              <a:pathLst>
                <a:path w="0" h="940092">
                  <a:moveTo>
                    <a:pt x="0" y="0"/>
                  </a:moveTo>
                  <a:lnTo>
                    <a:pt x="0" y="94009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23"/>
            <p:cNvSpPr/>
            <p:nvPr/>
          </p:nvSpPr>
          <p:spPr>
            <a:xfrm>
              <a:off x="1042313" y="3522248"/>
              <a:ext cx="243369" cy="1261187"/>
            </a:xfrm>
            <a:custGeom>
              <a:avLst/>
              <a:pathLst>
                <a:path w="243369" h="1261187">
                  <a:moveTo>
                    <a:pt x="0" y="0"/>
                  </a:moveTo>
                  <a:lnTo>
                    <a:pt x="0" y="1261187"/>
                  </a:lnTo>
                  <a:lnTo>
                    <a:pt x="243369" y="1261187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pl24"/>
            <p:cNvSpPr/>
            <p:nvPr/>
          </p:nvSpPr>
          <p:spPr>
            <a:xfrm>
              <a:off x="1042313" y="4103235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pl25"/>
            <p:cNvSpPr/>
            <p:nvPr/>
          </p:nvSpPr>
          <p:spPr>
            <a:xfrm>
              <a:off x="1434408" y="1669789"/>
              <a:ext cx="0" cy="1195063"/>
            </a:xfrm>
            <a:custGeom>
              <a:avLst/>
              <a:pathLst>
                <a:path w="0" h="1195063">
                  <a:moveTo>
                    <a:pt x="0" y="119506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26"/>
            <p:cNvSpPr/>
            <p:nvPr/>
          </p:nvSpPr>
          <p:spPr>
            <a:xfrm>
              <a:off x="1434408" y="4010341"/>
              <a:ext cx="0" cy="1363428"/>
            </a:xfrm>
            <a:custGeom>
              <a:avLst/>
              <a:pathLst>
                <a:path w="0" h="1363428">
                  <a:moveTo>
                    <a:pt x="0" y="0"/>
                  </a:moveTo>
                  <a:lnTo>
                    <a:pt x="0" y="136342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27"/>
            <p:cNvSpPr/>
            <p:nvPr/>
          </p:nvSpPr>
          <p:spPr>
            <a:xfrm>
              <a:off x="1312724" y="2864852"/>
              <a:ext cx="243369" cy="1145488"/>
            </a:xfrm>
            <a:custGeom>
              <a:avLst/>
              <a:pathLst>
                <a:path w="243369" h="1145488">
                  <a:moveTo>
                    <a:pt x="0" y="0"/>
                  </a:moveTo>
                  <a:lnTo>
                    <a:pt x="0" y="1145488"/>
                  </a:lnTo>
                  <a:lnTo>
                    <a:pt x="243369" y="1145488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pl28"/>
            <p:cNvSpPr/>
            <p:nvPr/>
          </p:nvSpPr>
          <p:spPr>
            <a:xfrm>
              <a:off x="1312724" y="3571765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pl29"/>
            <p:cNvSpPr/>
            <p:nvPr/>
          </p:nvSpPr>
          <p:spPr>
            <a:xfrm>
              <a:off x="1885092" y="1669789"/>
              <a:ext cx="0" cy="1821897"/>
            </a:xfrm>
            <a:custGeom>
              <a:avLst/>
              <a:pathLst>
                <a:path w="0" h="1821897">
                  <a:moveTo>
                    <a:pt x="0" y="182189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30"/>
            <p:cNvSpPr/>
            <p:nvPr/>
          </p:nvSpPr>
          <p:spPr>
            <a:xfrm>
              <a:off x="1885092" y="4745928"/>
              <a:ext cx="0" cy="977600"/>
            </a:xfrm>
            <a:custGeom>
              <a:avLst/>
              <a:pathLst>
                <a:path w="0" h="977600">
                  <a:moveTo>
                    <a:pt x="0" y="0"/>
                  </a:moveTo>
                  <a:lnTo>
                    <a:pt x="0" y="97760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31"/>
            <p:cNvSpPr/>
            <p:nvPr/>
          </p:nvSpPr>
          <p:spPr>
            <a:xfrm>
              <a:off x="1763408" y="3491686"/>
              <a:ext cx="243369" cy="1254241"/>
            </a:xfrm>
            <a:custGeom>
              <a:avLst/>
              <a:pathLst>
                <a:path w="243369" h="1254241">
                  <a:moveTo>
                    <a:pt x="0" y="0"/>
                  </a:moveTo>
                  <a:lnTo>
                    <a:pt x="0" y="1254241"/>
                  </a:lnTo>
                  <a:lnTo>
                    <a:pt x="243369" y="1254241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pl32"/>
            <p:cNvSpPr/>
            <p:nvPr/>
          </p:nvSpPr>
          <p:spPr>
            <a:xfrm>
              <a:off x="1763408" y="4063547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pl33"/>
            <p:cNvSpPr/>
            <p:nvPr/>
          </p:nvSpPr>
          <p:spPr>
            <a:xfrm>
              <a:off x="2155503" y="1669789"/>
              <a:ext cx="0" cy="1125049"/>
            </a:xfrm>
            <a:custGeom>
              <a:avLst/>
              <a:pathLst>
                <a:path w="0" h="1125049">
                  <a:moveTo>
                    <a:pt x="0" y="112504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34"/>
            <p:cNvSpPr/>
            <p:nvPr/>
          </p:nvSpPr>
          <p:spPr>
            <a:xfrm>
              <a:off x="2155503" y="3986257"/>
              <a:ext cx="0" cy="1737270"/>
            </a:xfrm>
            <a:custGeom>
              <a:avLst/>
              <a:pathLst>
                <a:path w="0" h="1737270">
                  <a:moveTo>
                    <a:pt x="0" y="0"/>
                  </a:moveTo>
                  <a:lnTo>
                    <a:pt x="0" y="173727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35"/>
            <p:cNvSpPr/>
            <p:nvPr/>
          </p:nvSpPr>
          <p:spPr>
            <a:xfrm>
              <a:off x="2033818" y="2794838"/>
              <a:ext cx="243369" cy="1191419"/>
            </a:xfrm>
            <a:custGeom>
              <a:avLst/>
              <a:pathLst>
                <a:path w="243369" h="1191419">
                  <a:moveTo>
                    <a:pt x="0" y="0"/>
                  </a:moveTo>
                  <a:lnTo>
                    <a:pt x="0" y="1191419"/>
                  </a:lnTo>
                  <a:lnTo>
                    <a:pt x="243369" y="1191419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pl36"/>
            <p:cNvSpPr/>
            <p:nvPr/>
          </p:nvSpPr>
          <p:spPr>
            <a:xfrm>
              <a:off x="2033818" y="3529975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pl37"/>
            <p:cNvSpPr/>
            <p:nvPr/>
          </p:nvSpPr>
          <p:spPr>
            <a:xfrm>
              <a:off x="2606187" y="1669789"/>
              <a:ext cx="0" cy="1627851"/>
            </a:xfrm>
            <a:custGeom>
              <a:avLst/>
              <a:pathLst>
                <a:path w="0" h="1627851">
                  <a:moveTo>
                    <a:pt x="0" y="162785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38"/>
            <p:cNvSpPr/>
            <p:nvPr/>
          </p:nvSpPr>
          <p:spPr>
            <a:xfrm>
              <a:off x="2606187" y="4504600"/>
              <a:ext cx="0" cy="1218927"/>
            </a:xfrm>
            <a:custGeom>
              <a:avLst/>
              <a:pathLst>
                <a:path w="0" h="1218927">
                  <a:moveTo>
                    <a:pt x="0" y="0"/>
                  </a:moveTo>
                  <a:lnTo>
                    <a:pt x="0" y="121892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39"/>
            <p:cNvSpPr/>
            <p:nvPr/>
          </p:nvSpPr>
          <p:spPr>
            <a:xfrm>
              <a:off x="2484502" y="3297640"/>
              <a:ext cx="243369" cy="1206960"/>
            </a:xfrm>
            <a:custGeom>
              <a:avLst/>
              <a:pathLst>
                <a:path w="243369" h="1206960">
                  <a:moveTo>
                    <a:pt x="0" y="0"/>
                  </a:moveTo>
                  <a:lnTo>
                    <a:pt x="0" y="1206960"/>
                  </a:lnTo>
                  <a:lnTo>
                    <a:pt x="243369" y="1206960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pl40"/>
            <p:cNvSpPr/>
            <p:nvPr/>
          </p:nvSpPr>
          <p:spPr>
            <a:xfrm>
              <a:off x="2484502" y="3857678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pl41"/>
            <p:cNvSpPr/>
            <p:nvPr/>
          </p:nvSpPr>
          <p:spPr>
            <a:xfrm>
              <a:off x="2876597" y="1669789"/>
              <a:ext cx="0" cy="1295817"/>
            </a:xfrm>
            <a:custGeom>
              <a:avLst/>
              <a:pathLst>
                <a:path w="0" h="1295817">
                  <a:moveTo>
                    <a:pt x="0" y="129581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42"/>
            <p:cNvSpPr/>
            <p:nvPr/>
          </p:nvSpPr>
          <p:spPr>
            <a:xfrm>
              <a:off x="2876597" y="4196590"/>
              <a:ext cx="0" cy="1526937"/>
            </a:xfrm>
            <a:custGeom>
              <a:avLst/>
              <a:pathLst>
                <a:path w="0" h="1526937">
                  <a:moveTo>
                    <a:pt x="0" y="0"/>
                  </a:moveTo>
                  <a:lnTo>
                    <a:pt x="0" y="152693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43"/>
            <p:cNvSpPr/>
            <p:nvPr/>
          </p:nvSpPr>
          <p:spPr>
            <a:xfrm>
              <a:off x="2754913" y="2965606"/>
              <a:ext cx="243369" cy="1230983"/>
            </a:xfrm>
            <a:custGeom>
              <a:avLst/>
              <a:pathLst>
                <a:path w="243369" h="1230983">
                  <a:moveTo>
                    <a:pt x="0" y="0"/>
                  </a:moveTo>
                  <a:lnTo>
                    <a:pt x="0" y="1230983"/>
                  </a:lnTo>
                  <a:lnTo>
                    <a:pt x="243369" y="1230983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pl44"/>
            <p:cNvSpPr/>
            <p:nvPr/>
          </p:nvSpPr>
          <p:spPr>
            <a:xfrm>
              <a:off x="2754913" y="3645433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pl45"/>
            <p:cNvSpPr/>
            <p:nvPr/>
          </p:nvSpPr>
          <p:spPr>
            <a:xfrm>
              <a:off x="3327281" y="1669789"/>
              <a:ext cx="0" cy="1429596"/>
            </a:xfrm>
            <a:custGeom>
              <a:avLst/>
              <a:pathLst>
                <a:path w="0" h="1429596">
                  <a:moveTo>
                    <a:pt x="0" y="142959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46"/>
            <p:cNvSpPr/>
            <p:nvPr/>
          </p:nvSpPr>
          <p:spPr>
            <a:xfrm>
              <a:off x="3327281" y="4537191"/>
              <a:ext cx="0" cy="1186336"/>
            </a:xfrm>
            <a:custGeom>
              <a:avLst/>
              <a:pathLst>
                <a:path w="0" h="1186336">
                  <a:moveTo>
                    <a:pt x="0" y="0"/>
                  </a:moveTo>
                  <a:lnTo>
                    <a:pt x="0" y="118633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47"/>
            <p:cNvSpPr/>
            <p:nvPr/>
          </p:nvSpPr>
          <p:spPr>
            <a:xfrm>
              <a:off x="3205597" y="3099385"/>
              <a:ext cx="243369" cy="1437805"/>
            </a:xfrm>
            <a:custGeom>
              <a:avLst/>
              <a:pathLst>
                <a:path w="243369" h="1437805">
                  <a:moveTo>
                    <a:pt x="0" y="0"/>
                  </a:moveTo>
                  <a:lnTo>
                    <a:pt x="0" y="1437805"/>
                  </a:lnTo>
                  <a:lnTo>
                    <a:pt x="243369" y="1437805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pl48"/>
            <p:cNvSpPr/>
            <p:nvPr/>
          </p:nvSpPr>
          <p:spPr>
            <a:xfrm>
              <a:off x="3205597" y="3797548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pl49"/>
            <p:cNvSpPr/>
            <p:nvPr/>
          </p:nvSpPr>
          <p:spPr>
            <a:xfrm>
              <a:off x="3597692" y="1669789"/>
              <a:ext cx="0" cy="773545"/>
            </a:xfrm>
            <a:custGeom>
              <a:avLst/>
              <a:pathLst>
                <a:path w="0" h="773545">
                  <a:moveTo>
                    <a:pt x="0" y="77354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50"/>
            <p:cNvSpPr/>
            <p:nvPr/>
          </p:nvSpPr>
          <p:spPr>
            <a:xfrm>
              <a:off x="3597692" y="4199310"/>
              <a:ext cx="0" cy="1524218"/>
            </a:xfrm>
            <a:custGeom>
              <a:avLst/>
              <a:pathLst>
                <a:path w="0" h="1524218">
                  <a:moveTo>
                    <a:pt x="0" y="0"/>
                  </a:moveTo>
                  <a:lnTo>
                    <a:pt x="0" y="152421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51"/>
            <p:cNvSpPr/>
            <p:nvPr/>
          </p:nvSpPr>
          <p:spPr>
            <a:xfrm>
              <a:off x="3476007" y="2443334"/>
              <a:ext cx="243369" cy="1755975"/>
            </a:xfrm>
            <a:custGeom>
              <a:avLst/>
              <a:pathLst>
                <a:path w="243369" h="1755975">
                  <a:moveTo>
                    <a:pt x="0" y="0"/>
                  </a:moveTo>
                  <a:lnTo>
                    <a:pt x="0" y="1755975"/>
                  </a:lnTo>
                  <a:lnTo>
                    <a:pt x="243369" y="1755975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pl52"/>
            <p:cNvSpPr/>
            <p:nvPr/>
          </p:nvSpPr>
          <p:spPr>
            <a:xfrm>
              <a:off x="3476007" y="3489066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pl53"/>
            <p:cNvSpPr/>
            <p:nvPr/>
          </p:nvSpPr>
          <p:spPr>
            <a:xfrm>
              <a:off x="4048376" y="1669789"/>
              <a:ext cx="0" cy="1402350"/>
            </a:xfrm>
            <a:custGeom>
              <a:avLst/>
              <a:pathLst>
                <a:path w="0" h="1402350">
                  <a:moveTo>
                    <a:pt x="0" y="140235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54"/>
            <p:cNvSpPr/>
            <p:nvPr/>
          </p:nvSpPr>
          <p:spPr>
            <a:xfrm>
              <a:off x="4048376" y="4487800"/>
              <a:ext cx="0" cy="1235727"/>
            </a:xfrm>
            <a:custGeom>
              <a:avLst/>
              <a:pathLst>
                <a:path w="0" h="1235727">
                  <a:moveTo>
                    <a:pt x="0" y="0"/>
                  </a:moveTo>
                  <a:lnTo>
                    <a:pt x="0" y="123572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55"/>
            <p:cNvSpPr/>
            <p:nvPr/>
          </p:nvSpPr>
          <p:spPr>
            <a:xfrm>
              <a:off x="3926691" y="3072139"/>
              <a:ext cx="243369" cy="1415661"/>
            </a:xfrm>
            <a:custGeom>
              <a:avLst/>
              <a:pathLst>
                <a:path w="243369" h="1415661">
                  <a:moveTo>
                    <a:pt x="0" y="0"/>
                  </a:moveTo>
                  <a:lnTo>
                    <a:pt x="0" y="1415661"/>
                  </a:lnTo>
                  <a:lnTo>
                    <a:pt x="243369" y="1415661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pl56"/>
            <p:cNvSpPr/>
            <p:nvPr/>
          </p:nvSpPr>
          <p:spPr>
            <a:xfrm>
              <a:off x="3926691" y="3776794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pl57"/>
            <p:cNvSpPr/>
            <p:nvPr/>
          </p:nvSpPr>
          <p:spPr>
            <a:xfrm>
              <a:off x="4318786" y="1669789"/>
              <a:ext cx="0" cy="764717"/>
            </a:xfrm>
            <a:custGeom>
              <a:avLst/>
              <a:pathLst>
                <a:path w="0" h="764717">
                  <a:moveTo>
                    <a:pt x="0" y="76471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58"/>
            <p:cNvSpPr/>
            <p:nvPr/>
          </p:nvSpPr>
          <p:spPr>
            <a:xfrm>
              <a:off x="4318786" y="4194798"/>
              <a:ext cx="0" cy="1528729"/>
            </a:xfrm>
            <a:custGeom>
              <a:avLst/>
              <a:pathLst>
                <a:path w="0" h="1528729">
                  <a:moveTo>
                    <a:pt x="0" y="0"/>
                  </a:moveTo>
                  <a:lnTo>
                    <a:pt x="0" y="152872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59"/>
            <p:cNvSpPr/>
            <p:nvPr/>
          </p:nvSpPr>
          <p:spPr>
            <a:xfrm>
              <a:off x="4197102" y="2434506"/>
              <a:ext cx="243369" cy="1760292"/>
            </a:xfrm>
            <a:custGeom>
              <a:avLst/>
              <a:pathLst>
                <a:path w="243369" h="1760292">
                  <a:moveTo>
                    <a:pt x="0" y="0"/>
                  </a:moveTo>
                  <a:lnTo>
                    <a:pt x="0" y="1760292"/>
                  </a:lnTo>
                  <a:lnTo>
                    <a:pt x="243369" y="1760292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pl60"/>
            <p:cNvSpPr/>
            <p:nvPr/>
          </p:nvSpPr>
          <p:spPr>
            <a:xfrm>
              <a:off x="4197102" y="3485581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pl61"/>
            <p:cNvSpPr/>
            <p:nvPr/>
          </p:nvSpPr>
          <p:spPr>
            <a:xfrm>
              <a:off x="4769470" y="1669789"/>
              <a:ext cx="0" cy="1364319"/>
            </a:xfrm>
            <a:custGeom>
              <a:avLst/>
              <a:pathLst>
                <a:path w="0" h="1364319">
                  <a:moveTo>
                    <a:pt x="0" y="136431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62"/>
            <p:cNvSpPr/>
            <p:nvPr/>
          </p:nvSpPr>
          <p:spPr>
            <a:xfrm>
              <a:off x="4769470" y="4497062"/>
              <a:ext cx="0" cy="1226466"/>
            </a:xfrm>
            <a:custGeom>
              <a:avLst/>
              <a:pathLst>
                <a:path w="0" h="1226466">
                  <a:moveTo>
                    <a:pt x="0" y="0"/>
                  </a:moveTo>
                  <a:lnTo>
                    <a:pt x="0" y="122646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63"/>
            <p:cNvSpPr/>
            <p:nvPr/>
          </p:nvSpPr>
          <p:spPr>
            <a:xfrm>
              <a:off x="4647786" y="3034108"/>
              <a:ext cx="243369" cy="1462953"/>
            </a:xfrm>
            <a:custGeom>
              <a:avLst/>
              <a:pathLst>
                <a:path w="243369" h="1462953">
                  <a:moveTo>
                    <a:pt x="0" y="0"/>
                  </a:moveTo>
                  <a:lnTo>
                    <a:pt x="0" y="1462953"/>
                  </a:lnTo>
                  <a:lnTo>
                    <a:pt x="243369" y="1462953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pl64"/>
            <p:cNvSpPr/>
            <p:nvPr/>
          </p:nvSpPr>
          <p:spPr>
            <a:xfrm>
              <a:off x="4647786" y="3735977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pl65"/>
            <p:cNvSpPr/>
            <p:nvPr/>
          </p:nvSpPr>
          <p:spPr>
            <a:xfrm>
              <a:off x="5039881" y="1669789"/>
              <a:ext cx="0" cy="1073346"/>
            </a:xfrm>
            <a:custGeom>
              <a:avLst/>
              <a:pathLst>
                <a:path w="0" h="1073346">
                  <a:moveTo>
                    <a:pt x="0" y="107334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66"/>
            <p:cNvSpPr/>
            <p:nvPr/>
          </p:nvSpPr>
          <p:spPr>
            <a:xfrm>
              <a:off x="5039881" y="4325600"/>
              <a:ext cx="0" cy="1397928"/>
            </a:xfrm>
            <a:custGeom>
              <a:avLst/>
              <a:pathLst>
                <a:path w="0" h="1397928">
                  <a:moveTo>
                    <a:pt x="0" y="0"/>
                  </a:moveTo>
                  <a:lnTo>
                    <a:pt x="0" y="139792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67"/>
            <p:cNvSpPr/>
            <p:nvPr/>
          </p:nvSpPr>
          <p:spPr>
            <a:xfrm>
              <a:off x="4918196" y="2743135"/>
              <a:ext cx="243369" cy="1582465"/>
            </a:xfrm>
            <a:custGeom>
              <a:avLst/>
              <a:pathLst>
                <a:path w="243369" h="1582465">
                  <a:moveTo>
                    <a:pt x="0" y="0"/>
                  </a:moveTo>
                  <a:lnTo>
                    <a:pt x="0" y="1582465"/>
                  </a:lnTo>
                  <a:lnTo>
                    <a:pt x="243369" y="1582465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pl68"/>
            <p:cNvSpPr/>
            <p:nvPr/>
          </p:nvSpPr>
          <p:spPr>
            <a:xfrm>
              <a:off x="4918196" y="3620069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pl69"/>
            <p:cNvSpPr/>
            <p:nvPr/>
          </p:nvSpPr>
          <p:spPr>
            <a:xfrm>
              <a:off x="5490565" y="1669789"/>
              <a:ext cx="0" cy="1246581"/>
            </a:xfrm>
            <a:custGeom>
              <a:avLst/>
              <a:pathLst>
                <a:path w="0" h="1246581">
                  <a:moveTo>
                    <a:pt x="0" y="124658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70"/>
            <p:cNvSpPr/>
            <p:nvPr/>
          </p:nvSpPr>
          <p:spPr>
            <a:xfrm>
              <a:off x="5490565" y="4497062"/>
              <a:ext cx="0" cy="1226466"/>
            </a:xfrm>
            <a:custGeom>
              <a:avLst/>
              <a:pathLst>
                <a:path w="0" h="1226466">
                  <a:moveTo>
                    <a:pt x="0" y="0"/>
                  </a:moveTo>
                  <a:lnTo>
                    <a:pt x="0" y="122646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71"/>
            <p:cNvSpPr/>
            <p:nvPr/>
          </p:nvSpPr>
          <p:spPr>
            <a:xfrm>
              <a:off x="5368880" y="2916370"/>
              <a:ext cx="243369" cy="1580691"/>
            </a:xfrm>
            <a:custGeom>
              <a:avLst/>
              <a:pathLst>
                <a:path w="243369" h="1580691">
                  <a:moveTo>
                    <a:pt x="0" y="0"/>
                  </a:moveTo>
                  <a:lnTo>
                    <a:pt x="0" y="1580691"/>
                  </a:lnTo>
                  <a:lnTo>
                    <a:pt x="243369" y="1580691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pl72"/>
            <p:cNvSpPr/>
            <p:nvPr/>
          </p:nvSpPr>
          <p:spPr>
            <a:xfrm>
              <a:off x="5368880" y="3706145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pl73"/>
            <p:cNvSpPr/>
            <p:nvPr/>
          </p:nvSpPr>
          <p:spPr>
            <a:xfrm>
              <a:off x="5760975" y="1669789"/>
              <a:ext cx="0" cy="1132205"/>
            </a:xfrm>
            <a:custGeom>
              <a:avLst/>
              <a:pathLst>
                <a:path w="0" h="1132205">
                  <a:moveTo>
                    <a:pt x="0" y="11322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74"/>
            <p:cNvSpPr/>
            <p:nvPr/>
          </p:nvSpPr>
          <p:spPr>
            <a:xfrm>
              <a:off x="5760975" y="4366285"/>
              <a:ext cx="0" cy="1357242"/>
            </a:xfrm>
            <a:custGeom>
              <a:avLst/>
              <a:pathLst>
                <a:path w="0" h="1357242">
                  <a:moveTo>
                    <a:pt x="0" y="0"/>
                  </a:moveTo>
                  <a:lnTo>
                    <a:pt x="0" y="135724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75"/>
            <p:cNvSpPr/>
            <p:nvPr/>
          </p:nvSpPr>
          <p:spPr>
            <a:xfrm>
              <a:off x="5639291" y="2801994"/>
              <a:ext cx="243369" cy="1564291"/>
            </a:xfrm>
            <a:custGeom>
              <a:avLst/>
              <a:pathLst>
                <a:path w="243369" h="1564291">
                  <a:moveTo>
                    <a:pt x="0" y="0"/>
                  </a:moveTo>
                  <a:lnTo>
                    <a:pt x="0" y="1564291"/>
                  </a:lnTo>
                  <a:lnTo>
                    <a:pt x="243369" y="1564291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pl76"/>
            <p:cNvSpPr/>
            <p:nvPr/>
          </p:nvSpPr>
          <p:spPr>
            <a:xfrm>
              <a:off x="5639291" y="3649569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pl77"/>
            <p:cNvSpPr/>
            <p:nvPr/>
          </p:nvSpPr>
          <p:spPr>
            <a:xfrm>
              <a:off x="6211660" y="1669789"/>
              <a:ext cx="0" cy="1203408"/>
            </a:xfrm>
            <a:custGeom>
              <a:avLst/>
              <a:pathLst>
                <a:path w="0" h="1203408">
                  <a:moveTo>
                    <a:pt x="0" y="120340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78"/>
            <p:cNvSpPr/>
            <p:nvPr/>
          </p:nvSpPr>
          <p:spPr>
            <a:xfrm>
              <a:off x="6211660" y="4593975"/>
              <a:ext cx="0" cy="1129553"/>
            </a:xfrm>
            <a:custGeom>
              <a:avLst/>
              <a:pathLst>
                <a:path w="0" h="1129553">
                  <a:moveTo>
                    <a:pt x="0" y="0"/>
                  </a:moveTo>
                  <a:lnTo>
                    <a:pt x="0" y="112955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79"/>
            <p:cNvSpPr/>
            <p:nvPr/>
          </p:nvSpPr>
          <p:spPr>
            <a:xfrm>
              <a:off x="6089975" y="2873197"/>
              <a:ext cx="243369" cy="1720777"/>
            </a:xfrm>
            <a:custGeom>
              <a:avLst/>
              <a:pathLst>
                <a:path w="243369" h="1720777">
                  <a:moveTo>
                    <a:pt x="0" y="0"/>
                  </a:moveTo>
                  <a:lnTo>
                    <a:pt x="0" y="1720777"/>
                  </a:lnTo>
                  <a:lnTo>
                    <a:pt x="243369" y="1720777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pl80"/>
            <p:cNvSpPr/>
            <p:nvPr/>
          </p:nvSpPr>
          <p:spPr>
            <a:xfrm>
              <a:off x="6089975" y="3706145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pl81"/>
            <p:cNvSpPr/>
            <p:nvPr/>
          </p:nvSpPr>
          <p:spPr>
            <a:xfrm>
              <a:off x="6482070" y="1669789"/>
              <a:ext cx="0" cy="1236206"/>
            </a:xfrm>
            <a:custGeom>
              <a:avLst/>
              <a:pathLst>
                <a:path w="0" h="1236206">
                  <a:moveTo>
                    <a:pt x="0" y="123620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82"/>
            <p:cNvSpPr/>
            <p:nvPr/>
          </p:nvSpPr>
          <p:spPr>
            <a:xfrm>
              <a:off x="6482070" y="4422815"/>
              <a:ext cx="0" cy="1300713"/>
            </a:xfrm>
            <a:custGeom>
              <a:avLst/>
              <a:pathLst>
                <a:path w="0" h="1300713">
                  <a:moveTo>
                    <a:pt x="0" y="0"/>
                  </a:moveTo>
                  <a:lnTo>
                    <a:pt x="0" y="130071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83"/>
            <p:cNvSpPr/>
            <p:nvPr/>
          </p:nvSpPr>
          <p:spPr>
            <a:xfrm>
              <a:off x="6360385" y="2905995"/>
              <a:ext cx="243369" cy="1516819"/>
            </a:xfrm>
            <a:custGeom>
              <a:avLst/>
              <a:pathLst>
                <a:path w="243369" h="1516819">
                  <a:moveTo>
                    <a:pt x="0" y="0"/>
                  </a:moveTo>
                  <a:lnTo>
                    <a:pt x="0" y="1516819"/>
                  </a:lnTo>
                  <a:lnTo>
                    <a:pt x="243369" y="1516819"/>
                  </a:lnTo>
                  <a:lnTo>
                    <a:pt x="243369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pl84"/>
            <p:cNvSpPr/>
            <p:nvPr/>
          </p:nvSpPr>
          <p:spPr>
            <a:xfrm>
              <a:off x="6360385" y="3704243"/>
              <a:ext cx="243369" cy="0"/>
            </a:xfrm>
            <a:custGeom>
              <a:avLst/>
              <a:pathLst>
                <a:path w="243369" h="0">
                  <a:moveTo>
                    <a:pt x="0" y="0"/>
                  </a:moveTo>
                  <a:lnTo>
                    <a:pt x="24336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85"/>
            <p:cNvSpPr/>
            <p:nvPr/>
          </p:nvSpPr>
          <p:spPr>
            <a:xfrm>
              <a:off x="866546" y="1669789"/>
              <a:ext cx="5912975" cy="4053739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tx86"/>
            <p:cNvSpPr/>
            <p:nvPr/>
          </p:nvSpPr>
          <p:spPr>
            <a:xfrm>
              <a:off x="692484" y="4884327"/>
              <a:ext cx="111432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</a:t>
              </a:r>
            </a:p>
          </p:txBody>
        </p:sp>
        <p:sp>
          <p:nvSpPr>
            <p:cNvPr id="116" name="tx87"/>
            <p:cNvSpPr/>
            <p:nvPr/>
          </p:nvSpPr>
          <p:spPr>
            <a:xfrm>
              <a:off x="732811" y="365286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17" name="tx88"/>
            <p:cNvSpPr/>
            <p:nvPr/>
          </p:nvSpPr>
          <p:spPr>
            <a:xfrm>
              <a:off x="732811" y="2427516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118" name="pl89"/>
            <p:cNvSpPr/>
            <p:nvPr/>
          </p:nvSpPr>
          <p:spPr>
            <a:xfrm>
              <a:off x="831752" y="49250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90"/>
            <p:cNvSpPr/>
            <p:nvPr/>
          </p:nvSpPr>
          <p:spPr>
            <a:xfrm>
              <a:off x="831752" y="369665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91"/>
            <p:cNvSpPr/>
            <p:nvPr/>
          </p:nvSpPr>
          <p:spPr>
            <a:xfrm>
              <a:off x="831752" y="24682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92"/>
            <p:cNvSpPr/>
            <p:nvPr/>
          </p:nvSpPr>
          <p:spPr>
            <a:xfrm>
              <a:off x="1299203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93"/>
            <p:cNvSpPr/>
            <p:nvPr/>
          </p:nvSpPr>
          <p:spPr>
            <a:xfrm>
              <a:off x="2020298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94"/>
            <p:cNvSpPr/>
            <p:nvPr/>
          </p:nvSpPr>
          <p:spPr>
            <a:xfrm>
              <a:off x="2741392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95"/>
            <p:cNvSpPr/>
            <p:nvPr/>
          </p:nvSpPr>
          <p:spPr>
            <a:xfrm>
              <a:off x="3462487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96"/>
            <p:cNvSpPr/>
            <p:nvPr/>
          </p:nvSpPr>
          <p:spPr>
            <a:xfrm>
              <a:off x="4183581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97"/>
            <p:cNvSpPr/>
            <p:nvPr/>
          </p:nvSpPr>
          <p:spPr>
            <a:xfrm>
              <a:off x="4904676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98"/>
            <p:cNvSpPr/>
            <p:nvPr/>
          </p:nvSpPr>
          <p:spPr>
            <a:xfrm>
              <a:off x="5625770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99"/>
            <p:cNvSpPr/>
            <p:nvPr/>
          </p:nvSpPr>
          <p:spPr>
            <a:xfrm>
              <a:off x="6346865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tx100"/>
            <p:cNvSpPr/>
            <p:nvPr/>
          </p:nvSpPr>
          <p:spPr>
            <a:xfrm>
              <a:off x="943323" y="5767986"/>
              <a:ext cx="711760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(100,1e+03]</a:t>
              </a:r>
            </a:p>
          </p:txBody>
        </p:sp>
        <p:sp>
          <p:nvSpPr>
            <p:cNvPr id="130" name="tx101"/>
            <p:cNvSpPr/>
            <p:nvPr/>
          </p:nvSpPr>
          <p:spPr>
            <a:xfrm>
              <a:off x="1583217" y="5767986"/>
              <a:ext cx="874161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(1e+03,4e+03]</a:t>
              </a:r>
            </a:p>
          </p:txBody>
        </p:sp>
        <p:sp>
          <p:nvSpPr>
            <p:cNvPr id="131" name="tx102"/>
            <p:cNvSpPr/>
            <p:nvPr/>
          </p:nvSpPr>
          <p:spPr>
            <a:xfrm>
              <a:off x="2304311" y="5767986"/>
              <a:ext cx="874161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(4e+03,1e+04]</a:t>
              </a:r>
            </a:p>
          </p:txBody>
        </p:sp>
        <p:sp>
          <p:nvSpPr>
            <p:cNvPr id="132" name="tx103"/>
            <p:cNvSpPr/>
            <p:nvPr/>
          </p:nvSpPr>
          <p:spPr>
            <a:xfrm>
              <a:off x="3025406" y="5767986"/>
              <a:ext cx="874161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(1e+04,2e+04]</a:t>
              </a:r>
            </a:p>
          </p:txBody>
        </p:sp>
        <p:sp>
          <p:nvSpPr>
            <p:cNvPr id="133" name="tx104"/>
            <p:cNvSpPr/>
            <p:nvPr/>
          </p:nvSpPr>
          <p:spPr>
            <a:xfrm>
              <a:off x="3746500" y="5767986"/>
              <a:ext cx="874161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(2e+04,5e+04]</a:t>
              </a:r>
            </a:p>
          </p:txBody>
        </p:sp>
        <p:sp>
          <p:nvSpPr>
            <p:cNvPr id="134" name="tx105"/>
            <p:cNvSpPr/>
            <p:nvPr/>
          </p:nvSpPr>
          <p:spPr>
            <a:xfrm>
              <a:off x="4467595" y="5767986"/>
              <a:ext cx="874161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(5e+04,1e+05]</a:t>
              </a:r>
            </a:p>
          </p:txBody>
        </p:sp>
        <p:sp>
          <p:nvSpPr>
            <p:cNvPr id="135" name="tx106"/>
            <p:cNvSpPr/>
            <p:nvPr/>
          </p:nvSpPr>
          <p:spPr>
            <a:xfrm>
              <a:off x="5188689" y="5767986"/>
              <a:ext cx="874161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(1e+05,2e+05]</a:t>
              </a:r>
            </a:p>
          </p:txBody>
        </p:sp>
        <p:sp>
          <p:nvSpPr>
            <p:cNvPr id="136" name="tx107"/>
            <p:cNvSpPr/>
            <p:nvPr/>
          </p:nvSpPr>
          <p:spPr>
            <a:xfrm>
              <a:off x="5909784" y="5767986"/>
              <a:ext cx="874161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(2e+05,5e+05]</a:t>
              </a:r>
            </a:p>
          </p:txBody>
        </p:sp>
        <p:sp>
          <p:nvSpPr>
            <p:cNvPr id="137" name="tx108"/>
            <p:cNvSpPr/>
            <p:nvPr/>
          </p:nvSpPr>
          <p:spPr>
            <a:xfrm>
              <a:off x="3695510" y="5919397"/>
              <a:ext cx="255047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dist</a:t>
              </a:r>
            </a:p>
          </p:txBody>
        </p:sp>
        <p:sp>
          <p:nvSpPr>
            <p:cNvPr id="138" name="tx109"/>
            <p:cNvSpPr/>
            <p:nvPr/>
          </p:nvSpPr>
          <p:spPr>
            <a:xfrm rot="-5400000">
              <a:off x="-675804" y="3627115"/>
              <a:ext cx="2469784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atac_e75_exe_meso - atac_e75_epi</a:t>
              </a:r>
            </a:p>
          </p:txBody>
        </p:sp>
        <p:sp>
          <p:nvSpPr>
            <p:cNvPr id="139" name="rc110"/>
            <p:cNvSpPr/>
            <p:nvPr/>
          </p:nvSpPr>
          <p:spPr>
            <a:xfrm>
              <a:off x="6918700" y="3307368"/>
              <a:ext cx="1698510" cy="778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tx111"/>
            <p:cNvSpPr/>
            <p:nvPr/>
          </p:nvSpPr>
          <p:spPr>
            <a:xfrm>
              <a:off x="6988289" y="3386030"/>
              <a:ext cx="88676" cy="1072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</a:t>
              </a:r>
            </a:p>
          </p:txBody>
        </p:sp>
        <p:sp>
          <p:nvSpPr>
            <p:cNvPr id="141" name="rc112"/>
            <p:cNvSpPr/>
            <p:nvPr/>
          </p:nvSpPr>
          <p:spPr>
            <a:xfrm>
              <a:off x="6988289" y="3577447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113"/>
            <p:cNvSpPr/>
            <p:nvPr/>
          </p:nvSpPr>
          <p:spPr>
            <a:xfrm>
              <a:off x="7098017" y="3742039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14"/>
            <p:cNvSpPr/>
            <p:nvPr/>
          </p:nvSpPr>
          <p:spPr>
            <a:xfrm>
              <a:off x="7098017" y="3599393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15"/>
            <p:cNvSpPr/>
            <p:nvPr/>
          </p:nvSpPr>
          <p:spPr>
            <a:xfrm>
              <a:off x="7015721" y="3632311"/>
              <a:ext cx="164592" cy="109727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pl116"/>
            <p:cNvSpPr/>
            <p:nvPr/>
          </p:nvSpPr>
          <p:spPr>
            <a:xfrm>
              <a:off x="7015721" y="3687175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pl117"/>
            <p:cNvSpPr/>
            <p:nvPr/>
          </p:nvSpPr>
          <p:spPr>
            <a:xfrm>
              <a:off x="7098017" y="377495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pl118"/>
            <p:cNvSpPr/>
            <p:nvPr/>
          </p:nvSpPr>
          <p:spPr>
            <a:xfrm>
              <a:off x="7098017" y="359939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19"/>
            <p:cNvSpPr/>
            <p:nvPr/>
          </p:nvSpPr>
          <p:spPr>
            <a:xfrm>
              <a:off x="6988289" y="3796903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l120"/>
            <p:cNvSpPr/>
            <p:nvPr/>
          </p:nvSpPr>
          <p:spPr>
            <a:xfrm>
              <a:off x="7098017" y="396149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pl121"/>
            <p:cNvSpPr/>
            <p:nvPr/>
          </p:nvSpPr>
          <p:spPr>
            <a:xfrm>
              <a:off x="7098017" y="3818849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22"/>
            <p:cNvSpPr/>
            <p:nvPr/>
          </p:nvSpPr>
          <p:spPr>
            <a:xfrm>
              <a:off x="7015721" y="3851767"/>
              <a:ext cx="164592" cy="109727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pl123"/>
            <p:cNvSpPr/>
            <p:nvPr/>
          </p:nvSpPr>
          <p:spPr>
            <a:xfrm>
              <a:off x="7015721" y="3906631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pl124"/>
            <p:cNvSpPr/>
            <p:nvPr/>
          </p:nvSpPr>
          <p:spPr>
            <a:xfrm>
              <a:off x="7098017" y="39944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pl125"/>
            <p:cNvSpPr/>
            <p:nvPr/>
          </p:nvSpPr>
          <p:spPr>
            <a:xfrm>
              <a:off x="7098017" y="381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tx126"/>
            <p:cNvSpPr/>
            <p:nvPr/>
          </p:nvSpPr>
          <p:spPr>
            <a:xfrm>
              <a:off x="7277334" y="3663737"/>
              <a:ext cx="258881" cy="641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cons</a:t>
              </a:r>
            </a:p>
          </p:txBody>
        </p:sp>
        <p:sp>
          <p:nvSpPr>
            <p:cNvPr id="156" name="tx127"/>
            <p:cNvSpPr/>
            <p:nvPr/>
          </p:nvSpPr>
          <p:spPr>
            <a:xfrm>
              <a:off x="7277334" y="3836099"/>
              <a:ext cx="1270287" cy="111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e75_emeso_cnt_n_loss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2026-03-09T13:49:44Z</dcterms:modified>
  <cp:category/>
</cp:coreProperties>
</file>