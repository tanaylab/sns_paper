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4720590" y="3737451"/>
              <a:ext cx="68580" cy="68580"/>
            </a:xfrm>
            <a:prstGeom prst="ellipse">
              <a:avLst/>
            </a:pr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1123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3974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29911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63369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6276230" y="5409549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18763" y="5411558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808735" y="43723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08735" y="37141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09814" y="3056976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10818" y="2399771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4706399" y="577731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517761" y="371619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</p:grpSp>
      <p:grpSp xmlns:pic="http://schemas.openxmlformats.org/drawingml/2006/picture">
        <p:nvGrpSpPr>
          <p:cNvPr id="31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2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5"/>
            <p:cNvSpPr/>
            <p:nvPr/>
          </p:nvSpPr>
          <p:spPr>
            <a:xfrm>
              <a:off x="937651" y="1669789"/>
              <a:ext cx="7679559" cy="40537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6"/>
            <p:cNvSpPr/>
            <p:nvPr/>
          </p:nvSpPr>
          <p:spPr>
            <a:xfrm>
              <a:off x="937651" y="5539267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7"/>
            <p:cNvSpPr/>
            <p:nvPr/>
          </p:nvSpPr>
          <p:spPr>
            <a:xfrm>
              <a:off x="937651" y="4869227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8"/>
            <p:cNvSpPr/>
            <p:nvPr/>
          </p:nvSpPr>
          <p:spPr>
            <a:xfrm>
              <a:off x="937651" y="419918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9"/>
            <p:cNvSpPr/>
            <p:nvPr/>
          </p:nvSpPr>
          <p:spPr>
            <a:xfrm>
              <a:off x="937651" y="352914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10"/>
            <p:cNvSpPr/>
            <p:nvPr/>
          </p:nvSpPr>
          <p:spPr>
            <a:xfrm>
              <a:off x="937651" y="285910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11"/>
            <p:cNvSpPr/>
            <p:nvPr/>
          </p:nvSpPr>
          <p:spPr>
            <a:xfrm>
              <a:off x="937651" y="218906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12"/>
            <p:cNvSpPr/>
            <p:nvPr/>
          </p:nvSpPr>
          <p:spPr>
            <a:xfrm>
              <a:off x="937651" y="5204247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13"/>
            <p:cNvSpPr/>
            <p:nvPr/>
          </p:nvSpPr>
          <p:spPr>
            <a:xfrm>
              <a:off x="937651" y="453420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14"/>
            <p:cNvSpPr/>
            <p:nvPr/>
          </p:nvSpPr>
          <p:spPr>
            <a:xfrm>
              <a:off x="937651" y="3864168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15"/>
            <p:cNvSpPr/>
            <p:nvPr/>
          </p:nvSpPr>
          <p:spPr>
            <a:xfrm>
              <a:off x="937651" y="319412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16"/>
            <p:cNvSpPr/>
            <p:nvPr/>
          </p:nvSpPr>
          <p:spPr>
            <a:xfrm>
              <a:off x="937651" y="252408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17"/>
            <p:cNvSpPr/>
            <p:nvPr/>
          </p:nvSpPr>
          <p:spPr>
            <a:xfrm>
              <a:off x="937651" y="1854049"/>
              <a:ext cx="7679559" cy="0"/>
            </a:xfrm>
            <a:custGeom>
              <a:avLst/>
              <a:pathLst>
                <a:path w="7679559" h="0">
                  <a:moveTo>
                    <a:pt x="0" y="0"/>
                  </a:moveTo>
                  <a:lnTo>
                    <a:pt x="7679559" y="0"/>
                  </a:lnTo>
                  <a:lnTo>
                    <a:pt x="7679559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18"/>
            <p:cNvSpPr/>
            <p:nvPr/>
          </p:nvSpPr>
          <p:spPr>
            <a:xfrm>
              <a:off x="1680835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19"/>
            <p:cNvSpPr/>
            <p:nvPr/>
          </p:nvSpPr>
          <p:spPr>
            <a:xfrm>
              <a:off x="2919473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20"/>
            <p:cNvSpPr/>
            <p:nvPr/>
          </p:nvSpPr>
          <p:spPr>
            <a:xfrm>
              <a:off x="4158112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21"/>
            <p:cNvSpPr/>
            <p:nvPr/>
          </p:nvSpPr>
          <p:spPr>
            <a:xfrm>
              <a:off x="5396750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22"/>
            <p:cNvSpPr/>
            <p:nvPr/>
          </p:nvSpPr>
          <p:spPr>
            <a:xfrm>
              <a:off x="6635389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23"/>
            <p:cNvSpPr/>
            <p:nvPr/>
          </p:nvSpPr>
          <p:spPr>
            <a:xfrm>
              <a:off x="7874027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24"/>
            <p:cNvSpPr/>
            <p:nvPr/>
          </p:nvSpPr>
          <p:spPr>
            <a:xfrm>
              <a:off x="1680835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25"/>
            <p:cNvSpPr/>
            <p:nvPr/>
          </p:nvSpPr>
          <p:spPr>
            <a:xfrm>
              <a:off x="1680835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26"/>
            <p:cNvSpPr/>
            <p:nvPr/>
          </p:nvSpPr>
          <p:spPr>
            <a:xfrm>
              <a:off x="1216345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27"/>
            <p:cNvSpPr/>
            <p:nvPr/>
          </p:nvSpPr>
          <p:spPr>
            <a:xfrm>
              <a:off x="1216345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28"/>
            <p:cNvSpPr/>
            <p:nvPr/>
          </p:nvSpPr>
          <p:spPr>
            <a:xfrm>
              <a:off x="2919473" y="5193319"/>
              <a:ext cx="0" cy="229338"/>
            </a:xfrm>
            <a:custGeom>
              <a:avLst/>
              <a:pathLst>
                <a:path w="0" h="229338">
                  <a:moveTo>
                    <a:pt x="0" y="2293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29"/>
            <p:cNvSpPr/>
            <p:nvPr/>
          </p:nvSpPr>
          <p:spPr>
            <a:xfrm>
              <a:off x="2919473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30"/>
            <p:cNvSpPr/>
            <p:nvPr/>
          </p:nvSpPr>
          <p:spPr>
            <a:xfrm>
              <a:off x="2454984" y="5422658"/>
              <a:ext cx="928978" cy="190072"/>
            </a:xfrm>
            <a:custGeom>
              <a:avLst/>
              <a:pathLst>
                <a:path w="928978" h="190072">
                  <a:moveTo>
                    <a:pt x="0" y="0"/>
                  </a:moveTo>
                  <a:lnTo>
                    <a:pt x="0" y="190072"/>
                  </a:lnTo>
                  <a:lnTo>
                    <a:pt x="928978" y="190072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31"/>
            <p:cNvSpPr/>
            <p:nvPr/>
          </p:nvSpPr>
          <p:spPr>
            <a:xfrm>
              <a:off x="2454984" y="5612730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32"/>
            <p:cNvSpPr/>
            <p:nvPr/>
          </p:nvSpPr>
          <p:spPr>
            <a:xfrm>
              <a:off x="4158112" y="3276264"/>
              <a:ext cx="0" cy="1401836"/>
            </a:xfrm>
            <a:custGeom>
              <a:avLst/>
              <a:pathLst>
                <a:path w="0" h="1401836">
                  <a:moveTo>
                    <a:pt x="0" y="14018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33"/>
            <p:cNvSpPr/>
            <p:nvPr/>
          </p:nvSpPr>
          <p:spPr>
            <a:xfrm>
              <a:off x="4158112" y="56127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34"/>
            <p:cNvSpPr/>
            <p:nvPr/>
          </p:nvSpPr>
          <p:spPr>
            <a:xfrm>
              <a:off x="3693622" y="4678101"/>
              <a:ext cx="928978" cy="934629"/>
            </a:xfrm>
            <a:custGeom>
              <a:avLst/>
              <a:pathLst>
                <a:path w="928978" h="934629">
                  <a:moveTo>
                    <a:pt x="0" y="0"/>
                  </a:moveTo>
                  <a:lnTo>
                    <a:pt x="0" y="934629"/>
                  </a:lnTo>
                  <a:lnTo>
                    <a:pt x="928978" y="934629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35"/>
            <p:cNvSpPr/>
            <p:nvPr/>
          </p:nvSpPr>
          <p:spPr>
            <a:xfrm>
              <a:off x="3693622" y="5263888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36"/>
            <p:cNvSpPr/>
            <p:nvPr/>
          </p:nvSpPr>
          <p:spPr>
            <a:xfrm>
              <a:off x="5396750" y="1921343"/>
              <a:ext cx="0" cy="2004575"/>
            </a:xfrm>
            <a:custGeom>
              <a:avLst/>
              <a:pathLst>
                <a:path w="0" h="2004575">
                  <a:moveTo>
                    <a:pt x="0" y="200457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37"/>
            <p:cNvSpPr/>
            <p:nvPr/>
          </p:nvSpPr>
          <p:spPr>
            <a:xfrm>
              <a:off x="5396750" y="5263888"/>
              <a:ext cx="0" cy="348842"/>
            </a:xfrm>
            <a:custGeom>
              <a:avLst/>
              <a:pathLst>
                <a:path w="0" h="348842">
                  <a:moveTo>
                    <a:pt x="0" y="0"/>
                  </a:moveTo>
                  <a:lnTo>
                    <a:pt x="0" y="34884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38"/>
            <p:cNvSpPr/>
            <p:nvPr/>
          </p:nvSpPr>
          <p:spPr>
            <a:xfrm>
              <a:off x="4932261" y="3925919"/>
              <a:ext cx="928978" cy="1337969"/>
            </a:xfrm>
            <a:custGeom>
              <a:avLst/>
              <a:pathLst>
                <a:path w="928978" h="1337969">
                  <a:moveTo>
                    <a:pt x="0" y="0"/>
                  </a:moveTo>
                  <a:lnTo>
                    <a:pt x="0" y="1337969"/>
                  </a:lnTo>
                  <a:lnTo>
                    <a:pt x="928978" y="1337969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pl39"/>
            <p:cNvSpPr/>
            <p:nvPr/>
          </p:nvSpPr>
          <p:spPr>
            <a:xfrm>
              <a:off x="4932261" y="4601354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40"/>
            <p:cNvSpPr/>
            <p:nvPr/>
          </p:nvSpPr>
          <p:spPr>
            <a:xfrm>
              <a:off x="6635389" y="1669789"/>
              <a:ext cx="0" cy="1758294"/>
            </a:xfrm>
            <a:custGeom>
              <a:avLst/>
              <a:pathLst>
                <a:path w="0" h="1758294">
                  <a:moveTo>
                    <a:pt x="0" y="17582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41"/>
            <p:cNvSpPr/>
            <p:nvPr/>
          </p:nvSpPr>
          <p:spPr>
            <a:xfrm>
              <a:off x="6635389" y="4718887"/>
              <a:ext cx="0" cy="893843"/>
            </a:xfrm>
            <a:custGeom>
              <a:avLst/>
              <a:pathLst>
                <a:path w="0" h="893843">
                  <a:moveTo>
                    <a:pt x="0" y="0"/>
                  </a:moveTo>
                  <a:lnTo>
                    <a:pt x="0" y="89384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42"/>
            <p:cNvSpPr/>
            <p:nvPr/>
          </p:nvSpPr>
          <p:spPr>
            <a:xfrm>
              <a:off x="6170899" y="3428083"/>
              <a:ext cx="928978" cy="1290803"/>
            </a:xfrm>
            <a:custGeom>
              <a:avLst/>
              <a:pathLst>
                <a:path w="928978" h="1290803">
                  <a:moveTo>
                    <a:pt x="0" y="0"/>
                  </a:moveTo>
                  <a:lnTo>
                    <a:pt x="0" y="1290803"/>
                  </a:lnTo>
                  <a:lnTo>
                    <a:pt x="928978" y="1290803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43"/>
            <p:cNvSpPr/>
            <p:nvPr/>
          </p:nvSpPr>
          <p:spPr>
            <a:xfrm>
              <a:off x="6170899" y="4053111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44"/>
            <p:cNvSpPr/>
            <p:nvPr/>
          </p:nvSpPr>
          <p:spPr>
            <a:xfrm>
              <a:off x="7874027" y="1669789"/>
              <a:ext cx="0" cy="1181395"/>
            </a:xfrm>
            <a:custGeom>
              <a:avLst/>
              <a:pathLst>
                <a:path w="0" h="1181395">
                  <a:moveTo>
                    <a:pt x="0" y="11813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45"/>
            <p:cNvSpPr/>
            <p:nvPr/>
          </p:nvSpPr>
          <p:spPr>
            <a:xfrm>
              <a:off x="7874027" y="4262538"/>
              <a:ext cx="0" cy="1350192"/>
            </a:xfrm>
            <a:custGeom>
              <a:avLst/>
              <a:pathLst>
                <a:path w="0" h="1350192">
                  <a:moveTo>
                    <a:pt x="0" y="0"/>
                  </a:moveTo>
                  <a:lnTo>
                    <a:pt x="0" y="135019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46"/>
            <p:cNvSpPr/>
            <p:nvPr/>
          </p:nvSpPr>
          <p:spPr>
            <a:xfrm>
              <a:off x="7409538" y="2851185"/>
              <a:ext cx="928978" cy="1411353"/>
            </a:xfrm>
            <a:custGeom>
              <a:avLst/>
              <a:pathLst>
                <a:path w="928978" h="1411353">
                  <a:moveTo>
                    <a:pt x="0" y="0"/>
                  </a:moveTo>
                  <a:lnTo>
                    <a:pt x="0" y="1411353"/>
                  </a:lnTo>
                  <a:lnTo>
                    <a:pt x="928978" y="1411353"/>
                  </a:lnTo>
                  <a:lnTo>
                    <a:pt x="928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pl47"/>
            <p:cNvSpPr/>
            <p:nvPr/>
          </p:nvSpPr>
          <p:spPr>
            <a:xfrm>
              <a:off x="7409538" y="3635048"/>
              <a:ext cx="928978" cy="0"/>
            </a:xfrm>
            <a:custGeom>
              <a:avLst/>
              <a:pathLst>
                <a:path w="928978" h="0">
                  <a:moveTo>
                    <a:pt x="0" y="0"/>
                  </a:moveTo>
                  <a:lnTo>
                    <a:pt x="9289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48"/>
            <p:cNvSpPr/>
            <p:nvPr/>
          </p:nvSpPr>
          <p:spPr>
            <a:xfrm>
              <a:off x="937651" y="1669789"/>
              <a:ext cx="7679559" cy="405373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49"/>
            <p:cNvSpPr/>
            <p:nvPr/>
          </p:nvSpPr>
          <p:spPr>
            <a:xfrm>
              <a:off x="692484" y="5160455"/>
              <a:ext cx="182537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-16</a:t>
              </a:r>
            </a:p>
          </p:txBody>
        </p:sp>
        <p:sp>
          <p:nvSpPr>
            <p:cNvPr id="79" name="tx50"/>
            <p:cNvSpPr/>
            <p:nvPr/>
          </p:nvSpPr>
          <p:spPr>
            <a:xfrm>
              <a:off x="692484" y="4491888"/>
              <a:ext cx="182537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-15</a:t>
              </a:r>
            </a:p>
          </p:txBody>
        </p:sp>
        <p:sp>
          <p:nvSpPr>
            <p:cNvPr id="80" name="tx51"/>
            <p:cNvSpPr/>
            <p:nvPr/>
          </p:nvSpPr>
          <p:spPr>
            <a:xfrm>
              <a:off x="692484" y="3823431"/>
              <a:ext cx="18253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-14</a:t>
              </a:r>
            </a:p>
          </p:txBody>
        </p:sp>
        <p:sp>
          <p:nvSpPr>
            <p:cNvPr id="81" name="tx52"/>
            <p:cNvSpPr/>
            <p:nvPr/>
          </p:nvSpPr>
          <p:spPr>
            <a:xfrm>
              <a:off x="692484" y="3150336"/>
              <a:ext cx="182537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-13</a:t>
              </a:r>
            </a:p>
          </p:txBody>
        </p:sp>
        <p:sp>
          <p:nvSpPr>
            <p:cNvPr id="82" name="tx53"/>
            <p:cNvSpPr/>
            <p:nvPr/>
          </p:nvSpPr>
          <p:spPr>
            <a:xfrm>
              <a:off x="692484" y="2481879"/>
              <a:ext cx="182537" cy="82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-12</a:t>
              </a:r>
            </a:p>
          </p:txBody>
        </p:sp>
        <p:sp>
          <p:nvSpPr>
            <p:cNvPr id="83" name="tx54"/>
            <p:cNvSpPr/>
            <p:nvPr/>
          </p:nvSpPr>
          <p:spPr>
            <a:xfrm>
              <a:off x="692484" y="1813313"/>
              <a:ext cx="18253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-11</a:t>
              </a:r>
            </a:p>
          </p:txBody>
        </p:sp>
        <p:sp>
          <p:nvSpPr>
            <p:cNvPr id="84" name="pl55"/>
            <p:cNvSpPr/>
            <p:nvPr/>
          </p:nvSpPr>
          <p:spPr>
            <a:xfrm>
              <a:off x="902857" y="52042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56"/>
            <p:cNvSpPr/>
            <p:nvPr/>
          </p:nvSpPr>
          <p:spPr>
            <a:xfrm>
              <a:off x="902857" y="45342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57"/>
            <p:cNvSpPr/>
            <p:nvPr/>
          </p:nvSpPr>
          <p:spPr>
            <a:xfrm>
              <a:off x="902857" y="38641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58"/>
            <p:cNvSpPr/>
            <p:nvPr/>
          </p:nvSpPr>
          <p:spPr>
            <a:xfrm>
              <a:off x="902857" y="31941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59"/>
            <p:cNvSpPr/>
            <p:nvPr/>
          </p:nvSpPr>
          <p:spPr>
            <a:xfrm>
              <a:off x="902857" y="25240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60"/>
            <p:cNvSpPr/>
            <p:nvPr/>
          </p:nvSpPr>
          <p:spPr>
            <a:xfrm>
              <a:off x="902857" y="18540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61"/>
            <p:cNvSpPr/>
            <p:nvPr/>
          </p:nvSpPr>
          <p:spPr>
            <a:xfrm>
              <a:off x="1680835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62"/>
            <p:cNvSpPr/>
            <p:nvPr/>
          </p:nvSpPr>
          <p:spPr>
            <a:xfrm>
              <a:off x="2919473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63"/>
            <p:cNvSpPr/>
            <p:nvPr/>
          </p:nvSpPr>
          <p:spPr>
            <a:xfrm>
              <a:off x="4158112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64"/>
            <p:cNvSpPr/>
            <p:nvPr/>
          </p:nvSpPr>
          <p:spPr>
            <a:xfrm>
              <a:off x="5396750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65"/>
            <p:cNvSpPr/>
            <p:nvPr/>
          </p:nvSpPr>
          <p:spPr>
            <a:xfrm>
              <a:off x="6635389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66"/>
            <p:cNvSpPr/>
            <p:nvPr/>
          </p:nvSpPr>
          <p:spPr>
            <a:xfrm>
              <a:off x="7874027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67"/>
            <p:cNvSpPr/>
            <p:nvPr/>
          </p:nvSpPr>
          <p:spPr>
            <a:xfrm>
              <a:off x="1474886" y="5767986"/>
              <a:ext cx="411896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(-1,6.5]</a:t>
              </a:r>
            </a:p>
          </p:txBody>
        </p:sp>
        <p:sp>
          <p:nvSpPr>
            <p:cNvPr id="97" name="tx68"/>
            <p:cNvSpPr/>
            <p:nvPr/>
          </p:nvSpPr>
          <p:spPr>
            <a:xfrm>
              <a:off x="2733688" y="5767986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(6.5,7]</a:t>
              </a:r>
            </a:p>
          </p:txBody>
        </p:sp>
        <p:sp>
          <p:nvSpPr>
            <p:cNvPr id="98" name="tx69"/>
            <p:cNvSpPr/>
            <p:nvPr/>
          </p:nvSpPr>
          <p:spPr>
            <a:xfrm>
              <a:off x="3972327" y="5767986"/>
              <a:ext cx="371569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(7,7.5]</a:t>
              </a:r>
            </a:p>
          </p:txBody>
        </p:sp>
        <p:sp>
          <p:nvSpPr>
            <p:cNvPr id="99" name="tx70"/>
            <p:cNvSpPr/>
            <p:nvPr/>
          </p:nvSpPr>
          <p:spPr>
            <a:xfrm>
              <a:off x="5122098" y="5767986"/>
              <a:ext cx="549304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(7.5,7.75]</a:t>
              </a:r>
            </a:p>
          </p:txBody>
        </p:sp>
        <p:sp>
          <p:nvSpPr>
            <p:cNvPr id="100" name="tx71"/>
            <p:cNvSpPr/>
            <p:nvPr/>
          </p:nvSpPr>
          <p:spPr>
            <a:xfrm>
              <a:off x="6414052" y="5767986"/>
              <a:ext cx="442674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(7.75,8]</a:t>
              </a:r>
            </a:p>
          </p:txBody>
        </p:sp>
        <p:sp>
          <p:nvSpPr>
            <p:cNvPr id="101" name="tx72"/>
            <p:cNvSpPr/>
            <p:nvPr/>
          </p:nvSpPr>
          <p:spPr>
            <a:xfrm>
              <a:off x="7741558" y="5767986"/>
              <a:ext cx="264938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(8,9]</a:t>
              </a:r>
            </a:p>
          </p:txBody>
        </p:sp>
        <p:sp>
          <p:nvSpPr>
            <p:cNvPr id="102" name="tx73"/>
            <p:cNvSpPr/>
            <p:nvPr/>
          </p:nvSpPr>
          <p:spPr>
            <a:xfrm>
              <a:off x="4549600" y="5888429"/>
              <a:ext cx="455662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bin_k4</a:t>
              </a:r>
            </a:p>
          </p:txBody>
        </p:sp>
        <p:sp>
          <p:nvSpPr>
            <p:cNvPr id="103" name="tx74"/>
            <p:cNvSpPr/>
            <p:nvPr/>
          </p:nvSpPr>
          <p:spPr>
            <a:xfrm rot="-5400000">
              <a:off x="373889" y="3642599"/>
              <a:ext cx="401364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rna1k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2026-03-10T09:27:52Z</dcterms:modified>
  <cp:category/>
</cp:coreProperties>
</file>