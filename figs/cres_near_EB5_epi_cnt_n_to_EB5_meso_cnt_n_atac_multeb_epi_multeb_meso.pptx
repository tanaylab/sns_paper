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t4"/>
            <p:cNvSpPr/>
            <p:nvPr/>
          </p:nvSpPr>
          <p:spPr>
            <a:xfrm>
              <a:off x="4720590" y="3737451"/>
              <a:ext cx="68580" cy="68580"/>
            </a:xfrm>
            <a:prstGeom prst="ellipse">
              <a:avLst/>
            </a:pr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13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1123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63974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>
              <a:off x="134863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299116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463369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6276230" y="5409549"/>
              <a:ext cx="242366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1.2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7918763" y="5411558"/>
              <a:ext cx="242366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1.4</a:t>
              </a:r>
            </a:p>
          </p:txBody>
        </p:sp>
        <p:sp>
          <p:nvSpPr>
            <p:cNvPr id="17" name="pl16"/>
            <p:cNvSpPr/>
            <p:nvPr/>
          </p:nvSpPr>
          <p:spPr>
            <a:xfrm>
              <a:off x="1207008" y="2455321"/>
              <a:ext cx="0" cy="2632839"/>
            </a:xfrm>
            <a:custGeom>
              <a:avLst/>
              <a:pathLst>
                <a:path w="0" h="2632839">
                  <a:moveTo>
                    <a:pt x="0" y="26328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115567" y="442995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37717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311353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 rot="-5400000">
              <a:off x="808735" y="503052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24" name="tx23"/>
            <p:cNvSpPr/>
            <p:nvPr/>
          </p:nvSpPr>
          <p:spPr>
            <a:xfrm rot="-5400000">
              <a:off x="808735" y="437231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25" name="tx24"/>
            <p:cNvSpPr/>
            <p:nvPr/>
          </p:nvSpPr>
          <p:spPr>
            <a:xfrm rot="-5400000">
              <a:off x="808735" y="371410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26" name="tx25"/>
            <p:cNvSpPr/>
            <p:nvPr/>
          </p:nvSpPr>
          <p:spPr>
            <a:xfrm rot="-5400000">
              <a:off x="809814" y="3056976"/>
              <a:ext cx="242366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1.2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810818" y="2399771"/>
              <a:ext cx="242366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1.4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4706399" y="577731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517761" y="3716191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</p:grpSp>
      <p:grpSp xmlns:pic="http://schemas.openxmlformats.org/drawingml/2006/picture">
        <p:nvGrpSpPr>
          <p:cNvPr id="31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2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4"/>
            <p:cNvSpPr/>
            <p:nvPr/>
          </p:nvSpPr>
          <p:spPr>
            <a:xfrm>
              <a:off x="457200" y="1600200"/>
              <a:ext cx="8229599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5"/>
            <p:cNvSpPr/>
            <p:nvPr/>
          </p:nvSpPr>
          <p:spPr>
            <a:xfrm>
              <a:off x="866546" y="1669789"/>
              <a:ext cx="5974312" cy="40537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6"/>
            <p:cNvSpPr/>
            <p:nvPr/>
          </p:nvSpPr>
          <p:spPr>
            <a:xfrm>
              <a:off x="866546" y="5539267"/>
              <a:ext cx="5974312" cy="0"/>
            </a:xfrm>
            <a:custGeom>
              <a:avLst/>
              <a:pathLst>
                <a:path w="5974312" h="0">
                  <a:moveTo>
                    <a:pt x="0" y="0"/>
                  </a:moveTo>
                  <a:lnTo>
                    <a:pt x="5974312" y="0"/>
                  </a:lnTo>
                  <a:lnTo>
                    <a:pt x="597431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7"/>
            <p:cNvSpPr/>
            <p:nvPr/>
          </p:nvSpPr>
          <p:spPr>
            <a:xfrm>
              <a:off x="866546" y="4310861"/>
              <a:ext cx="5974312" cy="0"/>
            </a:xfrm>
            <a:custGeom>
              <a:avLst/>
              <a:pathLst>
                <a:path w="5974312" h="0">
                  <a:moveTo>
                    <a:pt x="0" y="0"/>
                  </a:moveTo>
                  <a:lnTo>
                    <a:pt x="5974312" y="0"/>
                  </a:lnTo>
                  <a:lnTo>
                    <a:pt x="597431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8"/>
            <p:cNvSpPr/>
            <p:nvPr/>
          </p:nvSpPr>
          <p:spPr>
            <a:xfrm>
              <a:off x="866546" y="3082455"/>
              <a:ext cx="5974312" cy="0"/>
            </a:xfrm>
            <a:custGeom>
              <a:avLst/>
              <a:pathLst>
                <a:path w="5974312" h="0">
                  <a:moveTo>
                    <a:pt x="0" y="0"/>
                  </a:moveTo>
                  <a:lnTo>
                    <a:pt x="5974312" y="0"/>
                  </a:lnTo>
                  <a:lnTo>
                    <a:pt x="597431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9"/>
            <p:cNvSpPr/>
            <p:nvPr/>
          </p:nvSpPr>
          <p:spPr>
            <a:xfrm>
              <a:off x="866546" y="1854049"/>
              <a:ext cx="5974312" cy="0"/>
            </a:xfrm>
            <a:custGeom>
              <a:avLst/>
              <a:pathLst>
                <a:path w="5974312" h="0">
                  <a:moveTo>
                    <a:pt x="0" y="0"/>
                  </a:moveTo>
                  <a:lnTo>
                    <a:pt x="5974312" y="0"/>
                  </a:lnTo>
                  <a:lnTo>
                    <a:pt x="597431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10"/>
            <p:cNvSpPr/>
            <p:nvPr/>
          </p:nvSpPr>
          <p:spPr>
            <a:xfrm>
              <a:off x="866546" y="4925064"/>
              <a:ext cx="5974312" cy="0"/>
            </a:xfrm>
            <a:custGeom>
              <a:avLst/>
              <a:pathLst>
                <a:path w="5974312" h="0">
                  <a:moveTo>
                    <a:pt x="0" y="0"/>
                  </a:moveTo>
                  <a:lnTo>
                    <a:pt x="5974312" y="0"/>
                  </a:lnTo>
                  <a:lnTo>
                    <a:pt x="597431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11"/>
            <p:cNvSpPr/>
            <p:nvPr/>
          </p:nvSpPr>
          <p:spPr>
            <a:xfrm>
              <a:off x="866546" y="3696658"/>
              <a:ext cx="5974312" cy="0"/>
            </a:xfrm>
            <a:custGeom>
              <a:avLst/>
              <a:pathLst>
                <a:path w="5974312" h="0">
                  <a:moveTo>
                    <a:pt x="0" y="0"/>
                  </a:moveTo>
                  <a:lnTo>
                    <a:pt x="5974312" y="0"/>
                  </a:lnTo>
                  <a:lnTo>
                    <a:pt x="597431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12"/>
            <p:cNvSpPr/>
            <p:nvPr/>
          </p:nvSpPr>
          <p:spPr>
            <a:xfrm>
              <a:off x="866546" y="2468252"/>
              <a:ext cx="5974312" cy="0"/>
            </a:xfrm>
            <a:custGeom>
              <a:avLst/>
              <a:pathLst>
                <a:path w="5974312" h="0">
                  <a:moveTo>
                    <a:pt x="0" y="0"/>
                  </a:moveTo>
                  <a:lnTo>
                    <a:pt x="5974312" y="0"/>
                  </a:lnTo>
                  <a:lnTo>
                    <a:pt x="597431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13"/>
            <p:cNvSpPr/>
            <p:nvPr/>
          </p:nvSpPr>
          <p:spPr>
            <a:xfrm>
              <a:off x="1303691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14"/>
            <p:cNvSpPr/>
            <p:nvPr/>
          </p:nvSpPr>
          <p:spPr>
            <a:xfrm>
              <a:off x="2032266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15"/>
            <p:cNvSpPr/>
            <p:nvPr/>
          </p:nvSpPr>
          <p:spPr>
            <a:xfrm>
              <a:off x="2760840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16"/>
            <p:cNvSpPr/>
            <p:nvPr/>
          </p:nvSpPr>
          <p:spPr>
            <a:xfrm>
              <a:off x="3489415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17"/>
            <p:cNvSpPr/>
            <p:nvPr/>
          </p:nvSpPr>
          <p:spPr>
            <a:xfrm>
              <a:off x="4217990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18"/>
            <p:cNvSpPr/>
            <p:nvPr/>
          </p:nvSpPr>
          <p:spPr>
            <a:xfrm>
              <a:off x="4946564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19"/>
            <p:cNvSpPr/>
            <p:nvPr/>
          </p:nvSpPr>
          <p:spPr>
            <a:xfrm>
              <a:off x="5675139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20"/>
            <p:cNvSpPr/>
            <p:nvPr/>
          </p:nvSpPr>
          <p:spPr>
            <a:xfrm>
              <a:off x="6403714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21"/>
            <p:cNvSpPr/>
            <p:nvPr/>
          </p:nvSpPr>
          <p:spPr>
            <a:xfrm>
              <a:off x="1167083" y="2190253"/>
              <a:ext cx="0" cy="1428183"/>
            </a:xfrm>
            <a:custGeom>
              <a:avLst/>
              <a:pathLst>
                <a:path w="0" h="1428183">
                  <a:moveTo>
                    <a:pt x="0" y="14281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22"/>
            <p:cNvSpPr/>
            <p:nvPr/>
          </p:nvSpPr>
          <p:spPr>
            <a:xfrm>
              <a:off x="1167083" y="4573107"/>
              <a:ext cx="0" cy="1150421"/>
            </a:xfrm>
            <a:custGeom>
              <a:avLst/>
              <a:pathLst>
                <a:path w="0" h="1150421">
                  <a:moveTo>
                    <a:pt x="0" y="0"/>
                  </a:moveTo>
                  <a:lnTo>
                    <a:pt x="0" y="115042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23"/>
            <p:cNvSpPr/>
            <p:nvPr/>
          </p:nvSpPr>
          <p:spPr>
            <a:xfrm>
              <a:off x="1044136" y="3618437"/>
              <a:ext cx="245893" cy="954669"/>
            </a:xfrm>
            <a:custGeom>
              <a:avLst/>
              <a:pathLst>
                <a:path w="245893" h="954669">
                  <a:moveTo>
                    <a:pt x="0" y="0"/>
                  </a:moveTo>
                  <a:lnTo>
                    <a:pt x="0" y="954669"/>
                  </a:lnTo>
                  <a:lnTo>
                    <a:pt x="245893" y="954669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pl24"/>
            <p:cNvSpPr/>
            <p:nvPr/>
          </p:nvSpPr>
          <p:spPr>
            <a:xfrm>
              <a:off x="1044136" y="4080267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pl25"/>
            <p:cNvSpPr/>
            <p:nvPr/>
          </p:nvSpPr>
          <p:spPr>
            <a:xfrm>
              <a:off x="1440299" y="1669789"/>
              <a:ext cx="0" cy="1085260"/>
            </a:xfrm>
            <a:custGeom>
              <a:avLst/>
              <a:pathLst>
                <a:path w="0" h="1085260">
                  <a:moveTo>
                    <a:pt x="0" y="108526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26"/>
            <p:cNvSpPr/>
            <p:nvPr/>
          </p:nvSpPr>
          <p:spPr>
            <a:xfrm>
              <a:off x="1440299" y="3812776"/>
              <a:ext cx="0" cy="1567330"/>
            </a:xfrm>
            <a:custGeom>
              <a:avLst/>
              <a:pathLst>
                <a:path w="0" h="1567330">
                  <a:moveTo>
                    <a:pt x="0" y="0"/>
                  </a:moveTo>
                  <a:lnTo>
                    <a:pt x="0" y="156733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27"/>
            <p:cNvSpPr/>
            <p:nvPr/>
          </p:nvSpPr>
          <p:spPr>
            <a:xfrm>
              <a:off x="1317352" y="2755049"/>
              <a:ext cx="245893" cy="1057727"/>
            </a:xfrm>
            <a:custGeom>
              <a:avLst/>
              <a:pathLst>
                <a:path w="245893" h="1057727">
                  <a:moveTo>
                    <a:pt x="0" y="0"/>
                  </a:moveTo>
                  <a:lnTo>
                    <a:pt x="0" y="1057727"/>
                  </a:lnTo>
                  <a:lnTo>
                    <a:pt x="245893" y="1057727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pl28"/>
            <p:cNvSpPr/>
            <p:nvPr/>
          </p:nvSpPr>
          <p:spPr>
            <a:xfrm>
              <a:off x="1317352" y="3410730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pl29"/>
            <p:cNvSpPr/>
            <p:nvPr/>
          </p:nvSpPr>
          <p:spPr>
            <a:xfrm>
              <a:off x="1895658" y="1669789"/>
              <a:ext cx="0" cy="1555657"/>
            </a:xfrm>
            <a:custGeom>
              <a:avLst/>
              <a:pathLst>
                <a:path w="0" h="1555657">
                  <a:moveTo>
                    <a:pt x="0" y="15556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30"/>
            <p:cNvSpPr/>
            <p:nvPr/>
          </p:nvSpPr>
          <p:spPr>
            <a:xfrm>
              <a:off x="1895658" y="4422392"/>
              <a:ext cx="0" cy="1301135"/>
            </a:xfrm>
            <a:custGeom>
              <a:avLst/>
              <a:pathLst>
                <a:path w="0" h="1301135">
                  <a:moveTo>
                    <a:pt x="0" y="0"/>
                  </a:moveTo>
                  <a:lnTo>
                    <a:pt x="0" y="130113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31"/>
            <p:cNvSpPr/>
            <p:nvPr/>
          </p:nvSpPr>
          <p:spPr>
            <a:xfrm>
              <a:off x="1772711" y="3225446"/>
              <a:ext cx="245893" cy="1196946"/>
            </a:xfrm>
            <a:custGeom>
              <a:avLst/>
              <a:pathLst>
                <a:path w="245893" h="1196946">
                  <a:moveTo>
                    <a:pt x="0" y="0"/>
                  </a:moveTo>
                  <a:lnTo>
                    <a:pt x="0" y="1196946"/>
                  </a:lnTo>
                  <a:lnTo>
                    <a:pt x="245893" y="1196946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pl32"/>
            <p:cNvSpPr/>
            <p:nvPr/>
          </p:nvSpPr>
          <p:spPr>
            <a:xfrm>
              <a:off x="1772711" y="3888019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pl33"/>
            <p:cNvSpPr/>
            <p:nvPr/>
          </p:nvSpPr>
          <p:spPr>
            <a:xfrm>
              <a:off x="2168874" y="1669789"/>
              <a:ext cx="0" cy="808125"/>
            </a:xfrm>
            <a:custGeom>
              <a:avLst/>
              <a:pathLst>
                <a:path w="0" h="808125">
                  <a:moveTo>
                    <a:pt x="0" y="80812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34"/>
            <p:cNvSpPr/>
            <p:nvPr/>
          </p:nvSpPr>
          <p:spPr>
            <a:xfrm>
              <a:off x="2168874" y="4105807"/>
              <a:ext cx="0" cy="1617720"/>
            </a:xfrm>
            <a:custGeom>
              <a:avLst/>
              <a:pathLst>
                <a:path w="0" h="1617720">
                  <a:moveTo>
                    <a:pt x="0" y="0"/>
                  </a:moveTo>
                  <a:lnTo>
                    <a:pt x="0" y="161772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35"/>
            <p:cNvSpPr/>
            <p:nvPr/>
          </p:nvSpPr>
          <p:spPr>
            <a:xfrm>
              <a:off x="2045927" y="2477914"/>
              <a:ext cx="245893" cy="1627893"/>
            </a:xfrm>
            <a:custGeom>
              <a:avLst/>
              <a:pathLst>
                <a:path w="245893" h="1627893">
                  <a:moveTo>
                    <a:pt x="0" y="0"/>
                  </a:moveTo>
                  <a:lnTo>
                    <a:pt x="0" y="1627893"/>
                  </a:lnTo>
                  <a:lnTo>
                    <a:pt x="245893" y="1627893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pl36"/>
            <p:cNvSpPr/>
            <p:nvPr/>
          </p:nvSpPr>
          <p:spPr>
            <a:xfrm>
              <a:off x="2045927" y="3423283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pl37"/>
            <p:cNvSpPr/>
            <p:nvPr/>
          </p:nvSpPr>
          <p:spPr>
            <a:xfrm>
              <a:off x="2624233" y="1669789"/>
              <a:ext cx="0" cy="1226728"/>
            </a:xfrm>
            <a:custGeom>
              <a:avLst/>
              <a:pathLst>
                <a:path w="0" h="1226728">
                  <a:moveTo>
                    <a:pt x="0" y="122672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38"/>
            <p:cNvSpPr/>
            <p:nvPr/>
          </p:nvSpPr>
          <p:spPr>
            <a:xfrm>
              <a:off x="2624233" y="4393332"/>
              <a:ext cx="0" cy="1330196"/>
            </a:xfrm>
            <a:custGeom>
              <a:avLst/>
              <a:pathLst>
                <a:path w="0" h="1330196">
                  <a:moveTo>
                    <a:pt x="0" y="0"/>
                  </a:moveTo>
                  <a:lnTo>
                    <a:pt x="0" y="133019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39"/>
            <p:cNvSpPr/>
            <p:nvPr/>
          </p:nvSpPr>
          <p:spPr>
            <a:xfrm>
              <a:off x="2501286" y="2896517"/>
              <a:ext cx="245893" cy="1496814"/>
            </a:xfrm>
            <a:custGeom>
              <a:avLst/>
              <a:pathLst>
                <a:path w="245893" h="1496814">
                  <a:moveTo>
                    <a:pt x="0" y="0"/>
                  </a:moveTo>
                  <a:lnTo>
                    <a:pt x="0" y="1496814"/>
                  </a:lnTo>
                  <a:lnTo>
                    <a:pt x="245893" y="1496814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pl40"/>
            <p:cNvSpPr/>
            <p:nvPr/>
          </p:nvSpPr>
          <p:spPr>
            <a:xfrm>
              <a:off x="2501286" y="3795769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pl41"/>
            <p:cNvSpPr/>
            <p:nvPr/>
          </p:nvSpPr>
          <p:spPr>
            <a:xfrm>
              <a:off x="2897448" y="1669789"/>
              <a:ext cx="0" cy="419179"/>
            </a:xfrm>
            <a:custGeom>
              <a:avLst/>
              <a:pathLst>
                <a:path w="0" h="419179">
                  <a:moveTo>
                    <a:pt x="0" y="41917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42"/>
            <p:cNvSpPr/>
            <p:nvPr/>
          </p:nvSpPr>
          <p:spPr>
            <a:xfrm>
              <a:off x="2897448" y="4069681"/>
              <a:ext cx="0" cy="1653847"/>
            </a:xfrm>
            <a:custGeom>
              <a:avLst/>
              <a:pathLst>
                <a:path w="0" h="1653847">
                  <a:moveTo>
                    <a:pt x="0" y="0"/>
                  </a:moveTo>
                  <a:lnTo>
                    <a:pt x="0" y="165384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43"/>
            <p:cNvSpPr/>
            <p:nvPr/>
          </p:nvSpPr>
          <p:spPr>
            <a:xfrm>
              <a:off x="2774501" y="2088969"/>
              <a:ext cx="245893" cy="1980712"/>
            </a:xfrm>
            <a:custGeom>
              <a:avLst/>
              <a:pathLst>
                <a:path w="245893" h="1980712">
                  <a:moveTo>
                    <a:pt x="0" y="0"/>
                  </a:moveTo>
                  <a:lnTo>
                    <a:pt x="0" y="1980712"/>
                  </a:lnTo>
                  <a:lnTo>
                    <a:pt x="245893" y="1980712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pl44"/>
            <p:cNvSpPr/>
            <p:nvPr/>
          </p:nvSpPr>
          <p:spPr>
            <a:xfrm>
              <a:off x="2774501" y="3410236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pl45"/>
            <p:cNvSpPr/>
            <p:nvPr/>
          </p:nvSpPr>
          <p:spPr>
            <a:xfrm>
              <a:off x="3352807" y="1669789"/>
              <a:ext cx="0" cy="1242949"/>
            </a:xfrm>
            <a:custGeom>
              <a:avLst/>
              <a:pathLst>
                <a:path w="0" h="1242949">
                  <a:moveTo>
                    <a:pt x="0" y="124294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46"/>
            <p:cNvSpPr/>
            <p:nvPr/>
          </p:nvSpPr>
          <p:spPr>
            <a:xfrm>
              <a:off x="3352807" y="4451933"/>
              <a:ext cx="0" cy="1271595"/>
            </a:xfrm>
            <a:custGeom>
              <a:avLst/>
              <a:pathLst>
                <a:path w="0" h="1271595">
                  <a:moveTo>
                    <a:pt x="0" y="0"/>
                  </a:moveTo>
                  <a:lnTo>
                    <a:pt x="0" y="127159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47"/>
            <p:cNvSpPr/>
            <p:nvPr/>
          </p:nvSpPr>
          <p:spPr>
            <a:xfrm>
              <a:off x="3229860" y="2912738"/>
              <a:ext cx="245893" cy="1539194"/>
            </a:xfrm>
            <a:custGeom>
              <a:avLst/>
              <a:pathLst>
                <a:path w="245893" h="1539194">
                  <a:moveTo>
                    <a:pt x="0" y="0"/>
                  </a:moveTo>
                  <a:lnTo>
                    <a:pt x="0" y="1539194"/>
                  </a:lnTo>
                  <a:lnTo>
                    <a:pt x="245893" y="1539194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pl48"/>
            <p:cNvSpPr/>
            <p:nvPr/>
          </p:nvSpPr>
          <p:spPr>
            <a:xfrm>
              <a:off x="3229860" y="3793069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pl49"/>
            <p:cNvSpPr/>
            <p:nvPr/>
          </p:nvSpPr>
          <p:spPr>
            <a:xfrm>
              <a:off x="3626023" y="1669789"/>
              <a:ext cx="0" cy="406252"/>
            </a:xfrm>
            <a:custGeom>
              <a:avLst/>
              <a:pathLst>
                <a:path w="0" h="406252">
                  <a:moveTo>
                    <a:pt x="0" y="40625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50"/>
            <p:cNvSpPr/>
            <p:nvPr/>
          </p:nvSpPr>
          <p:spPr>
            <a:xfrm>
              <a:off x="3626023" y="4111834"/>
              <a:ext cx="0" cy="1611693"/>
            </a:xfrm>
            <a:custGeom>
              <a:avLst/>
              <a:pathLst>
                <a:path w="0" h="1611693">
                  <a:moveTo>
                    <a:pt x="0" y="0"/>
                  </a:moveTo>
                  <a:lnTo>
                    <a:pt x="0" y="161169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51"/>
            <p:cNvSpPr/>
            <p:nvPr/>
          </p:nvSpPr>
          <p:spPr>
            <a:xfrm>
              <a:off x="3503076" y="2076041"/>
              <a:ext cx="245893" cy="2035793"/>
            </a:xfrm>
            <a:custGeom>
              <a:avLst/>
              <a:pathLst>
                <a:path w="245893" h="2035793">
                  <a:moveTo>
                    <a:pt x="0" y="0"/>
                  </a:moveTo>
                  <a:lnTo>
                    <a:pt x="0" y="2035793"/>
                  </a:lnTo>
                  <a:lnTo>
                    <a:pt x="245893" y="2035793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pl52"/>
            <p:cNvSpPr/>
            <p:nvPr/>
          </p:nvSpPr>
          <p:spPr>
            <a:xfrm>
              <a:off x="3503076" y="3450973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l53"/>
            <p:cNvSpPr/>
            <p:nvPr/>
          </p:nvSpPr>
          <p:spPr>
            <a:xfrm>
              <a:off x="4081382" y="1669789"/>
              <a:ext cx="0" cy="1166154"/>
            </a:xfrm>
            <a:custGeom>
              <a:avLst/>
              <a:pathLst>
                <a:path w="0" h="1166154">
                  <a:moveTo>
                    <a:pt x="0" y="116615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54"/>
            <p:cNvSpPr/>
            <p:nvPr/>
          </p:nvSpPr>
          <p:spPr>
            <a:xfrm>
              <a:off x="4081382" y="4393551"/>
              <a:ext cx="0" cy="1329977"/>
            </a:xfrm>
            <a:custGeom>
              <a:avLst/>
              <a:pathLst>
                <a:path w="0" h="1329977">
                  <a:moveTo>
                    <a:pt x="0" y="0"/>
                  </a:moveTo>
                  <a:lnTo>
                    <a:pt x="0" y="132997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55"/>
            <p:cNvSpPr/>
            <p:nvPr/>
          </p:nvSpPr>
          <p:spPr>
            <a:xfrm>
              <a:off x="3958435" y="2835943"/>
              <a:ext cx="245893" cy="1557607"/>
            </a:xfrm>
            <a:custGeom>
              <a:avLst/>
              <a:pathLst>
                <a:path w="245893" h="1557607">
                  <a:moveTo>
                    <a:pt x="0" y="0"/>
                  </a:moveTo>
                  <a:lnTo>
                    <a:pt x="0" y="1557607"/>
                  </a:lnTo>
                  <a:lnTo>
                    <a:pt x="245893" y="1557607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pl56"/>
            <p:cNvSpPr/>
            <p:nvPr/>
          </p:nvSpPr>
          <p:spPr>
            <a:xfrm>
              <a:off x="3958435" y="3749019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pl57"/>
            <p:cNvSpPr/>
            <p:nvPr/>
          </p:nvSpPr>
          <p:spPr>
            <a:xfrm>
              <a:off x="4354598" y="1669789"/>
              <a:ext cx="0" cy="509135"/>
            </a:xfrm>
            <a:custGeom>
              <a:avLst/>
              <a:pathLst>
                <a:path w="0" h="509135">
                  <a:moveTo>
                    <a:pt x="0" y="50913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58"/>
            <p:cNvSpPr/>
            <p:nvPr/>
          </p:nvSpPr>
          <p:spPr>
            <a:xfrm>
              <a:off x="4354598" y="4232692"/>
              <a:ext cx="0" cy="1490835"/>
            </a:xfrm>
            <a:custGeom>
              <a:avLst/>
              <a:pathLst>
                <a:path w="0" h="1490835">
                  <a:moveTo>
                    <a:pt x="0" y="0"/>
                  </a:moveTo>
                  <a:lnTo>
                    <a:pt x="0" y="149083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59"/>
            <p:cNvSpPr/>
            <p:nvPr/>
          </p:nvSpPr>
          <p:spPr>
            <a:xfrm>
              <a:off x="4231651" y="2178924"/>
              <a:ext cx="245893" cy="2053768"/>
            </a:xfrm>
            <a:custGeom>
              <a:avLst/>
              <a:pathLst>
                <a:path w="245893" h="2053768">
                  <a:moveTo>
                    <a:pt x="0" y="0"/>
                  </a:moveTo>
                  <a:lnTo>
                    <a:pt x="0" y="2053768"/>
                  </a:lnTo>
                  <a:lnTo>
                    <a:pt x="245893" y="2053768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pl60"/>
            <p:cNvSpPr/>
            <p:nvPr/>
          </p:nvSpPr>
          <p:spPr>
            <a:xfrm>
              <a:off x="4231651" y="3536546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pl61"/>
            <p:cNvSpPr/>
            <p:nvPr/>
          </p:nvSpPr>
          <p:spPr>
            <a:xfrm>
              <a:off x="4809957" y="1669789"/>
              <a:ext cx="0" cy="1138515"/>
            </a:xfrm>
            <a:custGeom>
              <a:avLst/>
              <a:pathLst>
                <a:path w="0" h="1138515">
                  <a:moveTo>
                    <a:pt x="0" y="113851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62"/>
            <p:cNvSpPr/>
            <p:nvPr/>
          </p:nvSpPr>
          <p:spPr>
            <a:xfrm>
              <a:off x="4809957" y="4422306"/>
              <a:ext cx="0" cy="1301221"/>
            </a:xfrm>
            <a:custGeom>
              <a:avLst/>
              <a:pathLst>
                <a:path w="0" h="1301221">
                  <a:moveTo>
                    <a:pt x="0" y="0"/>
                  </a:moveTo>
                  <a:lnTo>
                    <a:pt x="0" y="130122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63"/>
            <p:cNvSpPr/>
            <p:nvPr/>
          </p:nvSpPr>
          <p:spPr>
            <a:xfrm>
              <a:off x="4687010" y="2808304"/>
              <a:ext cx="245893" cy="1614002"/>
            </a:xfrm>
            <a:custGeom>
              <a:avLst/>
              <a:pathLst>
                <a:path w="245893" h="1614002">
                  <a:moveTo>
                    <a:pt x="0" y="0"/>
                  </a:moveTo>
                  <a:lnTo>
                    <a:pt x="0" y="1614002"/>
                  </a:lnTo>
                  <a:lnTo>
                    <a:pt x="245893" y="1614002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pl64"/>
            <p:cNvSpPr/>
            <p:nvPr/>
          </p:nvSpPr>
          <p:spPr>
            <a:xfrm>
              <a:off x="4687010" y="3733863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pl65"/>
            <p:cNvSpPr/>
            <p:nvPr/>
          </p:nvSpPr>
          <p:spPr>
            <a:xfrm>
              <a:off x="5083172" y="1669789"/>
              <a:ext cx="0" cy="634785"/>
            </a:xfrm>
            <a:custGeom>
              <a:avLst/>
              <a:pathLst>
                <a:path w="0" h="634785">
                  <a:moveTo>
                    <a:pt x="0" y="63478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66"/>
            <p:cNvSpPr/>
            <p:nvPr/>
          </p:nvSpPr>
          <p:spPr>
            <a:xfrm>
              <a:off x="5083172" y="4252964"/>
              <a:ext cx="0" cy="1470563"/>
            </a:xfrm>
            <a:custGeom>
              <a:avLst/>
              <a:pathLst>
                <a:path w="0" h="1470563">
                  <a:moveTo>
                    <a:pt x="0" y="0"/>
                  </a:moveTo>
                  <a:lnTo>
                    <a:pt x="0" y="147056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67"/>
            <p:cNvSpPr/>
            <p:nvPr/>
          </p:nvSpPr>
          <p:spPr>
            <a:xfrm>
              <a:off x="4960225" y="2304574"/>
              <a:ext cx="245893" cy="1948389"/>
            </a:xfrm>
            <a:custGeom>
              <a:avLst/>
              <a:pathLst>
                <a:path w="245893" h="1948389">
                  <a:moveTo>
                    <a:pt x="0" y="0"/>
                  </a:moveTo>
                  <a:lnTo>
                    <a:pt x="0" y="1948389"/>
                  </a:lnTo>
                  <a:lnTo>
                    <a:pt x="245893" y="1948389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pl68"/>
            <p:cNvSpPr/>
            <p:nvPr/>
          </p:nvSpPr>
          <p:spPr>
            <a:xfrm>
              <a:off x="4960225" y="3631270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pl69"/>
            <p:cNvSpPr/>
            <p:nvPr/>
          </p:nvSpPr>
          <p:spPr>
            <a:xfrm>
              <a:off x="5538531" y="1669789"/>
              <a:ext cx="0" cy="1094964"/>
            </a:xfrm>
            <a:custGeom>
              <a:avLst/>
              <a:pathLst>
                <a:path w="0" h="1094964">
                  <a:moveTo>
                    <a:pt x="0" y="109496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70"/>
            <p:cNvSpPr/>
            <p:nvPr/>
          </p:nvSpPr>
          <p:spPr>
            <a:xfrm>
              <a:off x="5538531" y="4421892"/>
              <a:ext cx="0" cy="1301635"/>
            </a:xfrm>
            <a:custGeom>
              <a:avLst/>
              <a:pathLst>
                <a:path w="0" h="1301635">
                  <a:moveTo>
                    <a:pt x="0" y="0"/>
                  </a:moveTo>
                  <a:lnTo>
                    <a:pt x="0" y="130163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71"/>
            <p:cNvSpPr/>
            <p:nvPr/>
          </p:nvSpPr>
          <p:spPr>
            <a:xfrm>
              <a:off x="5415584" y="2764753"/>
              <a:ext cx="245893" cy="1657139"/>
            </a:xfrm>
            <a:custGeom>
              <a:avLst/>
              <a:pathLst>
                <a:path w="245893" h="1657139">
                  <a:moveTo>
                    <a:pt x="0" y="0"/>
                  </a:moveTo>
                  <a:lnTo>
                    <a:pt x="0" y="1657139"/>
                  </a:lnTo>
                  <a:lnTo>
                    <a:pt x="245893" y="1657139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pl72"/>
            <p:cNvSpPr/>
            <p:nvPr/>
          </p:nvSpPr>
          <p:spPr>
            <a:xfrm>
              <a:off x="5415584" y="3731836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pl73"/>
            <p:cNvSpPr/>
            <p:nvPr/>
          </p:nvSpPr>
          <p:spPr>
            <a:xfrm>
              <a:off x="5811747" y="1669789"/>
              <a:ext cx="0" cy="832168"/>
            </a:xfrm>
            <a:custGeom>
              <a:avLst/>
              <a:pathLst>
                <a:path w="0" h="832168">
                  <a:moveTo>
                    <a:pt x="0" y="83216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74"/>
            <p:cNvSpPr/>
            <p:nvPr/>
          </p:nvSpPr>
          <p:spPr>
            <a:xfrm>
              <a:off x="5811747" y="4267788"/>
              <a:ext cx="0" cy="1455739"/>
            </a:xfrm>
            <a:custGeom>
              <a:avLst/>
              <a:pathLst>
                <a:path w="0" h="1455739">
                  <a:moveTo>
                    <a:pt x="0" y="0"/>
                  </a:moveTo>
                  <a:lnTo>
                    <a:pt x="0" y="145573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75"/>
            <p:cNvSpPr/>
            <p:nvPr/>
          </p:nvSpPr>
          <p:spPr>
            <a:xfrm>
              <a:off x="5688800" y="2501957"/>
              <a:ext cx="245893" cy="1765830"/>
            </a:xfrm>
            <a:custGeom>
              <a:avLst/>
              <a:pathLst>
                <a:path w="245893" h="1765830">
                  <a:moveTo>
                    <a:pt x="0" y="0"/>
                  </a:moveTo>
                  <a:lnTo>
                    <a:pt x="0" y="1765830"/>
                  </a:lnTo>
                  <a:lnTo>
                    <a:pt x="245893" y="1765830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pl76"/>
            <p:cNvSpPr/>
            <p:nvPr/>
          </p:nvSpPr>
          <p:spPr>
            <a:xfrm>
              <a:off x="5688800" y="3633565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pl77"/>
            <p:cNvSpPr/>
            <p:nvPr/>
          </p:nvSpPr>
          <p:spPr>
            <a:xfrm>
              <a:off x="6267106" y="1669789"/>
              <a:ext cx="0" cy="1037086"/>
            </a:xfrm>
            <a:custGeom>
              <a:avLst/>
              <a:pathLst>
                <a:path w="0" h="1037086">
                  <a:moveTo>
                    <a:pt x="0" y="103708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78"/>
            <p:cNvSpPr/>
            <p:nvPr/>
          </p:nvSpPr>
          <p:spPr>
            <a:xfrm>
              <a:off x="6267106" y="4479021"/>
              <a:ext cx="0" cy="1244507"/>
            </a:xfrm>
            <a:custGeom>
              <a:avLst/>
              <a:pathLst>
                <a:path w="0" h="1244507">
                  <a:moveTo>
                    <a:pt x="0" y="0"/>
                  </a:moveTo>
                  <a:lnTo>
                    <a:pt x="0" y="124450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79"/>
            <p:cNvSpPr/>
            <p:nvPr/>
          </p:nvSpPr>
          <p:spPr>
            <a:xfrm>
              <a:off x="6144159" y="2706875"/>
              <a:ext cx="245893" cy="1772145"/>
            </a:xfrm>
            <a:custGeom>
              <a:avLst/>
              <a:pathLst>
                <a:path w="245893" h="1772145">
                  <a:moveTo>
                    <a:pt x="0" y="0"/>
                  </a:moveTo>
                  <a:lnTo>
                    <a:pt x="0" y="1772145"/>
                  </a:lnTo>
                  <a:lnTo>
                    <a:pt x="245893" y="1772145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pl80"/>
            <p:cNvSpPr/>
            <p:nvPr/>
          </p:nvSpPr>
          <p:spPr>
            <a:xfrm>
              <a:off x="6144159" y="3731243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pl81"/>
            <p:cNvSpPr/>
            <p:nvPr/>
          </p:nvSpPr>
          <p:spPr>
            <a:xfrm>
              <a:off x="6540322" y="1669789"/>
              <a:ext cx="0" cy="1101144"/>
            </a:xfrm>
            <a:custGeom>
              <a:avLst/>
              <a:pathLst>
                <a:path w="0" h="1101144">
                  <a:moveTo>
                    <a:pt x="0" y="110114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82"/>
            <p:cNvSpPr/>
            <p:nvPr/>
          </p:nvSpPr>
          <p:spPr>
            <a:xfrm>
              <a:off x="6540322" y="4448505"/>
              <a:ext cx="0" cy="1275023"/>
            </a:xfrm>
            <a:custGeom>
              <a:avLst/>
              <a:pathLst>
                <a:path w="0" h="1275023">
                  <a:moveTo>
                    <a:pt x="0" y="0"/>
                  </a:moveTo>
                  <a:lnTo>
                    <a:pt x="0" y="127502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83"/>
            <p:cNvSpPr/>
            <p:nvPr/>
          </p:nvSpPr>
          <p:spPr>
            <a:xfrm>
              <a:off x="6417375" y="2770933"/>
              <a:ext cx="245893" cy="1677571"/>
            </a:xfrm>
            <a:custGeom>
              <a:avLst/>
              <a:pathLst>
                <a:path w="245893" h="1677571">
                  <a:moveTo>
                    <a:pt x="0" y="0"/>
                  </a:moveTo>
                  <a:lnTo>
                    <a:pt x="0" y="1677571"/>
                  </a:lnTo>
                  <a:lnTo>
                    <a:pt x="245893" y="1677571"/>
                  </a:lnTo>
                  <a:lnTo>
                    <a:pt x="245893" y="0"/>
                  </a:lnTo>
                  <a:close/>
                </a:path>
              </a:pathLst>
            </a:cu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pl84"/>
            <p:cNvSpPr/>
            <p:nvPr/>
          </p:nvSpPr>
          <p:spPr>
            <a:xfrm>
              <a:off x="6417375" y="3748828"/>
              <a:ext cx="245893" cy="0"/>
            </a:xfrm>
            <a:custGeom>
              <a:avLst/>
              <a:pathLst>
                <a:path w="245893" h="0">
                  <a:moveTo>
                    <a:pt x="0" y="0"/>
                  </a:moveTo>
                  <a:lnTo>
                    <a:pt x="245893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85"/>
            <p:cNvSpPr/>
            <p:nvPr/>
          </p:nvSpPr>
          <p:spPr>
            <a:xfrm>
              <a:off x="866546" y="1669789"/>
              <a:ext cx="5974312" cy="4053739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tx86"/>
            <p:cNvSpPr/>
            <p:nvPr/>
          </p:nvSpPr>
          <p:spPr>
            <a:xfrm>
              <a:off x="692484" y="4884327"/>
              <a:ext cx="111432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</a:t>
              </a:r>
            </a:p>
          </p:txBody>
        </p:sp>
        <p:sp>
          <p:nvSpPr>
            <p:cNvPr id="116" name="tx87"/>
            <p:cNvSpPr/>
            <p:nvPr/>
          </p:nvSpPr>
          <p:spPr>
            <a:xfrm>
              <a:off x="732811" y="3652866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17" name="tx88"/>
            <p:cNvSpPr/>
            <p:nvPr/>
          </p:nvSpPr>
          <p:spPr>
            <a:xfrm>
              <a:off x="732811" y="2427516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18" name="pl89"/>
            <p:cNvSpPr/>
            <p:nvPr/>
          </p:nvSpPr>
          <p:spPr>
            <a:xfrm>
              <a:off x="831752" y="492506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90"/>
            <p:cNvSpPr/>
            <p:nvPr/>
          </p:nvSpPr>
          <p:spPr>
            <a:xfrm>
              <a:off x="831752" y="36966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91"/>
            <p:cNvSpPr/>
            <p:nvPr/>
          </p:nvSpPr>
          <p:spPr>
            <a:xfrm>
              <a:off x="831752" y="24682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92"/>
            <p:cNvSpPr/>
            <p:nvPr/>
          </p:nvSpPr>
          <p:spPr>
            <a:xfrm>
              <a:off x="1303691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93"/>
            <p:cNvSpPr/>
            <p:nvPr/>
          </p:nvSpPr>
          <p:spPr>
            <a:xfrm>
              <a:off x="2032266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94"/>
            <p:cNvSpPr/>
            <p:nvPr/>
          </p:nvSpPr>
          <p:spPr>
            <a:xfrm>
              <a:off x="2760840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95"/>
            <p:cNvSpPr/>
            <p:nvPr/>
          </p:nvSpPr>
          <p:spPr>
            <a:xfrm>
              <a:off x="3489415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96"/>
            <p:cNvSpPr/>
            <p:nvPr/>
          </p:nvSpPr>
          <p:spPr>
            <a:xfrm>
              <a:off x="4217990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97"/>
            <p:cNvSpPr/>
            <p:nvPr/>
          </p:nvSpPr>
          <p:spPr>
            <a:xfrm>
              <a:off x="4946564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98"/>
            <p:cNvSpPr/>
            <p:nvPr/>
          </p:nvSpPr>
          <p:spPr>
            <a:xfrm>
              <a:off x="5675139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99"/>
            <p:cNvSpPr/>
            <p:nvPr/>
          </p:nvSpPr>
          <p:spPr>
            <a:xfrm>
              <a:off x="6403714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tx100"/>
            <p:cNvSpPr/>
            <p:nvPr/>
          </p:nvSpPr>
          <p:spPr>
            <a:xfrm>
              <a:off x="947811" y="5767986"/>
              <a:ext cx="711760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(100,1e+03]</a:t>
              </a:r>
            </a:p>
          </p:txBody>
        </p:sp>
        <p:sp>
          <p:nvSpPr>
            <p:cNvPr id="130" name="tx101"/>
            <p:cNvSpPr/>
            <p:nvPr/>
          </p:nvSpPr>
          <p:spPr>
            <a:xfrm>
              <a:off x="1595185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(1e+03,4e+03]</a:t>
              </a:r>
            </a:p>
          </p:txBody>
        </p:sp>
        <p:sp>
          <p:nvSpPr>
            <p:cNvPr id="131" name="tx102"/>
            <p:cNvSpPr/>
            <p:nvPr/>
          </p:nvSpPr>
          <p:spPr>
            <a:xfrm>
              <a:off x="2323760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(4e+03,1e+04]</a:t>
              </a:r>
            </a:p>
          </p:txBody>
        </p:sp>
        <p:sp>
          <p:nvSpPr>
            <p:cNvPr id="132" name="tx103"/>
            <p:cNvSpPr/>
            <p:nvPr/>
          </p:nvSpPr>
          <p:spPr>
            <a:xfrm>
              <a:off x="3052334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(1e+04,2e+04]</a:t>
              </a:r>
            </a:p>
          </p:txBody>
        </p:sp>
        <p:sp>
          <p:nvSpPr>
            <p:cNvPr id="133" name="tx104"/>
            <p:cNvSpPr/>
            <p:nvPr/>
          </p:nvSpPr>
          <p:spPr>
            <a:xfrm>
              <a:off x="3780909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(2e+04,5e+04]</a:t>
              </a:r>
            </a:p>
          </p:txBody>
        </p:sp>
        <p:sp>
          <p:nvSpPr>
            <p:cNvPr id="134" name="tx105"/>
            <p:cNvSpPr/>
            <p:nvPr/>
          </p:nvSpPr>
          <p:spPr>
            <a:xfrm>
              <a:off x="4509484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(5e+04,1e+05]</a:t>
              </a:r>
            </a:p>
          </p:txBody>
        </p:sp>
        <p:sp>
          <p:nvSpPr>
            <p:cNvPr id="135" name="tx106"/>
            <p:cNvSpPr/>
            <p:nvPr/>
          </p:nvSpPr>
          <p:spPr>
            <a:xfrm>
              <a:off x="5238058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(1e+05,2e+05]</a:t>
              </a:r>
            </a:p>
          </p:txBody>
        </p:sp>
        <p:sp>
          <p:nvSpPr>
            <p:cNvPr id="136" name="tx107"/>
            <p:cNvSpPr/>
            <p:nvPr/>
          </p:nvSpPr>
          <p:spPr>
            <a:xfrm>
              <a:off x="5966633" y="5767986"/>
              <a:ext cx="874161" cy="996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(2e+05,5e+05]</a:t>
              </a:r>
            </a:p>
          </p:txBody>
        </p:sp>
        <p:sp>
          <p:nvSpPr>
            <p:cNvPr id="137" name="tx108"/>
            <p:cNvSpPr/>
            <p:nvPr/>
          </p:nvSpPr>
          <p:spPr>
            <a:xfrm>
              <a:off x="3726178" y="5919397"/>
              <a:ext cx="255047" cy="1081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dist</a:t>
              </a:r>
            </a:p>
          </p:txBody>
        </p:sp>
        <p:sp>
          <p:nvSpPr>
            <p:cNvPr id="138" name="tx109"/>
            <p:cNvSpPr/>
            <p:nvPr/>
          </p:nvSpPr>
          <p:spPr>
            <a:xfrm rot="-5400000">
              <a:off x="-370074" y="3627115"/>
              <a:ext cx="1858323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multeb_meso - multeb_epi</a:t>
              </a:r>
            </a:p>
          </p:txBody>
        </p:sp>
        <p:sp>
          <p:nvSpPr>
            <p:cNvPr id="139" name="rc110"/>
            <p:cNvSpPr/>
            <p:nvPr/>
          </p:nvSpPr>
          <p:spPr>
            <a:xfrm>
              <a:off x="6980037" y="3307368"/>
              <a:ext cx="1637173" cy="778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tx111"/>
            <p:cNvSpPr/>
            <p:nvPr/>
          </p:nvSpPr>
          <p:spPr>
            <a:xfrm>
              <a:off x="7049626" y="3386030"/>
              <a:ext cx="88676" cy="1072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</a:t>
              </a:r>
            </a:p>
          </p:txBody>
        </p:sp>
        <p:sp>
          <p:nvSpPr>
            <p:cNvPr id="141" name="rc112"/>
            <p:cNvSpPr/>
            <p:nvPr/>
          </p:nvSpPr>
          <p:spPr>
            <a:xfrm>
              <a:off x="7049626" y="3577447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113"/>
            <p:cNvSpPr/>
            <p:nvPr/>
          </p:nvSpPr>
          <p:spPr>
            <a:xfrm>
              <a:off x="7159354" y="374203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14"/>
            <p:cNvSpPr/>
            <p:nvPr/>
          </p:nvSpPr>
          <p:spPr>
            <a:xfrm>
              <a:off x="7159354" y="3599393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15"/>
            <p:cNvSpPr/>
            <p:nvPr/>
          </p:nvSpPr>
          <p:spPr>
            <a:xfrm>
              <a:off x="7077058" y="3632311"/>
              <a:ext cx="164592" cy="109727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pl116"/>
            <p:cNvSpPr/>
            <p:nvPr/>
          </p:nvSpPr>
          <p:spPr>
            <a:xfrm>
              <a:off x="7077058" y="3687175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pl117"/>
            <p:cNvSpPr/>
            <p:nvPr/>
          </p:nvSpPr>
          <p:spPr>
            <a:xfrm>
              <a:off x="7159354" y="37749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pl118"/>
            <p:cNvSpPr/>
            <p:nvPr/>
          </p:nvSpPr>
          <p:spPr>
            <a:xfrm>
              <a:off x="7159354" y="359939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19"/>
            <p:cNvSpPr/>
            <p:nvPr/>
          </p:nvSpPr>
          <p:spPr>
            <a:xfrm>
              <a:off x="7049626" y="3796903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l120"/>
            <p:cNvSpPr/>
            <p:nvPr/>
          </p:nvSpPr>
          <p:spPr>
            <a:xfrm>
              <a:off x="7159354" y="396149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pl121"/>
            <p:cNvSpPr/>
            <p:nvPr/>
          </p:nvSpPr>
          <p:spPr>
            <a:xfrm>
              <a:off x="7159354" y="381884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22"/>
            <p:cNvSpPr/>
            <p:nvPr/>
          </p:nvSpPr>
          <p:spPr>
            <a:xfrm>
              <a:off x="7077058" y="3851767"/>
              <a:ext cx="164592" cy="109727"/>
            </a:xfrm>
            <a:prstGeom prst="rect">
              <a:avLst/>
            </a:prstGeom>
            <a:solidFill>
              <a:srgbClr val="00BFC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pl123"/>
            <p:cNvSpPr/>
            <p:nvPr/>
          </p:nvSpPr>
          <p:spPr>
            <a:xfrm>
              <a:off x="7077058" y="3906631"/>
              <a:ext cx="164592" cy="0"/>
            </a:xfrm>
            <a:custGeom>
              <a:avLst/>
              <a:pathLst>
                <a:path w="164592" h="0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pl124"/>
            <p:cNvSpPr/>
            <p:nvPr/>
          </p:nvSpPr>
          <p:spPr>
            <a:xfrm>
              <a:off x="7159354" y="39944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pl125"/>
            <p:cNvSpPr/>
            <p:nvPr/>
          </p:nvSpPr>
          <p:spPr>
            <a:xfrm>
              <a:off x="7159354" y="381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tx126"/>
            <p:cNvSpPr/>
            <p:nvPr/>
          </p:nvSpPr>
          <p:spPr>
            <a:xfrm>
              <a:off x="7338671" y="3663737"/>
              <a:ext cx="258881" cy="641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cons</a:t>
              </a:r>
            </a:p>
          </p:txBody>
        </p:sp>
        <p:sp>
          <p:nvSpPr>
            <p:cNvPr id="156" name="tx127"/>
            <p:cNvSpPr/>
            <p:nvPr/>
          </p:nvSpPr>
          <p:spPr>
            <a:xfrm>
              <a:off x="7338671" y="3836099"/>
              <a:ext cx="1208950" cy="1112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EB5_meso_cnt_n_loss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2026-03-09T13:50:06Z</dcterms:modified>
  <cp:category/>
</cp:coreProperties>
</file>