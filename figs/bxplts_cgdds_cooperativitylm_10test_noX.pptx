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My R Plot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g4"/>
            <p:cNvSpPr/>
            <p:nvPr/>
          </p:nvSpPr>
          <p:spPr>
            <a:xfrm>
              <a:off x="1405236" y="2719843"/>
              <a:ext cx="73465" cy="159884"/>
            </a:xfrm>
            <a:custGeom>
              <a:avLst/>
              <a:pathLst>
                <a:path w="73465" h="159884">
                  <a:moveTo>
                    <a:pt x="0" y="159884"/>
                  </a:moveTo>
                  <a:lnTo>
                    <a:pt x="73465" y="159884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009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405236" y="2814951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441969" y="2879727"/>
              <a:ext cx="0" cy="95152"/>
            </a:xfrm>
            <a:custGeom>
              <a:avLst/>
              <a:pathLst>
                <a:path w="0" h="95152">
                  <a:moveTo>
                    <a:pt x="0" y="95152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441969" y="2489251"/>
              <a:ext cx="0" cy="230591"/>
            </a:xfrm>
            <a:custGeom>
              <a:avLst/>
              <a:pathLst>
                <a:path w="0" h="230591">
                  <a:moveTo>
                    <a:pt x="0" y="0"/>
                  </a:moveTo>
                  <a:lnTo>
                    <a:pt x="0" y="23059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423602" y="2974880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1423602" y="2489251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g10"/>
            <p:cNvSpPr/>
            <p:nvPr/>
          </p:nvSpPr>
          <p:spPr>
            <a:xfrm>
              <a:off x="1405236" y="2719843"/>
              <a:ext cx="73465" cy="159884"/>
            </a:xfrm>
            <a:custGeom>
              <a:avLst/>
              <a:pathLst>
                <a:path w="73465" h="159884">
                  <a:moveTo>
                    <a:pt x="0" y="159884"/>
                  </a:moveTo>
                  <a:lnTo>
                    <a:pt x="73465" y="159884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g11"/>
            <p:cNvSpPr/>
            <p:nvPr/>
          </p:nvSpPr>
          <p:spPr>
            <a:xfrm>
              <a:off x="1895005" y="2622386"/>
              <a:ext cx="73465" cy="259237"/>
            </a:xfrm>
            <a:custGeom>
              <a:avLst/>
              <a:pathLst>
                <a:path w="73465" h="259237">
                  <a:moveTo>
                    <a:pt x="0" y="259237"/>
                  </a:moveTo>
                  <a:lnTo>
                    <a:pt x="73465" y="259237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009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1895005" y="2810714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1931737" y="2881624"/>
              <a:ext cx="0" cy="138246"/>
            </a:xfrm>
            <a:custGeom>
              <a:avLst/>
              <a:pathLst>
                <a:path w="0" h="138246">
                  <a:moveTo>
                    <a:pt x="0" y="138246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1931737" y="2254633"/>
              <a:ext cx="0" cy="367753"/>
            </a:xfrm>
            <a:custGeom>
              <a:avLst/>
              <a:pathLst>
                <a:path w="0" h="367753">
                  <a:moveTo>
                    <a:pt x="0" y="0"/>
                  </a:moveTo>
                  <a:lnTo>
                    <a:pt x="0" y="36775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1913371" y="3019871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1913371" y="2254633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g17"/>
            <p:cNvSpPr/>
            <p:nvPr/>
          </p:nvSpPr>
          <p:spPr>
            <a:xfrm>
              <a:off x="1895005" y="2622386"/>
              <a:ext cx="73465" cy="259237"/>
            </a:xfrm>
            <a:custGeom>
              <a:avLst/>
              <a:pathLst>
                <a:path w="73465" h="259237">
                  <a:moveTo>
                    <a:pt x="0" y="259237"/>
                  </a:moveTo>
                  <a:lnTo>
                    <a:pt x="73465" y="259237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8"/>
            <p:cNvSpPr/>
            <p:nvPr/>
          </p:nvSpPr>
          <p:spPr>
            <a:xfrm>
              <a:off x="2384773" y="2650381"/>
              <a:ext cx="73465" cy="219193"/>
            </a:xfrm>
            <a:custGeom>
              <a:avLst/>
              <a:pathLst>
                <a:path w="73465" h="219193">
                  <a:moveTo>
                    <a:pt x="0" y="219193"/>
                  </a:moveTo>
                  <a:lnTo>
                    <a:pt x="73465" y="219193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009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2384773" y="2798727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2421506" y="2869575"/>
              <a:ext cx="0" cy="124881"/>
            </a:xfrm>
            <a:custGeom>
              <a:avLst/>
              <a:pathLst>
                <a:path w="0" h="124881">
                  <a:moveTo>
                    <a:pt x="0" y="12488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2421506" y="2333045"/>
              <a:ext cx="0" cy="317335"/>
            </a:xfrm>
            <a:custGeom>
              <a:avLst/>
              <a:pathLst>
                <a:path w="0" h="317335">
                  <a:moveTo>
                    <a:pt x="0" y="0"/>
                  </a:moveTo>
                  <a:lnTo>
                    <a:pt x="0" y="31733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2403139" y="2994456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403139" y="2333045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4"/>
            <p:cNvSpPr/>
            <p:nvPr/>
          </p:nvSpPr>
          <p:spPr>
            <a:xfrm>
              <a:off x="2384773" y="2650381"/>
              <a:ext cx="73465" cy="219193"/>
            </a:xfrm>
            <a:custGeom>
              <a:avLst/>
              <a:pathLst>
                <a:path w="73465" h="219193">
                  <a:moveTo>
                    <a:pt x="0" y="219193"/>
                  </a:moveTo>
                  <a:lnTo>
                    <a:pt x="73465" y="219193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5"/>
            <p:cNvSpPr/>
            <p:nvPr/>
          </p:nvSpPr>
          <p:spPr>
            <a:xfrm>
              <a:off x="2874541" y="2723568"/>
              <a:ext cx="73465" cy="175244"/>
            </a:xfrm>
            <a:custGeom>
              <a:avLst/>
              <a:pathLst>
                <a:path w="73465" h="175244">
                  <a:moveTo>
                    <a:pt x="0" y="175244"/>
                  </a:moveTo>
                  <a:lnTo>
                    <a:pt x="73465" y="175244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009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2874541" y="2835282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2911274" y="2898812"/>
              <a:ext cx="0" cy="156784"/>
            </a:xfrm>
            <a:custGeom>
              <a:avLst/>
              <a:pathLst>
                <a:path w="0" h="156784">
                  <a:moveTo>
                    <a:pt x="0" y="156784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2911274" y="2469769"/>
              <a:ext cx="0" cy="253799"/>
            </a:xfrm>
            <a:custGeom>
              <a:avLst/>
              <a:pathLst>
                <a:path w="0" h="253799">
                  <a:moveTo>
                    <a:pt x="0" y="0"/>
                  </a:moveTo>
                  <a:lnTo>
                    <a:pt x="0" y="25379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2892908" y="3055597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2892908" y="2469769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1"/>
            <p:cNvSpPr/>
            <p:nvPr/>
          </p:nvSpPr>
          <p:spPr>
            <a:xfrm>
              <a:off x="2874541" y="2723568"/>
              <a:ext cx="73465" cy="175244"/>
            </a:xfrm>
            <a:custGeom>
              <a:avLst/>
              <a:pathLst>
                <a:path w="73465" h="175244">
                  <a:moveTo>
                    <a:pt x="0" y="175244"/>
                  </a:moveTo>
                  <a:lnTo>
                    <a:pt x="73465" y="175244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2"/>
            <p:cNvSpPr/>
            <p:nvPr/>
          </p:nvSpPr>
          <p:spPr>
            <a:xfrm>
              <a:off x="3364310" y="2825624"/>
              <a:ext cx="73465" cy="96794"/>
            </a:xfrm>
            <a:custGeom>
              <a:avLst/>
              <a:pathLst>
                <a:path w="73465" h="96794">
                  <a:moveTo>
                    <a:pt x="0" y="96794"/>
                  </a:moveTo>
                  <a:lnTo>
                    <a:pt x="73465" y="96794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009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3364310" y="2872685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401043" y="2922418"/>
              <a:ext cx="0" cy="131990"/>
            </a:xfrm>
            <a:custGeom>
              <a:avLst/>
              <a:pathLst>
                <a:path w="0" h="131990">
                  <a:moveTo>
                    <a:pt x="0" y="13199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3401043" y="2686575"/>
              <a:ext cx="0" cy="139048"/>
            </a:xfrm>
            <a:custGeom>
              <a:avLst/>
              <a:pathLst>
                <a:path w="0" h="139048">
                  <a:moveTo>
                    <a:pt x="0" y="0"/>
                  </a:moveTo>
                  <a:lnTo>
                    <a:pt x="0" y="13904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3382676" y="3054409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7"/>
            <p:cNvSpPr/>
            <p:nvPr/>
          </p:nvSpPr>
          <p:spPr>
            <a:xfrm>
              <a:off x="3382676" y="2686575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8"/>
            <p:cNvSpPr/>
            <p:nvPr/>
          </p:nvSpPr>
          <p:spPr>
            <a:xfrm>
              <a:off x="3364310" y="2825624"/>
              <a:ext cx="73465" cy="96794"/>
            </a:xfrm>
            <a:custGeom>
              <a:avLst/>
              <a:pathLst>
                <a:path w="73465" h="96794">
                  <a:moveTo>
                    <a:pt x="0" y="96794"/>
                  </a:moveTo>
                  <a:lnTo>
                    <a:pt x="73465" y="96794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39"/>
            <p:cNvSpPr/>
            <p:nvPr/>
          </p:nvSpPr>
          <p:spPr>
            <a:xfrm>
              <a:off x="3854078" y="2826520"/>
              <a:ext cx="73465" cy="93613"/>
            </a:xfrm>
            <a:custGeom>
              <a:avLst/>
              <a:pathLst>
                <a:path w="73465" h="93613">
                  <a:moveTo>
                    <a:pt x="0" y="93613"/>
                  </a:moveTo>
                  <a:lnTo>
                    <a:pt x="73465" y="93613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009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pl40"/>
            <p:cNvSpPr/>
            <p:nvPr/>
          </p:nvSpPr>
          <p:spPr>
            <a:xfrm>
              <a:off x="3854078" y="2878730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1"/>
            <p:cNvSpPr/>
            <p:nvPr/>
          </p:nvSpPr>
          <p:spPr>
            <a:xfrm>
              <a:off x="3890811" y="2920133"/>
              <a:ext cx="0" cy="136823"/>
            </a:xfrm>
            <a:custGeom>
              <a:avLst/>
              <a:pathLst>
                <a:path w="0" h="136823">
                  <a:moveTo>
                    <a:pt x="0" y="13682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3" name="pl42"/>
            <p:cNvSpPr/>
            <p:nvPr/>
          </p:nvSpPr>
          <p:spPr>
            <a:xfrm>
              <a:off x="3890811" y="2700242"/>
              <a:ext cx="0" cy="126278"/>
            </a:xfrm>
            <a:custGeom>
              <a:avLst/>
              <a:pathLst>
                <a:path w="0" h="126278">
                  <a:moveTo>
                    <a:pt x="0" y="0"/>
                  </a:moveTo>
                  <a:lnTo>
                    <a:pt x="0" y="12627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4" name="pl43"/>
            <p:cNvSpPr/>
            <p:nvPr/>
          </p:nvSpPr>
          <p:spPr>
            <a:xfrm>
              <a:off x="3872445" y="3056957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4"/>
            <p:cNvSpPr/>
            <p:nvPr/>
          </p:nvSpPr>
          <p:spPr>
            <a:xfrm>
              <a:off x="3872445" y="2700242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5"/>
            <p:cNvSpPr/>
            <p:nvPr/>
          </p:nvSpPr>
          <p:spPr>
            <a:xfrm>
              <a:off x="3854078" y="2826520"/>
              <a:ext cx="73465" cy="93613"/>
            </a:xfrm>
            <a:custGeom>
              <a:avLst/>
              <a:pathLst>
                <a:path w="73465" h="93613">
                  <a:moveTo>
                    <a:pt x="0" y="93613"/>
                  </a:moveTo>
                  <a:lnTo>
                    <a:pt x="73465" y="93613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6"/>
            <p:cNvSpPr/>
            <p:nvPr/>
          </p:nvSpPr>
          <p:spPr>
            <a:xfrm>
              <a:off x="1441969" y="3089050"/>
              <a:ext cx="2448842" cy="0"/>
            </a:xfrm>
            <a:custGeom>
              <a:avLst/>
              <a:pathLst>
                <a:path w="2448842" h="0">
                  <a:moveTo>
                    <a:pt x="0" y="0"/>
                  </a:moveTo>
                  <a:lnTo>
                    <a:pt x="244884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7"/>
            <p:cNvSpPr/>
            <p:nvPr/>
          </p:nvSpPr>
          <p:spPr>
            <a:xfrm>
              <a:off x="1441969" y="3089050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8"/>
            <p:cNvSpPr/>
            <p:nvPr/>
          </p:nvSpPr>
          <p:spPr>
            <a:xfrm>
              <a:off x="1931737" y="3089050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49"/>
            <p:cNvSpPr/>
            <p:nvPr/>
          </p:nvSpPr>
          <p:spPr>
            <a:xfrm>
              <a:off x="2421506" y="3089050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0"/>
            <p:cNvSpPr/>
            <p:nvPr/>
          </p:nvSpPr>
          <p:spPr>
            <a:xfrm>
              <a:off x="2911274" y="3089050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1"/>
            <p:cNvSpPr/>
            <p:nvPr/>
          </p:nvSpPr>
          <p:spPr>
            <a:xfrm>
              <a:off x="3401043" y="3089050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2"/>
            <p:cNvSpPr/>
            <p:nvPr/>
          </p:nvSpPr>
          <p:spPr>
            <a:xfrm>
              <a:off x="3890811" y="3089050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tx53"/>
            <p:cNvSpPr/>
            <p:nvPr/>
          </p:nvSpPr>
          <p:spPr>
            <a:xfrm>
              <a:off x="1045230" y="3249492"/>
              <a:ext cx="793477" cy="112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(-7.01,-1.17]</a:t>
              </a:r>
            </a:p>
          </p:txBody>
        </p:sp>
        <p:sp>
          <p:nvSpPr>
            <p:cNvPr id="55" name="tx54"/>
            <p:cNvSpPr/>
            <p:nvPr/>
          </p:nvSpPr>
          <p:spPr>
            <a:xfrm>
              <a:off x="2047588" y="3249492"/>
              <a:ext cx="747834" cy="112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(-0.17,0.83]</a:t>
              </a:r>
            </a:p>
          </p:txBody>
        </p:sp>
        <p:sp>
          <p:nvSpPr>
            <p:cNvPr id="56" name="tx55"/>
            <p:cNvSpPr/>
            <p:nvPr/>
          </p:nvSpPr>
          <p:spPr>
            <a:xfrm>
              <a:off x="3049947" y="3249492"/>
              <a:ext cx="702191" cy="112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(1.83,2.83]</a:t>
              </a:r>
            </a:p>
          </p:txBody>
        </p:sp>
        <p:sp>
          <p:nvSpPr>
            <p:cNvPr id="57" name="pl56"/>
            <p:cNvSpPr/>
            <p:nvPr/>
          </p:nvSpPr>
          <p:spPr>
            <a:xfrm>
              <a:off x="1079540" y="2304054"/>
              <a:ext cx="0" cy="647804"/>
            </a:xfrm>
            <a:custGeom>
              <a:avLst/>
              <a:pathLst>
                <a:path w="0" h="647804">
                  <a:moveTo>
                    <a:pt x="0" y="647804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7"/>
            <p:cNvSpPr/>
            <p:nvPr/>
          </p:nvSpPr>
          <p:spPr>
            <a:xfrm>
              <a:off x="1003645" y="2951859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8"/>
            <p:cNvSpPr/>
            <p:nvPr/>
          </p:nvSpPr>
          <p:spPr>
            <a:xfrm>
              <a:off x="1003645" y="2789908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59"/>
            <p:cNvSpPr/>
            <p:nvPr/>
          </p:nvSpPr>
          <p:spPr>
            <a:xfrm>
              <a:off x="1003645" y="2627957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0"/>
            <p:cNvSpPr/>
            <p:nvPr/>
          </p:nvSpPr>
          <p:spPr>
            <a:xfrm>
              <a:off x="1003645" y="2466006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1"/>
            <p:cNvSpPr/>
            <p:nvPr/>
          </p:nvSpPr>
          <p:spPr>
            <a:xfrm>
              <a:off x="1003645" y="2304054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tx62"/>
            <p:cNvSpPr/>
            <p:nvPr/>
          </p:nvSpPr>
          <p:spPr>
            <a:xfrm rot="-5400000">
              <a:off x="811046" y="2905753"/>
              <a:ext cx="80478" cy="922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64" name="tx63"/>
            <p:cNvSpPr/>
            <p:nvPr/>
          </p:nvSpPr>
          <p:spPr>
            <a:xfrm rot="-5400000">
              <a:off x="809317" y="2580121"/>
              <a:ext cx="80478" cy="956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65" name="tx64"/>
            <p:cNvSpPr/>
            <p:nvPr/>
          </p:nvSpPr>
          <p:spPr>
            <a:xfrm rot="-5400000">
              <a:off x="809317" y="2256218"/>
              <a:ext cx="80478" cy="956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66" name="tx65"/>
            <p:cNvSpPr/>
            <p:nvPr/>
          </p:nvSpPr>
          <p:spPr>
            <a:xfrm>
              <a:off x="438117" y="1815574"/>
              <a:ext cx="4456545" cy="1511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lm_10test_noX, rsqr nearK4 = 0.094,rsqr nearK27 = 0.123</a:t>
              </a:r>
            </a:p>
          </p:txBody>
        </p:sp>
        <p:sp>
          <p:nvSpPr>
            <p:cNvPr id="67" name="pg66"/>
            <p:cNvSpPr/>
            <p:nvPr/>
          </p:nvSpPr>
          <p:spPr>
            <a:xfrm>
              <a:off x="1079540" y="2222540"/>
              <a:ext cx="3173699" cy="866509"/>
            </a:xfrm>
            <a:custGeom>
              <a:avLst/>
              <a:pathLst>
                <a:path w="3173699" h="866509">
                  <a:moveTo>
                    <a:pt x="0" y="866509"/>
                  </a:moveTo>
                  <a:lnTo>
                    <a:pt x="3173699" y="866509"/>
                  </a:lnTo>
                  <a:lnTo>
                    <a:pt x="317369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7"/>
            <p:cNvSpPr/>
            <p:nvPr/>
          </p:nvSpPr>
          <p:spPr>
            <a:xfrm>
              <a:off x="1503190" y="2265145"/>
              <a:ext cx="73465" cy="292376"/>
            </a:xfrm>
            <a:custGeom>
              <a:avLst/>
              <a:pathLst>
                <a:path w="73465" h="292376">
                  <a:moveTo>
                    <a:pt x="0" y="292376"/>
                  </a:moveTo>
                  <a:lnTo>
                    <a:pt x="73465" y="292376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pl68"/>
            <p:cNvSpPr/>
            <p:nvPr/>
          </p:nvSpPr>
          <p:spPr>
            <a:xfrm>
              <a:off x="1503190" y="2363065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69"/>
            <p:cNvSpPr/>
            <p:nvPr/>
          </p:nvSpPr>
          <p:spPr>
            <a:xfrm>
              <a:off x="1539922" y="2557521"/>
              <a:ext cx="0" cy="379230"/>
            </a:xfrm>
            <a:custGeom>
              <a:avLst/>
              <a:pathLst>
                <a:path w="0" h="379230">
                  <a:moveTo>
                    <a:pt x="0" y="37923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1" name="pl70"/>
            <p:cNvSpPr/>
            <p:nvPr/>
          </p:nvSpPr>
          <p:spPr>
            <a:xfrm>
              <a:off x="1539922" y="2222540"/>
              <a:ext cx="0" cy="42604"/>
            </a:xfrm>
            <a:custGeom>
              <a:avLst/>
              <a:pathLst>
                <a:path w="0" h="42604">
                  <a:moveTo>
                    <a:pt x="0" y="0"/>
                  </a:moveTo>
                  <a:lnTo>
                    <a:pt x="0" y="4260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2" name="pl71"/>
            <p:cNvSpPr/>
            <p:nvPr/>
          </p:nvSpPr>
          <p:spPr>
            <a:xfrm>
              <a:off x="1521556" y="2936752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2"/>
            <p:cNvSpPr/>
            <p:nvPr/>
          </p:nvSpPr>
          <p:spPr>
            <a:xfrm>
              <a:off x="1503190" y="2265145"/>
              <a:ext cx="73465" cy="292376"/>
            </a:xfrm>
            <a:custGeom>
              <a:avLst/>
              <a:pathLst>
                <a:path w="73465" h="292376">
                  <a:moveTo>
                    <a:pt x="0" y="292376"/>
                  </a:moveTo>
                  <a:lnTo>
                    <a:pt x="73465" y="292376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3"/>
            <p:cNvSpPr/>
            <p:nvPr/>
          </p:nvSpPr>
          <p:spPr>
            <a:xfrm>
              <a:off x="1992958" y="2302485"/>
              <a:ext cx="73465" cy="196441"/>
            </a:xfrm>
            <a:custGeom>
              <a:avLst/>
              <a:pathLst>
                <a:path w="73465" h="196441">
                  <a:moveTo>
                    <a:pt x="0" y="196441"/>
                  </a:moveTo>
                  <a:lnTo>
                    <a:pt x="73465" y="196441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pl74"/>
            <p:cNvSpPr/>
            <p:nvPr/>
          </p:nvSpPr>
          <p:spPr>
            <a:xfrm>
              <a:off x="1992958" y="2368097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5"/>
            <p:cNvSpPr/>
            <p:nvPr/>
          </p:nvSpPr>
          <p:spPr>
            <a:xfrm>
              <a:off x="2029691" y="2498927"/>
              <a:ext cx="0" cy="293733"/>
            </a:xfrm>
            <a:custGeom>
              <a:avLst/>
              <a:pathLst>
                <a:path w="0" h="293733">
                  <a:moveTo>
                    <a:pt x="0" y="29373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7" name="pl76"/>
            <p:cNvSpPr/>
            <p:nvPr/>
          </p:nvSpPr>
          <p:spPr>
            <a:xfrm>
              <a:off x="2029691" y="2222540"/>
              <a:ext cx="0" cy="79945"/>
            </a:xfrm>
            <a:custGeom>
              <a:avLst/>
              <a:pathLst>
                <a:path w="0" h="79945">
                  <a:moveTo>
                    <a:pt x="0" y="0"/>
                  </a:moveTo>
                  <a:lnTo>
                    <a:pt x="0" y="7994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8" name="pl77"/>
            <p:cNvSpPr/>
            <p:nvPr/>
          </p:nvSpPr>
          <p:spPr>
            <a:xfrm>
              <a:off x="2011325" y="2792660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8"/>
            <p:cNvSpPr/>
            <p:nvPr/>
          </p:nvSpPr>
          <p:spPr>
            <a:xfrm>
              <a:off x="1992958" y="2302485"/>
              <a:ext cx="73465" cy="196441"/>
            </a:xfrm>
            <a:custGeom>
              <a:avLst/>
              <a:pathLst>
                <a:path w="73465" h="196441">
                  <a:moveTo>
                    <a:pt x="0" y="196441"/>
                  </a:moveTo>
                  <a:lnTo>
                    <a:pt x="73465" y="196441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79"/>
            <p:cNvSpPr/>
            <p:nvPr/>
          </p:nvSpPr>
          <p:spPr>
            <a:xfrm>
              <a:off x="2482727" y="2323078"/>
              <a:ext cx="73465" cy="232791"/>
            </a:xfrm>
            <a:custGeom>
              <a:avLst/>
              <a:pathLst>
                <a:path w="73465" h="232791">
                  <a:moveTo>
                    <a:pt x="0" y="232791"/>
                  </a:moveTo>
                  <a:lnTo>
                    <a:pt x="73465" y="232791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pl80"/>
            <p:cNvSpPr/>
            <p:nvPr/>
          </p:nvSpPr>
          <p:spPr>
            <a:xfrm>
              <a:off x="2482727" y="2406267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1"/>
            <p:cNvSpPr/>
            <p:nvPr/>
          </p:nvSpPr>
          <p:spPr>
            <a:xfrm>
              <a:off x="2519459" y="2555869"/>
              <a:ext cx="0" cy="347838"/>
            </a:xfrm>
            <a:custGeom>
              <a:avLst/>
              <a:pathLst>
                <a:path w="0" h="347838">
                  <a:moveTo>
                    <a:pt x="0" y="347838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3" name="pl82"/>
            <p:cNvSpPr/>
            <p:nvPr/>
          </p:nvSpPr>
          <p:spPr>
            <a:xfrm>
              <a:off x="2519459" y="2222540"/>
              <a:ext cx="0" cy="100537"/>
            </a:xfrm>
            <a:custGeom>
              <a:avLst/>
              <a:pathLst>
                <a:path w="0" h="100537">
                  <a:moveTo>
                    <a:pt x="0" y="0"/>
                  </a:moveTo>
                  <a:lnTo>
                    <a:pt x="0" y="10053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4" name="pl83"/>
            <p:cNvSpPr/>
            <p:nvPr/>
          </p:nvSpPr>
          <p:spPr>
            <a:xfrm>
              <a:off x="2501093" y="2903708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4"/>
            <p:cNvSpPr/>
            <p:nvPr/>
          </p:nvSpPr>
          <p:spPr>
            <a:xfrm>
              <a:off x="2482727" y="2323078"/>
              <a:ext cx="73465" cy="232791"/>
            </a:xfrm>
            <a:custGeom>
              <a:avLst/>
              <a:pathLst>
                <a:path w="73465" h="232791">
                  <a:moveTo>
                    <a:pt x="0" y="232791"/>
                  </a:moveTo>
                  <a:lnTo>
                    <a:pt x="73465" y="232791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5"/>
            <p:cNvSpPr/>
            <p:nvPr/>
          </p:nvSpPr>
          <p:spPr>
            <a:xfrm>
              <a:off x="2972495" y="2382227"/>
              <a:ext cx="73465" cy="345290"/>
            </a:xfrm>
            <a:custGeom>
              <a:avLst/>
              <a:pathLst>
                <a:path w="73465" h="345290">
                  <a:moveTo>
                    <a:pt x="0" y="345290"/>
                  </a:moveTo>
                  <a:lnTo>
                    <a:pt x="73465" y="345290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" name="pl86"/>
            <p:cNvSpPr/>
            <p:nvPr/>
          </p:nvSpPr>
          <p:spPr>
            <a:xfrm>
              <a:off x="2972495" y="2562373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7"/>
            <p:cNvSpPr/>
            <p:nvPr/>
          </p:nvSpPr>
          <p:spPr>
            <a:xfrm>
              <a:off x="3009228" y="2727517"/>
              <a:ext cx="0" cy="274216"/>
            </a:xfrm>
            <a:custGeom>
              <a:avLst/>
              <a:pathLst>
                <a:path w="0" h="274216">
                  <a:moveTo>
                    <a:pt x="0" y="274216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9" name="pl88"/>
            <p:cNvSpPr/>
            <p:nvPr/>
          </p:nvSpPr>
          <p:spPr>
            <a:xfrm>
              <a:off x="3009228" y="2222540"/>
              <a:ext cx="0" cy="159686"/>
            </a:xfrm>
            <a:custGeom>
              <a:avLst/>
              <a:pathLst>
                <a:path w="0" h="159686">
                  <a:moveTo>
                    <a:pt x="0" y="0"/>
                  </a:moveTo>
                  <a:lnTo>
                    <a:pt x="0" y="15968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0" name="pl89"/>
            <p:cNvSpPr/>
            <p:nvPr/>
          </p:nvSpPr>
          <p:spPr>
            <a:xfrm>
              <a:off x="2990861" y="3001733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0"/>
            <p:cNvSpPr/>
            <p:nvPr/>
          </p:nvSpPr>
          <p:spPr>
            <a:xfrm>
              <a:off x="2972495" y="2382227"/>
              <a:ext cx="73465" cy="345290"/>
            </a:xfrm>
            <a:custGeom>
              <a:avLst/>
              <a:pathLst>
                <a:path w="73465" h="345290">
                  <a:moveTo>
                    <a:pt x="0" y="345290"/>
                  </a:moveTo>
                  <a:lnTo>
                    <a:pt x="73465" y="345290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1"/>
            <p:cNvSpPr/>
            <p:nvPr/>
          </p:nvSpPr>
          <p:spPr>
            <a:xfrm>
              <a:off x="3462264" y="2650336"/>
              <a:ext cx="73465" cy="163283"/>
            </a:xfrm>
            <a:custGeom>
              <a:avLst/>
              <a:pathLst>
                <a:path w="73465" h="163283">
                  <a:moveTo>
                    <a:pt x="0" y="163283"/>
                  </a:moveTo>
                  <a:lnTo>
                    <a:pt x="73465" y="163283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" name="pl92"/>
            <p:cNvSpPr/>
            <p:nvPr/>
          </p:nvSpPr>
          <p:spPr>
            <a:xfrm>
              <a:off x="3462264" y="2727349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3"/>
            <p:cNvSpPr/>
            <p:nvPr/>
          </p:nvSpPr>
          <p:spPr>
            <a:xfrm>
              <a:off x="3498996" y="2813619"/>
              <a:ext cx="0" cy="129104"/>
            </a:xfrm>
            <a:custGeom>
              <a:avLst/>
              <a:pathLst>
                <a:path w="0" h="129104">
                  <a:moveTo>
                    <a:pt x="0" y="129104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5" name="pl94"/>
            <p:cNvSpPr/>
            <p:nvPr/>
          </p:nvSpPr>
          <p:spPr>
            <a:xfrm>
              <a:off x="3498996" y="2405595"/>
              <a:ext cx="0" cy="244741"/>
            </a:xfrm>
            <a:custGeom>
              <a:avLst/>
              <a:pathLst>
                <a:path w="0" h="244741">
                  <a:moveTo>
                    <a:pt x="0" y="0"/>
                  </a:moveTo>
                  <a:lnTo>
                    <a:pt x="0" y="24474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6" name="pl95"/>
            <p:cNvSpPr/>
            <p:nvPr/>
          </p:nvSpPr>
          <p:spPr>
            <a:xfrm>
              <a:off x="3480630" y="2942723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6"/>
            <p:cNvSpPr/>
            <p:nvPr/>
          </p:nvSpPr>
          <p:spPr>
            <a:xfrm>
              <a:off x="3480630" y="2405595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7"/>
            <p:cNvSpPr/>
            <p:nvPr/>
          </p:nvSpPr>
          <p:spPr>
            <a:xfrm>
              <a:off x="3462264" y="2650336"/>
              <a:ext cx="73465" cy="163283"/>
            </a:xfrm>
            <a:custGeom>
              <a:avLst/>
              <a:pathLst>
                <a:path w="73465" h="163283">
                  <a:moveTo>
                    <a:pt x="0" y="163283"/>
                  </a:moveTo>
                  <a:lnTo>
                    <a:pt x="73465" y="163283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8"/>
            <p:cNvSpPr/>
            <p:nvPr/>
          </p:nvSpPr>
          <p:spPr>
            <a:xfrm>
              <a:off x="3952032" y="2772594"/>
              <a:ext cx="73465" cy="97675"/>
            </a:xfrm>
            <a:custGeom>
              <a:avLst/>
              <a:pathLst>
                <a:path w="73465" h="97675">
                  <a:moveTo>
                    <a:pt x="0" y="97675"/>
                  </a:moveTo>
                  <a:lnTo>
                    <a:pt x="73465" y="97675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pl99"/>
            <p:cNvSpPr/>
            <p:nvPr/>
          </p:nvSpPr>
          <p:spPr>
            <a:xfrm>
              <a:off x="3952032" y="2834704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0"/>
            <p:cNvSpPr/>
            <p:nvPr/>
          </p:nvSpPr>
          <p:spPr>
            <a:xfrm>
              <a:off x="3988765" y="2870270"/>
              <a:ext cx="0" cy="119880"/>
            </a:xfrm>
            <a:custGeom>
              <a:avLst/>
              <a:pathLst>
                <a:path w="0" h="119880">
                  <a:moveTo>
                    <a:pt x="0" y="11988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2" name="pl101"/>
            <p:cNvSpPr/>
            <p:nvPr/>
          </p:nvSpPr>
          <p:spPr>
            <a:xfrm>
              <a:off x="3988765" y="2691776"/>
              <a:ext cx="0" cy="80818"/>
            </a:xfrm>
            <a:custGeom>
              <a:avLst/>
              <a:pathLst>
                <a:path w="0" h="80818">
                  <a:moveTo>
                    <a:pt x="0" y="0"/>
                  </a:moveTo>
                  <a:lnTo>
                    <a:pt x="0" y="8081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3" name="pl102"/>
            <p:cNvSpPr/>
            <p:nvPr/>
          </p:nvSpPr>
          <p:spPr>
            <a:xfrm>
              <a:off x="3970398" y="2990150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3"/>
            <p:cNvSpPr/>
            <p:nvPr/>
          </p:nvSpPr>
          <p:spPr>
            <a:xfrm>
              <a:off x="3970398" y="2691776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4"/>
            <p:cNvSpPr/>
            <p:nvPr/>
          </p:nvSpPr>
          <p:spPr>
            <a:xfrm>
              <a:off x="3952032" y="2772594"/>
              <a:ext cx="73465" cy="97675"/>
            </a:xfrm>
            <a:custGeom>
              <a:avLst/>
              <a:pathLst>
                <a:path w="73465" h="97675">
                  <a:moveTo>
                    <a:pt x="0" y="97675"/>
                  </a:moveTo>
                  <a:lnTo>
                    <a:pt x="73465" y="97675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5"/>
            <p:cNvSpPr/>
            <p:nvPr/>
          </p:nvSpPr>
          <p:spPr>
            <a:xfrm>
              <a:off x="1079540" y="2304054"/>
              <a:ext cx="0" cy="647804"/>
            </a:xfrm>
            <a:custGeom>
              <a:avLst/>
              <a:pathLst>
                <a:path w="0" h="647804">
                  <a:moveTo>
                    <a:pt x="0" y="647804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6"/>
            <p:cNvSpPr/>
            <p:nvPr/>
          </p:nvSpPr>
          <p:spPr>
            <a:xfrm>
              <a:off x="1003645" y="2951859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7"/>
            <p:cNvSpPr/>
            <p:nvPr/>
          </p:nvSpPr>
          <p:spPr>
            <a:xfrm>
              <a:off x="1003645" y="2789908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8"/>
            <p:cNvSpPr/>
            <p:nvPr/>
          </p:nvSpPr>
          <p:spPr>
            <a:xfrm>
              <a:off x="1003645" y="2627957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09"/>
            <p:cNvSpPr/>
            <p:nvPr/>
          </p:nvSpPr>
          <p:spPr>
            <a:xfrm>
              <a:off x="1003645" y="2466006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0"/>
            <p:cNvSpPr/>
            <p:nvPr/>
          </p:nvSpPr>
          <p:spPr>
            <a:xfrm>
              <a:off x="1003645" y="2304054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tx111"/>
            <p:cNvSpPr/>
            <p:nvPr/>
          </p:nvSpPr>
          <p:spPr>
            <a:xfrm rot="-5400000">
              <a:off x="811046" y="2905753"/>
              <a:ext cx="80478" cy="922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113" name="tx112"/>
            <p:cNvSpPr/>
            <p:nvPr/>
          </p:nvSpPr>
          <p:spPr>
            <a:xfrm rot="-5400000">
              <a:off x="809317" y="2580121"/>
              <a:ext cx="80478" cy="956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114" name="tx113"/>
            <p:cNvSpPr/>
            <p:nvPr/>
          </p:nvSpPr>
          <p:spPr>
            <a:xfrm rot="-5400000">
              <a:off x="809317" y="2256218"/>
              <a:ext cx="80478" cy="956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115" name="pg114"/>
            <p:cNvSpPr/>
            <p:nvPr/>
          </p:nvSpPr>
          <p:spPr>
            <a:xfrm>
              <a:off x="1079540" y="2222540"/>
              <a:ext cx="3173699" cy="866509"/>
            </a:xfrm>
            <a:custGeom>
              <a:avLst/>
              <a:pathLst>
                <a:path w="3173699" h="866509">
                  <a:moveTo>
                    <a:pt x="0" y="866509"/>
                  </a:moveTo>
                  <a:lnTo>
                    <a:pt x="3173699" y="866509"/>
                  </a:lnTo>
                  <a:lnTo>
                    <a:pt x="317369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5"/>
            <p:cNvSpPr/>
            <p:nvPr/>
          </p:nvSpPr>
          <p:spPr>
            <a:xfrm>
              <a:off x="1405236" y="4896723"/>
              <a:ext cx="73465" cy="293763"/>
            </a:xfrm>
            <a:custGeom>
              <a:avLst/>
              <a:pathLst>
                <a:path w="73465" h="293763">
                  <a:moveTo>
                    <a:pt x="0" y="293763"/>
                  </a:moveTo>
                  <a:lnTo>
                    <a:pt x="73465" y="293763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009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" name="pl116"/>
            <p:cNvSpPr/>
            <p:nvPr/>
          </p:nvSpPr>
          <p:spPr>
            <a:xfrm>
              <a:off x="1405236" y="5095978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7"/>
            <p:cNvSpPr/>
            <p:nvPr/>
          </p:nvSpPr>
          <p:spPr>
            <a:xfrm>
              <a:off x="1441969" y="5190487"/>
              <a:ext cx="0" cy="91337"/>
            </a:xfrm>
            <a:custGeom>
              <a:avLst/>
              <a:pathLst>
                <a:path w="0" h="91337">
                  <a:moveTo>
                    <a:pt x="0" y="9133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9" name="pl118"/>
            <p:cNvSpPr/>
            <p:nvPr/>
          </p:nvSpPr>
          <p:spPr>
            <a:xfrm>
              <a:off x="1441969" y="4707793"/>
              <a:ext cx="0" cy="188929"/>
            </a:xfrm>
            <a:custGeom>
              <a:avLst/>
              <a:pathLst>
                <a:path w="0" h="188929">
                  <a:moveTo>
                    <a:pt x="0" y="0"/>
                  </a:moveTo>
                  <a:lnTo>
                    <a:pt x="0" y="18892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0" name="pl119"/>
            <p:cNvSpPr/>
            <p:nvPr/>
          </p:nvSpPr>
          <p:spPr>
            <a:xfrm>
              <a:off x="1423602" y="5281824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0"/>
            <p:cNvSpPr/>
            <p:nvPr/>
          </p:nvSpPr>
          <p:spPr>
            <a:xfrm>
              <a:off x="1423602" y="4707793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1"/>
            <p:cNvSpPr/>
            <p:nvPr/>
          </p:nvSpPr>
          <p:spPr>
            <a:xfrm>
              <a:off x="1405236" y="4896723"/>
              <a:ext cx="73465" cy="293763"/>
            </a:xfrm>
            <a:custGeom>
              <a:avLst/>
              <a:pathLst>
                <a:path w="73465" h="293763">
                  <a:moveTo>
                    <a:pt x="0" y="293763"/>
                  </a:moveTo>
                  <a:lnTo>
                    <a:pt x="73465" y="293763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2"/>
            <p:cNvSpPr/>
            <p:nvPr/>
          </p:nvSpPr>
          <p:spPr>
            <a:xfrm>
              <a:off x="1895005" y="4793055"/>
              <a:ext cx="73465" cy="268533"/>
            </a:xfrm>
            <a:custGeom>
              <a:avLst/>
              <a:pathLst>
                <a:path w="73465" h="268533">
                  <a:moveTo>
                    <a:pt x="0" y="268533"/>
                  </a:moveTo>
                  <a:lnTo>
                    <a:pt x="73465" y="268533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009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" name="pl123"/>
            <p:cNvSpPr/>
            <p:nvPr/>
          </p:nvSpPr>
          <p:spPr>
            <a:xfrm>
              <a:off x="1895005" y="4914097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4"/>
            <p:cNvSpPr/>
            <p:nvPr/>
          </p:nvSpPr>
          <p:spPr>
            <a:xfrm>
              <a:off x="1931737" y="5061588"/>
              <a:ext cx="0" cy="258350"/>
            </a:xfrm>
            <a:custGeom>
              <a:avLst/>
              <a:pathLst>
                <a:path w="0" h="258350">
                  <a:moveTo>
                    <a:pt x="0" y="25835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6" name="pl125"/>
            <p:cNvSpPr/>
            <p:nvPr/>
          </p:nvSpPr>
          <p:spPr>
            <a:xfrm>
              <a:off x="1931737" y="4600475"/>
              <a:ext cx="0" cy="192580"/>
            </a:xfrm>
            <a:custGeom>
              <a:avLst/>
              <a:pathLst>
                <a:path w="0" h="192580">
                  <a:moveTo>
                    <a:pt x="0" y="0"/>
                  </a:moveTo>
                  <a:lnTo>
                    <a:pt x="0" y="19258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7" name="pl126"/>
            <p:cNvSpPr/>
            <p:nvPr/>
          </p:nvSpPr>
          <p:spPr>
            <a:xfrm>
              <a:off x="1913371" y="5319939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7"/>
            <p:cNvSpPr/>
            <p:nvPr/>
          </p:nvSpPr>
          <p:spPr>
            <a:xfrm>
              <a:off x="1913371" y="4600475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8"/>
            <p:cNvSpPr/>
            <p:nvPr/>
          </p:nvSpPr>
          <p:spPr>
            <a:xfrm>
              <a:off x="1895005" y="4793055"/>
              <a:ext cx="73465" cy="268533"/>
            </a:xfrm>
            <a:custGeom>
              <a:avLst/>
              <a:pathLst>
                <a:path w="73465" h="268533">
                  <a:moveTo>
                    <a:pt x="0" y="268533"/>
                  </a:moveTo>
                  <a:lnTo>
                    <a:pt x="73465" y="268533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29"/>
            <p:cNvSpPr/>
            <p:nvPr/>
          </p:nvSpPr>
          <p:spPr>
            <a:xfrm>
              <a:off x="2384773" y="4723332"/>
              <a:ext cx="73465" cy="243614"/>
            </a:xfrm>
            <a:custGeom>
              <a:avLst/>
              <a:pathLst>
                <a:path w="73465" h="243614">
                  <a:moveTo>
                    <a:pt x="0" y="243614"/>
                  </a:moveTo>
                  <a:lnTo>
                    <a:pt x="73465" y="243614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009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" name="pl130"/>
            <p:cNvSpPr/>
            <p:nvPr/>
          </p:nvSpPr>
          <p:spPr>
            <a:xfrm>
              <a:off x="2384773" y="4816260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1"/>
            <p:cNvSpPr/>
            <p:nvPr/>
          </p:nvSpPr>
          <p:spPr>
            <a:xfrm>
              <a:off x="2421506" y="4966947"/>
              <a:ext cx="0" cy="346786"/>
            </a:xfrm>
            <a:custGeom>
              <a:avLst/>
              <a:pathLst>
                <a:path w="0" h="346786">
                  <a:moveTo>
                    <a:pt x="0" y="346786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3" name="pl132"/>
            <p:cNvSpPr/>
            <p:nvPr/>
          </p:nvSpPr>
          <p:spPr>
            <a:xfrm>
              <a:off x="2421506" y="4587234"/>
              <a:ext cx="0" cy="136098"/>
            </a:xfrm>
            <a:custGeom>
              <a:avLst/>
              <a:pathLst>
                <a:path w="0" h="136098">
                  <a:moveTo>
                    <a:pt x="0" y="0"/>
                  </a:moveTo>
                  <a:lnTo>
                    <a:pt x="0" y="13609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4" name="pl133"/>
            <p:cNvSpPr/>
            <p:nvPr/>
          </p:nvSpPr>
          <p:spPr>
            <a:xfrm>
              <a:off x="2403139" y="5313733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4"/>
            <p:cNvSpPr/>
            <p:nvPr/>
          </p:nvSpPr>
          <p:spPr>
            <a:xfrm>
              <a:off x="2403139" y="4587234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5"/>
            <p:cNvSpPr/>
            <p:nvPr/>
          </p:nvSpPr>
          <p:spPr>
            <a:xfrm>
              <a:off x="2384773" y="4723332"/>
              <a:ext cx="73465" cy="243614"/>
            </a:xfrm>
            <a:custGeom>
              <a:avLst/>
              <a:pathLst>
                <a:path w="73465" h="243614">
                  <a:moveTo>
                    <a:pt x="0" y="243614"/>
                  </a:moveTo>
                  <a:lnTo>
                    <a:pt x="73465" y="243614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6"/>
            <p:cNvSpPr/>
            <p:nvPr/>
          </p:nvSpPr>
          <p:spPr>
            <a:xfrm>
              <a:off x="2874541" y="4661984"/>
              <a:ext cx="73465" cy="170733"/>
            </a:xfrm>
            <a:custGeom>
              <a:avLst/>
              <a:pathLst>
                <a:path w="73465" h="170733">
                  <a:moveTo>
                    <a:pt x="0" y="170733"/>
                  </a:moveTo>
                  <a:lnTo>
                    <a:pt x="73465" y="170733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009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" name="pl137"/>
            <p:cNvSpPr/>
            <p:nvPr/>
          </p:nvSpPr>
          <p:spPr>
            <a:xfrm>
              <a:off x="2874541" y="4721603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8"/>
            <p:cNvSpPr/>
            <p:nvPr/>
          </p:nvSpPr>
          <p:spPr>
            <a:xfrm>
              <a:off x="2911274" y="4832717"/>
              <a:ext cx="0" cy="249499"/>
            </a:xfrm>
            <a:custGeom>
              <a:avLst/>
              <a:pathLst>
                <a:path w="0" h="249499">
                  <a:moveTo>
                    <a:pt x="0" y="24949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40" name="pl139"/>
            <p:cNvSpPr/>
            <p:nvPr/>
          </p:nvSpPr>
          <p:spPr>
            <a:xfrm>
              <a:off x="2911274" y="4517615"/>
              <a:ext cx="0" cy="144369"/>
            </a:xfrm>
            <a:custGeom>
              <a:avLst/>
              <a:pathLst>
                <a:path w="0" h="144369">
                  <a:moveTo>
                    <a:pt x="0" y="0"/>
                  </a:moveTo>
                  <a:lnTo>
                    <a:pt x="0" y="14436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41" name="pl140"/>
            <p:cNvSpPr/>
            <p:nvPr/>
          </p:nvSpPr>
          <p:spPr>
            <a:xfrm>
              <a:off x="2892908" y="5082216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1"/>
            <p:cNvSpPr/>
            <p:nvPr/>
          </p:nvSpPr>
          <p:spPr>
            <a:xfrm>
              <a:off x="2892908" y="4517615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2"/>
            <p:cNvSpPr/>
            <p:nvPr/>
          </p:nvSpPr>
          <p:spPr>
            <a:xfrm>
              <a:off x="2874541" y="4661984"/>
              <a:ext cx="73465" cy="170733"/>
            </a:xfrm>
            <a:custGeom>
              <a:avLst/>
              <a:pathLst>
                <a:path w="73465" h="170733">
                  <a:moveTo>
                    <a:pt x="0" y="170733"/>
                  </a:moveTo>
                  <a:lnTo>
                    <a:pt x="73465" y="170733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3"/>
            <p:cNvSpPr/>
            <p:nvPr/>
          </p:nvSpPr>
          <p:spPr>
            <a:xfrm>
              <a:off x="3364310" y="4638744"/>
              <a:ext cx="73465" cy="85722"/>
            </a:xfrm>
            <a:custGeom>
              <a:avLst/>
              <a:pathLst>
                <a:path w="73465" h="85722">
                  <a:moveTo>
                    <a:pt x="0" y="85722"/>
                  </a:moveTo>
                  <a:lnTo>
                    <a:pt x="73465" y="85722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009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5" name="pl144"/>
            <p:cNvSpPr/>
            <p:nvPr/>
          </p:nvSpPr>
          <p:spPr>
            <a:xfrm>
              <a:off x="3364310" y="4672181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5"/>
            <p:cNvSpPr/>
            <p:nvPr/>
          </p:nvSpPr>
          <p:spPr>
            <a:xfrm>
              <a:off x="3401043" y="4724467"/>
              <a:ext cx="0" cy="102355"/>
            </a:xfrm>
            <a:custGeom>
              <a:avLst/>
              <a:pathLst>
                <a:path w="0" h="102355">
                  <a:moveTo>
                    <a:pt x="0" y="10235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47" name="pl146"/>
            <p:cNvSpPr/>
            <p:nvPr/>
          </p:nvSpPr>
          <p:spPr>
            <a:xfrm>
              <a:off x="3401043" y="4534616"/>
              <a:ext cx="0" cy="104128"/>
            </a:xfrm>
            <a:custGeom>
              <a:avLst/>
              <a:pathLst>
                <a:path w="0" h="104128">
                  <a:moveTo>
                    <a:pt x="0" y="0"/>
                  </a:moveTo>
                  <a:lnTo>
                    <a:pt x="0" y="10412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48" name="pl147"/>
            <p:cNvSpPr/>
            <p:nvPr/>
          </p:nvSpPr>
          <p:spPr>
            <a:xfrm>
              <a:off x="3382676" y="4826822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8"/>
            <p:cNvSpPr/>
            <p:nvPr/>
          </p:nvSpPr>
          <p:spPr>
            <a:xfrm>
              <a:off x="3382676" y="4534616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49"/>
            <p:cNvSpPr/>
            <p:nvPr/>
          </p:nvSpPr>
          <p:spPr>
            <a:xfrm>
              <a:off x="3364310" y="4638744"/>
              <a:ext cx="73465" cy="85722"/>
            </a:xfrm>
            <a:custGeom>
              <a:avLst/>
              <a:pathLst>
                <a:path w="73465" h="85722">
                  <a:moveTo>
                    <a:pt x="0" y="85722"/>
                  </a:moveTo>
                  <a:lnTo>
                    <a:pt x="73465" y="85722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0"/>
            <p:cNvSpPr/>
            <p:nvPr/>
          </p:nvSpPr>
          <p:spPr>
            <a:xfrm>
              <a:off x="3854078" y="4623171"/>
              <a:ext cx="73465" cy="82856"/>
            </a:xfrm>
            <a:custGeom>
              <a:avLst/>
              <a:pathLst>
                <a:path w="73465" h="82856">
                  <a:moveTo>
                    <a:pt x="0" y="82856"/>
                  </a:moveTo>
                  <a:lnTo>
                    <a:pt x="73465" y="82856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009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" name="pl151"/>
            <p:cNvSpPr/>
            <p:nvPr/>
          </p:nvSpPr>
          <p:spPr>
            <a:xfrm>
              <a:off x="3854078" y="4662570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2"/>
            <p:cNvSpPr/>
            <p:nvPr/>
          </p:nvSpPr>
          <p:spPr>
            <a:xfrm>
              <a:off x="3890811" y="4706028"/>
              <a:ext cx="0" cy="72649"/>
            </a:xfrm>
            <a:custGeom>
              <a:avLst/>
              <a:pathLst>
                <a:path w="0" h="72649">
                  <a:moveTo>
                    <a:pt x="0" y="7264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4" name="pl153"/>
            <p:cNvSpPr/>
            <p:nvPr/>
          </p:nvSpPr>
          <p:spPr>
            <a:xfrm>
              <a:off x="3890811" y="4529803"/>
              <a:ext cx="0" cy="93367"/>
            </a:xfrm>
            <a:custGeom>
              <a:avLst/>
              <a:pathLst>
                <a:path w="0" h="93367">
                  <a:moveTo>
                    <a:pt x="0" y="0"/>
                  </a:moveTo>
                  <a:lnTo>
                    <a:pt x="0" y="9336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5" name="pl154"/>
            <p:cNvSpPr/>
            <p:nvPr/>
          </p:nvSpPr>
          <p:spPr>
            <a:xfrm>
              <a:off x="3872445" y="4778677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5"/>
            <p:cNvSpPr/>
            <p:nvPr/>
          </p:nvSpPr>
          <p:spPr>
            <a:xfrm>
              <a:off x="3872445" y="4529803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6"/>
            <p:cNvSpPr/>
            <p:nvPr/>
          </p:nvSpPr>
          <p:spPr>
            <a:xfrm>
              <a:off x="3854078" y="4623171"/>
              <a:ext cx="73465" cy="82856"/>
            </a:xfrm>
            <a:custGeom>
              <a:avLst/>
              <a:pathLst>
                <a:path w="73465" h="82856">
                  <a:moveTo>
                    <a:pt x="0" y="82856"/>
                  </a:moveTo>
                  <a:lnTo>
                    <a:pt x="73465" y="82856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7"/>
            <p:cNvSpPr/>
            <p:nvPr/>
          </p:nvSpPr>
          <p:spPr>
            <a:xfrm>
              <a:off x="1441969" y="5352031"/>
              <a:ext cx="2448842" cy="0"/>
            </a:xfrm>
            <a:custGeom>
              <a:avLst/>
              <a:pathLst>
                <a:path w="2448842" h="0">
                  <a:moveTo>
                    <a:pt x="0" y="0"/>
                  </a:moveTo>
                  <a:lnTo>
                    <a:pt x="244884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8"/>
            <p:cNvSpPr/>
            <p:nvPr/>
          </p:nvSpPr>
          <p:spPr>
            <a:xfrm>
              <a:off x="1441969" y="5352031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59"/>
            <p:cNvSpPr/>
            <p:nvPr/>
          </p:nvSpPr>
          <p:spPr>
            <a:xfrm>
              <a:off x="1931737" y="5352031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0"/>
            <p:cNvSpPr/>
            <p:nvPr/>
          </p:nvSpPr>
          <p:spPr>
            <a:xfrm>
              <a:off x="2421506" y="5352031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1"/>
            <p:cNvSpPr/>
            <p:nvPr/>
          </p:nvSpPr>
          <p:spPr>
            <a:xfrm>
              <a:off x="2911274" y="5352031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2"/>
            <p:cNvSpPr/>
            <p:nvPr/>
          </p:nvSpPr>
          <p:spPr>
            <a:xfrm>
              <a:off x="3401043" y="5352031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3"/>
            <p:cNvSpPr/>
            <p:nvPr/>
          </p:nvSpPr>
          <p:spPr>
            <a:xfrm>
              <a:off x="3890811" y="5352031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tx164"/>
            <p:cNvSpPr/>
            <p:nvPr/>
          </p:nvSpPr>
          <p:spPr>
            <a:xfrm>
              <a:off x="1045230" y="5512474"/>
              <a:ext cx="793477" cy="112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(-7.01,-1.17]</a:t>
              </a:r>
            </a:p>
          </p:txBody>
        </p:sp>
        <p:sp>
          <p:nvSpPr>
            <p:cNvPr id="166" name="tx165"/>
            <p:cNvSpPr/>
            <p:nvPr/>
          </p:nvSpPr>
          <p:spPr>
            <a:xfrm>
              <a:off x="2047588" y="5512474"/>
              <a:ext cx="747834" cy="112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(-0.17,0.83]</a:t>
              </a:r>
            </a:p>
          </p:txBody>
        </p:sp>
        <p:sp>
          <p:nvSpPr>
            <p:cNvPr id="167" name="tx166"/>
            <p:cNvSpPr/>
            <p:nvPr/>
          </p:nvSpPr>
          <p:spPr>
            <a:xfrm>
              <a:off x="3049947" y="5512474"/>
              <a:ext cx="702191" cy="112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(1.83,2.83]</a:t>
              </a:r>
            </a:p>
          </p:txBody>
        </p:sp>
        <p:sp>
          <p:nvSpPr>
            <p:cNvPr id="168" name="pl167"/>
            <p:cNvSpPr/>
            <p:nvPr/>
          </p:nvSpPr>
          <p:spPr>
            <a:xfrm>
              <a:off x="1079540" y="4565299"/>
              <a:ext cx="0" cy="667233"/>
            </a:xfrm>
            <a:custGeom>
              <a:avLst/>
              <a:pathLst>
                <a:path w="0" h="667233">
                  <a:moveTo>
                    <a:pt x="0" y="66723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8"/>
            <p:cNvSpPr/>
            <p:nvPr/>
          </p:nvSpPr>
          <p:spPr>
            <a:xfrm>
              <a:off x="1003645" y="5232533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69"/>
            <p:cNvSpPr/>
            <p:nvPr/>
          </p:nvSpPr>
          <p:spPr>
            <a:xfrm>
              <a:off x="1003645" y="5010121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0"/>
            <p:cNvSpPr/>
            <p:nvPr/>
          </p:nvSpPr>
          <p:spPr>
            <a:xfrm>
              <a:off x="1003645" y="4787710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1"/>
            <p:cNvSpPr/>
            <p:nvPr/>
          </p:nvSpPr>
          <p:spPr>
            <a:xfrm>
              <a:off x="1003645" y="4565299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tx172"/>
            <p:cNvSpPr/>
            <p:nvPr/>
          </p:nvSpPr>
          <p:spPr>
            <a:xfrm rot="-5400000">
              <a:off x="787391" y="5185592"/>
              <a:ext cx="126121" cy="938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-2</a:t>
              </a:r>
            </a:p>
          </p:txBody>
        </p:sp>
        <p:sp>
          <p:nvSpPr>
            <p:cNvPr id="174" name="tx173"/>
            <p:cNvSpPr/>
            <p:nvPr/>
          </p:nvSpPr>
          <p:spPr>
            <a:xfrm rot="-5400000">
              <a:off x="810212" y="4740770"/>
              <a:ext cx="80478" cy="938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</a:t>
              </a:r>
            </a:p>
          </p:txBody>
        </p:sp>
        <p:sp>
          <p:nvSpPr>
            <p:cNvPr id="175" name="tx174"/>
            <p:cNvSpPr/>
            <p:nvPr/>
          </p:nvSpPr>
          <p:spPr>
            <a:xfrm rot="-5400000">
              <a:off x="811046" y="4519192"/>
              <a:ext cx="80478" cy="922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176" name="tx175"/>
            <p:cNvSpPr/>
            <p:nvPr/>
          </p:nvSpPr>
          <p:spPr>
            <a:xfrm>
              <a:off x="438117" y="4078556"/>
              <a:ext cx="4456545" cy="1511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lm_10test_noX, rsqr nearK4 = 0.356,rsqr nearK27 = 0.319</a:t>
              </a:r>
            </a:p>
          </p:txBody>
        </p:sp>
        <p:sp>
          <p:nvSpPr>
            <p:cNvPr id="177" name="pg176"/>
            <p:cNvSpPr/>
            <p:nvPr/>
          </p:nvSpPr>
          <p:spPr>
            <a:xfrm>
              <a:off x="1079540" y="4485522"/>
              <a:ext cx="3173699" cy="866509"/>
            </a:xfrm>
            <a:custGeom>
              <a:avLst/>
              <a:pathLst>
                <a:path w="3173699" h="866509">
                  <a:moveTo>
                    <a:pt x="0" y="866509"/>
                  </a:moveTo>
                  <a:lnTo>
                    <a:pt x="3173699" y="866509"/>
                  </a:lnTo>
                  <a:lnTo>
                    <a:pt x="317369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7"/>
            <p:cNvSpPr/>
            <p:nvPr/>
          </p:nvSpPr>
          <p:spPr>
            <a:xfrm>
              <a:off x="1503190" y="5177381"/>
              <a:ext cx="73465" cy="174650"/>
            </a:xfrm>
            <a:custGeom>
              <a:avLst/>
              <a:pathLst>
                <a:path w="73465" h="174650">
                  <a:moveTo>
                    <a:pt x="73465" y="174650"/>
                  </a:move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9" name="pl178"/>
            <p:cNvSpPr/>
            <p:nvPr/>
          </p:nvSpPr>
          <p:spPr>
            <a:xfrm>
              <a:off x="1503190" y="5294405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l179"/>
            <p:cNvSpPr/>
            <p:nvPr/>
          </p:nvSpPr>
          <p:spPr>
            <a:xfrm>
              <a:off x="1539922" y="4864739"/>
              <a:ext cx="0" cy="312641"/>
            </a:xfrm>
            <a:custGeom>
              <a:avLst/>
              <a:pathLst>
                <a:path w="0" h="312641">
                  <a:moveTo>
                    <a:pt x="0" y="0"/>
                  </a:moveTo>
                  <a:lnTo>
                    <a:pt x="0" y="31264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81" name="pl180"/>
            <p:cNvSpPr/>
            <p:nvPr/>
          </p:nvSpPr>
          <p:spPr>
            <a:xfrm>
              <a:off x="1521556" y="4864739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1"/>
            <p:cNvSpPr/>
            <p:nvPr/>
          </p:nvSpPr>
          <p:spPr>
            <a:xfrm>
              <a:off x="1503190" y="5177381"/>
              <a:ext cx="73465" cy="174650"/>
            </a:xfrm>
            <a:custGeom>
              <a:avLst/>
              <a:pathLst>
                <a:path w="73465" h="174650">
                  <a:moveTo>
                    <a:pt x="73465" y="174650"/>
                  </a:move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2"/>
            <p:cNvSpPr/>
            <p:nvPr/>
          </p:nvSpPr>
          <p:spPr>
            <a:xfrm>
              <a:off x="1992958" y="5092885"/>
              <a:ext cx="73465" cy="219114"/>
            </a:xfrm>
            <a:custGeom>
              <a:avLst/>
              <a:pathLst>
                <a:path w="73465" h="219114">
                  <a:moveTo>
                    <a:pt x="0" y="219114"/>
                  </a:moveTo>
                  <a:lnTo>
                    <a:pt x="73465" y="219114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4" name="pl183"/>
            <p:cNvSpPr/>
            <p:nvPr/>
          </p:nvSpPr>
          <p:spPr>
            <a:xfrm>
              <a:off x="1992958" y="5211113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l184"/>
            <p:cNvSpPr/>
            <p:nvPr/>
          </p:nvSpPr>
          <p:spPr>
            <a:xfrm>
              <a:off x="2029691" y="5311999"/>
              <a:ext cx="0" cy="40032"/>
            </a:xfrm>
            <a:custGeom>
              <a:avLst/>
              <a:pathLst>
                <a:path w="0" h="40032">
                  <a:moveTo>
                    <a:pt x="0" y="40032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86" name="pl185"/>
            <p:cNvSpPr/>
            <p:nvPr/>
          </p:nvSpPr>
          <p:spPr>
            <a:xfrm>
              <a:off x="2029691" y="4765747"/>
              <a:ext cx="0" cy="327137"/>
            </a:xfrm>
            <a:custGeom>
              <a:avLst/>
              <a:pathLst>
                <a:path w="0" h="327137">
                  <a:moveTo>
                    <a:pt x="0" y="0"/>
                  </a:moveTo>
                  <a:lnTo>
                    <a:pt x="0" y="32713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87" name="pl186"/>
            <p:cNvSpPr/>
            <p:nvPr/>
          </p:nvSpPr>
          <p:spPr>
            <a:xfrm>
              <a:off x="2011325" y="4765747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7"/>
            <p:cNvSpPr/>
            <p:nvPr/>
          </p:nvSpPr>
          <p:spPr>
            <a:xfrm>
              <a:off x="1992958" y="5092885"/>
              <a:ext cx="73465" cy="219114"/>
            </a:xfrm>
            <a:custGeom>
              <a:avLst/>
              <a:pathLst>
                <a:path w="73465" h="219114">
                  <a:moveTo>
                    <a:pt x="0" y="219114"/>
                  </a:moveTo>
                  <a:lnTo>
                    <a:pt x="73465" y="219114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8"/>
            <p:cNvSpPr/>
            <p:nvPr/>
          </p:nvSpPr>
          <p:spPr>
            <a:xfrm>
              <a:off x="2482727" y="4989461"/>
              <a:ext cx="73465" cy="239119"/>
            </a:xfrm>
            <a:custGeom>
              <a:avLst/>
              <a:pathLst>
                <a:path w="73465" h="239119">
                  <a:moveTo>
                    <a:pt x="0" y="239119"/>
                  </a:moveTo>
                  <a:lnTo>
                    <a:pt x="73465" y="239119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0" name="pl189"/>
            <p:cNvSpPr/>
            <p:nvPr/>
          </p:nvSpPr>
          <p:spPr>
            <a:xfrm>
              <a:off x="2482727" y="5118453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l190"/>
            <p:cNvSpPr/>
            <p:nvPr/>
          </p:nvSpPr>
          <p:spPr>
            <a:xfrm>
              <a:off x="2519459" y="5228581"/>
              <a:ext cx="0" cy="123450"/>
            </a:xfrm>
            <a:custGeom>
              <a:avLst/>
              <a:pathLst>
                <a:path w="0" h="123450">
                  <a:moveTo>
                    <a:pt x="0" y="12345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92" name="pl191"/>
            <p:cNvSpPr/>
            <p:nvPr/>
          </p:nvSpPr>
          <p:spPr>
            <a:xfrm>
              <a:off x="2519459" y="4637019"/>
              <a:ext cx="0" cy="352441"/>
            </a:xfrm>
            <a:custGeom>
              <a:avLst/>
              <a:pathLst>
                <a:path w="0" h="352441">
                  <a:moveTo>
                    <a:pt x="0" y="0"/>
                  </a:moveTo>
                  <a:lnTo>
                    <a:pt x="0" y="35244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93" name="pl192"/>
            <p:cNvSpPr/>
            <p:nvPr/>
          </p:nvSpPr>
          <p:spPr>
            <a:xfrm>
              <a:off x="2501093" y="4637019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3"/>
            <p:cNvSpPr/>
            <p:nvPr/>
          </p:nvSpPr>
          <p:spPr>
            <a:xfrm>
              <a:off x="2482727" y="4989461"/>
              <a:ext cx="73465" cy="239119"/>
            </a:xfrm>
            <a:custGeom>
              <a:avLst/>
              <a:pathLst>
                <a:path w="73465" h="239119">
                  <a:moveTo>
                    <a:pt x="0" y="239119"/>
                  </a:moveTo>
                  <a:lnTo>
                    <a:pt x="73465" y="239119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4"/>
            <p:cNvSpPr/>
            <p:nvPr/>
          </p:nvSpPr>
          <p:spPr>
            <a:xfrm>
              <a:off x="2972495" y="4807475"/>
              <a:ext cx="73465" cy="311323"/>
            </a:xfrm>
            <a:custGeom>
              <a:avLst/>
              <a:pathLst>
                <a:path w="73465" h="311323">
                  <a:moveTo>
                    <a:pt x="0" y="311323"/>
                  </a:moveTo>
                  <a:lnTo>
                    <a:pt x="73465" y="311323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" name="pl195"/>
            <p:cNvSpPr/>
            <p:nvPr/>
          </p:nvSpPr>
          <p:spPr>
            <a:xfrm>
              <a:off x="2972495" y="4945663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l196"/>
            <p:cNvSpPr/>
            <p:nvPr/>
          </p:nvSpPr>
          <p:spPr>
            <a:xfrm>
              <a:off x="3009228" y="5118798"/>
              <a:ext cx="0" cy="233233"/>
            </a:xfrm>
            <a:custGeom>
              <a:avLst/>
              <a:pathLst>
                <a:path w="0" h="233233">
                  <a:moveTo>
                    <a:pt x="0" y="23323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98" name="pl197"/>
            <p:cNvSpPr/>
            <p:nvPr/>
          </p:nvSpPr>
          <p:spPr>
            <a:xfrm>
              <a:off x="3009228" y="4579036"/>
              <a:ext cx="0" cy="228438"/>
            </a:xfrm>
            <a:custGeom>
              <a:avLst/>
              <a:pathLst>
                <a:path w="0" h="228438">
                  <a:moveTo>
                    <a:pt x="0" y="0"/>
                  </a:moveTo>
                  <a:lnTo>
                    <a:pt x="0" y="22843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99" name="pl198"/>
            <p:cNvSpPr/>
            <p:nvPr/>
          </p:nvSpPr>
          <p:spPr>
            <a:xfrm>
              <a:off x="2990861" y="4579036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199"/>
            <p:cNvSpPr/>
            <p:nvPr/>
          </p:nvSpPr>
          <p:spPr>
            <a:xfrm>
              <a:off x="2972495" y="4807475"/>
              <a:ext cx="73465" cy="311323"/>
            </a:xfrm>
            <a:custGeom>
              <a:avLst/>
              <a:pathLst>
                <a:path w="73465" h="311323">
                  <a:moveTo>
                    <a:pt x="0" y="311323"/>
                  </a:moveTo>
                  <a:lnTo>
                    <a:pt x="73465" y="311323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0"/>
            <p:cNvSpPr/>
            <p:nvPr/>
          </p:nvSpPr>
          <p:spPr>
            <a:xfrm>
              <a:off x="3462264" y="4725349"/>
              <a:ext cx="73465" cy="125600"/>
            </a:xfrm>
            <a:custGeom>
              <a:avLst/>
              <a:pathLst>
                <a:path w="73465" h="125600">
                  <a:moveTo>
                    <a:pt x="0" y="125600"/>
                  </a:moveTo>
                  <a:lnTo>
                    <a:pt x="73465" y="125600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" name="pl201"/>
            <p:cNvSpPr/>
            <p:nvPr/>
          </p:nvSpPr>
          <p:spPr>
            <a:xfrm>
              <a:off x="3462264" y="4788939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l202"/>
            <p:cNvSpPr/>
            <p:nvPr/>
          </p:nvSpPr>
          <p:spPr>
            <a:xfrm>
              <a:off x="3498996" y="4850950"/>
              <a:ext cx="0" cy="103198"/>
            </a:xfrm>
            <a:custGeom>
              <a:avLst/>
              <a:pathLst>
                <a:path w="0" h="103198">
                  <a:moveTo>
                    <a:pt x="0" y="103198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04" name="pl203"/>
            <p:cNvSpPr/>
            <p:nvPr/>
          </p:nvSpPr>
          <p:spPr>
            <a:xfrm>
              <a:off x="3498996" y="4610812"/>
              <a:ext cx="0" cy="114537"/>
            </a:xfrm>
            <a:custGeom>
              <a:avLst/>
              <a:pathLst>
                <a:path w="0" h="114537">
                  <a:moveTo>
                    <a:pt x="0" y="0"/>
                  </a:moveTo>
                  <a:lnTo>
                    <a:pt x="0" y="11453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05" name="pl204"/>
            <p:cNvSpPr/>
            <p:nvPr/>
          </p:nvSpPr>
          <p:spPr>
            <a:xfrm>
              <a:off x="3480630" y="4954148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5"/>
            <p:cNvSpPr/>
            <p:nvPr/>
          </p:nvSpPr>
          <p:spPr>
            <a:xfrm>
              <a:off x="3480630" y="4610812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6"/>
            <p:cNvSpPr/>
            <p:nvPr/>
          </p:nvSpPr>
          <p:spPr>
            <a:xfrm>
              <a:off x="3462264" y="4725349"/>
              <a:ext cx="73465" cy="125600"/>
            </a:xfrm>
            <a:custGeom>
              <a:avLst/>
              <a:pathLst>
                <a:path w="73465" h="125600">
                  <a:moveTo>
                    <a:pt x="0" y="125600"/>
                  </a:moveTo>
                  <a:lnTo>
                    <a:pt x="73465" y="125600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7"/>
            <p:cNvSpPr/>
            <p:nvPr/>
          </p:nvSpPr>
          <p:spPr>
            <a:xfrm>
              <a:off x="3952032" y="4662578"/>
              <a:ext cx="73465" cy="74446"/>
            </a:xfrm>
            <a:custGeom>
              <a:avLst/>
              <a:pathLst>
                <a:path w="73465" h="74446">
                  <a:moveTo>
                    <a:pt x="0" y="74446"/>
                  </a:moveTo>
                  <a:lnTo>
                    <a:pt x="73465" y="74446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9" name="pl208"/>
            <p:cNvSpPr/>
            <p:nvPr/>
          </p:nvSpPr>
          <p:spPr>
            <a:xfrm>
              <a:off x="3952032" y="4686112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09"/>
            <p:cNvSpPr/>
            <p:nvPr/>
          </p:nvSpPr>
          <p:spPr>
            <a:xfrm>
              <a:off x="3988765" y="4737025"/>
              <a:ext cx="0" cy="58464"/>
            </a:xfrm>
            <a:custGeom>
              <a:avLst/>
              <a:pathLst>
                <a:path w="0" h="58464">
                  <a:moveTo>
                    <a:pt x="0" y="58464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11" name="pl210"/>
            <p:cNvSpPr/>
            <p:nvPr/>
          </p:nvSpPr>
          <p:spPr>
            <a:xfrm>
              <a:off x="3988765" y="4595274"/>
              <a:ext cx="0" cy="67304"/>
            </a:xfrm>
            <a:custGeom>
              <a:avLst/>
              <a:pathLst>
                <a:path w="0" h="67304">
                  <a:moveTo>
                    <a:pt x="0" y="0"/>
                  </a:moveTo>
                  <a:lnTo>
                    <a:pt x="0" y="6730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12" name="pl211"/>
            <p:cNvSpPr/>
            <p:nvPr/>
          </p:nvSpPr>
          <p:spPr>
            <a:xfrm>
              <a:off x="3970398" y="4795489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2"/>
            <p:cNvSpPr/>
            <p:nvPr/>
          </p:nvSpPr>
          <p:spPr>
            <a:xfrm>
              <a:off x="3970398" y="4595274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3"/>
            <p:cNvSpPr/>
            <p:nvPr/>
          </p:nvSpPr>
          <p:spPr>
            <a:xfrm>
              <a:off x="3952032" y="4662578"/>
              <a:ext cx="73465" cy="74446"/>
            </a:xfrm>
            <a:custGeom>
              <a:avLst/>
              <a:pathLst>
                <a:path w="73465" h="74446">
                  <a:moveTo>
                    <a:pt x="0" y="74446"/>
                  </a:moveTo>
                  <a:lnTo>
                    <a:pt x="73465" y="74446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4"/>
            <p:cNvSpPr/>
            <p:nvPr/>
          </p:nvSpPr>
          <p:spPr>
            <a:xfrm>
              <a:off x="1079540" y="4565299"/>
              <a:ext cx="0" cy="667233"/>
            </a:xfrm>
            <a:custGeom>
              <a:avLst/>
              <a:pathLst>
                <a:path w="0" h="667233">
                  <a:moveTo>
                    <a:pt x="0" y="66723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5"/>
            <p:cNvSpPr/>
            <p:nvPr/>
          </p:nvSpPr>
          <p:spPr>
            <a:xfrm>
              <a:off x="1003645" y="5232533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6"/>
            <p:cNvSpPr/>
            <p:nvPr/>
          </p:nvSpPr>
          <p:spPr>
            <a:xfrm>
              <a:off x="1003645" y="5010121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7"/>
            <p:cNvSpPr/>
            <p:nvPr/>
          </p:nvSpPr>
          <p:spPr>
            <a:xfrm>
              <a:off x="1003645" y="4787710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8"/>
            <p:cNvSpPr/>
            <p:nvPr/>
          </p:nvSpPr>
          <p:spPr>
            <a:xfrm>
              <a:off x="1003645" y="4565299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tx219"/>
            <p:cNvSpPr/>
            <p:nvPr/>
          </p:nvSpPr>
          <p:spPr>
            <a:xfrm rot="-5400000">
              <a:off x="787391" y="5185592"/>
              <a:ext cx="126121" cy="938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-2</a:t>
              </a:r>
            </a:p>
          </p:txBody>
        </p:sp>
        <p:sp>
          <p:nvSpPr>
            <p:cNvPr id="221" name="tx220"/>
            <p:cNvSpPr/>
            <p:nvPr/>
          </p:nvSpPr>
          <p:spPr>
            <a:xfrm rot="-5400000">
              <a:off x="810212" y="4740770"/>
              <a:ext cx="80478" cy="938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</a:t>
              </a:r>
            </a:p>
          </p:txBody>
        </p:sp>
        <p:sp>
          <p:nvSpPr>
            <p:cNvPr id="222" name="tx221"/>
            <p:cNvSpPr/>
            <p:nvPr/>
          </p:nvSpPr>
          <p:spPr>
            <a:xfrm rot="-5400000">
              <a:off x="811046" y="4519192"/>
              <a:ext cx="80478" cy="922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223" name="pg222"/>
            <p:cNvSpPr/>
            <p:nvPr/>
          </p:nvSpPr>
          <p:spPr>
            <a:xfrm>
              <a:off x="1079540" y="4485522"/>
              <a:ext cx="3173699" cy="866509"/>
            </a:xfrm>
            <a:custGeom>
              <a:avLst/>
              <a:pathLst>
                <a:path w="3173699" h="866509">
                  <a:moveTo>
                    <a:pt x="0" y="866509"/>
                  </a:moveTo>
                  <a:lnTo>
                    <a:pt x="3173699" y="866509"/>
                  </a:lnTo>
                  <a:lnTo>
                    <a:pt x="317369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2026-03-10T12:01:28Z</dcterms:modified>
  <cp:category/>
</cp:coreProperties>
</file>