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3327282"/>
              <a:ext cx="477827" cy="967310"/>
            </a:xfrm>
            <a:custGeom>
              <a:avLst/>
              <a:pathLst>
                <a:path w="477827" h="967310">
                  <a:moveTo>
                    <a:pt x="0" y="967310"/>
                  </a:moveTo>
                  <a:lnTo>
                    <a:pt x="477827" y="96731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3731694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4294593"/>
              <a:ext cx="0" cy="793567"/>
            </a:xfrm>
            <a:custGeom>
              <a:avLst/>
              <a:pathLst>
                <a:path w="0" h="793567">
                  <a:moveTo>
                    <a:pt x="0" y="79356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2563524"/>
              <a:ext cx="0" cy="763758"/>
            </a:xfrm>
            <a:custGeom>
              <a:avLst/>
              <a:pathLst>
                <a:path w="0" h="763758">
                  <a:moveTo>
                    <a:pt x="0" y="0"/>
                  </a:moveTo>
                  <a:lnTo>
                    <a:pt x="0" y="7637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648998" y="256352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529541" y="3327282"/>
              <a:ext cx="477827" cy="967310"/>
            </a:xfrm>
            <a:custGeom>
              <a:avLst/>
              <a:pathLst>
                <a:path w="477827" h="967310">
                  <a:moveTo>
                    <a:pt x="0" y="967310"/>
                  </a:moveTo>
                  <a:lnTo>
                    <a:pt x="477827" y="96731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126826" y="2969906"/>
              <a:ext cx="477827" cy="634695"/>
            </a:xfrm>
            <a:custGeom>
              <a:avLst/>
              <a:pathLst>
                <a:path w="477827" h="634695">
                  <a:moveTo>
                    <a:pt x="0" y="634695"/>
                  </a:moveTo>
                  <a:lnTo>
                    <a:pt x="477827" y="63469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26826" y="324418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3604601"/>
              <a:ext cx="0" cy="948575"/>
            </a:xfrm>
            <a:custGeom>
              <a:avLst/>
              <a:pathLst>
                <a:path w="0" h="948575">
                  <a:moveTo>
                    <a:pt x="0" y="94857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365740" y="2581912"/>
              <a:ext cx="0" cy="387993"/>
            </a:xfrm>
            <a:custGeom>
              <a:avLst/>
              <a:pathLst>
                <a:path w="0" h="387993">
                  <a:moveTo>
                    <a:pt x="0" y="0"/>
                  </a:moveTo>
                  <a:lnTo>
                    <a:pt x="0" y="3879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246283" y="455317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246283" y="258191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126826" y="2969906"/>
              <a:ext cx="477827" cy="634695"/>
            </a:xfrm>
            <a:custGeom>
              <a:avLst/>
              <a:pathLst>
                <a:path w="477827" h="634695">
                  <a:moveTo>
                    <a:pt x="0" y="634695"/>
                  </a:moveTo>
                  <a:lnTo>
                    <a:pt x="477827" y="63469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724111" y="2850710"/>
              <a:ext cx="477827" cy="413998"/>
            </a:xfrm>
            <a:custGeom>
              <a:avLst/>
              <a:pathLst>
                <a:path w="477827" h="413998">
                  <a:moveTo>
                    <a:pt x="0" y="413998"/>
                  </a:moveTo>
                  <a:lnTo>
                    <a:pt x="477827" y="41399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724111" y="299669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963025" y="3264709"/>
              <a:ext cx="0" cy="615695"/>
            </a:xfrm>
            <a:custGeom>
              <a:avLst/>
              <a:pathLst>
                <a:path w="0" h="615695">
                  <a:moveTo>
                    <a:pt x="0" y="6156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963025" y="2455321"/>
              <a:ext cx="0" cy="395389"/>
            </a:xfrm>
            <a:custGeom>
              <a:avLst/>
              <a:pathLst>
                <a:path w="0" h="395389">
                  <a:moveTo>
                    <a:pt x="0" y="0"/>
                  </a:moveTo>
                  <a:lnTo>
                    <a:pt x="0" y="3953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843568" y="388040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843568" y="245532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724111" y="2850710"/>
              <a:ext cx="477827" cy="413998"/>
            </a:xfrm>
            <a:custGeom>
              <a:avLst/>
              <a:pathLst>
                <a:path w="477827" h="413998">
                  <a:moveTo>
                    <a:pt x="0" y="413998"/>
                  </a:moveTo>
                  <a:lnTo>
                    <a:pt x="477827" y="41399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321396" y="2808598"/>
              <a:ext cx="477827" cy="349785"/>
            </a:xfrm>
            <a:custGeom>
              <a:avLst/>
              <a:pathLst>
                <a:path w="477827" h="349785">
                  <a:moveTo>
                    <a:pt x="0" y="349785"/>
                  </a:moveTo>
                  <a:lnTo>
                    <a:pt x="477827" y="34978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321396" y="291972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560310" y="3158384"/>
              <a:ext cx="0" cy="520199"/>
            </a:xfrm>
            <a:custGeom>
              <a:avLst/>
              <a:pathLst>
                <a:path w="0" h="520199">
                  <a:moveTo>
                    <a:pt x="0" y="5201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560310" y="2573277"/>
              <a:ext cx="0" cy="235320"/>
            </a:xfrm>
            <a:custGeom>
              <a:avLst/>
              <a:pathLst>
                <a:path w="0" h="235320">
                  <a:moveTo>
                    <a:pt x="0" y="0"/>
                  </a:moveTo>
                  <a:lnTo>
                    <a:pt x="0" y="23532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440853" y="367858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440853" y="257327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321396" y="2808598"/>
              <a:ext cx="477827" cy="349785"/>
            </a:xfrm>
            <a:custGeom>
              <a:avLst/>
              <a:pathLst>
                <a:path w="477827" h="349785">
                  <a:moveTo>
                    <a:pt x="0" y="349785"/>
                  </a:moveTo>
                  <a:lnTo>
                    <a:pt x="477827" y="34978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918681" y="2782376"/>
              <a:ext cx="477827" cy="302497"/>
            </a:xfrm>
            <a:custGeom>
              <a:avLst/>
              <a:pathLst>
                <a:path w="477827" h="302497">
                  <a:moveTo>
                    <a:pt x="0" y="302497"/>
                  </a:moveTo>
                  <a:lnTo>
                    <a:pt x="477827" y="30249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918681" y="289000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157595" y="3084874"/>
              <a:ext cx="0" cy="453025"/>
            </a:xfrm>
            <a:custGeom>
              <a:avLst/>
              <a:pathLst>
                <a:path w="0" h="453025">
                  <a:moveTo>
                    <a:pt x="0" y="45302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157595" y="2574090"/>
              <a:ext cx="0" cy="208286"/>
            </a:xfrm>
            <a:custGeom>
              <a:avLst/>
              <a:pathLst>
                <a:path w="0" h="208286">
                  <a:moveTo>
                    <a:pt x="0" y="0"/>
                  </a:moveTo>
                  <a:lnTo>
                    <a:pt x="0" y="2082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038138" y="353789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038138" y="257409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918681" y="2782376"/>
              <a:ext cx="477827" cy="302497"/>
            </a:xfrm>
            <a:custGeom>
              <a:avLst/>
              <a:pathLst>
                <a:path w="477827" h="302497">
                  <a:moveTo>
                    <a:pt x="0" y="302497"/>
                  </a:moveTo>
                  <a:lnTo>
                    <a:pt x="477827" y="30249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4515966" y="2771460"/>
              <a:ext cx="477827" cy="288478"/>
            </a:xfrm>
            <a:custGeom>
              <a:avLst/>
              <a:pathLst>
                <a:path w="477827" h="288478">
                  <a:moveTo>
                    <a:pt x="0" y="288478"/>
                  </a:moveTo>
                  <a:lnTo>
                    <a:pt x="477827" y="28847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515966" y="287055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754880" y="3059939"/>
              <a:ext cx="0" cy="432572"/>
            </a:xfrm>
            <a:custGeom>
              <a:avLst/>
              <a:pathLst>
                <a:path w="0" h="432572">
                  <a:moveTo>
                    <a:pt x="0" y="43257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754880" y="2586005"/>
              <a:ext cx="0" cy="185455"/>
            </a:xfrm>
            <a:custGeom>
              <a:avLst/>
              <a:pathLst>
                <a:path w="0" h="185455">
                  <a:moveTo>
                    <a:pt x="0" y="0"/>
                  </a:moveTo>
                  <a:lnTo>
                    <a:pt x="0" y="1854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635423" y="349251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635423" y="258600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4515966" y="2771460"/>
              <a:ext cx="477827" cy="288478"/>
            </a:xfrm>
            <a:custGeom>
              <a:avLst/>
              <a:pathLst>
                <a:path w="477827" h="288478">
                  <a:moveTo>
                    <a:pt x="0" y="288478"/>
                  </a:moveTo>
                  <a:lnTo>
                    <a:pt x="477827" y="28847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5113250" y="2769369"/>
              <a:ext cx="477827" cy="307469"/>
            </a:xfrm>
            <a:custGeom>
              <a:avLst/>
              <a:pathLst>
                <a:path w="477827" h="307469">
                  <a:moveTo>
                    <a:pt x="0" y="307469"/>
                  </a:moveTo>
                  <a:lnTo>
                    <a:pt x="477827" y="30746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113250" y="288646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352164" y="3076839"/>
              <a:ext cx="0" cy="434582"/>
            </a:xfrm>
            <a:custGeom>
              <a:avLst/>
              <a:pathLst>
                <a:path w="0" h="434582">
                  <a:moveTo>
                    <a:pt x="0" y="43458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352164" y="2577328"/>
              <a:ext cx="0" cy="192041"/>
            </a:xfrm>
            <a:custGeom>
              <a:avLst/>
              <a:pathLst>
                <a:path w="0" h="192041">
                  <a:moveTo>
                    <a:pt x="0" y="0"/>
                  </a:moveTo>
                  <a:lnTo>
                    <a:pt x="0" y="1920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232707" y="351142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232707" y="257732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5113250" y="2769369"/>
              <a:ext cx="477827" cy="307469"/>
            </a:xfrm>
            <a:custGeom>
              <a:avLst/>
              <a:pathLst>
                <a:path w="477827" h="307469">
                  <a:moveTo>
                    <a:pt x="0" y="307469"/>
                  </a:moveTo>
                  <a:lnTo>
                    <a:pt x="477827" y="30746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710535" y="2782267"/>
              <a:ext cx="477827" cy="309972"/>
            </a:xfrm>
            <a:custGeom>
              <a:avLst/>
              <a:pathLst>
                <a:path w="477827" h="309972">
                  <a:moveTo>
                    <a:pt x="0" y="309972"/>
                  </a:moveTo>
                  <a:lnTo>
                    <a:pt x="477827" y="30997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710535" y="288944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949449" y="3092239"/>
              <a:ext cx="0" cy="414921"/>
            </a:xfrm>
            <a:custGeom>
              <a:avLst/>
              <a:pathLst>
                <a:path w="0" h="414921">
                  <a:moveTo>
                    <a:pt x="0" y="4149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949449" y="2590266"/>
              <a:ext cx="0" cy="192000"/>
            </a:xfrm>
            <a:custGeom>
              <a:avLst/>
              <a:pathLst>
                <a:path w="0" h="192000">
                  <a:moveTo>
                    <a:pt x="0" y="0"/>
                  </a:moveTo>
                  <a:lnTo>
                    <a:pt x="0" y="1920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829992" y="3507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829992" y="259026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5710535" y="2782267"/>
              <a:ext cx="477827" cy="309972"/>
            </a:xfrm>
            <a:custGeom>
              <a:avLst/>
              <a:pathLst>
                <a:path w="477827" h="309972">
                  <a:moveTo>
                    <a:pt x="0" y="309972"/>
                  </a:moveTo>
                  <a:lnTo>
                    <a:pt x="477827" y="30997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6307820" y="2780542"/>
              <a:ext cx="477827" cy="343695"/>
            </a:xfrm>
            <a:custGeom>
              <a:avLst/>
              <a:pathLst>
                <a:path w="477827" h="343695">
                  <a:moveTo>
                    <a:pt x="0" y="343695"/>
                  </a:moveTo>
                  <a:lnTo>
                    <a:pt x="477827" y="34369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307820" y="290461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546734" y="3124238"/>
              <a:ext cx="0" cy="515402"/>
            </a:xfrm>
            <a:custGeom>
              <a:avLst/>
              <a:pathLst>
                <a:path w="0" h="515402">
                  <a:moveTo>
                    <a:pt x="0" y="51540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546734" y="2586466"/>
              <a:ext cx="0" cy="194075"/>
            </a:xfrm>
            <a:custGeom>
              <a:avLst/>
              <a:pathLst>
                <a:path w="0" h="194075">
                  <a:moveTo>
                    <a:pt x="0" y="0"/>
                  </a:moveTo>
                  <a:lnTo>
                    <a:pt x="0" y="1940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427277" y="363964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6427277" y="258646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6307820" y="2780542"/>
              <a:ext cx="477827" cy="343695"/>
            </a:xfrm>
            <a:custGeom>
              <a:avLst/>
              <a:pathLst>
                <a:path w="477827" h="343695">
                  <a:moveTo>
                    <a:pt x="0" y="343695"/>
                  </a:moveTo>
                  <a:lnTo>
                    <a:pt x="477827" y="34369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6905105" y="2769052"/>
              <a:ext cx="477827" cy="347160"/>
            </a:xfrm>
            <a:custGeom>
              <a:avLst/>
              <a:pathLst>
                <a:path w="477827" h="347160">
                  <a:moveTo>
                    <a:pt x="0" y="347160"/>
                  </a:moveTo>
                  <a:lnTo>
                    <a:pt x="477827" y="34716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6905105" y="289275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144019" y="3116212"/>
              <a:ext cx="0" cy="516995"/>
            </a:xfrm>
            <a:custGeom>
              <a:avLst/>
              <a:pathLst>
                <a:path w="0" h="516995">
                  <a:moveTo>
                    <a:pt x="0" y="5169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144019" y="2615792"/>
              <a:ext cx="0" cy="153259"/>
            </a:xfrm>
            <a:custGeom>
              <a:avLst/>
              <a:pathLst>
                <a:path w="0" h="153259">
                  <a:moveTo>
                    <a:pt x="0" y="0"/>
                  </a:moveTo>
                  <a:lnTo>
                    <a:pt x="0" y="1532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024562" y="363320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024562" y="261579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6905105" y="2769052"/>
              <a:ext cx="477827" cy="347160"/>
            </a:xfrm>
            <a:custGeom>
              <a:avLst/>
              <a:pathLst>
                <a:path w="477827" h="347160">
                  <a:moveTo>
                    <a:pt x="0" y="347160"/>
                  </a:moveTo>
                  <a:lnTo>
                    <a:pt x="477827" y="34716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7502390" y="2817959"/>
              <a:ext cx="477827" cy="476736"/>
            </a:xfrm>
            <a:custGeom>
              <a:avLst/>
              <a:pathLst>
                <a:path w="477827" h="476736">
                  <a:moveTo>
                    <a:pt x="0" y="476736"/>
                  </a:moveTo>
                  <a:lnTo>
                    <a:pt x="477827" y="47673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7502390" y="293788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7741304" y="3294695"/>
              <a:ext cx="0" cy="606499"/>
            </a:xfrm>
            <a:custGeom>
              <a:avLst/>
              <a:pathLst>
                <a:path w="0" h="606499">
                  <a:moveTo>
                    <a:pt x="0" y="6064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7741304" y="2638542"/>
              <a:ext cx="0" cy="179417"/>
            </a:xfrm>
            <a:custGeom>
              <a:avLst/>
              <a:pathLst>
                <a:path w="0" h="179417">
                  <a:moveTo>
                    <a:pt x="0" y="0"/>
                  </a:moveTo>
                  <a:lnTo>
                    <a:pt x="0" y="1794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621847" y="390119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7621847" y="263854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7502390" y="2817959"/>
              <a:ext cx="477827" cy="476736"/>
            </a:xfrm>
            <a:custGeom>
              <a:avLst/>
              <a:pathLst>
                <a:path w="477827" h="476736">
                  <a:moveTo>
                    <a:pt x="0" y="476736"/>
                  </a:moveTo>
                  <a:lnTo>
                    <a:pt x="477827" y="47673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05" name="pl104"/>
            <p:cNvSpPr/>
            <p:nvPr/>
          </p:nvSpPr>
          <p:spPr>
            <a:xfrm>
              <a:off x="1207008" y="2593345"/>
              <a:ext cx="0" cy="2303599"/>
            </a:xfrm>
            <a:custGeom>
              <a:avLst/>
              <a:pathLst>
                <a:path w="0" h="2303599">
                  <a:moveTo>
                    <a:pt x="0" y="23035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115567" y="489694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115567" y="443622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115567" y="39755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115567" y="351478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115567" y="305406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115567" y="259334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1"/>
            <p:cNvSpPr/>
            <p:nvPr/>
          </p:nvSpPr>
          <p:spPr>
            <a:xfrm rot="-5400000">
              <a:off x="881437" y="483931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13" name="tx112"/>
            <p:cNvSpPr/>
            <p:nvPr/>
          </p:nvSpPr>
          <p:spPr>
            <a:xfrm rot="-5400000">
              <a:off x="883521" y="4380675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4" name="tx113"/>
            <p:cNvSpPr/>
            <p:nvPr/>
          </p:nvSpPr>
          <p:spPr>
            <a:xfrm rot="-5400000">
              <a:off x="882442" y="3918876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15" name="tx114"/>
            <p:cNvSpPr/>
            <p:nvPr/>
          </p:nvSpPr>
          <p:spPr>
            <a:xfrm rot="-5400000">
              <a:off x="881437" y="345715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16" name="tx115"/>
            <p:cNvSpPr/>
            <p:nvPr/>
          </p:nvSpPr>
          <p:spPr>
            <a:xfrm rot="-5400000">
              <a:off x="883521" y="2998515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17" name="tx116"/>
            <p:cNvSpPr/>
            <p:nvPr/>
          </p:nvSpPr>
          <p:spPr>
            <a:xfrm rot="-5400000">
              <a:off x="881437" y="253571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18" name="pg11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2026-03-10T12:37:49Z</dcterms:modified>
  <cp:category/>
</cp:coreProperties>
</file>