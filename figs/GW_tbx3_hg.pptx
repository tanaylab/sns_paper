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270000" y="2023189"/>
              <a:ext cx="6604000" cy="1430742"/>
            </a:xfrm>
            <a:custGeom>
              <a:avLst/>
              <a:pathLst>
                <a:path w="6604000" h="1430742">
                  <a:moveTo>
                    <a:pt x="0" y="1263547"/>
                  </a:moveTo>
                  <a:lnTo>
                    <a:pt x="6610" y="1296049"/>
                  </a:lnTo>
                  <a:lnTo>
                    <a:pt x="13221" y="1357490"/>
                  </a:lnTo>
                  <a:lnTo>
                    <a:pt x="19831" y="1404132"/>
                  </a:lnTo>
                  <a:lnTo>
                    <a:pt x="26442" y="1430742"/>
                  </a:lnTo>
                  <a:lnTo>
                    <a:pt x="33053" y="1430742"/>
                  </a:lnTo>
                  <a:lnTo>
                    <a:pt x="39663" y="1430742"/>
                  </a:lnTo>
                  <a:lnTo>
                    <a:pt x="46274" y="1430742"/>
                  </a:lnTo>
                  <a:lnTo>
                    <a:pt x="52884" y="1430742"/>
                  </a:lnTo>
                  <a:lnTo>
                    <a:pt x="59495" y="1430742"/>
                  </a:lnTo>
                  <a:lnTo>
                    <a:pt x="66106" y="1430742"/>
                  </a:lnTo>
                  <a:lnTo>
                    <a:pt x="72716" y="1430742"/>
                  </a:lnTo>
                  <a:lnTo>
                    <a:pt x="79327" y="1430742"/>
                  </a:lnTo>
                  <a:lnTo>
                    <a:pt x="85937" y="1430742"/>
                  </a:lnTo>
                  <a:lnTo>
                    <a:pt x="92548" y="1430742"/>
                  </a:lnTo>
                  <a:lnTo>
                    <a:pt x="99159" y="1430742"/>
                  </a:lnTo>
                  <a:lnTo>
                    <a:pt x="105769" y="1430742"/>
                  </a:lnTo>
                  <a:lnTo>
                    <a:pt x="112380" y="1430742"/>
                  </a:lnTo>
                  <a:lnTo>
                    <a:pt x="118990" y="1430742"/>
                  </a:lnTo>
                  <a:lnTo>
                    <a:pt x="125601" y="1430742"/>
                  </a:lnTo>
                  <a:lnTo>
                    <a:pt x="132212" y="1430742"/>
                  </a:lnTo>
                  <a:lnTo>
                    <a:pt x="138822" y="1430742"/>
                  </a:lnTo>
                  <a:lnTo>
                    <a:pt x="145433" y="1430742"/>
                  </a:lnTo>
                  <a:lnTo>
                    <a:pt x="152044" y="1430742"/>
                  </a:lnTo>
                  <a:lnTo>
                    <a:pt x="158654" y="1430742"/>
                  </a:lnTo>
                  <a:lnTo>
                    <a:pt x="165265" y="1430742"/>
                  </a:lnTo>
                  <a:lnTo>
                    <a:pt x="171875" y="1430742"/>
                  </a:lnTo>
                  <a:lnTo>
                    <a:pt x="178486" y="1430742"/>
                  </a:lnTo>
                  <a:lnTo>
                    <a:pt x="185097" y="1430742"/>
                  </a:lnTo>
                  <a:lnTo>
                    <a:pt x="191707" y="1430742"/>
                  </a:lnTo>
                  <a:lnTo>
                    <a:pt x="198318" y="1430742"/>
                  </a:lnTo>
                  <a:lnTo>
                    <a:pt x="204928" y="1430742"/>
                  </a:lnTo>
                  <a:lnTo>
                    <a:pt x="211539" y="1430742"/>
                  </a:lnTo>
                  <a:lnTo>
                    <a:pt x="218150" y="1430742"/>
                  </a:lnTo>
                  <a:lnTo>
                    <a:pt x="224760" y="1430742"/>
                  </a:lnTo>
                  <a:lnTo>
                    <a:pt x="231371" y="1430742"/>
                  </a:lnTo>
                  <a:lnTo>
                    <a:pt x="237981" y="1430742"/>
                  </a:lnTo>
                  <a:lnTo>
                    <a:pt x="244592" y="1430742"/>
                  </a:lnTo>
                  <a:lnTo>
                    <a:pt x="251203" y="1430742"/>
                  </a:lnTo>
                  <a:lnTo>
                    <a:pt x="257813" y="1430742"/>
                  </a:lnTo>
                  <a:lnTo>
                    <a:pt x="264424" y="1430742"/>
                  </a:lnTo>
                  <a:lnTo>
                    <a:pt x="271035" y="1430742"/>
                  </a:lnTo>
                  <a:lnTo>
                    <a:pt x="277645" y="1430742"/>
                  </a:lnTo>
                  <a:lnTo>
                    <a:pt x="284256" y="1430742"/>
                  </a:lnTo>
                  <a:lnTo>
                    <a:pt x="290866" y="1430742"/>
                  </a:lnTo>
                  <a:lnTo>
                    <a:pt x="297477" y="1430742"/>
                  </a:lnTo>
                  <a:lnTo>
                    <a:pt x="304088" y="1430742"/>
                  </a:lnTo>
                  <a:lnTo>
                    <a:pt x="310698" y="1430742"/>
                  </a:lnTo>
                  <a:lnTo>
                    <a:pt x="317309" y="1430742"/>
                  </a:lnTo>
                  <a:lnTo>
                    <a:pt x="323919" y="1430742"/>
                  </a:lnTo>
                  <a:lnTo>
                    <a:pt x="330530" y="1430742"/>
                  </a:lnTo>
                  <a:lnTo>
                    <a:pt x="337141" y="1404132"/>
                  </a:lnTo>
                  <a:lnTo>
                    <a:pt x="343751" y="1379838"/>
                  </a:lnTo>
                  <a:lnTo>
                    <a:pt x="350362" y="1357490"/>
                  </a:lnTo>
                  <a:lnTo>
                    <a:pt x="356972" y="1317536"/>
                  </a:lnTo>
                  <a:lnTo>
                    <a:pt x="363583" y="1299517"/>
                  </a:lnTo>
                  <a:lnTo>
                    <a:pt x="370194" y="1299517"/>
                  </a:lnTo>
                  <a:lnTo>
                    <a:pt x="376804" y="1299517"/>
                  </a:lnTo>
                  <a:lnTo>
                    <a:pt x="383415" y="1299517"/>
                  </a:lnTo>
                  <a:lnTo>
                    <a:pt x="390026" y="1336799"/>
                  </a:lnTo>
                  <a:lnTo>
                    <a:pt x="396636" y="1357490"/>
                  </a:lnTo>
                  <a:lnTo>
                    <a:pt x="403247" y="1379838"/>
                  </a:lnTo>
                  <a:lnTo>
                    <a:pt x="409857" y="1404132"/>
                  </a:lnTo>
                  <a:lnTo>
                    <a:pt x="416468" y="1430742"/>
                  </a:lnTo>
                  <a:lnTo>
                    <a:pt x="423079" y="1430742"/>
                  </a:lnTo>
                  <a:lnTo>
                    <a:pt x="429689" y="1430742"/>
                  </a:lnTo>
                  <a:lnTo>
                    <a:pt x="436300" y="1430742"/>
                  </a:lnTo>
                  <a:lnTo>
                    <a:pt x="442910" y="1430742"/>
                  </a:lnTo>
                  <a:lnTo>
                    <a:pt x="449521" y="1404132"/>
                  </a:lnTo>
                  <a:lnTo>
                    <a:pt x="456132" y="1379838"/>
                  </a:lnTo>
                  <a:lnTo>
                    <a:pt x="462742" y="1357490"/>
                  </a:lnTo>
                  <a:lnTo>
                    <a:pt x="469353" y="1357490"/>
                  </a:lnTo>
                  <a:lnTo>
                    <a:pt x="475963" y="1336799"/>
                  </a:lnTo>
                  <a:lnTo>
                    <a:pt x="482574" y="1336799"/>
                  </a:lnTo>
                  <a:lnTo>
                    <a:pt x="489185" y="1357490"/>
                  </a:lnTo>
                  <a:lnTo>
                    <a:pt x="495795" y="1379838"/>
                  </a:lnTo>
                  <a:lnTo>
                    <a:pt x="502406" y="1379838"/>
                  </a:lnTo>
                  <a:lnTo>
                    <a:pt x="509017" y="1404132"/>
                  </a:lnTo>
                  <a:lnTo>
                    <a:pt x="515627" y="1404132"/>
                  </a:lnTo>
                  <a:lnTo>
                    <a:pt x="522238" y="1357490"/>
                  </a:lnTo>
                  <a:lnTo>
                    <a:pt x="528848" y="1336799"/>
                  </a:lnTo>
                  <a:lnTo>
                    <a:pt x="535459" y="1317536"/>
                  </a:lnTo>
                  <a:lnTo>
                    <a:pt x="542070" y="1317536"/>
                  </a:lnTo>
                  <a:lnTo>
                    <a:pt x="548680" y="1336799"/>
                  </a:lnTo>
                  <a:lnTo>
                    <a:pt x="555291" y="1379838"/>
                  </a:lnTo>
                  <a:lnTo>
                    <a:pt x="561901" y="1404132"/>
                  </a:lnTo>
                  <a:lnTo>
                    <a:pt x="568512" y="1430742"/>
                  </a:lnTo>
                  <a:lnTo>
                    <a:pt x="575123" y="1430742"/>
                  </a:lnTo>
                  <a:lnTo>
                    <a:pt x="581733" y="1404132"/>
                  </a:lnTo>
                  <a:lnTo>
                    <a:pt x="588344" y="1379838"/>
                  </a:lnTo>
                  <a:lnTo>
                    <a:pt x="594954" y="1357490"/>
                  </a:lnTo>
                  <a:lnTo>
                    <a:pt x="601565" y="1336799"/>
                  </a:lnTo>
                  <a:lnTo>
                    <a:pt x="608176" y="1336799"/>
                  </a:lnTo>
                  <a:lnTo>
                    <a:pt x="614786" y="1357490"/>
                  </a:lnTo>
                  <a:lnTo>
                    <a:pt x="621397" y="1379838"/>
                  </a:lnTo>
                  <a:lnTo>
                    <a:pt x="628008" y="1404132"/>
                  </a:lnTo>
                  <a:lnTo>
                    <a:pt x="634618" y="1430742"/>
                  </a:lnTo>
                  <a:lnTo>
                    <a:pt x="641229" y="1430742"/>
                  </a:lnTo>
                  <a:lnTo>
                    <a:pt x="647839" y="1430742"/>
                  </a:lnTo>
                  <a:lnTo>
                    <a:pt x="654450" y="1430742"/>
                  </a:lnTo>
                  <a:lnTo>
                    <a:pt x="661061" y="1404132"/>
                  </a:lnTo>
                  <a:lnTo>
                    <a:pt x="667671" y="1357490"/>
                  </a:lnTo>
                  <a:lnTo>
                    <a:pt x="674282" y="1317536"/>
                  </a:lnTo>
                  <a:lnTo>
                    <a:pt x="680892" y="1299517"/>
                  </a:lnTo>
                  <a:lnTo>
                    <a:pt x="687503" y="1299517"/>
                  </a:lnTo>
                  <a:lnTo>
                    <a:pt x="694114" y="1317536"/>
                  </a:lnTo>
                  <a:lnTo>
                    <a:pt x="700724" y="1357490"/>
                  </a:lnTo>
                  <a:lnTo>
                    <a:pt x="707335" y="1404132"/>
                  </a:lnTo>
                  <a:lnTo>
                    <a:pt x="713945" y="1430742"/>
                  </a:lnTo>
                  <a:lnTo>
                    <a:pt x="720556" y="1430742"/>
                  </a:lnTo>
                  <a:lnTo>
                    <a:pt x="727167" y="1430742"/>
                  </a:lnTo>
                  <a:lnTo>
                    <a:pt x="733777" y="1430742"/>
                  </a:lnTo>
                  <a:lnTo>
                    <a:pt x="740388" y="1404132"/>
                  </a:lnTo>
                  <a:lnTo>
                    <a:pt x="746998" y="1357490"/>
                  </a:lnTo>
                  <a:lnTo>
                    <a:pt x="753609" y="1333824"/>
                  </a:lnTo>
                  <a:lnTo>
                    <a:pt x="760220" y="1333824"/>
                  </a:lnTo>
                  <a:lnTo>
                    <a:pt x="766830" y="1333824"/>
                  </a:lnTo>
                  <a:lnTo>
                    <a:pt x="773441" y="1354287"/>
                  </a:lnTo>
                  <a:lnTo>
                    <a:pt x="780052" y="1400350"/>
                  </a:lnTo>
                  <a:lnTo>
                    <a:pt x="786662" y="1430742"/>
                  </a:lnTo>
                  <a:lnTo>
                    <a:pt x="793273" y="1404132"/>
                  </a:lnTo>
                  <a:lnTo>
                    <a:pt x="799883" y="1379838"/>
                  </a:lnTo>
                  <a:lnTo>
                    <a:pt x="806494" y="1336799"/>
                  </a:lnTo>
                  <a:lnTo>
                    <a:pt x="813105" y="1317536"/>
                  </a:lnTo>
                  <a:lnTo>
                    <a:pt x="819715" y="1317536"/>
                  </a:lnTo>
                  <a:lnTo>
                    <a:pt x="826326" y="1336799"/>
                  </a:lnTo>
                  <a:lnTo>
                    <a:pt x="832936" y="1357490"/>
                  </a:lnTo>
                  <a:lnTo>
                    <a:pt x="839547" y="1404132"/>
                  </a:lnTo>
                  <a:lnTo>
                    <a:pt x="846158" y="1430742"/>
                  </a:lnTo>
                  <a:lnTo>
                    <a:pt x="852768" y="1430742"/>
                  </a:lnTo>
                  <a:lnTo>
                    <a:pt x="859379" y="1430742"/>
                  </a:lnTo>
                  <a:lnTo>
                    <a:pt x="865989" y="1430742"/>
                  </a:lnTo>
                  <a:lnTo>
                    <a:pt x="872600" y="1430742"/>
                  </a:lnTo>
                  <a:lnTo>
                    <a:pt x="879211" y="1430742"/>
                  </a:lnTo>
                  <a:lnTo>
                    <a:pt x="885821" y="1430742"/>
                  </a:lnTo>
                  <a:lnTo>
                    <a:pt x="892432" y="1404132"/>
                  </a:lnTo>
                  <a:lnTo>
                    <a:pt x="899043" y="1357490"/>
                  </a:lnTo>
                  <a:lnTo>
                    <a:pt x="905653" y="1317536"/>
                  </a:lnTo>
                  <a:lnTo>
                    <a:pt x="912264" y="1299517"/>
                  </a:lnTo>
                  <a:lnTo>
                    <a:pt x="918874" y="1266632"/>
                  </a:lnTo>
                  <a:lnTo>
                    <a:pt x="925485" y="1266632"/>
                  </a:lnTo>
                  <a:lnTo>
                    <a:pt x="932096" y="1299517"/>
                  </a:lnTo>
                  <a:lnTo>
                    <a:pt x="938706" y="1336799"/>
                  </a:lnTo>
                  <a:lnTo>
                    <a:pt x="945317" y="1357490"/>
                  </a:lnTo>
                  <a:lnTo>
                    <a:pt x="951927" y="1404132"/>
                  </a:lnTo>
                  <a:lnTo>
                    <a:pt x="958538" y="1430742"/>
                  </a:lnTo>
                  <a:lnTo>
                    <a:pt x="965149" y="1430742"/>
                  </a:lnTo>
                  <a:lnTo>
                    <a:pt x="971759" y="1430742"/>
                  </a:lnTo>
                  <a:lnTo>
                    <a:pt x="978370" y="1430742"/>
                  </a:lnTo>
                  <a:lnTo>
                    <a:pt x="984980" y="1404132"/>
                  </a:lnTo>
                  <a:lnTo>
                    <a:pt x="991591" y="1379838"/>
                  </a:lnTo>
                  <a:lnTo>
                    <a:pt x="998202" y="1357490"/>
                  </a:lnTo>
                  <a:lnTo>
                    <a:pt x="1004812" y="1336799"/>
                  </a:lnTo>
                  <a:lnTo>
                    <a:pt x="1011423" y="1336799"/>
                  </a:lnTo>
                  <a:lnTo>
                    <a:pt x="1018034" y="1357490"/>
                  </a:lnTo>
                  <a:lnTo>
                    <a:pt x="1024644" y="1379838"/>
                  </a:lnTo>
                  <a:lnTo>
                    <a:pt x="1031255" y="1404132"/>
                  </a:lnTo>
                  <a:lnTo>
                    <a:pt x="1037865" y="1430742"/>
                  </a:lnTo>
                  <a:lnTo>
                    <a:pt x="1044476" y="1430742"/>
                  </a:lnTo>
                  <a:lnTo>
                    <a:pt x="1051087" y="1430742"/>
                  </a:lnTo>
                  <a:lnTo>
                    <a:pt x="1057697" y="1430742"/>
                  </a:lnTo>
                  <a:lnTo>
                    <a:pt x="1064308" y="1430742"/>
                  </a:lnTo>
                  <a:lnTo>
                    <a:pt x="1070918" y="1430742"/>
                  </a:lnTo>
                  <a:lnTo>
                    <a:pt x="1077529" y="1430742"/>
                  </a:lnTo>
                  <a:lnTo>
                    <a:pt x="1084140" y="1430742"/>
                  </a:lnTo>
                  <a:lnTo>
                    <a:pt x="1090750" y="1430742"/>
                  </a:lnTo>
                  <a:lnTo>
                    <a:pt x="1097361" y="1430742"/>
                  </a:lnTo>
                  <a:lnTo>
                    <a:pt x="1103971" y="1430742"/>
                  </a:lnTo>
                  <a:lnTo>
                    <a:pt x="1110582" y="1430742"/>
                  </a:lnTo>
                  <a:lnTo>
                    <a:pt x="1117193" y="1430742"/>
                  </a:lnTo>
                  <a:lnTo>
                    <a:pt x="1123803" y="1430742"/>
                  </a:lnTo>
                  <a:lnTo>
                    <a:pt x="1130414" y="1430742"/>
                  </a:lnTo>
                  <a:lnTo>
                    <a:pt x="1137025" y="1430742"/>
                  </a:lnTo>
                  <a:lnTo>
                    <a:pt x="1143635" y="1430742"/>
                  </a:lnTo>
                  <a:lnTo>
                    <a:pt x="1150246" y="1430742"/>
                  </a:lnTo>
                  <a:lnTo>
                    <a:pt x="1156856" y="1430742"/>
                  </a:lnTo>
                  <a:lnTo>
                    <a:pt x="1163467" y="1430742"/>
                  </a:lnTo>
                  <a:lnTo>
                    <a:pt x="1170078" y="1430742"/>
                  </a:lnTo>
                  <a:lnTo>
                    <a:pt x="1176688" y="1430742"/>
                  </a:lnTo>
                  <a:lnTo>
                    <a:pt x="1183299" y="1430742"/>
                  </a:lnTo>
                  <a:lnTo>
                    <a:pt x="1189909" y="1430742"/>
                  </a:lnTo>
                  <a:lnTo>
                    <a:pt x="1196520" y="1430742"/>
                  </a:lnTo>
                  <a:lnTo>
                    <a:pt x="1203131" y="1430742"/>
                  </a:lnTo>
                  <a:lnTo>
                    <a:pt x="1209741" y="1430742"/>
                  </a:lnTo>
                  <a:lnTo>
                    <a:pt x="1216352" y="1430742"/>
                  </a:lnTo>
                  <a:lnTo>
                    <a:pt x="1222962" y="1430742"/>
                  </a:lnTo>
                  <a:lnTo>
                    <a:pt x="1229573" y="1430742"/>
                  </a:lnTo>
                  <a:lnTo>
                    <a:pt x="1236184" y="1430742"/>
                  </a:lnTo>
                  <a:lnTo>
                    <a:pt x="1242794" y="1430742"/>
                  </a:lnTo>
                  <a:lnTo>
                    <a:pt x="1249405" y="1430742"/>
                  </a:lnTo>
                  <a:lnTo>
                    <a:pt x="1256016" y="1430742"/>
                  </a:lnTo>
                  <a:lnTo>
                    <a:pt x="1262626" y="1379838"/>
                  </a:lnTo>
                  <a:lnTo>
                    <a:pt x="1269237" y="1317536"/>
                  </a:lnTo>
                  <a:lnTo>
                    <a:pt x="1275847" y="1282591"/>
                  </a:lnTo>
                  <a:lnTo>
                    <a:pt x="1282458" y="1266632"/>
                  </a:lnTo>
                  <a:lnTo>
                    <a:pt x="1289069" y="1237216"/>
                  </a:lnTo>
                  <a:lnTo>
                    <a:pt x="1295679" y="1251537"/>
                  </a:lnTo>
                  <a:lnTo>
                    <a:pt x="1302290" y="1266632"/>
                  </a:lnTo>
                  <a:lnTo>
                    <a:pt x="1308900" y="1266632"/>
                  </a:lnTo>
                  <a:lnTo>
                    <a:pt x="1315511" y="1238615"/>
                  </a:lnTo>
                  <a:lnTo>
                    <a:pt x="1322122" y="1253010"/>
                  </a:lnTo>
                  <a:lnTo>
                    <a:pt x="1328732" y="1268188"/>
                  </a:lnTo>
                  <a:lnTo>
                    <a:pt x="1335343" y="1301268"/>
                  </a:lnTo>
                  <a:lnTo>
                    <a:pt x="1341953" y="1338801"/>
                  </a:lnTo>
                  <a:lnTo>
                    <a:pt x="1348564" y="1404132"/>
                  </a:lnTo>
                  <a:lnTo>
                    <a:pt x="1355175" y="1430742"/>
                  </a:lnTo>
                  <a:lnTo>
                    <a:pt x="1361785" y="1430742"/>
                  </a:lnTo>
                  <a:lnTo>
                    <a:pt x="1368396" y="1430742"/>
                  </a:lnTo>
                  <a:lnTo>
                    <a:pt x="1375007" y="1404132"/>
                  </a:lnTo>
                  <a:lnTo>
                    <a:pt x="1381617" y="1379838"/>
                  </a:lnTo>
                  <a:lnTo>
                    <a:pt x="1388228" y="1359646"/>
                  </a:lnTo>
                  <a:lnTo>
                    <a:pt x="1394838" y="1338801"/>
                  </a:lnTo>
                  <a:lnTo>
                    <a:pt x="1401449" y="1319404"/>
                  </a:lnTo>
                  <a:lnTo>
                    <a:pt x="1408060" y="1319404"/>
                  </a:lnTo>
                  <a:lnTo>
                    <a:pt x="1414670" y="1338801"/>
                  </a:lnTo>
                  <a:lnTo>
                    <a:pt x="1421281" y="1336799"/>
                  </a:lnTo>
                  <a:lnTo>
                    <a:pt x="1427891" y="1317536"/>
                  </a:lnTo>
                  <a:lnTo>
                    <a:pt x="1434502" y="1299517"/>
                  </a:lnTo>
                  <a:lnTo>
                    <a:pt x="1441113" y="1282591"/>
                  </a:lnTo>
                  <a:lnTo>
                    <a:pt x="1447723" y="1251537"/>
                  </a:lnTo>
                  <a:lnTo>
                    <a:pt x="1454334" y="1251537"/>
                  </a:lnTo>
                  <a:lnTo>
                    <a:pt x="1460944" y="1282591"/>
                  </a:lnTo>
                  <a:lnTo>
                    <a:pt x="1467555" y="1317536"/>
                  </a:lnTo>
                  <a:lnTo>
                    <a:pt x="1474166" y="1357490"/>
                  </a:lnTo>
                  <a:lnTo>
                    <a:pt x="1480776" y="1404132"/>
                  </a:lnTo>
                  <a:lnTo>
                    <a:pt x="1487387" y="1430742"/>
                  </a:lnTo>
                  <a:lnTo>
                    <a:pt x="1493997" y="1430742"/>
                  </a:lnTo>
                  <a:lnTo>
                    <a:pt x="1500608" y="1430742"/>
                  </a:lnTo>
                  <a:lnTo>
                    <a:pt x="1507219" y="1404132"/>
                  </a:lnTo>
                  <a:lnTo>
                    <a:pt x="1513829" y="1336799"/>
                  </a:lnTo>
                  <a:lnTo>
                    <a:pt x="1520440" y="1282591"/>
                  </a:lnTo>
                  <a:lnTo>
                    <a:pt x="1527051" y="1253750"/>
                  </a:lnTo>
                  <a:lnTo>
                    <a:pt x="1533661" y="1239318"/>
                  </a:lnTo>
                  <a:lnTo>
                    <a:pt x="1540272" y="1225595"/>
                  </a:lnTo>
                  <a:lnTo>
                    <a:pt x="1546882" y="1253750"/>
                  </a:lnTo>
                  <a:lnTo>
                    <a:pt x="1553493" y="1285065"/>
                  </a:lnTo>
                  <a:lnTo>
                    <a:pt x="1560104" y="1317536"/>
                  </a:lnTo>
                  <a:lnTo>
                    <a:pt x="1566714" y="1336799"/>
                  </a:lnTo>
                  <a:lnTo>
                    <a:pt x="1573325" y="1379838"/>
                  </a:lnTo>
                  <a:lnTo>
                    <a:pt x="1579935" y="1404132"/>
                  </a:lnTo>
                  <a:lnTo>
                    <a:pt x="1586546" y="1430742"/>
                  </a:lnTo>
                  <a:lnTo>
                    <a:pt x="1593157" y="1430742"/>
                  </a:lnTo>
                  <a:lnTo>
                    <a:pt x="1599767" y="1430742"/>
                  </a:lnTo>
                  <a:lnTo>
                    <a:pt x="1606378" y="1430742"/>
                  </a:lnTo>
                  <a:lnTo>
                    <a:pt x="1612988" y="1430742"/>
                  </a:lnTo>
                  <a:lnTo>
                    <a:pt x="1619599" y="1417120"/>
                  </a:lnTo>
                  <a:lnTo>
                    <a:pt x="1626210" y="1391721"/>
                  </a:lnTo>
                  <a:lnTo>
                    <a:pt x="1632820" y="1346953"/>
                  </a:lnTo>
                  <a:lnTo>
                    <a:pt x="1639431" y="1327002"/>
                  </a:lnTo>
                  <a:lnTo>
                    <a:pt x="1646042" y="1308382"/>
                  </a:lnTo>
                  <a:lnTo>
                    <a:pt x="1652652" y="1317536"/>
                  </a:lnTo>
                  <a:lnTo>
                    <a:pt x="1659263" y="1317536"/>
                  </a:lnTo>
                  <a:lnTo>
                    <a:pt x="1665873" y="1317536"/>
                  </a:lnTo>
                  <a:lnTo>
                    <a:pt x="1672484" y="1299517"/>
                  </a:lnTo>
                  <a:lnTo>
                    <a:pt x="1679095" y="1282591"/>
                  </a:lnTo>
                  <a:lnTo>
                    <a:pt x="1685705" y="1266632"/>
                  </a:lnTo>
                  <a:lnTo>
                    <a:pt x="1692316" y="1277707"/>
                  </a:lnTo>
                  <a:lnTo>
                    <a:pt x="1698926" y="1277707"/>
                  </a:lnTo>
                  <a:lnTo>
                    <a:pt x="1705537" y="1258229"/>
                  </a:lnTo>
                  <a:lnTo>
                    <a:pt x="1712148" y="1243569"/>
                  </a:lnTo>
                  <a:lnTo>
                    <a:pt x="1718758" y="1229641"/>
                  </a:lnTo>
                  <a:lnTo>
                    <a:pt x="1725369" y="1220289"/>
                  </a:lnTo>
                  <a:lnTo>
                    <a:pt x="1731979" y="1220289"/>
                  </a:lnTo>
                  <a:lnTo>
                    <a:pt x="1738590" y="1237216"/>
                  </a:lnTo>
                  <a:lnTo>
                    <a:pt x="1745201" y="1259738"/>
                  </a:lnTo>
                  <a:lnTo>
                    <a:pt x="1751811" y="1259738"/>
                  </a:lnTo>
                  <a:lnTo>
                    <a:pt x="1758422" y="1259738"/>
                  </a:lnTo>
                  <a:lnTo>
                    <a:pt x="1765033" y="1291773"/>
                  </a:lnTo>
                  <a:lnTo>
                    <a:pt x="1771643" y="1327966"/>
                  </a:lnTo>
                  <a:lnTo>
                    <a:pt x="1778254" y="1357490"/>
                  </a:lnTo>
                  <a:lnTo>
                    <a:pt x="1784864" y="1404132"/>
                  </a:lnTo>
                  <a:lnTo>
                    <a:pt x="1791475" y="1357490"/>
                  </a:lnTo>
                  <a:lnTo>
                    <a:pt x="1798086" y="1282591"/>
                  </a:lnTo>
                  <a:lnTo>
                    <a:pt x="1804696" y="1237216"/>
                  </a:lnTo>
                  <a:lnTo>
                    <a:pt x="1811307" y="1230321"/>
                  </a:lnTo>
                  <a:lnTo>
                    <a:pt x="1817917" y="1217024"/>
                  </a:lnTo>
                  <a:lnTo>
                    <a:pt x="1824528" y="1206824"/>
                  </a:lnTo>
                  <a:lnTo>
                    <a:pt x="1831139" y="1192784"/>
                  </a:lnTo>
                  <a:lnTo>
                    <a:pt x="1837749" y="1172136"/>
                  </a:lnTo>
                  <a:lnTo>
                    <a:pt x="1844360" y="1126346"/>
                  </a:lnTo>
                  <a:lnTo>
                    <a:pt x="1850970" y="1091125"/>
                  </a:lnTo>
                  <a:lnTo>
                    <a:pt x="1857581" y="1089475"/>
                  </a:lnTo>
                  <a:lnTo>
                    <a:pt x="1864192" y="1099097"/>
                  </a:lnTo>
                  <a:lnTo>
                    <a:pt x="1870802" y="1113059"/>
                  </a:lnTo>
                  <a:lnTo>
                    <a:pt x="1877413" y="1100804"/>
                  </a:lnTo>
                  <a:lnTo>
                    <a:pt x="1884024" y="1067729"/>
                  </a:lnTo>
                  <a:lnTo>
                    <a:pt x="1890634" y="1017714"/>
                  </a:lnTo>
                  <a:lnTo>
                    <a:pt x="1897245" y="994243"/>
                  </a:lnTo>
                  <a:lnTo>
                    <a:pt x="1903855" y="990757"/>
                  </a:lnTo>
                  <a:lnTo>
                    <a:pt x="1910466" y="1004971"/>
                  </a:lnTo>
                  <a:lnTo>
                    <a:pt x="1917077" y="1059114"/>
                  </a:lnTo>
                  <a:lnTo>
                    <a:pt x="1923687" y="1157069"/>
                  </a:lnTo>
                  <a:lnTo>
                    <a:pt x="1930298" y="1254491"/>
                  </a:lnTo>
                  <a:lnTo>
                    <a:pt x="1936908" y="1317536"/>
                  </a:lnTo>
                  <a:lnTo>
                    <a:pt x="1943519" y="1357490"/>
                  </a:lnTo>
                  <a:lnTo>
                    <a:pt x="1950130" y="1317536"/>
                  </a:lnTo>
                  <a:lnTo>
                    <a:pt x="1956740" y="1230321"/>
                  </a:lnTo>
                  <a:lnTo>
                    <a:pt x="1963351" y="1180555"/>
                  </a:lnTo>
                  <a:lnTo>
                    <a:pt x="1969961" y="1158645"/>
                  </a:lnTo>
                  <a:lnTo>
                    <a:pt x="1976572" y="1169385"/>
                  </a:lnTo>
                  <a:lnTo>
                    <a:pt x="1983183" y="1169385"/>
                  </a:lnTo>
                  <a:lnTo>
                    <a:pt x="1989793" y="1186312"/>
                  </a:lnTo>
                  <a:lnTo>
                    <a:pt x="1996404" y="1198194"/>
                  </a:lnTo>
                  <a:lnTo>
                    <a:pt x="2003015" y="1223593"/>
                  </a:lnTo>
                  <a:lnTo>
                    <a:pt x="2009625" y="1237216"/>
                  </a:lnTo>
                  <a:lnTo>
                    <a:pt x="2016236" y="1282591"/>
                  </a:lnTo>
                  <a:lnTo>
                    <a:pt x="2022846" y="1357490"/>
                  </a:lnTo>
                  <a:lnTo>
                    <a:pt x="2029457" y="1430742"/>
                  </a:lnTo>
                  <a:lnTo>
                    <a:pt x="2036068" y="1404132"/>
                  </a:lnTo>
                  <a:lnTo>
                    <a:pt x="2042678" y="1379838"/>
                  </a:lnTo>
                  <a:lnTo>
                    <a:pt x="2049289" y="1357490"/>
                  </a:lnTo>
                  <a:lnTo>
                    <a:pt x="2055899" y="1317536"/>
                  </a:lnTo>
                  <a:lnTo>
                    <a:pt x="2062510" y="1282591"/>
                  </a:lnTo>
                  <a:lnTo>
                    <a:pt x="2069121" y="1266632"/>
                  </a:lnTo>
                  <a:lnTo>
                    <a:pt x="2075731" y="1266632"/>
                  </a:lnTo>
                  <a:lnTo>
                    <a:pt x="2082342" y="1266632"/>
                  </a:lnTo>
                  <a:lnTo>
                    <a:pt x="2088952" y="1266632"/>
                  </a:lnTo>
                  <a:lnTo>
                    <a:pt x="2095563" y="1282591"/>
                  </a:lnTo>
                  <a:lnTo>
                    <a:pt x="2102174" y="1317536"/>
                  </a:lnTo>
                  <a:lnTo>
                    <a:pt x="2108784" y="1336799"/>
                  </a:lnTo>
                  <a:lnTo>
                    <a:pt x="2115395" y="1357490"/>
                  </a:lnTo>
                  <a:lnTo>
                    <a:pt x="2122006" y="1379838"/>
                  </a:lnTo>
                  <a:lnTo>
                    <a:pt x="2128616" y="1357490"/>
                  </a:lnTo>
                  <a:lnTo>
                    <a:pt x="2135227" y="1324128"/>
                  </a:lnTo>
                  <a:lnTo>
                    <a:pt x="2141837" y="1305693"/>
                  </a:lnTo>
                  <a:lnTo>
                    <a:pt x="2148448" y="1305693"/>
                  </a:lnTo>
                  <a:lnTo>
                    <a:pt x="2155059" y="1324128"/>
                  </a:lnTo>
                  <a:lnTo>
                    <a:pt x="2161669" y="1324128"/>
                  </a:lnTo>
                  <a:lnTo>
                    <a:pt x="2168280" y="1317536"/>
                  </a:lnTo>
                  <a:lnTo>
                    <a:pt x="2174890" y="1317536"/>
                  </a:lnTo>
                  <a:lnTo>
                    <a:pt x="2181501" y="1317536"/>
                  </a:lnTo>
                  <a:lnTo>
                    <a:pt x="2188112" y="1317536"/>
                  </a:lnTo>
                  <a:lnTo>
                    <a:pt x="2194722" y="1357490"/>
                  </a:lnTo>
                  <a:lnTo>
                    <a:pt x="2201333" y="1404132"/>
                  </a:lnTo>
                  <a:lnTo>
                    <a:pt x="2207943" y="1430742"/>
                  </a:lnTo>
                  <a:lnTo>
                    <a:pt x="2214554" y="1430742"/>
                  </a:lnTo>
                  <a:lnTo>
                    <a:pt x="2221165" y="1430742"/>
                  </a:lnTo>
                  <a:lnTo>
                    <a:pt x="2227775" y="1404132"/>
                  </a:lnTo>
                  <a:lnTo>
                    <a:pt x="2234386" y="1317536"/>
                  </a:lnTo>
                  <a:lnTo>
                    <a:pt x="2240996" y="1223593"/>
                  </a:lnTo>
                  <a:lnTo>
                    <a:pt x="2247607" y="1160761"/>
                  </a:lnTo>
                  <a:lnTo>
                    <a:pt x="2254218" y="1137842"/>
                  </a:lnTo>
                  <a:lnTo>
                    <a:pt x="2260828" y="1137842"/>
                  </a:lnTo>
                  <a:lnTo>
                    <a:pt x="2267439" y="1147796"/>
                  </a:lnTo>
                  <a:lnTo>
                    <a:pt x="2274050" y="1168838"/>
                  </a:lnTo>
                  <a:lnTo>
                    <a:pt x="2280660" y="1207450"/>
                  </a:lnTo>
                  <a:lnTo>
                    <a:pt x="2287271" y="1232372"/>
                  </a:lnTo>
                  <a:lnTo>
                    <a:pt x="2293881" y="1218978"/>
                  </a:lnTo>
                  <a:lnTo>
                    <a:pt x="2300492" y="1218978"/>
                  </a:lnTo>
                  <a:lnTo>
                    <a:pt x="2307103" y="1246440"/>
                  </a:lnTo>
                  <a:lnTo>
                    <a:pt x="2313713" y="1232372"/>
                  </a:lnTo>
                  <a:lnTo>
                    <a:pt x="2320324" y="1223593"/>
                  </a:lnTo>
                  <a:lnTo>
                    <a:pt x="2326934" y="1237216"/>
                  </a:lnTo>
                  <a:lnTo>
                    <a:pt x="2333545" y="1266632"/>
                  </a:lnTo>
                  <a:lnTo>
                    <a:pt x="2340156" y="1282591"/>
                  </a:lnTo>
                  <a:lnTo>
                    <a:pt x="2346766" y="1299517"/>
                  </a:lnTo>
                  <a:lnTo>
                    <a:pt x="2353377" y="1266632"/>
                  </a:lnTo>
                  <a:lnTo>
                    <a:pt x="2359987" y="1251537"/>
                  </a:lnTo>
                  <a:lnTo>
                    <a:pt x="2366598" y="1251537"/>
                  </a:lnTo>
                  <a:lnTo>
                    <a:pt x="2373209" y="1266632"/>
                  </a:lnTo>
                  <a:lnTo>
                    <a:pt x="2379819" y="1299517"/>
                  </a:lnTo>
                  <a:lnTo>
                    <a:pt x="2386430" y="1336799"/>
                  </a:lnTo>
                  <a:lnTo>
                    <a:pt x="2393041" y="1336799"/>
                  </a:lnTo>
                  <a:lnTo>
                    <a:pt x="2399651" y="1334812"/>
                  </a:lnTo>
                  <a:lnTo>
                    <a:pt x="2406262" y="1334812"/>
                  </a:lnTo>
                  <a:lnTo>
                    <a:pt x="2412872" y="1326041"/>
                  </a:lnTo>
                  <a:lnTo>
                    <a:pt x="2419483" y="1279325"/>
                  </a:lnTo>
                  <a:lnTo>
                    <a:pt x="2426094" y="1208078"/>
                  </a:lnTo>
                  <a:lnTo>
                    <a:pt x="2432704" y="1123081"/>
                  </a:lnTo>
                  <a:lnTo>
                    <a:pt x="2439315" y="1071945"/>
                  </a:lnTo>
                  <a:lnTo>
                    <a:pt x="2445925" y="1038845"/>
                  </a:lnTo>
                  <a:lnTo>
                    <a:pt x="2452536" y="1029735"/>
                  </a:lnTo>
                  <a:lnTo>
                    <a:pt x="2459147" y="1056910"/>
                  </a:lnTo>
                  <a:lnTo>
                    <a:pt x="2465757" y="1122617"/>
                  </a:lnTo>
                  <a:lnTo>
                    <a:pt x="2472368" y="1185151"/>
                  </a:lnTo>
                  <a:lnTo>
                    <a:pt x="2478978" y="1222267"/>
                  </a:lnTo>
                  <a:lnTo>
                    <a:pt x="2485589" y="1250071"/>
                  </a:lnTo>
                  <a:lnTo>
                    <a:pt x="2492200" y="1266632"/>
                  </a:lnTo>
                  <a:lnTo>
                    <a:pt x="2498810" y="1266632"/>
                  </a:lnTo>
                  <a:lnTo>
                    <a:pt x="2505421" y="1223593"/>
                  </a:lnTo>
                  <a:lnTo>
                    <a:pt x="2512032" y="1177157"/>
                  </a:lnTo>
                  <a:lnTo>
                    <a:pt x="2518642" y="1106865"/>
                  </a:lnTo>
                  <a:lnTo>
                    <a:pt x="2525253" y="1030732"/>
                  </a:lnTo>
                  <a:lnTo>
                    <a:pt x="2531863" y="999258"/>
                  </a:lnTo>
                  <a:lnTo>
                    <a:pt x="2538474" y="1011425"/>
                  </a:lnTo>
                  <a:lnTo>
                    <a:pt x="2545085" y="1042992"/>
                  </a:lnTo>
                  <a:lnTo>
                    <a:pt x="2551695" y="1097399"/>
                  </a:lnTo>
                  <a:lnTo>
                    <a:pt x="2558306" y="1186312"/>
                  </a:lnTo>
                  <a:lnTo>
                    <a:pt x="2564916" y="1235129"/>
                  </a:lnTo>
                  <a:lnTo>
                    <a:pt x="2571527" y="1173244"/>
                  </a:lnTo>
                  <a:lnTo>
                    <a:pt x="2578138" y="1113507"/>
                  </a:lnTo>
                  <a:lnTo>
                    <a:pt x="2584748" y="1087835"/>
                  </a:lnTo>
                  <a:lnTo>
                    <a:pt x="2591359" y="1079777"/>
                  </a:lnTo>
                  <a:lnTo>
                    <a:pt x="2597969" y="1051116"/>
                  </a:lnTo>
                  <a:lnTo>
                    <a:pt x="2604580" y="1058378"/>
                  </a:lnTo>
                  <a:lnTo>
                    <a:pt x="2611191" y="1086205"/>
                  </a:lnTo>
                  <a:lnTo>
                    <a:pt x="2617801" y="1055450"/>
                  </a:lnTo>
                  <a:lnTo>
                    <a:pt x="2624412" y="1002551"/>
                  </a:lnTo>
                  <a:lnTo>
                    <a:pt x="2631023" y="970169"/>
                  </a:lnTo>
                  <a:lnTo>
                    <a:pt x="2637633" y="974221"/>
                  </a:lnTo>
                  <a:lnTo>
                    <a:pt x="2644244" y="970974"/>
                  </a:lnTo>
                  <a:lnTo>
                    <a:pt x="2650854" y="1005275"/>
                  </a:lnTo>
                  <a:lnTo>
                    <a:pt x="2657465" y="1037477"/>
                  </a:lnTo>
                  <a:lnTo>
                    <a:pt x="2664076" y="1032739"/>
                  </a:lnTo>
                  <a:lnTo>
                    <a:pt x="2670686" y="894104"/>
                  </a:lnTo>
                  <a:lnTo>
                    <a:pt x="2677297" y="777852"/>
                  </a:lnTo>
                  <a:lnTo>
                    <a:pt x="2683907" y="657597"/>
                  </a:lnTo>
                  <a:lnTo>
                    <a:pt x="2690518" y="538701"/>
                  </a:lnTo>
                  <a:lnTo>
                    <a:pt x="2697129" y="449197"/>
                  </a:lnTo>
                  <a:lnTo>
                    <a:pt x="2703739" y="403755"/>
                  </a:lnTo>
                  <a:lnTo>
                    <a:pt x="2710350" y="358528"/>
                  </a:lnTo>
                  <a:lnTo>
                    <a:pt x="2716960" y="334872"/>
                  </a:lnTo>
                  <a:lnTo>
                    <a:pt x="2723571" y="322976"/>
                  </a:lnTo>
                  <a:lnTo>
                    <a:pt x="2730182" y="300701"/>
                  </a:lnTo>
                  <a:lnTo>
                    <a:pt x="2736792" y="240465"/>
                  </a:lnTo>
                  <a:lnTo>
                    <a:pt x="2743403" y="185132"/>
                  </a:lnTo>
                  <a:lnTo>
                    <a:pt x="2750014" y="141084"/>
                  </a:lnTo>
                  <a:lnTo>
                    <a:pt x="2756624" y="102856"/>
                  </a:lnTo>
                  <a:lnTo>
                    <a:pt x="2763235" y="71481"/>
                  </a:lnTo>
                  <a:lnTo>
                    <a:pt x="2769845" y="55428"/>
                  </a:lnTo>
                  <a:lnTo>
                    <a:pt x="2776456" y="56779"/>
                  </a:lnTo>
                  <a:lnTo>
                    <a:pt x="2783067" y="62663"/>
                  </a:lnTo>
                  <a:lnTo>
                    <a:pt x="2789677" y="89015"/>
                  </a:lnTo>
                  <a:lnTo>
                    <a:pt x="2796288" y="134163"/>
                  </a:lnTo>
                  <a:lnTo>
                    <a:pt x="2802898" y="188114"/>
                  </a:lnTo>
                  <a:lnTo>
                    <a:pt x="2809509" y="214117"/>
                  </a:lnTo>
                  <a:lnTo>
                    <a:pt x="2816120" y="215731"/>
                  </a:lnTo>
                  <a:lnTo>
                    <a:pt x="2822730" y="179089"/>
                  </a:lnTo>
                  <a:lnTo>
                    <a:pt x="2829341" y="129674"/>
                  </a:lnTo>
                  <a:lnTo>
                    <a:pt x="2835951" y="104783"/>
                  </a:lnTo>
                  <a:lnTo>
                    <a:pt x="2842562" y="105897"/>
                  </a:lnTo>
                  <a:lnTo>
                    <a:pt x="2849173" y="117141"/>
                  </a:lnTo>
                  <a:lnTo>
                    <a:pt x="2855783" y="137840"/>
                  </a:lnTo>
                  <a:lnTo>
                    <a:pt x="2862394" y="180195"/>
                  </a:lnTo>
                  <a:lnTo>
                    <a:pt x="2869005" y="207211"/>
                  </a:lnTo>
                  <a:lnTo>
                    <a:pt x="2875615" y="205316"/>
                  </a:lnTo>
                  <a:lnTo>
                    <a:pt x="2882226" y="208874"/>
                  </a:lnTo>
                  <a:lnTo>
                    <a:pt x="2888836" y="219516"/>
                  </a:lnTo>
                  <a:lnTo>
                    <a:pt x="2895447" y="218352"/>
                  </a:lnTo>
                  <a:lnTo>
                    <a:pt x="2902058" y="226307"/>
                  </a:lnTo>
                  <a:lnTo>
                    <a:pt x="2908668" y="262327"/>
                  </a:lnTo>
                  <a:lnTo>
                    <a:pt x="2915279" y="308214"/>
                  </a:lnTo>
                  <a:lnTo>
                    <a:pt x="2921889" y="363552"/>
                  </a:lnTo>
                  <a:lnTo>
                    <a:pt x="2928500" y="434051"/>
                  </a:lnTo>
                  <a:lnTo>
                    <a:pt x="2935111" y="513874"/>
                  </a:lnTo>
                  <a:lnTo>
                    <a:pt x="2941721" y="604137"/>
                  </a:lnTo>
                  <a:lnTo>
                    <a:pt x="2948332" y="646442"/>
                  </a:lnTo>
                  <a:lnTo>
                    <a:pt x="2954942" y="592387"/>
                  </a:lnTo>
                  <a:lnTo>
                    <a:pt x="2961553" y="468350"/>
                  </a:lnTo>
                  <a:lnTo>
                    <a:pt x="2968164" y="329225"/>
                  </a:lnTo>
                  <a:lnTo>
                    <a:pt x="2974774" y="217409"/>
                  </a:lnTo>
                  <a:lnTo>
                    <a:pt x="2981385" y="133104"/>
                  </a:lnTo>
                  <a:lnTo>
                    <a:pt x="2987995" y="84257"/>
                  </a:lnTo>
                  <a:lnTo>
                    <a:pt x="2994606" y="77664"/>
                  </a:lnTo>
                  <a:lnTo>
                    <a:pt x="3001217" y="109648"/>
                  </a:lnTo>
                  <a:lnTo>
                    <a:pt x="3007827" y="148930"/>
                  </a:lnTo>
                  <a:lnTo>
                    <a:pt x="3014438" y="185858"/>
                  </a:lnTo>
                  <a:lnTo>
                    <a:pt x="3021049" y="199181"/>
                  </a:lnTo>
                  <a:lnTo>
                    <a:pt x="3027659" y="185697"/>
                  </a:lnTo>
                  <a:lnTo>
                    <a:pt x="3034270" y="156610"/>
                  </a:lnTo>
                  <a:lnTo>
                    <a:pt x="3040880" y="140067"/>
                  </a:lnTo>
                  <a:lnTo>
                    <a:pt x="3047491" y="134029"/>
                  </a:lnTo>
                  <a:lnTo>
                    <a:pt x="3054102" y="129753"/>
                  </a:lnTo>
                  <a:lnTo>
                    <a:pt x="3060712" y="115918"/>
                  </a:lnTo>
                  <a:lnTo>
                    <a:pt x="3067323" y="100429"/>
                  </a:lnTo>
                  <a:lnTo>
                    <a:pt x="3073933" y="104360"/>
                  </a:lnTo>
                  <a:lnTo>
                    <a:pt x="3080544" y="137242"/>
                  </a:lnTo>
                  <a:lnTo>
                    <a:pt x="3087155" y="189109"/>
                  </a:lnTo>
                  <a:lnTo>
                    <a:pt x="3093765" y="243468"/>
                  </a:lnTo>
                  <a:lnTo>
                    <a:pt x="3100376" y="291633"/>
                  </a:lnTo>
                  <a:lnTo>
                    <a:pt x="3106986" y="283720"/>
                  </a:lnTo>
                  <a:lnTo>
                    <a:pt x="3113597" y="230694"/>
                  </a:lnTo>
                  <a:lnTo>
                    <a:pt x="3120208" y="182565"/>
                  </a:lnTo>
                  <a:lnTo>
                    <a:pt x="3126818" y="149696"/>
                  </a:lnTo>
                  <a:lnTo>
                    <a:pt x="3133429" y="135253"/>
                  </a:lnTo>
                  <a:lnTo>
                    <a:pt x="3140040" y="150023"/>
                  </a:lnTo>
                  <a:lnTo>
                    <a:pt x="3146650" y="182102"/>
                  </a:lnTo>
                  <a:lnTo>
                    <a:pt x="3153261" y="220814"/>
                  </a:lnTo>
                  <a:lnTo>
                    <a:pt x="3159871" y="287811"/>
                  </a:lnTo>
                  <a:lnTo>
                    <a:pt x="3166482" y="362942"/>
                  </a:lnTo>
                  <a:lnTo>
                    <a:pt x="3173093" y="402207"/>
                  </a:lnTo>
                  <a:lnTo>
                    <a:pt x="3179703" y="423028"/>
                  </a:lnTo>
                  <a:lnTo>
                    <a:pt x="3186314" y="428100"/>
                  </a:lnTo>
                  <a:lnTo>
                    <a:pt x="3192924" y="379385"/>
                  </a:lnTo>
                  <a:lnTo>
                    <a:pt x="3199535" y="317174"/>
                  </a:lnTo>
                  <a:lnTo>
                    <a:pt x="3206146" y="270566"/>
                  </a:lnTo>
                  <a:lnTo>
                    <a:pt x="3212756" y="229539"/>
                  </a:lnTo>
                  <a:lnTo>
                    <a:pt x="3219367" y="208646"/>
                  </a:lnTo>
                  <a:lnTo>
                    <a:pt x="3225977" y="197171"/>
                  </a:lnTo>
                  <a:lnTo>
                    <a:pt x="3232588" y="183252"/>
                  </a:lnTo>
                  <a:lnTo>
                    <a:pt x="3239199" y="178994"/>
                  </a:lnTo>
                  <a:lnTo>
                    <a:pt x="3245809" y="193925"/>
                  </a:lnTo>
                  <a:lnTo>
                    <a:pt x="3252420" y="219644"/>
                  </a:lnTo>
                  <a:lnTo>
                    <a:pt x="3259031" y="265125"/>
                  </a:lnTo>
                  <a:lnTo>
                    <a:pt x="3265641" y="334212"/>
                  </a:lnTo>
                  <a:lnTo>
                    <a:pt x="3272252" y="396926"/>
                  </a:lnTo>
                  <a:lnTo>
                    <a:pt x="3278862" y="444219"/>
                  </a:lnTo>
                  <a:lnTo>
                    <a:pt x="3285473" y="472154"/>
                  </a:lnTo>
                  <a:lnTo>
                    <a:pt x="3292084" y="466577"/>
                  </a:lnTo>
                  <a:lnTo>
                    <a:pt x="3298694" y="448161"/>
                  </a:lnTo>
                  <a:lnTo>
                    <a:pt x="3305305" y="443975"/>
                  </a:lnTo>
                  <a:lnTo>
                    <a:pt x="3311915" y="422348"/>
                  </a:lnTo>
                  <a:lnTo>
                    <a:pt x="3318526" y="375820"/>
                  </a:lnTo>
                  <a:lnTo>
                    <a:pt x="3325137" y="329225"/>
                  </a:lnTo>
                  <a:lnTo>
                    <a:pt x="3331747" y="298032"/>
                  </a:lnTo>
                  <a:lnTo>
                    <a:pt x="3338358" y="266891"/>
                  </a:lnTo>
                  <a:lnTo>
                    <a:pt x="3344968" y="247490"/>
                  </a:lnTo>
                  <a:lnTo>
                    <a:pt x="3351579" y="255317"/>
                  </a:lnTo>
                  <a:lnTo>
                    <a:pt x="3358190" y="287486"/>
                  </a:lnTo>
                  <a:lnTo>
                    <a:pt x="3364800" y="313321"/>
                  </a:lnTo>
                  <a:lnTo>
                    <a:pt x="3371411" y="348424"/>
                  </a:lnTo>
                  <a:lnTo>
                    <a:pt x="3378022" y="341623"/>
                  </a:lnTo>
                  <a:lnTo>
                    <a:pt x="3384632" y="295675"/>
                  </a:lnTo>
                  <a:lnTo>
                    <a:pt x="3391243" y="233805"/>
                  </a:lnTo>
                  <a:lnTo>
                    <a:pt x="3397853" y="195660"/>
                  </a:lnTo>
                  <a:lnTo>
                    <a:pt x="3404464" y="171219"/>
                  </a:lnTo>
                  <a:lnTo>
                    <a:pt x="3411075" y="161958"/>
                  </a:lnTo>
                  <a:lnTo>
                    <a:pt x="3417685" y="161173"/>
                  </a:lnTo>
                  <a:lnTo>
                    <a:pt x="3424296" y="159609"/>
                  </a:lnTo>
                  <a:lnTo>
                    <a:pt x="3430906" y="158801"/>
                  </a:lnTo>
                  <a:lnTo>
                    <a:pt x="3437517" y="142450"/>
                  </a:lnTo>
                  <a:lnTo>
                    <a:pt x="3444128" y="123143"/>
                  </a:lnTo>
                  <a:lnTo>
                    <a:pt x="3450738" y="113538"/>
                  </a:lnTo>
                  <a:lnTo>
                    <a:pt x="3457349" y="106079"/>
                  </a:lnTo>
                  <a:lnTo>
                    <a:pt x="3463959" y="97635"/>
                  </a:lnTo>
                  <a:lnTo>
                    <a:pt x="3470570" y="100512"/>
                  </a:lnTo>
                  <a:lnTo>
                    <a:pt x="3477181" y="102976"/>
                  </a:lnTo>
                  <a:lnTo>
                    <a:pt x="3483791" y="100632"/>
                  </a:lnTo>
                  <a:lnTo>
                    <a:pt x="3490402" y="114487"/>
                  </a:lnTo>
                  <a:lnTo>
                    <a:pt x="3497013" y="134486"/>
                  </a:lnTo>
                  <a:lnTo>
                    <a:pt x="3503623" y="133680"/>
                  </a:lnTo>
                  <a:lnTo>
                    <a:pt x="3510234" y="135699"/>
                  </a:lnTo>
                  <a:lnTo>
                    <a:pt x="3516844" y="127791"/>
                  </a:lnTo>
                  <a:lnTo>
                    <a:pt x="3523455" y="90125"/>
                  </a:lnTo>
                  <a:lnTo>
                    <a:pt x="3530066" y="58054"/>
                  </a:lnTo>
                  <a:lnTo>
                    <a:pt x="3536676" y="63443"/>
                  </a:lnTo>
                  <a:lnTo>
                    <a:pt x="3543287" y="78433"/>
                  </a:lnTo>
                  <a:lnTo>
                    <a:pt x="3549897" y="94180"/>
                  </a:lnTo>
                  <a:lnTo>
                    <a:pt x="3556508" y="136781"/>
                  </a:lnTo>
                  <a:lnTo>
                    <a:pt x="3563119" y="177077"/>
                  </a:lnTo>
                  <a:lnTo>
                    <a:pt x="3569729" y="191161"/>
                  </a:lnTo>
                  <a:lnTo>
                    <a:pt x="3576340" y="195209"/>
                  </a:lnTo>
                  <a:lnTo>
                    <a:pt x="3582950" y="202729"/>
                  </a:lnTo>
                  <a:lnTo>
                    <a:pt x="3589561" y="189028"/>
                  </a:lnTo>
                  <a:lnTo>
                    <a:pt x="3596172" y="168746"/>
                  </a:lnTo>
                  <a:lnTo>
                    <a:pt x="3602782" y="131930"/>
                  </a:lnTo>
                  <a:lnTo>
                    <a:pt x="3609393" y="93610"/>
                  </a:lnTo>
                  <a:lnTo>
                    <a:pt x="3616004" y="61201"/>
                  </a:lnTo>
                  <a:lnTo>
                    <a:pt x="3622614" y="38976"/>
                  </a:lnTo>
                  <a:lnTo>
                    <a:pt x="3629225" y="34458"/>
                  </a:lnTo>
                  <a:lnTo>
                    <a:pt x="3635835" y="32342"/>
                  </a:lnTo>
                  <a:lnTo>
                    <a:pt x="3642446" y="26026"/>
                  </a:lnTo>
                  <a:lnTo>
                    <a:pt x="3649057" y="18888"/>
                  </a:lnTo>
                  <a:lnTo>
                    <a:pt x="3655667" y="12223"/>
                  </a:lnTo>
                  <a:lnTo>
                    <a:pt x="3662278" y="2218"/>
                  </a:lnTo>
                  <a:lnTo>
                    <a:pt x="3668888" y="0"/>
                  </a:lnTo>
                  <a:lnTo>
                    <a:pt x="3675499" y="8868"/>
                  </a:lnTo>
                  <a:lnTo>
                    <a:pt x="3682110" y="28168"/>
                  </a:lnTo>
                  <a:lnTo>
                    <a:pt x="3688720" y="55185"/>
                  </a:lnTo>
                  <a:lnTo>
                    <a:pt x="3695331" y="87170"/>
                  </a:lnTo>
                  <a:lnTo>
                    <a:pt x="3701941" y="109218"/>
                  </a:lnTo>
                  <a:lnTo>
                    <a:pt x="3708552" y="131238"/>
                  </a:lnTo>
                  <a:lnTo>
                    <a:pt x="3715163" y="156872"/>
                  </a:lnTo>
                  <a:lnTo>
                    <a:pt x="3721773" y="169324"/>
                  </a:lnTo>
                  <a:lnTo>
                    <a:pt x="3728384" y="146885"/>
                  </a:lnTo>
                  <a:lnTo>
                    <a:pt x="3734994" y="110733"/>
                  </a:lnTo>
                  <a:lnTo>
                    <a:pt x="3741605" y="63767"/>
                  </a:lnTo>
                  <a:lnTo>
                    <a:pt x="3748216" y="23928"/>
                  </a:lnTo>
                  <a:lnTo>
                    <a:pt x="3754826" y="1198"/>
                  </a:lnTo>
                  <a:lnTo>
                    <a:pt x="3761437" y="4952"/>
                  </a:lnTo>
                  <a:lnTo>
                    <a:pt x="3768048" y="42493"/>
                  </a:lnTo>
                  <a:lnTo>
                    <a:pt x="3774658" y="102088"/>
                  </a:lnTo>
                  <a:lnTo>
                    <a:pt x="3781269" y="159904"/>
                  </a:lnTo>
                  <a:lnTo>
                    <a:pt x="3787879" y="189077"/>
                  </a:lnTo>
                  <a:lnTo>
                    <a:pt x="3794490" y="175282"/>
                  </a:lnTo>
                  <a:lnTo>
                    <a:pt x="3801101" y="148675"/>
                  </a:lnTo>
                  <a:lnTo>
                    <a:pt x="3807711" y="129291"/>
                  </a:lnTo>
                  <a:lnTo>
                    <a:pt x="3814322" y="106724"/>
                  </a:lnTo>
                  <a:lnTo>
                    <a:pt x="3820932" y="107760"/>
                  </a:lnTo>
                  <a:lnTo>
                    <a:pt x="3827543" y="117545"/>
                  </a:lnTo>
                  <a:lnTo>
                    <a:pt x="3834154" y="126350"/>
                  </a:lnTo>
                  <a:lnTo>
                    <a:pt x="3840764" y="135361"/>
                  </a:lnTo>
                  <a:lnTo>
                    <a:pt x="3847375" y="145133"/>
                  </a:lnTo>
                  <a:lnTo>
                    <a:pt x="3853985" y="134137"/>
                  </a:lnTo>
                  <a:lnTo>
                    <a:pt x="3860596" y="117760"/>
                  </a:lnTo>
                  <a:lnTo>
                    <a:pt x="3867207" y="94262"/>
                  </a:lnTo>
                  <a:lnTo>
                    <a:pt x="3873817" y="70752"/>
                  </a:lnTo>
                  <a:lnTo>
                    <a:pt x="3880428" y="66968"/>
                  </a:lnTo>
                  <a:lnTo>
                    <a:pt x="3887039" y="80608"/>
                  </a:lnTo>
                  <a:lnTo>
                    <a:pt x="3893649" y="100441"/>
                  </a:lnTo>
                  <a:lnTo>
                    <a:pt x="3900260" y="115202"/>
                  </a:lnTo>
                  <a:lnTo>
                    <a:pt x="3906870" y="116573"/>
                  </a:lnTo>
                  <a:lnTo>
                    <a:pt x="3913481" y="109550"/>
                  </a:lnTo>
                  <a:lnTo>
                    <a:pt x="3920092" y="78973"/>
                  </a:lnTo>
                  <a:lnTo>
                    <a:pt x="3926702" y="50091"/>
                  </a:lnTo>
                  <a:lnTo>
                    <a:pt x="3933313" y="31077"/>
                  </a:lnTo>
                  <a:lnTo>
                    <a:pt x="3939923" y="17762"/>
                  </a:lnTo>
                  <a:lnTo>
                    <a:pt x="3946534" y="12640"/>
                  </a:lnTo>
                  <a:lnTo>
                    <a:pt x="3953145" y="27865"/>
                  </a:lnTo>
                  <a:lnTo>
                    <a:pt x="3959755" y="52216"/>
                  </a:lnTo>
                  <a:lnTo>
                    <a:pt x="3966366" y="71985"/>
                  </a:lnTo>
                  <a:lnTo>
                    <a:pt x="3972976" y="90297"/>
                  </a:lnTo>
                  <a:lnTo>
                    <a:pt x="3979587" y="91562"/>
                  </a:lnTo>
                  <a:lnTo>
                    <a:pt x="3986198" y="96470"/>
                  </a:lnTo>
                  <a:lnTo>
                    <a:pt x="3992808" y="106213"/>
                  </a:lnTo>
                  <a:lnTo>
                    <a:pt x="3999419" y="125282"/>
                  </a:lnTo>
                  <a:lnTo>
                    <a:pt x="4006030" y="162389"/>
                  </a:lnTo>
                  <a:lnTo>
                    <a:pt x="4012640" y="213474"/>
                  </a:lnTo>
                  <a:lnTo>
                    <a:pt x="4019251" y="266179"/>
                  </a:lnTo>
                  <a:lnTo>
                    <a:pt x="4025861" y="319772"/>
                  </a:lnTo>
                  <a:lnTo>
                    <a:pt x="4032472" y="361483"/>
                  </a:lnTo>
                  <a:lnTo>
                    <a:pt x="4039083" y="387252"/>
                  </a:lnTo>
                  <a:lnTo>
                    <a:pt x="4045693" y="411806"/>
                  </a:lnTo>
                  <a:lnTo>
                    <a:pt x="4052304" y="423444"/>
                  </a:lnTo>
                  <a:lnTo>
                    <a:pt x="4058914" y="442958"/>
                  </a:lnTo>
                  <a:lnTo>
                    <a:pt x="4065525" y="491848"/>
                  </a:lnTo>
                  <a:lnTo>
                    <a:pt x="4072136" y="576883"/>
                  </a:lnTo>
                  <a:lnTo>
                    <a:pt x="4078746" y="692426"/>
                  </a:lnTo>
                  <a:lnTo>
                    <a:pt x="4085357" y="848423"/>
                  </a:lnTo>
                  <a:lnTo>
                    <a:pt x="4091967" y="960159"/>
                  </a:lnTo>
                  <a:lnTo>
                    <a:pt x="4098578" y="1071945"/>
                  </a:lnTo>
                  <a:lnTo>
                    <a:pt x="4105189" y="1103818"/>
                  </a:lnTo>
                  <a:lnTo>
                    <a:pt x="4111799" y="1080971"/>
                  </a:lnTo>
                  <a:lnTo>
                    <a:pt x="4118410" y="1057276"/>
                  </a:lnTo>
                  <a:lnTo>
                    <a:pt x="4125021" y="1053275"/>
                  </a:lnTo>
                  <a:lnTo>
                    <a:pt x="4131631" y="1072718"/>
                  </a:lnTo>
                  <a:lnTo>
                    <a:pt x="4138242" y="1097399"/>
                  </a:lnTo>
                  <a:lnTo>
                    <a:pt x="4144852" y="1152394"/>
                  </a:lnTo>
                  <a:lnTo>
                    <a:pt x="4151463" y="1196983"/>
                  </a:lnTo>
                  <a:lnTo>
                    <a:pt x="4158074" y="1216375"/>
                  </a:lnTo>
                  <a:lnTo>
                    <a:pt x="4164684" y="1235129"/>
                  </a:lnTo>
                  <a:lnTo>
                    <a:pt x="4171295" y="1222267"/>
                  </a:lnTo>
                  <a:lnTo>
                    <a:pt x="4177905" y="1198194"/>
                  </a:lnTo>
                  <a:lnTo>
                    <a:pt x="4184516" y="1186312"/>
                  </a:lnTo>
                  <a:lnTo>
                    <a:pt x="4191127" y="1186312"/>
                  </a:lnTo>
                  <a:lnTo>
                    <a:pt x="4197737" y="1171032"/>
                  </a:lnTo>
                  <a:lnTo>
                    <a:pt x="4204348" y="1159701"/>
                  </a:lnTo>
                  <a:lnTo>
                    <a:pt x="4210958" y="1164501"/>
                  </a:lnTo>
                  <a:lnTo>
                    <a:pt x="4217569" y="1186894"/>
                  </a:lnTo>
                  <a:lnTo>
                    <a:pt x="4224180" y="1198802"/>
                  </a:lnTo>
                  <a:lnTo>
                    <a:pt x="4230790" y="1163964"/>
                  </a:lnTo>
                  <a:lnTo>
                    <a:pt x="4237401" y="1106427"/>
                  </a:lnTo>
                  <a:lnTo>
                    <a:pt x="4244012" y="1056179"/>
                  </a:lnTo>
                  <a:lnTo>
                    <a:pt x="4250622" y="1035098"/>
                  </a:lnTo>
                  <a:lnTo>
                    <a:pt x="4257233" y="1028410"/>
                  </a:lnTo>
                  <a:lnTo>
                    <a:pt x="4263843" y="1044738"/>
                  </a:lnTo>
                  <a:lnTo>
                    <a:pt x="4270454" y="1066590"/>
                  </a:lnTo>
                  <a:lnTo>
                    <a:pt x="4277065" y="1089064"/>
                  </a:lnTo>
                  <a:lnTo>
                    <a:pt x="4283675" y="1058010"/>
                  </a:lnTo>
                  <a:lnTo>
                    <a:pt x="4290286" y="981387"/>
                  </a:lnTo>
                  <a:lnTo>
                    <a:pt x="4296896" y="915094"/>
                  </a:lnTo>
                  <a:lnTo>
                    <a:pt x="4303507" y="863018"/>
                  </a:lnTo>
                  <a:lnTo>
                    <a:pt x="4310118" y="829808"/>
                  </a:lnTo>
                  <a:lnTo>
                    <a:pt x="4316728" y="838040"/>
                  </a:lnTo>
                  <a:lnTo>
                    <a:pt x="4323339" y="865404"/>
                  </a:lnTo>
                  <a:lnTo>
                    <a:pt x="4329949" y="906636"/>
                  </a:lnTo>
                  <a:lnTo>
                    <a:pt x="4336560" y="988170"/>
                  </a:lnTo>
                  <a:lnTo>
                    <a:pt x="4343171" y="1069255"/>
                  </a:lnTo>
                  <a:lnTo>
                    <a:pt x="4349781" y="1089064"/>
                  </a:lnTo>
                  <a:lnTo>
                    <a:pt x="4356392" y="1145274"/>
                  </a:lnTo>
                  <a:lnTo>
                    <a:pt x="4363003" y="1213155"/>
                  </a:lnTo>
                  <a:lnTo>
                    <a:pt x="4369613" y="1232372"/>
                  </a:lnTo>
                  <a:lnTo>
                    <a:pt x="4376224" y="1282591"/>
                  </a:lnTo>
                  <a:lnTo>
                    <a:pt x="4382834" y="1379838"/>
                  </a:lnTo>
                  <a:lnTo>
                    <a:pt x="4389445" y="1430742"/>
                  </a:lnTo>
                  <a:lnTo>
                    <a:pt x="4396056" y="1404132"/>
                  </a:lnTo>
                  <a:lnTo>
                    <a:pt x="4402666" y="1336799"/>
                  </a:lnTo>
                  <a:lnTo>
                    <a:pt x="4409277" y="1299517"/>
                  </a:lnTo>
                  <a:lnTo>
                    <a:pt x="4415887" y="1282591"/>
                  </a:lnTo>
                  <a:lnTo>
                    <a:pt x="4422498" y="1266632"/>
                  </a:lnTo>
                  <a:lnTo>
                    <a:pt x="4429109" y="1266632"/>
                  </a:lnTo>
                  <a:lnTo>
                    <a:pt x="4435719" y="1317536"/>
                  </a:lnTo>
                  <a:lnTo>
                    <a:pt x="4442330" y="1336799"/>
                  </a:lnTo>
                  <a:lnTo>
                    <a:pt x="4448940" y="1317536"/>
                  </a:lnTo>
                  <a:lnTo>
                    <a:pt x="4455551" y="1305693"/>
                  </a:lnTo>
                  <a:lnTo>
                    <a:pt x="4462162" y="1272115"/>
                  </a:lnTo>
                  <a:lnTo>
                    <a:pt x="4468772" y="1215083"/>
                  </a:lnTo>
                  <a:lnTo>
                    <a:pt x="4475383" y="1167748"/>
                  </a:lnTo>
                  <a:lnTo>
                    <a:pt x="4481993" y="1146785"/>
                  </a:lnTo>
                  <a:lnTo>
                    <a:pt x="4488604" y="1143772"/>
                  </a:lnTo>
                  <a:lnTo>
                    <a:pt x="4495215" y="1153944"/>
                  </a:lnTo>
                  <a:lnTo>
                    <a:pt x="4501825" y="1175473"/>
                  </a:lnTo>
                  <a:lnTo>
                    <a:pt x="4508436" y="1224259"/>
                  </a:lnTo>
                  <a:lnTo>
                    <a:pt x="4515047" y="1283413"/>
                  </a:lnTo>
                  <a:lnTo>
                    <a:pt x="4521657" y="1317536"/>
                  </a:lnTo>
                  <a:lnTo>
                    <a:pt x="4528268" y="1336799"/>
                  </a:lnTo>
                  <a:lnTo>
                    <a:pt x="4534878" y="1357490"/>
                  </a:lnTo>
                  <a:lnTo>
                    <a:pt x="4541489" y="1357490"/>
                  </a:lnTo>
                  <a:lnTo>
                    <a:pt x="4548100" y="1336799"/>
                  </a:lnTo>
                  <a:lnTo>
                    <a:pt x="4554710" y="1336799"/>
                  </a:lnTo>
                  <a:lnTo>
                    <a:pt x="4561321" y="1357490"/>
                  </a:lnTo>
                  <a:lnTo>
                    <a:pt x="4567931" y="1379838"/>
                  </a:lnTo>
                  <a:lnTo>
                    <a:pt x="4574542" y="1404132"/>
                  </a:lnTo>
                  <a:lnTo>
                    <a:pt x="4581153" y="1404132"/>
                  </a:lnTo>
                  <a:lnTo>
                    <a:pt x="4587763" y="1379838"/>
                  </a:lnTo>
                  <a:lnTo>
                    <a:pt x="4594374" y="1354287"/>
                  </a:lnTo>
                  <a:lnTo>
                    <a:pt x="4600984" y="1296912"/>
                  </a:lnTo>
                  <a:lnTo>
                    <a:pt x="4607595" y="1264315"/>
                  </a:lnTo>
                  <a:lnTo>
                    <a:pt x="4614206" y="1264315"/>
                  </a:lnTo>
                  <a:lnTo>
                    <a:pt x="4620816" y="1280138"/>
                  </a:lnTo>
                  <a:lnTo>
                    <a:pt x="4627427" y="1299517"/>
                  </a:lnTo>
                  <a:lnTo>
                    <a:pt x="4634038" y="1357490"/>
                  </a:lnTo>
                  <a:lnTo>
                    <a:pt x="4640648" y="1404132"/>
                  </a:lnTo>
                  <a:lnTo>
                    <a:pt x="4647259" y="1430742"/>
                  </a:lnTo>
                  <a:lnTo>
                    <a:pt x="4653869" y="1404132"/>
                  </a:lnTo>
                  <a:lnTo>
                    <a:pt x="4660480" y="1379838"/>
                  </a:lnTo>
                  <a:lnTo>
                    <a:pt x="4667091" y="1357490"/>
                  </a:lnTo>
                  <a:lnTo>
                    <a:pt x="4673701" y="1336799"/>
                  </a:lnTo>
                  <a:lnTo>
                    <a:pt x="4680312" y="1266632"/>
                  </a:lnTo>
                  <a:lnTo>
                    <a:pt x="4686922" y="1223593"/>
                  </a:lnTo>
                  <a:lnTo>
                    <a:pt x="4693533" y="1198194"/>
                  </a:lnTo>
                  <a:lnTo>
                    <a:pt x="4700144" y="1186312"/>
                  </a:lnTo>
                  <a:lnTo>
                    <a:pt x="4706754" y="1174914"/>
                  </a:lnTo>
                  <a:lnTo>
                    <a:pt x="4713365" y="1210605"/>
                  </a:lnTo>
                  <a:lnTo>
                    <a:pt x="4719975" y="1266632"/>
                  </a:lnTo>
                  <a:lnTo>
                    <a:pt x="4726586" y="1317536"/>
                  </a:lnTo>
                  <a:lnTo>
                    <a:pt x="4733197" y="1357490"/>
                  </a:lnTo>
                  <a:lnTo>
                    <a:pt x="4739807" y="1379838"/>
                  </a:lnTo>
                  <a:lnTo>
                    <a:pt x="4746418" y="1379838"/>
                  </a:lnTo>
                  <a:lnTo>
                    <a:pt x="4753029" y="1379838"/>
                  </a:lnTo>
                  <a:lnTo>
                    <a:pt x="4759639" y="1357490"/>
                  </a:lnTo>
                  <a:lnTo>
                    <a:pt x="4766250" y="1317536"/>
                  </a:lnTo>
                  <a:lnTo>
                    <a:pt x="4772860" y="1299517"/>
                  </a:lnTo>
                  <a:lnTo>
                    <a:pt x="4779471" y="1282591"/>
                  </a:lnTo>
                  <a:lnTo>
                    <a:pt x="4786082" y="1266632"/>
                  </a:lnTo>
                  <a:lnTo>
                    <a:pt x="4792692" y="1282591"/>
                  </a:lnTo>
                  <a:lnTo>
                    <a:pt x="4799303" y="1317536"/>
                  </a:lnTo>
                  <a:lnTo>
                    <a:pt x="4805913" y="1357490"/>
                  </a:lnTo>
                  <a:lnTo>
                    <a:pt x="4812524" y="1404132"/>
                  </a:lnTo>
                  <a:lnTo>
                    <a:pt x="4819135" y="1430742"/>
                  </a:lnTo>
                  <a:lnTo>
                    <a:pt x="4825745" y="1430742"/>
                  </a:lnTo>
                  <a:lnTo>
                    <a:pt x="4832356" y="1430742"/>
                  </a:lnTo>
                  <a:lnTo>
                    <a:pt x="4838966" y="1430742"/>
                  </a:lnTo>
                  <a:lnTo>
                    <a:pt x="4845577" y="1404132"/>
                  </a:lnTo>
                  <a:lnTo>
                    <a:pt x="4852188" y="1357490"/>
                  </a:lnTo>
                  <a:lnTo>
                    <a:pt x="4858798" y="1299517"/>
                  </a:lnTo>
                  <a:lnTo>
                    <a:pt x="4865409" y="1266632"/>
                  </a:lnTo>
                  <a:lnTo>
                    <a:pt x="4872020" y="1251537"/>
                  </a:lnTo>
                  <a:lnTo>
                    <a:pt x="4878630" y="1237216"/>
                  </a:lnTo>
                  <a:lnTo>
                    <a:pt x="4885241" y="1237216"/>
                  </a:lnTo>
                  <a:lnTo>
                    <a:pt x="4891851" y="1258983"/>
                  </a:lnTo>
                  <a:lnTo>
                    <a:pt x="4898462" y="1272115"/>
                  </a:lnTo>
                  <a:lnTo>
                    <a:pt x="4905073" y="1242145"/>
                  </a:lnTo>
                  <a:lnTo>
                    <a:pt x="4911683" y="1242145"/>
                  </a:lnTo>
                  <a:lnTo>
                    <a:pt x="4918294" y="1242145"/>
                  </a:lnTo>
                  <a:lnTo>
                    <a:pt x="4924904" y="1235129"/>
                  </a:lnTo>
                  <a:lnTo>
                    <a:pt x="4931515" y="1210605"/>
                  </a:lnTo>
                  <a:lnTo>
                    <a:pt x="4938126" y="1223593"/>
                  </a:lnTo>
                  <a:lnTo>
                    <a:pt x="4944736" y="1186312"/>
                  </a:lnTo>
                  <a:lnTo>
                    <a:pt x="4951347" y="1163964"/>
                  </a:lnTo>
                  <a:lnTo>
                    <a:pt x="4957957" y="1140791"/>
                  </a:lnTo>
                  <a:lnTo>
                    <a:pt x="4964568" y="1131079"/>
                  </a:lnTo>
                  <a:lnTo>
                    <a:pt x="4971179" y="1087019"/>
                  </a:lnTo>
                  <a:lnTo>
                    <a:pt x="4977789" y="1027091"/>
                  </a:lnTo>
                  <a:lnTo>
                    <a:pt x="4984400" y="984476"/>
                  </a:lnTo>
                  <a:lnTo>
                    <a:pt x="4991011" y="985891"/>
                  </a:lnTo>
                  <a:lnTo>
                    <a:pt x="4997621" y="1009566"/>
                  </a:lnTo>
                  <a:lnTo>
                    <a:pt x="5004232" y="1056545"/>
                  </a:lnTo>
                  <a:lnTo>
                    <a:pt x="5010842" y="1153427"/>
                  </a:lnTo>
                  <a:lnTo>
                    <a:pt x="5017453" y="1085799"/>
                  </a:lnTo>
                  <a:lnTo>
                    <a:pt x="5024064" y="935887"/>
                  </a:lnTo>
                  <a:lnTo>
                    <a:pt x="5030674" y="784806"/>
                  </a:lnTo>
                  <a:lnTo>
                    <a:pt x="5037285" y="661565"/>
                  </a:lnTo>
                  <a:lnTo>
                    <a:pt x="5043895" y="552535"/>
                  </a:lnTo>
                  <a:lnTo>
                    <a:pt x="5050506" y="478074"/>
                  </a:lnTo>
                  <a:lnTo>
                    <a:pt x="5057117" y="421671"/>
                  </a:lnTo>
                  <a:lnTo>
                    <a:pt x="5063727" y="381168"/>
                  </a:lnTo>
                  <a:lnTo>
                    <a:pt x="5070338" y="345890"/>
                  </a:lnTo>
                  <a:lnTo>
                    <a:pt x="5076948" y="312302"/>
                  </a:lnTo>
                  <a:lnTo>
                    <a:pt x="5083559" y="291350"/>
                  </a:lnTo>
                  <a:lnTo>
                    <a:pt x="5090170" y="270325"/>
                  </a:lnTo>
                  <a:lnTo>
                    <a:pt x="5096780" y="251530"/>
                  </a:lnTo>
                  <a:lnTo>
                    <a:pt x="5103391" y="234458"/>
                  </a:lnTo>
                  <a:lnTo>
                    <a:pt x="5110002" y="238722"/>
                  </a:lnTo>
                  <a:lnTo>
                    <a:pt x="5116612" y="253232"/>
                  </a:lnTo>
                  <a:lnTo>
                    <a:pt x="5123223" y="284686"/>
                  </a:lnTo>
                  <a:lnTo>
                    <a:pt x="5129833" y="324087"/>
                  </a:lnTo>
                  <a:lnTo>
                    <a:pt x="5136444" y="391001"/>
                  </a:lnTo>
                  <a:lnTo>
                    <a:pt x="5143055" y="470492"/>
                  </a:lnTo>
                  <a:lnTo>
                    <a:pt x="5149665" y="548537"/>
                  </a:lnTo>
                  <a:lnTo>
                    <a:pt x="5156276" y="626400"/>
                  </a:lnTo>
                  <a:lnTo>
                    <a:pt x="5162886" y="726566"/>
                  </a:lnTo>
                  <a:lnTo>
                    <a:pt x="5169497" y="818365"/>
                  </a:lnTo>
                  <a:lnTo>
                    <a:pt x="5176108" y="883484"/>
                  </a:lnTo>
                  <a:lnTo>
                    <a:pt x="5182718" y="939949"/>
                  </a:lnTo>
                  <a:lnTo>
                    <a:pt x="5189329" y="959900"/>
                  </a:lnTo>
                  <a:lnTo>
                    <a:pt x="5195939" y="985891"/>
                  </a:lnTo>
                  <a:lnTo>
                    <a:pt x="5202550" y="1021234"/>
                  </a:lnTo>
                  <a:lnTo>
                    <a:pt x="5209161" y="1048618"/>
                  </a:lnTo>
                  <a:lnTo>
                    <a:pt x="5215771" y="1063201"/>
                  </a:lnTo>
                  <a:lnTo>
                    <a:pt x="5222382" y="1090712"/>
                  </a:lnTo>
                  <a:lnTo>
                    <a:pt x="5228992" y="1098671"/>
                  </a:lnTo>
                  <a:lnTo>
                    <a:pt x="5235603" y="1098671"/>
                  </a:lnTo>
                  <a:lnTo>
                    <a:pt x="5242214" y="1074272"/>
                  </a:lnTo>
                  <a:lnTo>
                    <a:pt x="5248824" y="1059114"/>
                  </a:lnTo>
                  <a:lnTo>
                    <a:pt x="5255435" y="1078193"/>
                  </a:lnTo>
                  <a:lnTo>
                    <a:pt x="5262046" y="1114855"/>
                  </a:lnTo>
                  <a:lnTo>
                    <a:pt x="5268656" y="1153427"/>
                  </a:lnTo>
                  <a:lnTo>
                    <a:pt x="5275267" y="1223593"/>
                  </a:lnTo>
                  <a:lnTo>
                    <a:pt x="5281877" y="1336799"/>
                  </a:lnTo>
                  <a:lnTo>
                    <a:pt x="5288488" y="1379838"/>
                  </a:lnTo>
                  <a:lnTo>
                    <a:pt x="5295099" y="1379838"/>
                  </a:lnTo>
                  <a:lnTo>
                    <a:pt x="5301709" y="1338801"/>
                  </a:lnTo>
                  <a:lnTo>
                    <a:pt x="5308320" y="1319404"/>
                  </a:lnTo>
                  <a:lnTo>
                    <a:pt x="5314930" y="1301268"/>
                  </a:lnTo>
                  <a:lnTo>
                    <a:pt x="5321541" y="1319404"/>
                  </a:lnTo>
                  <a:lnTo>
                    <a:pt x="5328152" y="1301268"/>
                  </a:lnTo>
                  <a:lnTo>
                    <a:pt x="5334762" y="1251537"/>
                  </a:lnTo>
                  <a:lnTo>
                    <a:pt x="5341373" y="1174914"/>
                  </a:lnTo>
                  <a:lnTo>
                    <a:pt x="5347983" y="1139804"/>
                  </a:lnTo>
                  <a:lnTo>
                    <a:pt x="5354594" y="1120771"/>
                  </a:lnTo>
                  <a:lnTo>
                    <a:pt x="5361205" y="1139804"/>
                  </a:lnTo>
                  <a:lnTo>
                    <a:pt x="5367815" y="1193977"/>
                  </a:lnTo>
                  <a:lnTo>
                    <a:pt x="5374426" y="1293476"/>
                  </a:lnTo>
                  <a:lnTo>
                    <a:pt x="5381037" y="1379838"/>
                  </a:lnTo>
                  <a:lnTo>
                    <a:pt x="5387647" y="1430742"/>
                  </a:lnTo>
                  <a:lnTo>
                    <a:pt x="5394258" y="1430742"/>
                  </a:lnTo>
                  <a:lnTo>
                    <a:pt x="5400868" y="1430742"/>
                  </a:lnTo>
                  <a:lnTo>
                    <a:pt x="5407479" y="1379838"/>
                  </a:lnTo>
                  <a:lnTo>
                    <a:pt x="5414090" y="1336799"/>
                  </a:lnTo>
                  <a:lnTo>
                    <a:pt x="5420700" y="1299517"/>
                  </a:lnTo>
                  <a:lnTo>
                    <a:pt x="5427311" y="1266632"/>
                  </a:lnTo>
                  <a:lnTo>
                    <a:pt x="5433921" y="1266632"/>
                  </a:lnTo>
                  <a:lnTo>
                    <a:pt x="5440532" y="1299517"/>
                  </a:lnTo>
                  <a:lnTo>
                    <a:pt x="5447143" y="1317536"/>
                  </a:lnTo>
                  <a:lnTo>
                    <a:pt x="5453753" y="1317536"/>
                  </a:lnTo>
                  <a:lnTo>
                    <a:pt x="5460364" y="1325083"/>
                  </a:lnTo>
                  <a:lnTo>
                    <a:pt x="5466974" y="1311097"/>
                  </a:lnTo>
                  <a:lnTo>
                    <a:pt x="5473585" y="1311097"/>
                  </a:lnTo>
                  <a:lnTo>
                    <a:pt x="5480196" y="1329905"/>
                  </a:lnTo>
                  <a:lnTo>
                    <a:pt x="5486806" y="1371811"/>
                  </a:lnTo>
                  <a:lnTo>
                    <a:pt x="5493417" y="1410550"/>
                  </a:lnTo>
                  <a:lnTo>
                    <a:pt x="5500028" y="1430742"/>
                  </a:lnTo>
                  <a:lnTo>
                    <a:pt x="5506638" y="1430742"/>
                  </a:lnTo>
                  <a:lnTo>
                    <a:pt x="5513249" y="1430742"/>
                  </a:lnTo>
                  <a:lnTo>
                    <a:pt x="5519859" y="1430742"/>
                  </a:lnTo>
                  <a:lnTo>
                    <a:pt x="5526470" y="1430742"/>
                  </a:lnTo>
                  <a:lnTo>
                    <a:pt x="5533081" y="1430742"/>
                  </a:lnTo>
                  <a:lnTo>
                    <a:pt x="5539691" y="1379838"/>
                  </a:lnTo>
                  <a:lnTo>
                    <a:pt x="5546302" y="1336799"/>
                  </a:lnTo>
                  <a:lnTo>
                    <a:pt x="5552912" y="1317536"/>
                  </a:lnTo>
                  <a:lnTo>
                    <a:pt x="5559523" y="1317536"/>
                  </a:lnTo>
                  <a:lnTo>
                    <a:pt x="5566134" y="1317536"/>
                  </a:lnTo>
                  <a:lnTo>
                    <a:pt x="5572744" y="1357490"/>
                  </a:lnTo>
                  <a:lnTo>
                    <a:pt x="5579355" y="1404132"/>
                  </a:lnTo>
                  <a:lnTo>
                    <a:pt x="5585965" y="1430742"/>
                  </a:lnTo>
                  <a:lnTo>
                    <a:pt x="5592576" y="1430742"/>
                  </a:lnTo>
                  <a:lnTo>
                    <a:pt x="5599187" y="1430742"/>
                  </a:lnTo>
                  <a:lnTo>
                    <a:pt x="5605797" y="1430742"/>
                  </a:lnTo>
                  <a:lnTo>
                    <a:pt x="5612408" y="1430742"/>
                  </a:lnTo>
                  <a:lnTo>
                    <a:pt x="5619019" y="1430742"/>
                  </a:lnTo>
                  <a:lnTo>
                    <a:pt x="5625629" y="1379838"/>
                  </a:lnTo>
                  <a:lnTo>
                    <a:pt x="5632240" y="1299517"/>
                  </a:lnTo>
                  <a:lnTo>
                    <a:pt x="5638850" y="1223593"/>
                  </a:lnTo>
                  <a:lnTo>
                    <a:pt x="5645461" y="1198194"/>
                  </a:lnTo>
                  <a:lnTo>
                    <a:pt x="5652072" y="1186312"/>
                  </a:lnTo>
                  <a:lnTo>
                    <a:pt x="5658682" y="1210605"/>
                  </a:lnTo>
                  <a:lnTo>
                    <a:pt x="5665293" y="1266632"/>
                  </a:lnTo>
                  <a:lnTo>
                    <a:pt x="5671903" y="1357490"/>
                  </a:lnTo>
                  <a:lnTo>
                    <a:pt x="5678514" y="1379838"/>
                  </a:lnTo>
                  <a:lnTo>
                    <a:pt x="5685125" y="1357490"/>
                  </a:lnTo>
                  <a:lnTo>
                    <a:pt x="5691735" y="1336799"/>
                  </a:lnTo>
                  <a:lnTo>
                    <a:pt x="5698346" y="1336799"/>
                  </a:lnTo>
                  <a:lnTo>
                    <a:pt x="5704956" y="1336799"/>
                  </a:lnTo>
                  <a:lnTo>
                    <a:pt x="5711567" y="1357490"/>
                  </a:lnTo>
                  <a:lnTo>
                    <a:pt x="5718178" y="1404132"/>
                  </a:lnTo>
                  <a:lnTo>
                    <a:pt x="5724788" y="1430742"/>
                  </a:lnTo>
                  <a:lnTo>
                    <a:pt x="5731399" y="1430742"/>
                  </a:lnTo>
                  <a:lnTo>
                    <a:pt x="5738010" y="1430742"/>
                  </a:lnTo>
                  <a:lnTo>
                    <a:pt x="5744620" y="1430742"/>
                  </a:lnTo>
                  <a:lnTo>
                    <a:pt x="5751231" y="1430742"/>
                  </a:lnTo>
                  <a:lnTo>
                    <a:pt x="5757841" y="1430742"/>
                  </a:lnTo>
                  <a:lnTo>
                    <a:pt x="5764452" y="1430742"/>
                  </a:lnTo>
                  <a:lnTo>
                    <a:pt x="5771063" y="1404132"/>
                  </a:lnTo>
                  <a:lnTo>
                    <a:pt x="5777673" y="1357490"/>
                  </a:lnTo>
                  <a:lnTo>
                    <a:pt x="5784284" y="1336799"/>
                  </a:lnTo>
                  <a:lnTo>
                    <a:pt x="5790894" y="1336799"/>
                  </a:lnTo>
                  <a:lnTo>
                    <a:pt x="5797505" y="1336799"/>
                  </a:lnTo>
                  <a:lnTo>
                    <a:pt x="5804116" y="1357490"/>
                  </a:lnTo>
                  <a:lnTo>
                    <a:pt x="5810726" y="1404132"/>
                  </a:lnTo>
                  <a:lnTo>
                    <a:pt x="5817337" y="1430742"/>
                  </a:lnTo>
                  <a:lnTo>
                    <a:pt x="5823947" y="1430742"/>
                  </a:lnTo>
                  <a:lnTo>
                    <a:pt x="5830558" y="1430742"/>
                  </a:lnTo>
                  <a:lnTo>
                    <a:pt x="5837169" y="1430742"/>
                  </a:lnTo>
                  <a:lnTo>
                    <a:pt x="5843779" y="1430742"/>
                  </a:lnTo>
                  <a:lnTo>
                    <a:pt x="5850390" y="1430742"/>
                  </a:lnTo>
                  <a:lnTo>
                    <a:pt x="5857001" y="1430742"/>
                  </a:lnTo>
                  <a:lnTo>
                    <a:pt x="5863611" y="1430742"/>
                  </a:lnTo>
                  <a:lnTo>
                    <a:pt x="5870222" y="1430742"/>
                  </a:lnTo>
                  <a:lnTo>
                    <a:pt x="5876832" y="1430742"/>
                  </a:lnTo>
                  <a:lnTo>
                    <a:pt x="5883443" y="1430742"/>
                  </a:lnTo>
                  <a:lnTo>
                    <a:pt x="5890054" y="1430742"/>
                  </a:lnTo>
                  <a:lnTo>
                    <a:pt x="5896664" y="1430742"/>
                  </a:lnTo>
                  <a:lnTo>
                    <a:pt x="5903275" y="1430742"/>
                  </a:lnTo>
                  <a:lnTo>
                    <a:pt x="5909885" y="1430742"/>
                  </a:lnTo>
                  <a:lnTo>
                    <a:pt x="5916496" y="1430742"/>
                  </a:lnTo>
                  <a:lnTo>
                    <a:pt x="5923107" y="1430742"/>
                  </a:lnTo>
                  <a:lnTo>
                    <a:pt x="5929717" y="1430742"/>
                  </a:lnTo>
                  <a:lnTo>
                    <a:pt x="5936328" y="1430742"/>
                  </a:lnTo>
                  <a:lnTo>
                    <a:pt x="5942938" y="1430742"/>
                  </a:lnTo>
                  <a:lnTo>
                    <a:pt x="5949549" y="1430742"/>
                  </a:lnTo>
                  <a:lnTo>
                    <a:pt x="5956160" y="1430742"/>
                  </a:lnTo>
                  <a:lnTo>
                    <a:pt x="5962770" y="1430742"/>
                  </a:lnTo>
                  <a:lnTo>
                    <a:pt x="5969381" y="1430742"/>
                  </a:lnTo>
                  <a:lnTo>
                    <a:pt x="5975991" y="1430742"/>
                  </a:lnTo>
                  <a:lnTo>
                    <a:pt x="5982602" y="1430742"/>
                  </a:lnTo>
                  <a:lnTo>
                    <a:pt x="5989213" y="1430742"/>
                  </a:lnTo>
                  <a:lnTo>
                    <a:pt x="5995823" y="1430742"/>
                  </a:lnTo>
                  <a:lnTo>
                    <a:pt x="6002434" y="1430742"/>
                  </a:lnTo>
                  <a:lnTo>
                    <a:pt x="6009045" y="1430742"/>
                  </a:lnTo>
                  <a:lnTo>
                    <a:pt x="6015655" y="1430742"/>
                  </a:lnTo>
                  <a:lnTo>
                    <a:pt x="6022266" y="1430742"/>
                  </a:lnTo>
                  <a:lnTo>
                    <a:pt x="6028876" y="1430742"/>
                  </a:lnTo>
                  <a:lnTo>
                    <a:pt x="6035487" y="1430742"/>
                  </a:lnTo>
                  <a:lnTo>
                    <a:pt x="6042098" y="1430742"/>
                  </a:lnTo>
                  <a:lnTo>
                    <a:pt x="6048708" y="1430742"/>
                  </a:lnTo>
                  <a:lnTo>
                    <a:pt x="6055319" y="1430742"/>
                  </a:lnTo>
                  <a:lnTo>
                    <a:pt x="6061929" y="1430742"/>
                  </a:lnTo>
                  <a:lnTo>
                    <a:pt x="6068540" y="1430742"/>
                  </a:lnTo>
                  <a:lnTo>
                    <a:pt x="6075151" y="1404132"/>
                  </a:lnTo>
                  <a:lnTo>
                    <a:pt x="6081761" y="1357490"/>
                  </a:lnTo>
                  <a:lnTo>
                    <a:pt x="6088372" y="1317536"/>
                  </a:lnTo>
                  <a:lnTo>
                    <a:pt x="6094982" y="1299517"/>
                  </a:lnTo>
                  <a:lnTo>
                    <a:pt x="6101593" y="1276901"/>
                  </a:lnTo>
                  <a:lnTo>
                    <a:pt x="6108204" y="1276901"/>
                  </a:lnTo>
                  <a:lnTo>
                    <a:pt x="6114814" y="1311097"/>
                  </a:lnTo>
                  <a:lnTo>
                    <a:pt x="6121425" y="1350073"/>
                  </a:lnTo>
                  <a:lnTo>
                    <a:pt x="6128036" y="1371811"/>
                  </a:lnTo>
                  <a:lnTo>
                    <a:pt x="6134646" y="1404132"/>
                  </a:lnTo>
                  <a:lnTo>
                    <a:pt x="6141257" y="1404132"/>
                  </a:lnTo>
                  <a:lnTo>
                    <a:pt x="6147867" y="1379838"/>
                  </a:lnTo>
                  <a:lnTo>
                    <a:pt x="6154478" y="1351120"/>
                  </a:lnTo>
                  <a:lnTo>
                    <a:pt x="6161089" y="1330880"/>
                  </a:lnTo>
                  <a:lnTo>
                    <a:pt x="6167699" y="1330880"/>
                  </a:lnTo>
                  <a:lnTo>
                    <a:pt x="6174310" y="1351120"/>
                  </a:lnTo>
                  <a:lnTo>
                    <a:pt x="6180920" y="1372944"/>
                  </a:lnTo>
                  <a:lnTo>
                    <a:pt x="6187531" y="1404132"/>
                  </a:lnTo>
                  <a:lnTo>
                    <a:pt x="6194142" y="1430742"/>
                  </a:lnTo>
                  <a:lnTo>
                    <a:pt x="6200752" y="1404132"/>
                  </a:lnTo>
                  <a:lnTo>
                    <a:pt x="6207363" y="1379838"/>
                  </a:lnTo>
                  <a:lnTo>
                    <a:pt x="6213973" y="1317536"/>
                  </a:lnTo>
                  <a:lnTo>
                    <a:pt x="6220584" y="1266632"/>
                  </a:lnTo>
                  <a:lnTo>
                    <a:pt x="6227195" y="1216375"/>
                  </a:lnTo>
                  <a:lnTo>
                    <a:pt x="6233805" y="1203711"/>
                  </a:lnTo>
                  <a:lnTo>
                    <a:pt x="6240416" y="1191596"/>
                  </a:lnTo>
                  <a:lnTo>
                    <a:pt x="6247027" y="1229641"/>
                  </a:lnTo>
                  <a:lnTo>
                    <a:pt x="6253637" y="1273701"/>
                  </a:lnTo>
                  <a:lnTo>
                    <a:pt x="6260248" y="1336799"/>
                  </a:lnTo>
                  <a:lnTo>
                    <a:pt x="6266858" y="1379838"/>
                  </a:lnTo>
                  <a:lnTo>
                    <a:pt x="6273469" y="1430742"/>
                  </a:lnTo>
                  <a:lnTo>
                    <a:pt x="6280080" y="1394159"/>
                  </a:lnTo>
                  <a:lnTo>
                    <a:pt x="6286690" y="1349029"/>
                  </a:lnTo>
                  <a:lnTo>
                    <a:pt x="6293301" y="1317536"/>
                  </a:lnTo>
                  <a:lnTo>
                    <a:pt x="6299911" y="1317536"/>
                  </a:lnTo>
                  <a:lnTo>
                    <a:pt x="6306522" y="1317536"/>
                  </a:lnTo>
                  <a:lnTo>
                    <a:pt x="6313133" y="1344893"/>
                  </a:lnTo>
                  <a:lnTo>
                    <a:pt x="6319743" y="1389303"/>
                  </a:lnTo>
                  <a:lnTo>
                    <a:pt x="6326354" y="1430742"/>
                  </a:lnTo>
                  <a:lnTo>
                    <a:pt x="6332964" y="1430742"/>
                  </a:lnTo>
                  <a:lnTo>
                    <a:pt x="6339575" y="1404132"/>
                  </a:lnTo>
                  <a:lnTo>
                    <a:pt x="6346186" y="1379838"/>
                  </a:lnTo>
                  <a:lnTo>
                    <a:pt x="6352796" y="1336799"/>
                  </a:lnTo>
                  <a:lnTo>
                    <a:pt x="6359407" y="1290081"/>
                  </a:lnTo>
                  <a:lnTo>
                    <a:pt x="6366018" y="1243569"/>
                  </a:lnTo>
                  <a:lnTo>
                    <a:pt x="6372628" y="1229641"/>
                  </a:lnTo>
                  <a:lnTo>
                    <a:pt x="6379239" y="1216375"/>
                  </a:lnTo>
                  <a:lnTo>
                    <a:pt x="6385849" y="1216375"/>
                  </a:lnTo>
                  <a:lnTo>
                    <a:pt x="6392460" y="1242856"/>
                  </a:lnTo>
                  <a:lnTo>
                    <a:pt x="6399071" y="1289239"/>
                  </a:lnTo>
                  <a:lnTo>
                    <a:pt x="6405681" y="1325083"/>
                  </a:lnTo>
                  <a:lnTo>
                    <a:pt x="6412292" y="1366216"/>
                  </a:lnTo>
                  <a:lnTo>
                    <a:pt x="6418902" y="1414474"/>
                  </a:lnTo>
                  <a:lnTo>
                    <a:pt x="6425513" y="1430742"/>
                  </a:lnTo>
                  <a:lnTo>
                    <a:pt x="6432124" y="1430742"/>
                  </a:lnTo>
                  <a:lnTo>
                    <a:pt x="6438734" y="1404132"/>
                  </a:lnTo>
                  <a:lnTo>
                    <a:pt x="6445345" y="1357490"/>
                  </a:lnTo>
                  <a:lnTo>
                    <a:pt x="6451955" y="1336799"/>
                  </a:lnTo>
                  <a:lnTo>
                    <a:pt x="6458566" y="1317536"/>
                  </a:lnTo>
                  <a:lnTo>
                    <a:pt x="6465177" y="1317536"/>
                  </a:lnTo>
                  <a:lnTo>
                    <a:pt x="6471787" y="1336799"/>
                  </a:lnTo>
                  <a:lnTo>
                    <a:pt x="6478398" y="1379838"/>
                  </a:lnTo>
                  <a:lnTo>
                    <a:pt x="6485009" y="1404132"/>
                  </a:lnTo>
                  <a:lnTo>
                    <a:pt x="6491619" y="1430742"/>
                  </a:lnTo>
                  <a:lnTo>
                    <a:pt x="6498230" y="1404132"/>
                  </a:lnTo>
                  <a:lnTo>
                    <a:pt x="6504840" y="1357490"/>
                  </a:lnTo>
                  <a:lnTo>
                    <a:pt x="6511451" y="1328934"/>
                  </a:lnTo>
                  <a:lnTo>
                    <a:pt x="6518062" y="1286727"/>
                  </a:lnTo>
                  <a:lnTo>
                    <a:pt x="6524672" y="1202476"/>
                  </a:lnTo>
                  <a:lnTo>
                    <a:pt x="6531283" y="1136865"/>
                  </a:lnTo>
                  <a:lnTo>
                    <a:pt x="6537893" y="1127286"/>
                  </a:lnTo>
                  <a:lnTo>
                    <a:pt x="6544504" y="1138331"/>
                  </a:lnTo>
                  <a:lnTo>
                    <a:pt x="6551115" y="1162357"/>
                  </a:lnTo>
                  <a:lnTo>
                    <a:pt x="6557725" y="1233747"/>
                  </a:lnTo>
                  <a:lnTo>
                    <a:pt x="6564336" y="1352172"/>
                  </a:lnTo>
                  <a:lnTo>
                    <a:pt x="6570946" y="1423848"/>
                  </a:lnTo>
                  <a:lnTo>
                    <a:pt x="6577557" y="1430742"/>
                  </a:lnTo>
                  <a:lnTo>
                    <a:pt x="6584168" y="1430742"/>
                  </a:lnTo>
                  <a:lnTo>
                    <a:pt x="6590778" y="1430742"/>
                  </a:lnTo>
                  <a:lnTo>
                    <a:pt x="6597389" y="1430742"/>
                  </a:lnTo>
                  <a:lnTo>
                    <a:pt x="6604000" y="1430742"/>
                  </a:lnTo>
                </a:path>
              </a:pathLst>
            </a:custGeom>
            <a:ln w="9525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05839" y="2099246"/>
              <a:ext cx="0" cy="1161159"/>
            </a:xfrm>
            <a:custGeom>
              <a:avLst/>
              <a:pathLst>
                <a:path w="0" h="1161159">
                  <a:moveTo>
                    <a:pt x="0" y="116115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14399" y="326040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14399" y="287335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14399" y="248629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914399" y="209924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 rot="-5400000">
              <a:off x="681348" y="3203851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 rot="-5400000">
              <a:off x="682353" y="2817802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680269" y="2428665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680269" y="2041612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005839" y="1965960"/>
              <a:ext cx="7132319" cy="1545202"/>
            </a:xfrm>
            <a:custGeom>
              <a:avLst/>
              <a:pathLst>
                <a:path w="7132319" h="1545202">
                  <a:moveTo>
                    <a:pt x="0" y="1545202"/>
                  </a:moveTo>
                  <a:lnTo>
                    <a:pt x="7132319" y="1545202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2161162" y="1666860"/>
              <a:ext cx="4821674" cy="182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EB4 locus r2 = 0.921, obs|pred 0.934, pred|obs 0.95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50208" y="4072607"/>
              <a:ext cx="1043582" cy="133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 chr12, NA</a:t>
              </a:r>
            </a:p>
          </p:txBody>
        </p:sp>
        <p:sp>
          <p:nvSpPr>
            <p:cNvPr id="18" name="tx17"/>
            <p:cNvSpPr/>
            <p:nvPr/>
          </p:nvSpPr>
          <p:spPr>
            <a:xfrm rot="-5400000">
              <a:off x="-408013" y="2662695"/>
              <a:ext cx="1505545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cg_trace$lk27_1k[f]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270000" y="2023189"/>
              <a:ext cx="6604000" cy="1430742"/>
            </a:xfrm>
            <a:custGeom>
              <a:avLst/>
              <a:pathLst>
                <a:path w="6604000" h="1430742">
                  <a:moveTo>
                    <a:pt x="0" y="1263547"/>
                  </a:moveTo>
                  <a:lnTo>
                    <a:pt x="6610" y="1296049"/>
                  </a:lnTo>
                  <a:lnTo>
                    <a:pt x="13221" y="1357490"/>
                  </a:lnTo>
                  <a:lnTo>
                    <a:pt x="19831" y="1404132"/>
                  </a:lnTo>
                  <a:lnTo>
                    <a:pt x="26442" y="1430742"/>
                  </a:lnTo>
                  <a:lnTo>
                    <a:pt x="33053" y="1430742"/>
                  </a:lnTo>
                  <a:lnTo>
                    <a:pt x="39663" y="1430742"/>
                  </a:lnTo>
                  <a:lnTo>
                    <a:pt x="46274" y="1430742"/>
                  </a:lnTo>
                  <a:lnTo>
                    <a:pt x="52884" y="1430742"/>
                  </a:lnTo>
                  <a:lnTo>
                    <a:pt x="59495" y="1430742"/>
                  </a:lnTo>
                  <a:lnTo>
                    <a:pt x="66106" y="1430742"/>
                  </a:lnTo>
                  <a:lnTo>
                    <a:pt x="72716" y="1430742"/>
                  </a:lnTo>
                  <a:lnTo>
                    <a:pt x="79327" y="1430742"/>
                  </a:lnTo>
                  <a:lnTo>
                    <a:pt x="85937" y="1430742"/>
                  </a:lnTo>
                  <a:lnTo>
                    <a:pt x="92548" y="1430742"/>
                  </a:lnTo>
                  <a:lnTo>
                    <a:pt x="99159" y="1430742"/>
                  </a:lnTo>
                  <a:lnTo>
                    <a:pt x="105769" y="1430742"/>
                  </a:lnTo>
                  <a:lnTo>
                    <a:pt x="112380" y="1430742"/>
                  </a:lnTo>
                  <a:lnTo>
                    <a:pt x="118990" y="1430742"/>
                  </a:lnTo>
                  <a:lnTo>
                    <a:pt x="125601" y="1430742"/>
                  </a:lnTo>
                  <a:lnTo>
                    <a:pt x="132212" y="1430742"/>
                  </a:lnTo>
                  <a:lnTo>
                    <a:pt x="138822" y="1430742"/>
                  </a:lnTo>
                  <a:lnTo>
                    <a:pt x="145433" y="1430742"/>
                  </a:lnTo>
                  <a:lnTo>
                    <a:pt x="152044" y="1430742"/>
                  </a:lnTo>
                  <a:lnTo>
                    <a:pt x="158654" y="1430742"/>
                  </a:lnTo>
                  <a:lnTo>
                    <a:pt x="165265" y="1430742"/>
                  </a:lnTo>
                  <a:lnTo>
                    <a:pt x="171875" y="1430742"/>
                  </a:lnTo>
                  <a:lnTo>
                    <a:pt x="178486" y="1430742"/>
                  </a:lnTo>
                  <a:lnTo>
                    <a:pt x="185097" y="1430742"/>
                  </a:lnTo>
                  <a:lnTo>
                    <a:pt x="191707" y="1430742"/>
                  </a:lnTo>
                  <a:lnTo>
                    <a:pt x="198318" y="1430742"/>
                  </a:lnTo>
                  <a:lnTo>
                    <a:pt x="204928" y="1430742"/>
                  </a:lnTo>
                  <a:lnTo>
                    <a:pt x="211539" y="1430742"/>
                  </a:lnTo>
                  <a:lnTo>
                    <a:pt x="218150" y="1430742"/>
                  </a:lnTo>
                  <a:lnTo>
                    <a:pt x="224760" y="1430742"/>
                  </a:lnTo>
                  <a:lnTo>
                    <a:pt x="231371" y="1430742"/>
                  </a:lnTo>
                  <a:lnTo>
                    <a:pt x="237981" y="1430742"/>
                  </a:lnTo>
                  <a:lnTo>
                    <a:pt x="244592" y="1430742"/>
                  </a:lnTo>
                  <a:lnTo>
                    <a:pt x="251203" y="1430742"/>
                  </a:lnTo>
                  <a:lnTo>
                    <a:pt x="257813" y="1430742"/>
                  </a:lnTo>
                  <a:lnTo>
                    <a:pt x="264424" y="1430742"/>
                  </a:lnTo>
                  <a:lnTo>
                    <a:pt x="271035" y="1430742"/>
                  </a:lnTo>
                  <a:lnTo>
                    <a:pt x="277645" y="1430742"/>
                  </a:lnTo>
                  <a:lnTo>
                    <a:pt x="284256" y="1430742"/>
                  </a:lnTo>
                  <a:lnTo>
                    <a:pt x="290866" y="1430742"/>
                  </a:lnTo>
                  <a:lnTo>
                    <a:pt x="297477" y="1430742"/>
                  </a:lnTo>
                  <a:lnTo>
                    <a:pt x="304088" y="1430742"/>
                  </a:lnTo>
                  <a:lnTo>
                    <a:pt x="310698" y="1430742"/>
                  </a:lnTo>
                  <a:lnTo>
                    <a:pt x="317309" y="1430742"/>
                  </a:lnTo>
                  <a:lnTo>
                    <a:pt x="323919" y="1430742"/>
                  </a:lnTo>
                  <a:lnTo>
                    <a:pt x="330530" y="1430742"/>
                  </a:lnTo>
                  <a:lnTo>
                    <a:pt x="337141" y="1404132"/>
                  </a:lnTo>
                  <a:lnTo>
                    <a:pt x="343751" y="1379838"/>
                  </a:lnTo>
                  <a:lnTo>
                    <a:pt x="350362" y="1357490"/>
                  </a:lnTo>
                  <a:lnTo>
                    <a:pt x="356972" y="1317536"/>
                  </a:lnTo>
                  <a:lnTo>
                    <a:pt x="363583" y="1299517"/>
                  </a:lnTo>
                  <a:lnTo>
                    <a:pt x="370194" y="1299517"/>
                  </a:lnTo>
                  <a:lnTo>
                    <a:pt x="376804" y="1299517"/>
                  </a:lnTo>
                  <a:lnTo>
                    <a:pt x="383415" y="1299517"/>
                  </a:lnTo>
                  <a:lnTo>
                    <a:pt x="390026" y="1336799"/>
                  </a:lnTo>
                  <a:lnTo>
                    <a:pt x="396636" y="1357490"/>
                  </a:lnTo>
                  <a:lnTo>
                    <a:pt x="403247" y="1379838"/>
                  </a:lnTo>
                  <a:lnTo>
                    <a:pt x="409857" y="1404132"/>
                  </a:lnTo>
                  <a:lnTo>
                    <a:pt x="416468" y="1430742"/>
                  </a:lnTo>
                  <a:lnTo>
                    <a:pt x="423079" y="1430742"/>
                  </a:lnTo>
                  <a:lnTo>
                    <a:pt x="429689" y="1430742"/>
                  </a:lnTo>
                  <a:lnTo>
                    <a:pt x="436300" y="1430742"/>
                  </a:lnTo>
                  <a:lnTo>
                    <a:pt x="442910" y="1430742"/>
                  </a:lnTo>
                  <a:lnTo>
                    <a:pt x="449521" y="1404132"/>
                  </a:lnTo>
                  <a:lnTo>
                    <a:pt x="456132" y="1379838"/>
                  </a:lnTo>
                  <a:lnTo>
                    <a:pt x="462742" y="1357490"/>
                  </a:lnTo>
                  <a:lnTo>
                    <a:pt x="469353" y="1357490"/>
                  </a:lnTo>
                  <a:lnTo>
                    <a:pt x="475963" y="1336799"/>
                  </a:lnTo>
                  <a:lnTo>
                    <a:pt x="482574" y="1336799"/>
                  </a:lnTo>
                  <a:lnTo>
                    <a:pt x="489185" y="1357490"/>
                  </a:lnTo>
                  <a:lnTo>
                    <a:pt x="495795" y="1379838"/>
                  </a:lnTo>
                  <a:lnTo>
                    <a:pt x="502406" y="1379838"/>
                  </a:lnTo>
                  <a:lnTo>
                    <a:pt x="509017" y="1404132"/>
                  </a:lnTo>
                  <a:lnTo>
                    <a:pt x="515627" y="1404132"/>
                  </a:lnTo>
                  <a:lnTo>
                    <a:pt x="522238" y="1357490"/>
                  </a:lnTo>
                  <a:lnTo>
                    <a:pt x="528848" y="1336799"/>
                  </a:lnTo>
                  <a:lnTo>
                    <a:pt x="535459" y="1317536"/>
                  </a:lnTo>
                  <a:lnTo>
                    <a:pt x="542070" y="1317536"/>
                  </a:lnTo>
                  <a:lnTo>
                    <a:pt x="548680" y="1336799"/>
                  </a:lnTo>
                  <a:lnTo>
                    <a:pt x="555291" y="1379838"/>
                  </a:lnTo>
                  <a:lnTo>
                    <a:pt x="561901" y="1404132"/>
                  </a:lnTo>
                  <a:lnTo>
                    <a:pt x="568512" y="1430742"/>
                  </a:lnTo>
                  <a:lnTo>
                    <a:pt x="575123" y="1430742"/>
                  </a:lnTo>
                  <a:lnTo>
                    <a:pt x="581733" y="1404132"/>
                  </a:lnTo>
                  <a:lnTo>
                    <a:pt x="588344" y="1379838"/>
                  </a:lnTo>
                  <a:lnTo>
                    <a:pt x="594954" y="1357490"/>
                  </a:lnTo>
                  <a:lnTo>
                    <a:pt x="601565" y="1336799"/>
                  </a:lnTo>
                  <a:lnTo>
                    <a:pt x="608176" y="1336799"/>
                  </a:lnTo>
                  <a:lnTo>
                    <a:pt x="614786" y="1357490"/>
                  </a:lnTo>
                  <a:lnTo>
                    <a:pt x="621397" y="1379838"/>
                  </a:lnTo>
                  <a:lnTo>
                    <a:pt x="628008" y="1404132"/>
                  </a:lnTo>
                  <a:lnTo>
                    <a:pt x="634618" y="1430742"/>
                  </a:lnTo>
                  <a:lnTo>
                    <a:pt x="641229" y="1430742"/>
                  </a:lnTo>
                  <a:lnTo>
                    <a:pt x="647839" y="1430742"/>
                  </a:lnTo>
                  <a:lnTo>
                    <a:pt x="654450" y="1430742"/>
                  </a:lnTo>
                  <a:lnTo>
                    <a:pt x="661061" y="1404132"/>
                  </a:lnTo>
                  <a:lnTo>
                    <a:pt x="667671" y="1357490"/>
                  </a:lnTo>
                  <a:lnTo>
                    <a:pt x="674282" y="1317536"/>
                  </a:lnTo>
                  <a:lnTo>
                    <a:pt x="680892" y="1299517"/>
                  </a:lnTo>
                  <a:lnTo>
                    <a:pt x="687503" y="1299517"/>
                  </a:lnTo>
                  <a:lnTo>
                    <a:pt x="694114" y="1317536"/>
                  </a:lnTo>
                  <a:lnTo>
                    <a:pt x="700724" y="1357490"/>
                  </a:lnTo>
                  <a:lnTo>
                    <a:pt x="707335" y="1404132"/>
                  </a:lnTo>
                  <a:lnTo>
                    <a:pt x="713945" y="1430742"/>
                  </a:lnTo>
                  <a:lnTo>
                    <a:pt x="720556" y="1430742"/>
                  </a:lnTo>
                  <a:lnTo>
                    <a:pt x="727167" y="1430742"/>
                  </a:lnTo>
                  <a:lnTo>
                    <a:pt x="733777" y="1430742"/>
                  </a:lnTo>
                  <a:lnTo>
                    <a:pt x="740388" y="1404132"/>
                  </a:lnTo>
                  <a:lnTo>
                    <a:pt x="746998" y="1357490"/>
                  </a:lnTo>
                  <a:lnTo>
                    <a:pt x="753609" y="1333824"/>
                  </a:lnTo>
                  <a:lnTo>
                    <a:pt x="760220" y="1333824"/>
                  </a:lnTo>
                  <a:lnTo>
                    <a:pt x="766830" y="1333824"/>
                  </a:lnTo>
                  <a:lnTo>
                    <a:pt x="773441" y="1354287"/>
                  </a:lnTo>
                  <a:lnTo>
                    <a:pt x="780052" y="1400350"/>
                  </a:lnTo>
                  <a:lnTo>
                    <a:pt x="786662" y="1430742"/>
                  </a:lnTo>
                  <a:lnTo>
                    <a:pt x="793273" y="1404132"/>
                  </a:lnTo>
                  <a:lnTo>
                    <a:pt x="799883" y="1379838"/>
                  </a:lnTo>
                  <a:lnTo>
                    <a:pt x="806494" y="1336799"/>
                  </a:lnTo>
                  <a:lnTo>
                    <a:pt x="813105" y="1317536"/>
                  </a:lnTo>
                  <a:lnTo>
                    <a:pt x="819715" y="1317536"/>
                  </a:lnTo>
                  <a:lnTo>
                    <a:pt x="826326" y="1336799"/>
                  </a:lnTo>
                  <a:lnTo>
                    <a:pt x="832936" y="1357490"/>
                  </a:lnTo>
                  <a:lnTo>
                    <a:pt x="839547" y="1404132"/>
                  </a:lnTo>
                  <a:lnTo>
                    <a:pt x="846158" y="1430742"/>
                  </a:lnTo>
                  <a:lnTo>
                    <a:pt x="852768" y="1430742"/>
                  </a:lnTo>
                  <a:lnTo>
                    <a:pt x="859379" y="1430742"/>
                  </a:lnTo>
                  <a:lnTo>
                    <a:pt x="865989" y="1430742"/>
                  </a:lnTo>
                  <a:lnTo>
                    <a:pt x="872600" y="1430742"/>
                  </a:lnTo>
                  <a:lnTo>
                    <a:pt x="879211" y="1430742"/>
                  </a:lnTo>
                  <a:lnTo>
                    <a:pt x="885821" y="1430742"/>
                  </a:lnTo>
                  <a:lnTo>
                    <a:pt x="892432" y="1404132"/>
                  </a:lnTo>
                  <a:lnTo>
                    <a:pt x="899043" y="1357490"/>
                  </a:lnTo>
                  <a:lnTo>
                    <a:pt x="905653" y="1317536"/>
                  </a:lnTo>
                  <a:lnTo>
                    <a:pt x="912264" y="1299517"/>
                  </a:lnTo>
                  <a:lnTo>
                    <a:pt x="918874" y="1266632"/>
                  </a:lnTo>
                  <a:lnTo>
                    <a:pt x="925485" y="1266632"/>
                  </a:lnTo>
                  <a:lnTo>
                    <a:pt x="932096" y="1299517"/>
                  </a:lnTo>
                  <a:lnTo>
                    <a:pt x="938706" y="1336799"/>
                  </a:lnTo>
                  <a:lnTo>
                    <a:pt x="945317" y="1357490"/>
                  </a:lnTo>
                  <a:lnTo>
                    <a:pt x="951927" y="1404132"/>
                  </a:lnTo>
                  <a:lnTo>
                    <a:pt x="958538" y="1430742"/>
                  </a:lnTo>
                  <a:lnTo>
                    <a:pt x="965149" y="1430742"/>
                  </a:lnTo>
                  <a:lnTo>
                    <a:pt x="971759" y="1430742"/>
                  </a:lnTo>
                  <a:lnTo>
                    <a:pt x="978370" y="1430742"/>
                  </a:lnTo>
                  <a:lnTo>
                    <a:pt x="984980" y="1404132"/>
                  </a:lnTo>
                  <a:lnTo>
                    <a:pt x="991591" y="1379838"/>
                  </a:lnTo>
                  <a:lnTo>
                    <a:pt x="998202" y="1357490"/>
                  </a:lnTo>
                  <a:lnTo>
                    <a:pt x="1004812" y="1336799"/>
                  </a:lnTo>
                  <a:lnTo>
                    <a:pt x="1011423" y="1336799"/>
                  </a:lnTo>
                  <a:lnTo>
                    <a:pt x="1018034" y="1357490"/>
                  </a:lnTo>
                  <a:lnTo>
                    <a:pt x="1024644" y="1379838"/>
                  </a:lnTo>
                  <a:lnTo>
                    <a:pt x="1031255" y="1404132"/>
                  </a:lnTo>
                  <a:lnTo>
                    <a:pt x="1037865" y="1430742"/>
                  </a:lnTo>
                  <a:lnTo>
                    <a:pt x="1044476" y="1430742"/>
                  </a:lnTo>
                  <a:lnTo>
                    <a:pt x="1051087" y="1430742"/>
                  </a:lnTo>
                  <a:lnTo>
                    <a:pt x="1057697" y="1430742"/>
                  </a:lnTo>
                  <a:lnTo>
                    <a:pt x="1064308" y="1430742"/>
                  </a:lnTo>
                  <a:lnTo>
                    <a:pt x="1070918" y="1430742"/>
                  </a:lnTo>
                  <a:lnTo>
                    <a:pt x="1077529" y="1430742"/>
                  </a:lnTo>
                  <a:lnTo>
                    <a:pt x="1084140" y="1430742"/>
                  </a:lnTo>
                  <a:lnTo>
                    <a:pt x="1090750" y="1430742"/>
                  </a:lnTo>
                  <a:lnTo>
                    <a:pt x="1097361" y="1430742"/>
                  </a:lnTo>
                  <a:lnTo>
                    <a:pt x="1103971" y="1430742"/>
                  </a:lnTo>
                  <a:lnTo>
                    <a:pt x="1110582" y="1430742"/>
                  </a:lnTo>
                  <a:lnTo>
                    <a:pt x="1117193" y="1430742"/>
                  </a:lnTo>
                  <a:lnTo>
                    <a:pt x="1123803" y="1430742"/>
                  </a:lnTo>
                  <a:lnTo>
                    <a:pt x="1130414" y="1430742"/>
                  </a:lnTo>
                  <a:lnTo>
                    <a:pt x="1137025" y="1430742"/>
                  </a:lnTo>
                  <a:lnTo>
                    <a:pt x="1143635" y="1430742"/>
                  </a:lnTo>
                  <a:lnTo>
                    <a:pt x="1150246" y="1430742"/>
                  </a:lnTo>
                  <a:lnTo>
                    <a:pt x="1156856" y="1430742"/>
                  </a:lnTo>
                  <a:lnTo>
                    <a:pt x="1163467" y="1430742"/>
                  </a:lnTo>
                  <a:lnTo>
                    <a:pt x="1170078" y="1430742"/>
                  </a:lnTo>
                  <a:lnTo>
                    <a:pt x="1176688" y="1430742"/>
                  </a:lnTo>
                  <a:lnTo>
                    <a:pt x="1183299" y="1430742"/>
                  </a:lnTo>
                  <a:lnTo>
                    <a:pt x="1189909" y="1430742"/>
                  </a:lnTo>
                  <a:lnTo>
                    <a:pt x="1196520" y="1430742"/>
                  </a:lnTo>
                  <a:lnTo>
                    <a:pt x="1203131" y="1430742"/>
                  </a:lnTo>
                  <a:lnTo>
                    <a:pt x="1209741" y="1430742"/>
                  </a:lnTo>
                  <a:lnTo>
                    <a:pt x="1216352" y="1430742"/>
                  </a:lnTo>
                  <a:lnTo>
                    <a:pt x="1222962" y="1430742"/>
                  </a:lnTo>
                  <a:lnTo>
                    <a:pt x="1229573" y="1430742"/>
                  </a:lnTo>
                  <a:lnTo>
                    <a:pt x="1236184" y="1430742"/>
                  </a:lnTo>
                  <a:lnTo>
                    <a:pt x="1242794" y="1430742"/>
                  </a:lnTo>
                  <a:lnTo>
                    <a:pt x="1249405" y="1430742"/>
                  </a:lnTo>
                  <a:lnTo>
                    <a:pt x="1256016" y="1430742"/>
                  </a:lnTo>
                  <a:lnTo>
                    <a:pt x="1262626" y="1379838"/>
                  </a:lnTo>
                  <a:lnTo>
                    <a:pt x="1269237" y="1317536"/>
                  </a:lnTo>
                  <a:lnTo>
                    <a:pt x="1275847" y="1282591"/>
                  </a:lnTo>
                  <a:lnTo>
                    <a:pt x="1282458" y="1266632"/>
                  </a:lnTo>
                  <a:lnTo>
                    <a:pt x="1289069" y="1237216"/>
                  </a:lnTo>
                  <a:lnTo>
                    <a:pt x="1295679" y="1251537"/>
                  </a:lnTo>
                  <a:lnTo>
                    <a:pt x="1302290" y="1266632"/>
                  </a:lnTo>
                  <a:lnTo>
                    <a:pt x="1308900" y="1266632"/>
                  </a:lnTo>
                  <a:lnTo>
                    <a:pt x="1315511" y="1238615"/>
                  </a:lnTo>
                  <a:lnTo>
                    <a:pt x="1322122" y="1253010"/>
                  </a:lnTo>
                  <a:lnTo>
                    <a:pt x="1328732" y="1268188"/>
                  </a:lnTo>
                  <a:lnTo>
                    <a:pt x="1335343" y="1301268"/>
                  </a:lnTo>
                  <a:lnTo>
                    <a:pt x="1341953" y="1338801"/>
                  </a:lnTo>
                  <a:lnTo>
                    <a:pt x="1348564" y="1404132"/>
                  </a:lnTo>
                  <a:lnTo>
                    <a:pt x="1355175" y="1430742"/>
                  </a:lnTo>
                  <a:lnTo>
                    <a:pt x="1361785" y="1430742"/>
                  </a:lnTo>
                  <a:lnTo>
                    <a:pt x="1368396" y="1430742"/>
                  </a:lnTo>
                  <a:lnTo>
                    <a:pt x="1375007" y="1404132"/>
                  </a:lnTo>
                  <a:lnTo>
                    <a:pt x="1381617" y="1379838"/>
                  </a:lnTo>
                  <a:lnTo>
                    <a:pt x="1388228" y="1359646"/>
                  </a:lnTo>
                  <a:lnTo>
                    <a:pt x="1394838" y="1338801"/>
                  </a:lnTo>
                  <a:lnTo>
                    <a:pt x="1401449" y="1319404"/>
                  </a:lnTo>
                  <a:lnTo>
                    <a:pt x="1408060" y="1319404"/>
                  </a:lnTo>
                  <a:lnTo>
                    <a:pt x="1414670" y="1338801"/>
                  </a:lnTo>
                  <a:lnTo>
                    <a:pt x="1421281" y="1336799"/>
                  </a:lnTo>
                  <a:lnTo>
                    <a:pt x="1427891" y="1317536"/>
                  </a:lnTo>
                  <a:lnTo>
                    <a:pt x="1434502" y="1299517"/>
                  </a:lnTo>
                  <a:lnTo>
                    <a:pt x="1441113" y="1282591"/>
                  </a:lnTo>
                  <a:lnTo>
                    <a:pt x="1447723" y="1251537"/>
                  </a:lnTo>
                  <a:lnTo>
                    <a:pt x="1454334" y="1251537"/>
                  </a:lnTo>
                  <a:lnTo>
                    <a:pt x="1460944" y="1282591"/>
                  </a:lnTo>
                  <a:lnTo>
                    <a:pt x="1467555" y="1317536"/>
                  </a:lnTo>
                  <a:lnTo>
                    <a:pt x="1474166" y="1357490"/>
                  </a:lnTo>
                  <a:lnTo>
                    <a:pt x="1480776" y="1404132"/>
                  </a:lnTo>
                  <a:lnTo>
                    <a:pt x="1487387" y="1430742"/>
                  </a:lnTo>
                  <a:lnTo>
                    <a:pt x="1493997" y="1430742"/>
                  </a:lnTo>
                  <a:lnTo>
                    <a:pt x="1500608" y="1430742"/>
                  </a:lnTo>
                  <a:lnTo>
                    <a:pt x="1507219" y="1404132"/>
                  </a:lnTo>
                  <a:lnTo>
                    <a:pt x="1513829" y="1336799"/>
                  </a:lnTo>
                  <a:lnTo>
                    <a:pt x="1520440" y="1282591"/>
                  </a:lnTo>
                  <a:lnTo>
                    <a:pt x="1527051" y="1253750"/>
                  </a:lnTo>
                  <a:lnTo>
                    <a:pt x="1533661" y="1239318"/>
                  </a:lnTo>
                  <a:lnTo>
                    <a:pt x="1540272" y="1225595"/>
                  </a:lnTo>
                  <a:lnTo>
                    <a:pt x="1546882" y="1253750"/>
                  </a:lnTo>
                  <a:lnTo>
                    <a:pt x="1553493" y="1285065"/>
                  </a:lnTo>
                  <a:lnTo>
                    <a:pt x="1560104" y="1317536"/>
                  </a:lnTo>
                  <a:lnTo>
                    <a:pt x="1566714" y="1336799"/>
                  </a:lnTo>
                  <a:lnTo>
                    <a:pt x="1573325" y="1379838"/>
                  </a:lnTo>
                  <a:lnTo>
                    <a:pt x="1579935" y="1404132"/>
                  </a:lnTo>
                  <a:lnTo>
                    <a:pt x="1586546" y="1430742"/>
                  </a:lnTo>
                  <a:lnTo>
                    <a:pt x="1593157" y="1430742"/>
                  </a:lnTo>
                  <a:lnTo>
                    <a:pt x="1599767" y="1430742"/>
                  </a:lnTo>
                  <a:lnTo>
                    <a:pt x="1606378" y="1430742"/>
                  </a:lnTo>
                  <a:lnTo>
                    <a:pt x="1612988" y="1430742"/>
                  </a:lnTo>
                  <a:lnTo>
                    <a:pt x="1619599" y="1417120"/>
                  </a:lnTo>
                  <a:lnTo>
                    <a:pt x="1626210" y="1391721"/>
                  </a:lnTo>
                  <a:lnTo>
                    <a:pt x="1632820" y="1346953"/>
                  </a:lnTo>
                  <a:lnTo>
                    <a:pt x="1639431" y="1327002"/>
                  </a:lnTo>
                  <a:lnTo>
                    <a:pt x="1646042" y="1308382"/>
                  </a:lnTo>
                  <a:lnTo>
                    <a:pt x="1652652" y="1317536"/>
                  </a:lnTo>
                  <a:lnTo>
                    <a:pt x="1659263" y="1317536"/>
                  </a:lnTo>
                  <a:lnTo>
                    <a:pt x="1665873" y="1317536"/>
                  </a:lnTo>
                  <a:lnTo>
                    <a:pt x="1672484" y="1299517"/>
                  </a:lnTo>
                  <a:lnTo>
                    <a:pt x="1679095" y="1282591"/>
                  </a:lnTo>
                  <a:lnTo>
                    <a:pt x="1685705" y="1266632"/>
                  </a:lnTo>
                  <a:lnTo>
                    <a:pt x="1692316" y="1277707"/>
                  </a:lnTo>
                  <a:lnTo>
                    <a:pt x="1698926" y="1277707"/>
                  </a:lnTo>
                  <a:lnTo>
                    <a:pt x="1705537" y="1258229"/>
                  </a:lnTo>
                  <a:lnTo>
                    <a:pt x="1712148" y="1243569"/>
                  </a:lnTo>
                  <a:lnTo>
                    <a:pt x="1718758" y="1229641"/>
                  </a:lnTo>
                  <a:lnTo>
                    <a:pt x="1725369" y="1220289"/>
                  </a:lnTo>
                  <a:lnTo>
                    <a:pt x="1731979" y="1220289"/>
                  </a:lnTo>
                  <a:lnTo>
                    <a:pt x="1738590" y="1237216"/>
                  </a:lnTo>
                  <a:lnTo>
                    <a:pt x="1745201" y="1259738"/>
                  </a:lnTo>
                  <a:lnTo>
                    <a:pt x="1751811" y="1259738"/>
                  </a:lnTo>
                  <a:lnTo>
                    <a:pt x="1758422" y="1259738"/>
                  </a:lnTo>
                  <a:lnTo>
                    <a:pt x="1765033" y="1291773"/>
                  </a:lnTo>
                  <a:lnTo>
                    <a:pt x="1771643" y="1327966"/>
                  </a:lnTo>
                  <a:lnTo>
                    <a:pt x="1778254" y="1357490"/>
                  </a:lnTo>
                  <a:lnTo>
                    <a:pt x="1784864" y="1404132"/>
                  </a:lnTo>
                  <a:lnTo>
                    <a:pt x="1791475" y="1357490"/>
                  </a:lnTo>
                  <a:lnTo>
                    <a:pt x="1798086" y="1282591"/>
                  </a:lnTo>
                  <a:lnTo>
                    <a:pt x="1804696" y="1237216"/>
                  </a:lnTo>
                  <a:lnTo>
                    <a:pt x="1811307" y="1230321"/>
                  </a:lnTo>
                  <a:lnTo>
                    <a:pt x="1817917" y="1217024"/>
                  </a:lnTo>
                  <a:lnTo>
                    <a:pt x="1824528" y="1206824"/>
                  </a:lnTo>
                  <a:lnTo>
                    <a:pt x="1831139" y="1192784"/>
                  </a:lnTo>
                  <a:lnTo>
                    <a:pt x="1837749" y="1172136"/>
                  </a:lnTo>
                  <a:lnTo>
                    <a:pt x="1844360" y="1126346"/>
                  </a:lnTo>
                  <a:lnTo>
                    <a:pt x="1850970" y="1091125"/>
                  </a:lnTo>
                  <a:lnTo>
                    <a:pt x="1857581" y="1089475"/>
                  </a:lnTo>
                  <a:lnTo>
                    <a:pt x="1864192" y="1099097"/>
                  </a:lnTo>
                  <a:lnTo>
                    <a:pt x="1870802" y="1113059"/>
                  </a:lnTo>
                  <a:lnTo>
                    <a:pt x="1877413" y="1100804"/>
                  </a:lnTo>
                  <a:lnTo>
                    <a:pt x="1884024" y="1067729"/>
                  </a:lnTo>
                  <a:lnTo>
                    <a:pt x="1890634" y="1017714"/>
                  </a:lnTo>
                  <a:lnTo>
                    <a:pt x="1897245" y="994243"/>
                  </a:lnTo>
                  <a:lnTo>
                    <a:pt x="1903855" y="990757"/>
                  </a:lnTo>
                  <a:lnTo>
                    <a:pt x="1910466" y="1004971"/>
                  </a:lnTo>
                  <a:lnTo>
                    <a:pt x="1917077" y="1059114"/>
                  </a:lnTo>
                  <a:lnTo>
                    <a:pt x="1923687" y="1157069"/>
                  </a:lnTo>
                  <a:lnTo>
                    <a:pt x="1930298" y="1254491"/>
                  </a:lnTo>
                  <a:lnTo>
                    <a:pt x="1936908" y="1317536"/>
                  </a:lnTo>
                  <a:lnTo>
                    <a:pt x="1943519" y="1357490"/>
                  </a:lnTo>
                  <a:lnTo>
                    <a:pt x="1950130" y="1317536"/>
                  </a:lnTo>
                  <a:lnTo>
                    <a:pt x="1956740" y="1230321"/>
                  </a:lnTo>
                  <a:lnTo>
                    <a:pt x="1963351" y="1180555"/>
                  </a:lnTo>
                  <a:lnTo>
                    <a:pt x="1969961" y="1158645"/>
                  </a:lnTo>
                  <a:lnTo>
                    <a:pt x="1976572" y="1169385"/>
                  </a:lnTo>
                  <a:lnTo>
                    <a:pt x="1983183" y="1169385"/>
                  </a:lnTo>
                  <a:lnTo>
                    <a:pt x="1989793" y="1186312"/>
                  </a:lnTo>
                  <a:lnTo>
                    <a:pt x="1996404" y="1198194"/>
                  </a:lnTo>
                  <a:lnTo>
                    <a:pt x="2003015" y="1223593"/>
                  </a:lnTo>
                  <a:lnTo>
                    <a:pt x="2009625" y="1237216"/>
                  </a:lnTo>
                  <a:lnTo>
                    <a:pt x="2016236" y="1282591"/>
                  </a:lnTo>
                  <a:lnTo>
                    <a:pt x="2022846" y="1357490"/>
                  </a:lnTo>
                  <a:lnTo>
                    <a:pt x="2029457" y="1430742"/>
                  </a:lnTo>
                  <a:lnTo>
                    <a:pt x="2036068" y="1404132"/>
                  </a:lnTo>
                  <a:lnTo>
                    <a:pt x="2042678" y="1379838"/>
                  </a:lnTo>
                  <a:lnTo>
                    <a:pt x="2049289" y="1357490"/>
                  </a:lnTo>
                  <a:lnTo>
                    <a:pt x="2055899" y="1317536"/>
                  </a:lnTo>
                  <a:lnTo>
                    <a:pt x="2062510" y="1282591"/>
                  </a:lnTo>
                  <a:lnTo>
                    <a:pt x="2069121" y="1266632"/>
                  </a:lnTo>
                  <a:lnTo>
                    <a:pt x="2075731" y="1266632"/>
                  </a:lnTo>
                  <a:lnTo>
                    <a:pt x="2082342" y="1266632"/>
                  </a:lnTo>
                  <a:lnTo>
                    <a:pt x="2088952" y="1266632"/>
                  </a:lnTo>
                  <a:lnTo>
                    <a:pt x="2095563" y="1282591"/>
                  </a:lnTo>
                  <a:lnTo>
                    <a:pt x="2102174" y="1317536"/>
                  </a:lnTo>
                  <a:lnTo>
                    <a:pt x="2108784" y="1336799"/>
                  </a:lnTo>
                  <a:lnTo>
                    <a:pt x="2115395" y="1357490"/>
                  </a:lnTo>
                  <a:lnTo>
                    <a:pt x="2122006" y="1379838"/>
                  </a:lnTo>
                  <a:lnTo>
                    <a:pt x="2128616" y="1357490"/>
                  </a:lnTo>
                  <a:lnTo>
                    <a:pt x="2135227" y="1324128"/>
                  </a:lnTo>
                  <a:lnTo>
                    <a:pt x="2141837" y="1305693"/>
                  </a:lnTo>
                  <a:lnTo>
                    <a:pt x="2148448" y="1305693"/>
                  </a:lnTo>
                  <a:lnTo>
                    <a:pt x="2155059" y="1324128"/>
                  </a:lnTo>
                  <a:lnTo>
                    <a:pt x="2161669" y="1324128"/>
                  </a:lnTo>
                  <a:lnTo>
                    <a:pt x="2168280" y="1317536"/>
                  </a:lnTo>
                  <a:lnTo>
                    <a:pt x="2174890" y="1317536"/>
                  </a:lnTo>
                  <a:lnTo>
                    <a:pt x="2181501" y="1317536"/>
                  </a:lnTo>
                  <a:lnTo>
                    <a:pt x="2188112" y="1317536"/>
                  </a:lnTo>
                  <a:lnTo>
                    <a:pt x="2194722" y="1357490"/>
                  </a:lnTo>
                  <a:lnTo>
                    <a:pt x="2201333" y="1404132"/>
                  </a:lnTo>
                  <a:lnTo>
                    <a:pt x="2207943" y="1430742"/>
                  </a:lnTo>
                  <a:lnTo>
                    <a:pt x="2214554" y="1430742"/>
                  </a:lnTo>
                  <a:lnTo>
                    <a:pt x="2221165" y="1430742"/>
                  </a:lnTo>
                  <a:lnTo>
                    <a:pt x="2227775" y="1404132"/>
                  </a:lnTo>
                  <a:lnTo>
                    <a:pt x="2234386" y="1317536"/>
                  </a:lnTo>
                  <a:lnTo>
                    <a:pt x="2240996" y="1223593"/>
                  </a:lnTo>
                  <a:lnTo>
                    <a:pt x="2247607" y="1160761"/>
                  </a:lnTo>
                  <a:lnTo>
                    <a:pt x="2254218" y="1137842"/>
                  </a:lnTo>
                  <a:lnTo>
                    <a:pt x="2260828" y="1137842"/>
                  </a:lnTo>
                  <a:lnTo>
                    <a:pt x="2267439" y="1147796"/>
                  </a:lnTo>
                  <a:lnTo>
                    <a:pt x="2274050" y="1168838"/>
                  </a:lnTo>
                  <a:lnTo>
                    <a:pt x="2280660" y="1207450"/>
                  </a:lnTo>
                  <a:lnTo>
                    <a:pt x="2287271" y="1232372"/>
                  </a:lnTo>
                  <a:lnTo>
                    <a:pt x="2293881" y="1218978"/>
                  </a:lnTo>
                  <a:lnTo>
                    <a:pt x="2300492" y="1218978"/>
                  </a:lnTo>
                  <a:lnTo>
                    <a:pt x="2307103" y="1246440"/>
                  </a:lnTo>
                  <a:lnTo>
                    <a:pt x="2313713" y="1232372"/>
                  </a:lnTo>
                  <a:lnTo>
                    <a:pt x="2320324" y="1223593"/>
                  </a:lnTo>
                  <a:lnTo>
                    <a:pt x="2326934" y="1237216"/>
                  </a:lnTo>
                  <a:lnTo>
                    <a:pt x="2333545" y="1266632"/>
                  </a:lnTo>
                  <a:lnTo>
                    <a:pt x="2340156" y="1282591"/>
                  </a:lnTo>
                  <a:lnTo>
                    <a:pt x="2346766" y="1299517"/>
                  </a:lnTo>
                  <a:lnTo>
                    <a:pt x="2353377" y="1266632"/>
                  </a:lnTo>
                  <a:lnTo>
                    <a:pt x="2359987" y="1251537"/>
                  </a:lnTo>
                  <a:lnTo>
                    <a:pt x="2366598" y="1251537"/>
                  </a:lnTo>
                  <a:lnTo>
                    <a:pt x="2373209" y="1266632"/>
                  </a:lnTo>
                  <a:lnTo>
                    <a:pt x="2379819" y="1299517"/>
                  </a:lnTo>
                  <a:lnTo>
                    <a:pt x="2386430" y="1336799"/>
                  </a:lnTo>
                  <a:lnTo>
                    <a:pt x="2393041" y="1336799"/>
                  </a:lnTo>
                  <a:lnTo>
                    <a:pt x="2399651" y="1334812"/>
                  </a:lnTo>
                  <a:lnTo>
                    <a:pt x="2406262" y="1334812"/>
                  </a:lnTo>
                  <a:lnTo>
                    <a:pt x="2412872" y="1326041"/>
                  </a:lnTo>
                  <a:lnTo>
                    <a:pt x="2419483" y="1279325"/>
                  </a:lnTo>
                  <a:lnTo>
                    <a:pt x="2426094" y="1208078"/>
                  </a:lnTo>
                  <a:lnTo>
                    <a:pt x="2432704" y="1123081"/>
                  </a:lnTo>
                  <a:lnTo>
                    <a:pt x="2439315" y="1071945"/>
                  </a:lnTo>
                  <a:lnTo>
                    <a:pt x="2445925" y="1038845"/>
                  </a:lnTo>
                  <a:lnTo>
                    <a:pt x="2452536" y="1029735"/>
                  </a:lnTo>
                  <a:lnTo>
                    <a:pt x="2459147" y="1056910"/>
                  </a:lnTo>
                  <a:lnTo>
                    <a:pt x="2465757" y="1122617"/>
                  </a:lnTo>
                  <a:lnTo>
                    <a:pt x="2472368" y="1185151"/>
                  </a:lnTo>
                  <a:lnTo>
                    <a:pt x="2478978" y="1222267"/>
                  </a:lnTo>
                  <a:lnTo>
                    <a:pt x="2485589" y="1250071"/>
                  </a:lnTo>
                  <a:lnTo>
                    <a:pt x="2492200" y="1266632"/>
                  </a:lnTo>
                  <a:lnTo>
                    <a:pt x="2498810" y="1266632"/>
                  </a:lnTo>
                  <a:lnTo>
                    <a:pt x="2505421" y="1223593"/>
                  </a:lnTo>
                  <a:lnTo>
                    <a:pt x="2512032" y="1177157"/>
                  </a:lnTo>
                  <a:lnTo>
                    <a:pt x="2518642" y="1106865"/>
                  </a:lnTo>
                  <a:lnTo>
                    <a:pt x="2525253" y="1030732"/>
                  </a:lnTo>
                  <a:lnTo>
                    <a:pt x="2531863" y="999258"/>
                  </a:lnTo>
                  <a:lnTo>
                    <a:pt x="2538474" y="1011425"/>
                  </a:lnTo>
                  <a:lnTo>
                    <a:pt x="2545085" y="1042992"/>
                  </a:lnTo>
                  <a:lnTo>
                    <a:pt x="2551695" y="1097399"/>
                  </a:lnTo>
                  <a:lnTo>
                    <a:pt x="2558306" y="1186312"/>
                  </a:lnTo>
                  <a:lnTo>
                    <a:pt x="2564916" y="1235129"/>
                  </a:lnTo>
                  <a:lnTo>
                    <a:pt x="2571527" y="1173244"/>
                  </a:lnTo>
                  <a:lnTo>
                    <a:pt x="2578138" y="1113507"/>
                  </a:lnTo>
                  <a:lnTo>
                    <a:pt x="2584748" y="1087835"/>
                  </a:lnTo>
                  <a:lnTo>
                    <a:pt x="2591359" y="1079777"/>
                  </a:lnTo>
                  <a:lnTo>
                    <a:pt x="2597969" y="1051116"/>
                  </a:lnTo>
                  <a:lnTo>
                    <a:pt x="2604580" y="1058378"/>
                  </a:lnTo>
                  <a:lnTo>
                    <a:pt x="2611191" y="1086205"/>
                  </a:lnTo>
                  <a:lnTo>
                    <a:pt x="2617801" y="1055450"/>
                  </a:lnTo>
                  <a:lnTo>
                    <a:pt x="2624412" y="1002551"/>
                  </a:lnTo>
                  <a:lnTo>
                    <a:pt x="2631023" y="970169"/>
                  </a:lnTo>
                  <a:lnTo>
                    <a:pt x="2637633" y="974221"/>
                  </a:lnTo>
                  <a:lnTo>
                    <a:pt x="2644244" y="970974"/>
                  </a:lnTo>
                  <a:lnTo>
                    <a:pt x="2650854" y="1005275"/>
                  </a:lnTo>
                  <a:lnTo>
                    <a:pt x="2657465" y="1037477"/>
                  </a:lnTo>
                  <a:lnTo>
                    <a:pt x="2664076" y="1032739"/>
                  </a:lnTo>
                  <a:lnTo>
                    <a:pt x="2670686" y="894104"/>
                  </a:lnTo>
                  <a:lnTo>
                    <a:pt x="2677297" y="777852"/>
                  </a:lnTo>
                  <a:lnTo>
                    <a:pt x="2683907" y="657597"/>
                  </a:lnTo>
                  <a:lnTo>
                    <a:pt x="2690518" y="538701"/>
                  </a:lnTo>
                  <a:lnTo>
                    <a:pt x="2697129" y="449197"/>
                  </a:lnTo>
                  <a:lnTo>
                    <a:pt x="2703739" y="403755"/>
                  </a:lnTo>
                  <a:lnTo>
                    <a:pt x="2710350" y="358528"/>
                  </a:lnTo>
                  <a:lnTo>
                    <a:pt x="2716960" y="334872"/>
                  </a:lnTo>
                  <a:lnTo>
                    <a:pt x="2723571" y="322976"/>
                  </a:lnTo>
                  <a:lnTo>
                    <a:pt x="2730182" y="300701"/>
                  </a:lnTo>
                  <a:lnTo>
                    <a:pt x="2736792" y="240465"/>
                  </a:lnTo>
                  <a:lnTo>
                    <a:pt x="2743403" y="185132"/>
                  </a:lnTo>
                  <a:lnTo>
                    <a:pt x="2750014" y="141084"/>
                  </a:lnTo>
                  <a:lnTo>
                    <a:pt x="2756624" y="102856"/>
                  </a:lnTo>
                  <a:lnTo>
                    <a:pt x="2763235" y="71481"/>
                  </a:lnTo>
                  <a:lnTo>
                    <a:pt x="2769845" y="55428"/>
                  </a:lnTo>
                  <a:lnTo>
                    <a:pt x="2776456" y="56779"/>
                  </a:lnTo>
                  <a:lnTo>
                    <a:pt x="2783067" y="62663"/>
                  </a:lnTo>
                  <a:lnTo>
                    <a:pt x="2789677" y="89015"/>
                  </a:lnTo>
                  <a:lnTo>
                    <a:pt x="2796288" y="134163"/>
                  </a:lnTo>
                  <a:lnTo>
                    <a:pt x="2802898" y="188114"/>
                  </a:lnTo>
                  <a:lnTo>
                    <a:pt x="2809509" y="214117"/>
                  </a:lnTo>
                  <a:lnTo>
                    <a:pt x="2816120" y="215731"/>
                  </a:lnTo>
                  <a:lnTo>
                    <a:pt x="2822730" y="179089"/>
                  </a:lnTo>
                  <a:lnTo>
                    <a:pt x="2829341" y="129674"/>
                  </a:lnTo>
                  <a:lnTo>
                    <a:pt x="2835951" y="104783"/>
                  </a:lnTo>
                  <a:lnTo>
                    <a:pt x="2842562" y="105897"/>
                  </a:lnTo>
                  <a:lnTo>
                    <a:pt x="2849173" y="117141"/>
                  </a:lnTo>
                  <a:lnTo>
                    <a:pt x="2855783" y="137840"/>
                  </a:lnTo>
                  <a:lnTo>
                    <a:pt x="2862394" y="180195"/>
                  </a:lnTo>
                  <a:lnTo>
                    <a:pt x="2869005" y="207211"/>
                  </a:lnTo>
                  <a:lnTo>
                    <a:pt x="2875615" y="205316"/>
                  </a:lnTo>
                  <a:lnTo>
                    <a:pt x="2882226" y="208874"/>
                  </a:lnTo>
                  <a:lnTo>
                    <a:pt x="2888836" y="219516"/>
                  </a:lnTo>
                  <a:lnTo>
                    <a:pt x="2895447" y="218352"/>
                  </a:lnTo>
                  <a:lnTo>
                    <a:pt x="2902058" y="226307"/>
                  </a:lnTo>
                  <a:lnTo>
                    <a:pt x="2908668" y="262327"/>
                  </a:lnTo>
                  <a:lnTo>
                    <a:pt x="2915279" y="308214"/>
                  </a:lnTo>
                  <a:lnTo>
                    <a:pt x="2921889" y="363552"/>
                  </a:lnTo>
                  <a:lnTo>
                    <a:pt x="2928500" y="434051"/>
                  </a:lnTo>
                  <a:lnTo>
                    <a:pt x="2935111" y="513874"/>
                  </a:lnTo>
                  <a:lnTo>
                    <a:pt x="2941721" y="604137"/>
                  </a:lnTo>
                  <a:lnTo>
                    <a:pt x="2948332" y="646442"/>
                  </a:lnTo>
                  <a:lnTo>
                    <a:pt x="2954942" y="592387"/>
                  </a:lnTo>
                  <a:lnTo>
                    <a:pt x="2961553" y="468350"/>
                  </a:lnTo>
                  <a:lnTo>
                    <a:pt x="2968164" y="329225"/>
                  </a:lnTo>
                  <a:lnTo>
                    <a:pt x="2974774" y="217409"/>
                  </a:lnTo>
                  <a:lnTo>
                    <a:pt x="2981385" y="133104"/>
                  </a:lnTo>
                  <a:lnTo>
                    <a:pt x="2987995" y="84257"/>
                  </a:lnTo>
                  <a:lnTo>
                    <a:pt x="2994606" y="77664"/>
                  </a:lnTo>
                  <a:lnTo>
                    <a:pt x="3001217" y="109648"/>
                  </a:lnTo>
                  <a:lnTo>
                    <a:pt x="3007827" y="148930"/>
                  </a:lnTo>
                  <a:lnTo>
                    <a:pt x="3014438" y="185858"/>
                  </a:lnTo>
                  <a:lnTo>
                    <a:pt x="3021049" y="199181"/>
                  </a:lnTo>
                  <a:lnTo>
                    <a:pt x="3027659" y="185697"/>
                  </a:lnTo>
                  <a:lnTo>
                    <a:pt x="3034270" y="156610"/>
                  </a:lnTo>
                  <a:lnTo>
                    <a:pt x="3040880" y="140067"/>
                  </a:lnTo>
                  <a:lnTo>
                    <a:pt x="3047491" y="134029"/>
                  </a:lnTo>
                  <a:lnTo>
                    <a:pt x="3054102" y="129753"/>
                  </a:lnTo>
                  <a:lnTo>
                    <a:pt x="3060712" y="115918"/>
                  </a:lnTo>
                  <a:lnTo>
                    <a:pt x="3067323" y="100429"/>
                  </a:lnTo>
                  <a:lnTo>
                    <a:pt x="3073933" y="104360"/>
                  </a:lnTo>
                  <a:lnTo>
                    <a:pt x="3080544" y="137242"/>
                  </a:lnTo>
                  <a:lnTo>
                    <a:pt x="3087155" y="189109"/>
                  </a:lnTo>
                  <a:lnTo>
                    <a:pt x="3093765" y="243468"/>
                  </a:lnTo>
                  <a:lnTo>
                    <a:pt x="3100376" y="291633"/>
                  </a:lnTo>
                  <a:lnTo>
                    <a:pt x="3106986" y="283720"/>
                  </a:lnTo>
                  <a:lnTo>
                    <a:pt x="3113597" y="230694"/>
                  </a:lnTo>
                  <a:lnTo>
                    <a:pt x="3120208" y="182565"/>
                  </a:lnTo>
                  <a:lnTo>
                    <a:pt x="3126818" y="149696"/>
                  </a:lnTo>
                  <a:lnTo>
                    <a:pt x="3133429" y="135253"/>
                  </a:lnTo>
                  <a:lnTo>
                    <a:pt x="3140040" y="150023"/>
                  </a:lnTo>
                  <a:lnTo>
                    <a:pt x="3146650" y="182102"/>
                  </a:lnTo>
                  <a:lnTo>
                    <a:pt x="3153261" y="220814"/>
                  </a:lnTo>
                  <a:lnTo>
                    <a:pt x="3159871" y="287811"/>
                  </a:lnTo>
                  <a:lnTo>
                    <a:pt x="3166482" y="362942"/>
                  </a:lnTo>
                  <a:lnTo>
                    <a:pt x="3173093" y="402207"/>
                  </a:lnTo>
                  <a:lnTo>
                    <a:pt x="3179703" y="423028"/>
                  </a:lnTo>
                  <a:lnTo>
                    <a:pt x="3186314" y="428100"/>
                  </a:lnTo>
                  <a:lnTo>
                    <a:pt x="3192924" y="379385"/>
                  </a:lnTo>
                  <a:lnTo>
                    <a:pt x="3199535" y="317174"/>
                  </a:lnTo>
                  <a:lnTo>
                    <a:pt x="3206146" y="270566"/>
                  </a:lnTo>
                  <a:lnTo>
                    <a:pt x="3212756" y="229539"/>
                  </a:lnTo>
                  <a:lnTo>
                    <a:pt x="3219367" y="208646"/>
                  </a:lnTo>
                  <a:lnTo>
                    <a:pt x="3225977" y="197171"/>
                  </a:lnTo>
                  <a:lnTo>
                    <a:pt x="3232588" y="183252"/>
                  </a:lnTo>
                  <a:lnTo>
                    <a:pt x="3239199" y="178994"/>
                  </a:lnTo>
                  <a:lnTo>
                    <a:pt x="3245809" y="193925"/>
                  </a:lnTo>
                  <a:lnTo>
                    <a:pt x="3252420" y="219644"/>
                  </a:lnTo>
                  <a:lnTo>
                    <a:pt x="3259031" y="265125"/>
                  </a:lnTo>
                  <a:lnTo>
                    <a:pt x="3265641" y="334212"/>
                  </a:lnTo>
                  <a:lnTo>
                    <a:pt x="3272252" y="396926"/>
                  </a:lnTo>
                  <a:lnTo>
                    <a:pt x="3278862" y="444219"/>
                  </a:lnTo>
                  <a:lnTo>
                    <a:pt x="3285473" y="472154"/>
                  </a:lnTo>
                  <a:lnTo>
                    <a:pt x="3292084" y="466577"/>
                  </a:lnTo>
                  <a:lnTo>
                    <a:pt x="3298694" y="448161"/>
                  </a:lnTo>
                  <a:lnTo>
                    <a:pt x="3305305" y="443975"/>
                  </a:lnTo>
                  <a:lnTo>
                    <a:pt x="3311915" y="422348"/>
                  </a:lnTo>
                  <a:lnTo>
                    <a:pt x="3318526" y="375820"/>
                  </a:lnTo>
                  <a:lnTo>
                    <a:pt x="3325137" y="329225"/>
                  </a:lnTo>
                  <a:lnTo>
                    <a:pt x="3331747" y="298032"/>
                  </a:lnTo>
                  <a:lnTo>
                    <a:pt x="3338358" y="266891"/>
                  </a:lnTo>
                  <a:lnTo>
                    <a:pt x="3344968" y="247490"/>
                  </a:lnTo>
                  <a:lnTo>
                    <a:pt x="3351579" y="255317"/>
                  </a:lnTo>
                  <a:lnTo>
                    <a:pt x="3358190" y="287486"/>
                  </a:lnTo>
                  <a:lnTo>
                    <a:pt x="3364800" y="313321"/>
                  </a:lnTo>
                  <a:lnTo>
                    <a:pt x="3371411" y="348424"/>
                  </a:lnTo>
                  <a:lnTo>
                    <a:pt x="3378022" y="341623"/>
                  </a:lnTo>
                  <a:lnTo>
                    <a:pt x="3384632" y="295675"/>
                  </a:lnTo>
                  <a:lnTo>
                    <a:pt x="3391243" y="233805"/>
                  </a:lnTo>
                  <a:lnTo>
                    <a:pt x="3397853" y="195660"/>
                  </a:lnTo>
                  <a:lnTo>
                    <a:pt x="3404464" y="171219"/>
                  </a:lnTo>
                  <a:lnTo>
                    <a:pt x="3411075" y="161958"/>
                  </a:lnTo>
                  <a:lnTo>
                    <a:pt x="3417685" y="161173"/>
                  </a:lnTo>
                  <a:lnTo>
                    <a:pt x="3424296" y="159609"/>
                  </a:lnTo>
                  <a:lnTo>
                    <a:pt x="3430906" y="158801"/>
                  </a:lnTo>
                  <a:lnTo>
                    <a:pt x="3437517" y="142450"/>
                  </a:lnTo>
                  <a:lnTo>
                    <a:pt x="3444128" y="123143"/>
                  </a:lnTo>
                  <a:lnTo>
                    <a:pt x="3450738" y="113538"/>
                  </a:lnTo>
                  <a:lnTo>
                    <a:pt x="3457349" y="106079"/>
                  </a:lnTo>
                  <a:lnTo>
                    <a:pt x="3463959" y="97635"/>
                  </a:lnTo>
                  <a:lnTo>
                    <a:pt x="3470570" y="100512"/>
                  </a:lnTo>
                  <a:lnTo>
                    <a:pt x="3477181" y="102976"/>
                  </a:lnTo>
                  <a:lnTo>
                    <a:pt x="3483791" y="100632"/>
                  </a:lnTo>
                  <a:lnTo>
                    <a:pt x="3490402" y="114487"/>
                  </a:lnTo>
                  <a:lnTo>
                    <a:pt x="3497013" y="134486"/>
                  </a:lnTo>
                  <a:lnTo>
                    <a:pt x="3503623" y="133680"/>
                  </a:lnTo>
                  <a:lnTo>
                    <a:pt x="3510234" y="135699"/>
                  </a:lnTo>
                  <a:lnTo>
                    <a:pt x="3516844" y="127791"/>
                  </a:lnTo>
                  <a:lnTo>
                    <a:pt x="3523455" y="90125"/>
                  </a:lnTo>
                  <a:lnTo>
                    <a:pt x="3530066" y="58054"/>
                  </a:lnTo>
                  <a:lnTo>
                    <a:pt x="3536676" y="63443"/>
                  </a:lnTo>
                  <a:lnTo>
                    <a:pt x="3543287" y="78433"/>
                  </a:lnTo>
                  <a:lnTo>
                    <a:pt x="3549897" y="94180"/>
                  </a:lnTo>
                  <a:lnTo>
                    <a:pt x="3556508" y="136781"/>
                  </a:lnTo>
                  <a:lnTo>
                    <a:pt x="3563119" y="177077"/>
                  </a:lnTo>
                  <a:lnTo>
                    <a:pt x="3569729" y="191161"/>
                  </a:lnTo>
                  <a:lnTo>
                    <a:pt x="3576340" y="195209"/>
                  </a:lnTo>
                  <a:lnTo>
                    <a:pt x="3582950" y="202729"/>
                  </a:lnTo>
                  <a:lnTo>
                    <a:pt x="3589561" y="189028"/>
                  </a:lnTo>
                  <a:lnTo>
                    <a:pt x="3596172" y="168746"/>
                  </a:lnTo>
                  <a:lnTo>
                    <a:pt x="3602782" y="131930"/>
                  </a:lnTo>
                  <a:lnTo>
                    <a:pt x="3609393" y="93610"/>
                  </a:lnTo>
                  <a:lnTo>
                    <a:pt x="3616004" y="61201"/>
                  </a:lnTo>
                  <a:lnTo>
                    <a:pt x="3622614" y="38976"/>
                  </a:lnTo>
                  <a:lnTo>
                    <a:pt x="3629225" y="34458"/>
                  </a:lnTo>
                  <a:lnTo>
                    <a:pt x="3635835" y="32342"/>
                  </a:lnTo>
                  <a:lnTo>
                    <a:pt x="3642446" y="26026"/>
                  </a:lnTo>
                  <a:lnTo>
                    <a:pt x="3649057" y="18888"/>
                  </a:lnTo>
                  <a:lnTo>
                    <a:pt x="3655667" y="12223"/>
                  </a:lnTo>
                  <a:lnTo>
                    <a:pt x="3662278" y="2218"/>
                  </a:lnTo>
                  <a:lnTo>
                    <a:pt x="3668888" y="0"/>
                  </a:lnTo>
                  <a:lnTo>
                    <a:pt x="3675499" y="8868"/>
                  </a:lnTo>
                  <a:lnTo>
                    <a:pt x="3682110" y="28168"/>
                  </a:lnTo>
                  <a:lnTo>
                    <a:pt x="3688720" y="55185"/>
                  </a:lnTo>
                  <a:lnTo>
                    <a:pt x="3695331" y="87170"/>
                  </a:lnTo>
                  <a:lnTo>
                    <a:pt x="3701941" y="109218"/>
                  </a:lnTo>
                  <a:lnTo>
                    <a:pt x="3708552" y="131238"/>
                  </a:lnTo>
                  <a:lnTo>
                    <a:pt x="3715163" y="156872"/>
                  </a:lnTo>
                  <a:lnTo>
                    <a:pt x="3721773" y="169324"/>
                  </a:lnTo>
                  <a:lnTo>
                    <a:pt x="3728384" y="146885"/>
                  </a:lnTo>
                  <a:lnTo>
                    <a:pt x="3734994" y="110733"/>
                  </a:lnTo>
                  <a:lnTo>
                    <a:pt x="3741605" y="63767"/>
                  </a:lnTo>
                  <a:lnTo>
                    <a:pt x="3748216" y="23928"/>
                  </a:lnTo>
                  <a:lnTo>
                    <a:pt x="3754826" y="1198"/>
                  </a:lnTo>
                  <a:lnTo>
                    <a:pt x="3761437" y="4952"/>
                  </a:lnTo>
                  <a:lnTo>
                    <a:pt x="3768048" y="42493"/>
                  </a:lnTo>
                  <a:lnTo>
                    <a:pt x="3774658" y="102088"/>
                  </a:lnTo>
                  <a:lnTo>
                    <a:pt x="3781269" y="159904"/>
                  </a:lnTo>
                  <a:lnTo>
                    <a:pt x="3787879" y="189077"/>
                  </a:lnTo>
                  <a:lnTo>
                    <a:pt x="3794490" y="175282"/>
                  </a:lnTo>
                  <a:lnTo>
                    <a:pt x="3801101" y="148675"/>
                  </a:lnTo>
                  <a:lnTo>
                    <a:pt x="3807711" y="129291"/>
                  </a:lnTo>
                  <a:lnTo>
                    <a:pt x="3814322" y="106724"/>
                  </a:lnTo>
                  <a:lnTo>
                    <a:pt x="3820932" y="107760"/>
                  </a:lnTo>
                  <a:lnTo>
                    <a:pt x="3827543" y="117545"/>
                  </a:lnTo>
                  <a:lnTo>
                    <a:pt x="3834154" y="126350"/>
                  </a:lnTo>
                  <a:lnTo>
                    <a:pt x="3840764" y="135361"/>
                  </a:lnTo>
                  <a:lnTo>
                    <a:pt x="3847375" y="145133"/>
                  </a:lnTo>
                  <a:lnTo>
                    <a:pt x="3853985" y="134137"/>
                  </a:lnTo>
                  <a:lnTo>
                    <a:pt x="3860596" y="117760"/>
                  </a:lnTo>
                  <a:lnTo>
                    <a:pt x="3867207" y="94262"/>
                  </a:lnTo>
                  <a:lnTo>
                    <a:pt x="3873817" y="70752"/>
                  </a:lnTo>
                  <a:lnTo>
                    <a:pt x="3880428" y="66968"/>
                  </a:lnTo>
                  <a:lnTo>
                    <a:pt x="3887039" y="80608"/>
                  </a:lnTo>
                  <a:lnTo>
                    <a:pt x="3893649" y="100441"/>
                  </a:lnTo>
                  <a:lnTo>
                    <a:pt x="3900260" y="115202"/>
                  </a:lnTo>
                  <a:lnTo>
                    <a:pt x="3906870" y="116573"/>
                  </a:lnTo>
                  <a:lnTo>
                    <a:pt x="3913481" y="109550"/>
                  </a:lnTo>
                  <a:lnTo>
                    <a:pt x="3920092" y="78973"/>
                  </a:lnTo>
                  <a:lnTo>
                    <a:pt x="3926702" y="50091"/>
                  </a:lnTo>
                  <a:lnTo>
                    <a:pt x="3933313" y="31077"/>
                  </a:lnTo>
                  <a:lnTo>
                    <a:pt x="3939923" y="17762"/>
                  </a:lnTo>
                  <a:lnTo>
                    <a:pt x="3946534" y="12640"/>
                  </a:lnTo>
                  <a:lnTo>
                    <a:pt x="3953145" y="27865"/>
                  </a:lnTo>
                  <a:lnTo>
                    <a:pt x="3959755" y="52216"/>
                  </a:lnTo>
                  <a:lnTo>
                    <a:pt x="3966366" y="71985"/>
                  </a:lnTo>
                  <a:lnTo>
                    <a:pt x="3972976" y="90297"/>
                  </a:lnTo>
                  <a:lnTo>
                    <a:pt x="3979587" y="91562"/>
                  </a:lnTo>
                  <a:lnTo>
                    <a:pt x="3986198" y="96470"/>
                  </a:lnTo>
                  <a:lnTo>
                    <a:pt x="3992808" y="106213"/>
                  </a:lnTo>
                  <a:lnTo>
                    <a:pt x="3999419" y="125282"/>
                  </a:lnTo>
                  <a:lnTo>
                    <a:pt x="4006030" y="162389"/>
                  </a:lnTo>
                  <a:lnTo>
                    <a:pt x="4012640" y="213474"/>
                  </a:lnTo>
                  <a:lnTo>
                    <a:pt x="4019251" y="266179"/>
                  </a:lnTo>
                  <a:lnTo>
                    <a:pt x="4025861" y="319772"/>
                  </a:lnTo>
                  <a:lnTo>
                    <a:pt x="4032472" y="361483"/>
                  </a:lnTo>
                  <a:lnTo>
                    <a:pt x="4039083" y="387252"/>
                  </a:lnTo>
                  <a:lnTo>
                    <a:pt x="4045693" y="411806"/>
                  </a:lnTo>
                  <a:lnTo>
                    <a:pt x="4052304" y="423444"/>
                  </a:lnTo>
                  <a:lnTo>
                    <a:pt x="4058914" y="442958"/>
                  </a:lnTo>
                  <a:lnTo>
                    <a:pt x="4065525" y="491848"/>
                  </a:lnTo>
                  <a:lnTo>
                    <a:pt x="4072136" y="576883"/>
                  </a:lnTo>
                  <a:lnTo>
                    <a:pt x="4078746" y="692426"/>
                  </a:lnTo>
                  <a:lnTo>
                    <a:pt x="4085357" y="848423"/>
                  </a:lnTo>
                  <a:lnTo>
                    <a:pt x="4091967" y="960159"/>
                  </a:lnTo>
                  <a:lnTo>
                    <a:pt x="4098578" y="1071945"/>
                  </a:lnTo>
                  <a:lnTo>
                    <a:pt x="4105189" y="1103818"/>
                  </a:lnTo>
                  <a:lnTo>
                    <a:pt x="4111799" y="1080971"/>
                  </a:lnTo>
                  <a:lnTo>
                    <a:pt x="4118410" y="1057276"/>
                  </a:lnTo>
                  <a:lnTo>
                    <a:pt x="4125021" y="1053275"/>
                  </a:lnTo>
                  <a:lnTo>
                    <a:pt x="4131631" y="1072718"/>
                  </a:lnTo>
                  <a:lnTo>
                    <a:pt x="4138242" y="1097399"/>
                  </a:lnTo>
                  <a:lnTo>
                    <a:pt x="4144852" y="1152394"/>
                  </a:lnTo>
                  <a:lnTo>
                    <a:pt x="4151463" y="1196983"/>
                  </a:lnTo>
                  <a:lnTo>
                    <a:pt x="4158074" y="1216375"/>
                  </a:lnTo>
                  <a:lnTo>
                    <a:pt x="4164684" y="1235129"/>
                  </a:lnTo>
                  <a:lnTo>
                    <a:pt x="4171295" y="1222267"/>
                  </a:lnTo>
                  <a:lnTo>
                    <a:pt x="4177905" y="1198194"/>
                  </a:lnTo>
                  <a:lnTo>
                    <a:pt x="4184516" y="1186312"/>
                  </a:lnTo>
                  <a:lnTo>
                    <a:pt x="4191127" y="1186312"/>
                  </a:lnTo>
                  <a:lnTo>
                    <a:pt x="4197737" y="1171032"/>
                  </a:lnTo>
                  <a:lnTo>
                    <a:pt x="4204348" y="1159701"/>
                  </a:lnTo>
                  <a:lnTo>
                    <a:pt x="4210958" y="1164501"/>
                  </a:lnTo>
                  <a:lnTo>
                    <a:pt x="4217569" y="1186894"/>
                  </a:lnTo>
                  <a:lnTo>
                    <a:pt x="4224180" y="1198802"/>
                  </a:lnTo>
                  <a:lnTo>
                    <a:pt x="4230790" y="1163964"/>
                  </a:lnTo>
                  <a:lnTo>
                    <a:pt x="4237401" y="1106427"/>
                  </a:lnTo>
                  <a:lnTo>
                    <a:pt x="4244012" y="1056179"/>
                  </a:lnTo>
                  <a:lnTo>
                    <a:pt x="4250622" y="1035098"/>
                  </a:lnTo>
                  <a:lnTo>
                    <a:pt x="4257233" y="1028410"/>
                  </a:lnTo>
                  <a:lnTo>
                    <a:pt x="4263843" y="1044738"/>
                  </a:lnTo>
                  <a:lnTo>
                    <a:pt x="4270454" y="1066590"/>
                  </a:lnTo>
                  <a:lnTo>
                    <a:pt x="4277065" y="1089064"/>
                  </a:lnTo>
                  <a:lnTo>
                    <a:pt x="4283675" y="1058010"/>
                  </a:lnTo>
                  <a:lnTo>
                    <a:pt x="4290286" y="981387"/>
                  </a:lnTo>
                  <a:lnTo>
                    <a:pt x="4296896" y="915094"/>
                  </a:lnTo>
                  <a:lnTo>
                    <a:pt x="4303507" y="863018"/>
                  </a:lnTo>
                  <a:lnTo>
                    <a:pt x="4310118" y="829808"/>
                  </a:lnTo>
                  <a:lnTo>
                    <a:pt x="4316728" y="838040"/>
                  </a:lnTo>
                  <a:lnTo>
                    <a:pt x="4323339" y="865404"/>
                  </a:lnTo>
                  <a:lnTo>
                    <a:pt x="4329949" y="906636"/>
                  </a:lnTo>
                  <a:lnTo>
                    <a:pt x="4336560" y="988170"/>
                  </a:lnTo>
                  <a:lnTo>
                    <a:pt x="4343171" y="1069255"/>
                  </a:lnTo>
                  <a:lnTo>
                    <a:pt x="4349781" y="1089064"/>
                  </a:lnTo>
                  <a:lnTo>
                    <a:pt x="4356392" y="1145274"/>
                  </a:lnTo>
                  <a:lnTo>
                    <a:pt x="4363003" y="1213155"/>
                  </a:lnTo>
                  <a:lnTo>
                    <a:pt x="4369613" y="1232372"/>
                  </a:lnTo>
                  <a:lnTo>
                    <a:pt x="4376224" y="1282591"/>
                  </a:lnTo>
                  <a:lnTo>
                    <a:pt x="4382834" y="1379838"/>
                  </a:lnTo>
                  <a:lnTo>
                    <a:pt x="4389445" y="1430742"/>
                  </a:lnTo>
                  <a:lnTo>
                    <a:pt x="4396056" y="1404132"/>
                  </a:lnTo>
                  <a:lnTo>
                    <a:pt x="4402666" y="1336799"/>
                  </a:lnTo>
                  <a:lnTo>
                    <a:pt x="4409277" y="1299517"/>
                  </a:lnTo>
                  <a:lnTo>
                    <a:pt x="4415887" y="1282591"/>
                  </a:lnTo>
                  <a:lnTo>
                    <a:pt x="4422498" y="1266632"/>
                  </a:lnTo>
                  <a:lnTo>
                    <a:pt x="4429109" y="1266632"/>
                  </a:lnTo>
                  <a:lnTo>
                    <a:pt x="4435719" y="1317536"/>
                  </a:lnTo>
                  <a:lnTo>
                    <a:pt x="4442330" y="1336799"/>
                  </a:lnTo>
                  <a:lnTo>
                    <a:pt x="4448940" y="1317536"/>
                  </a:lnTo>
                  <a:lnTo>
                    <a:pt x="4455551" y="1305693"/>
                  </a:lnTo>
                  <a:lnTo>
                    <a:pt x="4462162" y="1272115"/>
                  </a:lnTo>
                  <a:lnTo>
                    <a:pt x="4468772" y="1215083"/>
                  </a:lnTo>
                  <a:lnTo>
                    <a:pt x="4475383" y="1167748"/>
                  </a:lnTo>
                  <a:lnTo>
                    <a:pt x="4481993" y="1146785"/>
                  </a:lnTo>
                  <a:lnTo>
                    <a:pt x="4488604" y="1143772"/>
                  </a:lnTo>
                  <a:lnTo>
                    <a:pt x="4495215" y="1153944"/>
                  </a:lnTo>
                  <a:lnTo>
                    <a:pt x="4501825" y="1175473"/>
                  </a:lnTo>
                  <a:lnTo>
                    <a:pt x="4508436" y="1224259"/>
                  </a:lnTo>
                  <a:lnTo>
                    <a:pt x="4515047" y="1283413"/>
                  </a:lnTo>
                  <a:lnTo>
                    <a:pt x="4521657" y="1317536"/>
                  </a:lnTo>
                  <a:lnTo>
                    <a:pt x="4528268" y="1336799"/>
                  </a:lnTo>
                  <a:lnTo>
                    <a:pt x="4534878" y="1357490"/>
                  </a:lnTo>
                  <a:lnTo>
                    <a:pt x="4541489" y="1357490"/>
                  </a:lnTo>
                  <a:lnTo>
                    <a:pt x="4548100" y="1336799"/>
                  </a:lnTo>
                  <a:lnTo>
                    <a:pt x="4554710" y="1336799"/>
                  </a:lnTo>
                  <a:lnTo>
                    <a:pt x="4561321" y="1357490"/>
                  </a:lnTo>
                  <a:lnTo>
                    <a:pt x="4567931" y="1379838"/>
                  </a:lnTo>
                  <a:lnTo>
                    <a:pt x="4574542" y="1404132"/>
                  </a:lnTo>
                  <a:lnTo>
                    <a:pt x="4581153" y="1404132"/>
                  </a:lnTo>
                  <a:lnTo>
                    <a:pt x="4587763" y="1379838"/>
                  </a:lnTo>
                  <a:lnTo>
                    <a:pt x="4594374" y="1354287"/>
                  </a:lnTo>
                  <a:lnTo>
                    <a:pt x="4600984" y="1296912"/>
                  </a:lnTo>
                  <a:lnTo>
                    <a:pt x="4607595" y="1264315"/>
                  </a:lnTo>
                  <a:lnTo>
                    <a:pt x="4614206" y="1264315"/>
                  </a:lnTo>
                  <a:lnTo>
                    <a:pt x="4620816" y="1280138"/>
                  </a:lnTo>
                  <a:lnTo>
                    <a:pt x="4627427" y="1299517"/>
                  </a:lnTo>
                  <a:lnTo>
                    <a:pt x="4634038" y="1357490"/>
                  </a:lnTo>
                  <a:lnTo>
                    <a:pt x="4640648" y="1404132"/>
                  </a:lnTo>
                  <a:lnTo>
                    <a:pt x="4647259" y="1430742"/>
                  </a:lnTo>
                  <a:lnTo>
                    <a:pt x="4653869" y="1404132"/>
                  </a:lnTo>
                  <a:lnTo>
                    <a:pt x="4660480" y="1379838"/>
                  </a:lnTo>
                  <a:lnTo>
                    <a:pt x="4667091" y="1357490"/>
                  </a:lnTo>
                  <a:lnTo>
                    <a:pt x="4673701" y="1336799"/>
                  </a:lnTo>
                  <a:lnTo>
                    <a:pt x="4680312" y="1266632"/>
                  </a:lnTo>
                  <a:lnTo>
                    <a:pt x="4686922" y="1223593"/>
                  </a:lnTo>
                  <a:lnTo>
                    <a:pt x="4693533" y="1198194"/>
                  </a:lnTo>
                  <a:lnTo>
                    <a:pt x="4700144" y="1186312"/>
                  </a:lnTo>
                  <a:lnTo>
                    <a:pt x="4706754" y="1174914"/>
                  </a:lnTo>
                  <a:lnTo>
                    <a:pt x="4713365" y="1210605"/>
                  </a:lnTo>
                  <a:lnTo>
                    <a:pt x="4719975" y="1266632"/>
                  </a:lnTo>
                  <a:lnTo>
                    <a:pt x="4726586" y="1317536"/>
                  </a:lnTo>
                  <a:lnTo>
                    <a:pt x="4733197" y="1357490"/>
                  </a:lnTo>
                  <a:lnTo>
                    <a:pt x="4739807" y="1379838"/>
                  </a:lnTo>
                  <a:lnTo>
                    <a:pt x="4746418" y="1379838"/>
                  </a:lnTo>
                  <a:lnTo>
                    <a:pt x="4753029" y="1379838"/>
                  </a:lnTo>
                  <a:lnTo>
                    <a:pt x="4759639" y="1357490"/>
                  </a:lnTo>
                  <a:lnTo>
                    <a:pt x="4766250" y="1317536"/>
                  </a:lnTo>
                  <a:lnTo>
                    <a:pt x="4772860" y="1299517"/>
                  </a:lnTo>
                  <a:lnTo>
                    <a:pt x="4779471" y="1282591"/>
                  </a:lnTo>
                  <a:lnTo>
                    <a:pt x="4786082" y="1266632"/>
                  </a:lnTo>
                  <a:lnTo>
                    <a:pt x="4792692" y="1282591"/>
                  </a:lnTo>
                  <a:lnTo>
                    <a:pt x="4799303" y="1317536"/>
                  </a:lnTo>
                  <a:lnTo>
                    <a:pt x="4805913" y="1357490"/>
                  </a:lnTo>
                  <a:lnTo>
                    <a:pt x="4812524" y="1404132"/>
                  </a:lnTo>
                  <a:lnTo>
                    <a:pt x="4819135" y="1430742"/>
                  </a:lnTo>
                  <a:lnTo>
                    <a:pt x="4825745" y="1430742"/>
                  </a:lnTo>
                  <a:lnTo>
                    <a:pt x="4832356" y="1430742"/>
                  </a:lnTo>
                  <a:lnTo>
                    <a:pt x="4838966" y="1430742"/>
                  </a:lnTo>
                  <a:lnTo>
                    <a:pt x="4845577" y="1404132"/>
                  </a:lnTo>
                  <a:lnTo>
                    <a:pt x="4852188" y="1357490"/>
                  </a:lnTo>
                  <a:lnTo>
                    <a:pt x="4858798" y="1299517"/>
                  </a:lnTo>
                  <a:lnTo>
                    <a:pt x="4865409" y="1266632"/>
                  </a:lnTo>
                  <a:lnTo>
                    <a:pt x="4872020" y="1251537"/>
                  </a:lnTo>
                  <a:lnTo>
                    <a:pt x="4878630" y="1237216"/>
                  </a:lnTo>
                  <a:lnTo>
                    <a:pt x="4885241" y="1237216"/>
                  </a:lnTo>
                  <a:lnTo>
                    <a:pt x="4891851" y="1258983"/>
                  </a:lnTo>
                  <a:lnTo>
                    <a:pt x="4898462" y="1272115"/>
                  </a:lnTo>
                  <a:lnTo>
                    <a:pt x="4905073" y="1242145"/>
                  </a:lnTo>
                  <a:lnTo>
                    <a:pt x="4911683" y="1242145"/>
                  </a:lnTo>
                  <a:lnTo>
                    <a:pt x="4918294" y="1242145"/>
                  </a:lnTo>
                  <a:lnTo>
                    <a:pt x="4924904" y="1235129"/>
                  </a:lnTo>
                  <a:lnTo>
                    <a:pt x="4931515" y="1210605"/>
                  </a:lnTo>
                  <a:lnTo>
                    <a:pt x="4938126" y="1223593"/>
                  </a:lnTo>
                  <a:lnTo>
                    <a:pt x="4944736" y="1186312"/>
                  </a:lnTo>
                  <a:lnTo>
                    <a:pt x="4951347" y="1163964"/>
                  </a:lnTo>
                  <a:lnTo>
                    <a:pt x="4957957" y="1140791"/>
                  </a:lnTo>
                  <a:lnTo>
                    <a:pt x="4964568" y="1131079"/>
                  </a:lnTo>
                  <a:lnTo>
                    <a:pt x="4971179" y="1087019"/>
                  </a:lnTo>
                  <a:lnTo>
                    <a:pt x="4977789" y="1027091"/>
                  </a:lnTo>
                  <a:lnTo>
                    <a:pt x="4984400" y="984476"/>
                  </a:lnTo>
                  <a:lnTo>
                    <a:pt x="4991011" y="985891"/>
                  </a:lnTo>
                  <a:lnTo>
                    <a:pt x="4997621" y="1009566"/>
                  </a:lnTo>
                  <a:lnTo>
                    <a:pt x="5004232" y="1056545"/>
                  </a:lnTo>
                  <a:lnTo>
                    <a:pt x="5010842" y="1153427"/>
                  </a:lnTo>
                  <a:lnTo>
                    <a:pt x="5017453" y="1085799"/>
                  </a:lnTo>
                  <a:lnTo>
                    <a:pt x="5024064" y="935887"/>
                  </a:lnTo>
                  <a:lnTo>
                    <a:pt x="5030674" y="784806"/>
                  </a:lnTo>
                  <a:lnTo>
                    <a:pt x="5037285" y="661565"/>
                  </a:lnTo>
                  <a:lnTo>
                    <a:pt x="5043895" y="552535"/>
                  </a:lnTo>
                  <a:lnTo>
                    <a:pt x="5050506" y="478074"/>
                  </a:lnTo>
                  <a:lnTo>
                    <a:pt x="5057117" y="421671"/>
                  </a:lnTo>
                  <a:lnTo>
                    <a:pt x="5063727" y="381168"/>
                  </a:lnTo>
                  <a:lnTo>
                    <a:pt x="5070338" y="345890"/>
                  </a:lnTo>
                  <a:lnTo>
                    <a:pt x="5076948" y="312302"/>
                  </a:lnTo>
                  <a:lnTo>
                    <a:pt x="5083559" y="291350"/>
                  </a:lnTo>
                  <a:lnTo>
                    <a:pt x="5090170" y="270325"/>
                  </a:lnTo>
                  <a:lnTo>
                    <a:pt x="5096780" y="251530"/>
                  </a:lnTo>
                  <a:lnTo>
                    <a:pt x="5103391" y="234458"/>
                  </a:lnTo>
                  <a:lnTo>
                    <a:pt x="5110002" y="238722"/>
                  </a:lnTo>
                  <a:lnTo>
                    <a:pt x="5116612" y="253232"/>
                  </a:lnTo>
                  <a:lnTo>
                    <a:pt x="5123223" y="284686"/>
                  </a:lnTo>
                  <a:lnTo>
                    <a:pt x="5129833" y="324087"/>
                  </a:lnTo>
                  <a:lnTo>
                    <a:pt x="5136444" y="391001"/>
                  </a:lnTo>
                  <a:lnTo>
                    <a:pt x="5143055" y="470492"/>
                  </a:lnTo>
                  <a:lnTo>
                    <a:pt x="5149665" y="548537"/>
                  </a:lnTo>
                  <a:lnTo>
                    <a:pt x="5156276" y="626400"/>
                  </a:lnTo>
                  <a:lnTo>
                    <a:pt x="5162886" y="726566"/>
                  </a:lnTo>
                  <a:lnTo>
                    <a:pt x="5169497" y="818365"/>
                  </a:lnTo>
                  <a:lnTo>
                    <a:pt x="5176108" y="883484"/>
                  </a:lnTo>
                  <a:lnTo>
                    <a:pt x="5182718" y="939949"/>
                  </a:lnTo>
                  <a:lnTo>
                    <a:pt x="5189329" y="959900"/>
                  </a:lnTo>
                  <a:lnTo>
                    <a:pt x="5195939" y="985891"/>
                  </a:lnTo>
                  <a:lnTo>
                    <a:pt x="5202550" y="1021234"/>
                  </a:lnTo>
                  <a:lnTo>
                    <a:pt x="5209161" y="1048618"/>
                  </a:lnTo>
                  <a:lnTo>
                    <a:pt x="5215771" y="1063201"/>
                  </a:lnTo>
                  <a:lnTo>
                    <a:pt x="5222382" y="1090712"/>
                  </a:lnTo>
                  <a:lnTo>
                    <a:pt x="5228992" y="1098671"/>
                  </a:lnTo>
                  <a:lnTo>
                    <a:pt x="5235603" y="1098671"/>
                  </a:lnTo>
                  <a:lnTo>
                    <a:pt x="5242214" y="1074272"/>
                  </a:lnTo>
                  <a:lnTo>
                    <a:pt x="5248824" y="1059114"/>
                  </a:lnTo>
                  <a:lnTo>
                    <a:pt x="5255435" y="1078193"/>
                  </a:lnTo>
                  <a:lnTo>
                    <a:pt x="5262046" y="1114855"/>
                  </a:lnTo>
                  <a:lnTo>
                    <a:pt x="5268656" y="1153427"/>
                  </a:lnTo>
                  <a:lnTo>
                    <a:pt x="5275267" y="1223593"/>
                  </a:lnTo>
                  <a:lnTo>
                    <a:pt x="5281877" y="1336799"/>
                  </a:lnTo>
                  <a:lnTo>
                    <a:pt x="5288488" y="1379838"/>
                  </a:lnTo>
                  <a:lnTo>
                    <a:pt x="5295099" y="1379838"/>
                  </a:lnTo>
                  <a:lnTo>
                    <a:pt x="5301709" y="1338801"/>
                  </a:lnTo>
                  <a:lnTo>
                    <a:pt x="5308320" y="1319404"/>
                  </a:lnTo>
                  <a:lnTo>
                    <a:pt x="5314930" y="1301268"/>
                  </a:lnTo>
                  <a:lnTo>
                    <a:pt x="5321541" y="1319404"/>
                  </a:lnTo>
                  <a:lnTo>
                    <a:pt x="5328152" y="1301268"/>
                  </a:lnTo>
                  <a:lnTo>
                    <a:pt x="5334762" y="1251537"/>
                  </a:lnTo>
                  <a:lnTo>
                    <a:pt x="5341373" y="1174914"/>
                  </a:lnTo>
                  <a:lnTo>
                    <a:pt x="5347983" y="1139804"/>
                  </a:lnTo>
                  <a:lnTo>
                    <a:pt x="5354594" y="1120771"/>
                  </a:lnTo>
                  <a:lnTo>
                    <a:pt x="5361205" y="1139804"/>
                  </a:lnTo>
                  <a:lnTo>
                    <a:pt x="5367815" y="1193977"/>
                  </a:lnTo>
                  <a:lnTo>
                    <a:pt x="5374426" y="1293476"/>
                  </a:lnTo>
                  <a:lnTo>
                    <a:pt x="5381037" y="1379838"/>
                  </a:lnTo>
                  <a:lnTo>
                    <a:pt x="5387647" y="1430742"/>
                  </a:lnTo>
                  <a:lnTo>
                    <a:pt x="5394258" y="1430742"/>
                  </a:lnTo>
                  <a:lnTo>
                    <a:pt x="5400868" y="1430742"/>
                  </a:lnTo>
                  <a:lnTo>
                    <a:pt x="5407479" y="1379838"/>
                  </a:lnTo>
                  <a:lnTo>
                    <a:pt x="5414090" y="1336799"/>
                  </a:lnTo>
                  <a:lnTo>
                    <a:pt x="5420700" y="1299517"/>
                  </a:lnTo>
                  <a:lnTo>
                    <a:pt x="5427311" y="1266632"/>
                  </a:lnTo>
                  <a:lnTo>
                    <a:pt x="5433921" y="1266632"/>
                  </a:lnTo>
                  <a:lnTo>
                    <a:pt x="5440532" y="1299517"/>
                  </a:lnTo>
                  <a:lnTo>
                    <a:pt x="5447143" y="1317536"/>
                  </a:lnTo>
                  <a:lnTo>
                    <a:pt x="5453753" y="1317536"/>
                  </a:lnTo>
                  <a:lnTo>
                    <a:pt x="5460364" y="1325083"/>
                  </a:lnTo>
                  <a:lnTo>
                    <a:pt x="5466974" y="1311097"/>
                  </a:lnTo>
                  <a:lnTo>
                    <a:pt x="5473585" y="1311097"/>
                  </a:lnTo>
                  <a:lnTo>
                    <a:pt x="5480196" y="1329905"/>
                  </a:lnTo>
                  <a:lnTo>
                    <a:pt x="5486806" y="1371811"/>
                  </a:lnTo>
                  <a:lnTo>
                    <a:pt x="5493417" y="1410550"/>
                  </a:lnTo>
                  <a:lnTo>
                    <a:pt x="5500028" y="1430742"/>
                  </a:lnTo>
                  <a:lnTo>
                    <a:pt x="5506638" y="1430742"/>
                  </a:lnTo>
                  <a:lnTo>
                    <a:pt x="5513249" y="1430742"/>
                  </a:lnTo>
                  <a:lnTo>
                    <a:pt x="5519859" y="1430742"/>
                  </a:lnTo>
                  <a:lnTo>
                    <a:pt x="5526470" y="1430742"/>
                  </a:lnTo>
                  <a:lnTo>
                    <a:pt x="5533081" y="1430742"/>
                  </a:lnTo>
                  <a:lnTo>
                    <a:pt x="5539691" y="1379838"/>
                  </a:lnTo>
                  <a:lnTo>
                    <a:pt x="5546302" y="1336799"/>
                  </a:lnTo>
                  <a:lnTo>
                    <a:pt x="5552912" y="1317536"/>
                  </a:lnTo>
                  <a:lnTo>
                    <a:pt x="5559523" y="1317536"/>
                  </a:lnTo>
                  <a:lnTo>
                    <a:pt x="5566134" y="1317536"/>
                  </a:lnTo>
                  <a:lnTo>
                    <a:pt x="5572744" y="1357490"/>
                  </a:lnTo>
                  <a:lnTo>
                    <a:pt x="5579355" y="1404132"/>
                  </a:lnTo>
                  <a:lnTo>
                    <a:pt x="5585965" y="1430742"/>
                  </a:lnTo>
                  <a:lnTo>
                    <a:pt x="5592576" y="1430742"/>
                  </a:lnTo>
                  <a:lnTo>
                    <a:pt x="5599187" y="1430742"/>
                  </a:lnTo>
                  <a:lnTo>
                    <a:pt x="5605797" y="1430742"/>
                  </a:lnTo>
                  <a:lnTo>
                    <a:pt x="5612408" y="1430742"/>
                  </a:lnTo>
                  <a:lnTo>
                    <a:pt x="5619019" y="1430742"/>
                  </a:lnTo>
                  <a:lnTo>
                    <a:pt x="5625629" y="1379838"/>
                  </a:lnTo>
                  <a:lnTo>
                    <a:pt x="5632240" y="1299517"/>
                  </a:lnTo>
                  <a:lnTo>
                    <a:pt x="5638850" y="1223593"/>
                  </a:lnTo>
                  <a:lnTo>
                    <a:pt x="5645461" y="1198194"/>
                  </a:lnTo>
                  <a:lnTo>
                    <a:pt x="5652072" y="1186312"/>
                  </a:lnTo>
                  <a:lnTo>
                    <a:pt x="5658682" y="1210605"/>
                  </a:lnTo>
                  <a:lnTo>
                    <a:pt x="5665293" y="1266632"/>
                  </a:lnTo>
                  <a:lnTo>
                    <a:pt x="5671903" y="1357490"/>
                  </a:lnTo>
                  <a:lnTo>
                    <a:pt x="5678514" y="1379838"/>
                  </a:lnTo>
                  <a:lnTo>
                    <a:pt x="5685125" y="1357490"/>
                  </a:lnTo>
                  <a:lnTo>
                    <a:pt x="5691735" y="1336799"/>
                  </a:lnTo>
                  <a:lnTo>
                    <a:pt x="5698346" y="1336799"/>
                  </a:lnTo>
                  <a:lnTo>
                    <a:pt x="5704956" y="1336799"/>
                  </a:lnTo>
                  <a:lnTo>
                    <a:pt x="5711567" y="1357490"/>
                  </a:lnTo>
                  <a:lnTo>
                    <a:pt x="5718178" y="1404132"/>
                  </a:lnTo>
                  <a:lnTo>
                    <a:pt x="5724788" y="1430742"/>
                  </a:lnTo>
                  <a:lnTo>
                    <a:pt x="5731399" y="1430742"/>
                  </a:lnTo>
                  <a:lnTo>
                    <a:pt x="5738010" y="1430742"/>
                  </a:lnTo>
                  <a:lnTo>
                    <a:pt x="5744620" y="1430742"/>
                  </a:lnTo>
                  <a:lnTo>
                    <a:pt x="5751231" y="1430742"/>
                  </a:lnTo>
                  <a:lnTo>
                    <a:pt x="5757841" y="1430742"/>
                  </a:lnTo>
                  <a:lnTo>
                    <a:pt x="5764452" y="1430742"/>
                  </a:lnTo>
                  <a:lnTo>
                    <a:pt x="5771063" y="1404132"/>
                  </a:lnTo>
                  <a:lnTo>
                    <a:pt x="5777673" y="1357490"/>
                  </a:lnTo>
                  <a:lnTo>
                    <a:pt x="5784284" y="1336799"/>
                  </a:lnTo>
                  <a:lnTo>
                    <a:pt x="5790894" y="1336799"/>
                  </a:lnTo>
                  <a:lnTo>
                    <a:pt x="5797505" y="1336799"/>
                  </a:lnTo>
                  <a:lnTo>
                    <a:pt x="5804116" y="1357490"/>
                  </a:lnTo>
                  <a:lnTo>
                    <a:pt x="5810726" y="1404132"/>
                  </a:lnTo>
                  <a:lnTo>
                    <a:pt x="5817337" y="1430742"/>
                  </a:lnTo>
                  <a:lnTo>
                    <a:pt x="5823947" y="1430742"/>
                  </a:lnTo>
                  <a:lnTo>
                    <a:pt x="5830558" y="1430742"/>
                  </a:lnTo>
                  <a:lnTo>
                    <a:pt x="5837169" y="1430742"/>
                  </a:lnTo>
                  <a:lnTo>
                    <a:pt x="5843779" y="1430742"/>
                  </a:lnTo>
                  <a:lnTo>
                    <a:pt x="5850390" y="1430742"/>
                  </a:lnTo>
                  <a:lnTo>
                    <a:pt x="5857001" y="1430742"/>
                  </a:lnTo>
                  <a:lnTo>
                    <a:pt x="5863611" y="1430742"/>
                  </a:lnTo>
                  <a:lnTo>
                    <a:pt x="5870222" y="1430742"/>
                  </a:lnTo>
                  <a:lnTo>
                    <a:pt x="5876832" y="1430742"/>
                  </a:lnTo>
                  <a:lnTo>
                    <a:pt x="5883443" y="1430742"/>
                  </a:lnTo>
                  <a:lnTo>
                    <a:pt x="5890054" y="1430742"/>
                  </a:lnTo>
                  <a:lnTo>
                    <a:pt x="5896664" y="1430742"/>
                  </a:lnTo>
                  <a:lnTo>
                    <a:pt x="5903275" y="1430742"/>
                  </a:lnTo>
                  <a:lnTo>
                    <a:pt x="5909885" y="1430742"/>
                  </a:lnTo>
                  <a:lnTo>
                    <a:pt x="5916496" y="1430742"/>
                  </a:lnTo>
                  <a:lnTo>
                    <a:pt x="5923107" y="1430742"/>
                  </a:lnTo>
                  <a:lnTo>
                    <a:pt x="5929717" y="1430742"/>
                  </a:lnTo>
                  <a:lnTo>
                    <a:pt x="5936328" y="1430742"/>
                  </a:lnTo>
                  <a:lnTo>
                    <a:pt x="5942938" y="1430742"/>
                  </a:lnTo>
                  <a:lnTo>
                    <a:pt x="5949549" y="1430742"/>
                  </a:lnTo>
                  <a:lnTo>
                    <a:pt x="5956160" y="1430742"/>
                  </a:lnTo>
                  <a:lnTo>
                    <a:pt x="5962770" y="1430742"/>
                  </a:lnTo>
                  <a:lnTo>
                    <a:pt x="5969381" y="1430742"/>
                  </a:lnTo>
                  <a:lnTo>
                    <a:pt x="5975991" y="1430742"/>
                  </a:lnTo>
                  <a:lnTo>
                    <a:pt x="5982602" y="1430742"/>
                  </a:lnTo>
                  <a:lnTo>
                    <a:pt x="5989213" y="1430742"/>
                  </a:lnTo>
                  <a:lnTo>
                    <a:pt x="5995823" y="1430742"/>
                  </a:lnTo>
                  <a:lnTo>
                    <a:pt x="6002434" y="1430742"/>
                  </a:lnTo>
                  <a:lnTo>
                    <a:pt x="6009045" y="1430742"/>
                  </a:lnTo>
                  <a:lnTo>
                    <a:pt x="6015655" y="1430742"/>
                  </a:lnTo>
                  <a:lnTo>
                    <a:pt x="6022266" y="1430742"/>
                  </a:lnTo>
                  <a:lnTo>
                    <a:pt x="6028876" y="1430742"/>
                  </a:lnTo>
                  <a:lnTo>
                    <a:pt x="6035487" y="1430742"/>
                  </a:lnTo>
                  <a:lnTo>
                    <a:pt x="6042098" y="1430742"/>
                  </a:lnTo>
                  <a:lnTo>
                    <a:pt x="6048708" y="1430742"/>
                  </a:lnTo>
                  <a:lnTo>
                    <a:pt x="6055319" y="1430742"/>
                  </a:lnTo>
                  <a:lnTo>
                    <a:pt x="6061929" y="1430742"/>
                  </a:lnTo>
                  <a:lnTo>
                    <a:pt x="6068540" y="1430742"/>
                  </a:lnTo>
                  <a:lnTo>
                    <a:pt x="6075151" y="1404132"/>
                  </a:lnTo>
                  <a:lnTo>
                    <a:pt x="6081761" y="1357490"/>
                  </a:lnTo>
                  <a:lnTo>
                    <a:pt x="6088372" y="1317536"/>
                  </a:lnTo>
                  <a:lnTo>
                    <a:pt x="6094982" y="1299517"/>
                  </a:lnTo>
                  <a:lnTo>
                    <a:pt x="6101593" y="1276901"/>
                  </a:lnTo>
                  <a:lnTo>
                    <a:pt x="6108204" y="1276901"/>
                  </a:lnTo>
                  <a:lnTo>
                    <a:pt x="6114814" y="1311097"/>
                  </a:lnTo>
                  <a:lnTo>
                    <a:pt x="6121425" y="1350073"/>
                  </a:lnTo>
                  <a:lnTo>
                    <a:pt x="6128036" y="1371811"/>
                  </a:lnTo>
                  <a:lnTo>
                    <a:pt x="6134646" y="1404132"/>
                  </a:lnTo>
                  <a:lnTo>
                    <a:pt x="6141257" y="1404132"/>
                  </a:lnTo>
                  <a:lnTo>
                    <a:pt x="6147867" y="1379838"/>
                  </a:lnTo>
                  <a:lnTo>
                    <a:pt x="6154478" y="1351120"/>
                  </a:lnTo>
                  <a:lnTo>
                    <a:pt x="6161089" y="1330880"/>
                  </a:lnTo>
                  <a:lnTo>
                    <a:pt x="6167699" y="1330880"/>
                  </a:lnTo>
                  <a:lnTo>
                    <a:pt x="6174310" y="1351120"/>
                  </a:lnTo>
                  <a:lnTo>
                    <a:pt x="6180920" y="1372944"/>
                  </a:lnTo>
                  <a:lnTo>
                    <a:pt x="6187531" y="1404132"/>
                  </a:lnTo>
                  <a:lnTo>
                    <a:pt x="6194142" y="1430742"/>
                  </a:lnTo>
                  <a:lnTo>
                    <a:pt x="6200752" y="1404132"/>
                  </a:lnTo>
                  <a:lnTo>
                    <a:pt x="6207363" y="1379838"/>
                  </a:lnTo>
                  <a:lnTo>
                    <a:pt x="6213973" y="1317536"/>
                  </a:lnTo>
                  <a:lnTo>
                    <a:pt x="6220584" y="1266632"/>
                  </a:lnTo>
                  <a:lnTo>
                    <a:pt x="6227195" y="1216375"/>
                  </a:lnTo>
                  <a:lnTo>
                    <a:pt x="6233805" y="1203711"/>
                  </a:lnTo>
                  <a:lnTo>
                    <a:pt x="6240416" y="1191596"/>
                  </a:lnTo>
                  <a:lnTo>
                    <a:pt x="6247027" y="1229641"/>
                  </a:lnTo>
                  <a:lnTo>
                    <a:pt x="6253637" y="1273701"/>
                  </a:lnTo>
                  <a:lnTo>
                    <a:pt x="6260248" y="1336799"/>
                  </a:lnTo>
                  <a:lnTo>
                    <a:pt x="6266858" y="1379838"/>
                  </a:lnTo>
                  <a:lnTo>
                    <a:pt x="6273469" y="1430742"/>
                  </a:lnTo>
                  <a:lnTo>
                    <a:pt x="6280080" y="1394159"/>
                  </a:lnTo>
                  <a:lnTo>
                    <a:pt x="6286690" y="1349029"/>
                  </a:lnTo>
                  <a:lnTo>
                    <a:pt x="6293301" y="1317536"/>
                  </a:lnTo>
                  <a:lnTo>
                    <a:pt x="6299911" y="1317536"/>
                  </a:lnTo>
                  <a:lnTo>
                    <a:pt x="6306522" y="1317536"/>
                  </a:lnTo>
                  <a:lnTo>
                    <a:pt x="6313133" y="1344893"/>
                  </a:lnTo>
                  <a:lnTo>
                    <a:pt x="6319743" y="1389303"/>
                  </a:lnTo>
                  <a:lnTo>
                    <a:pt x="6326354" y="1430742"/>
                  </a:lnTo>
                  <a:lnTo>
                    <a:pt x="6332964" y="1430742"/>
                  </a:lnTo>
                  <a:lnTo>
                    <a:pt x="6339575" y="1404132"/>
                  </a:lnTo>
                  <a:lnTo>
                    <a:pt x="6346186" y="1379838"/>
                  </a:lnTo>
                  <a:lnTo>
                    <a:pt x="6352796" y="1336799"/>
                  </a:lnTo>
                  <a:lnTo>
                    <a:pt x="6359407" y="1290081"/>
                  </a:lnTo>
                  <a:lnTo>
                    <a:pt x="6366018" y="1243569"/>
                  </a:lnTo>
                  <a:lnTo>
                    <a:pt x="6372628" y="1229641"/>
                  </a:lnTo>
                  <a:lnTo>
                    <a:pt x="6379239" y="1216375"/>
                  </a:lnTo>
                  <a:lnTo>
                    <a:pt x="6385849" y="1216375"/>
                  </a:lnTo>
                  <a:lnTo>
                    <a:pt x="6392460" y="1242856"/>
                  </a:lnTo>
                  <a:lnTo>
                    <a:pt x="6399071" y="1289239"/>
                  </a:lnTo>
                  <a:lnTo>
                    <a:pt x="6405681" y="1325083"/>
                  </a:lnTo>
                  <a:lnTo>
                    <a:pt x="6412292" y="1366216"/>
                  </a:lnTo>
                  <a:lnTo>
                    <a:pt x="6418902" y="1414474"/>
                  </a:lnTo>
                  <a:lnTo>
                    <a:pt x="6425513" y="1430742"/>
                  </a:lnTo>
                  <a:lnTo>
                    <a:pt x="6432124" y="1430742"/>
                  </a:lnTo>
                  <a:lnTo>
                    <a:pt x="6438734" y="1404132"/>
                  </a:lnTo>
                  <a:lnTo>
                    <a:pt x="6445345" y="1357490"/>
                  </a:lnTo>
                  <a:lnTo>
                    <a:pt x="6451955" y="1336799"/>
                  </a:lnTo>
                  <a:lnTo>
                    <a:pt x="6458566" y="1317536"/>
                  </a:lnTo>
                  <a:lnTo>
                    <a:pt x="6465177" y="1317536"/>
                  </a:lnTo>
                  <a:lnTo>
                    <a:pt x="6471787" y="1336799"/>
                  </a:lnTo>
                  <a:lnTo>
                    <a:pt x="6478398" y="1379838"/>
                  </a:lnTo>
                  <a:lnTo>
                    <a:pt x="6485009" y="1404132"/>
                  </a:lnTo>
                  <a:lnTo>
                    <a:pt x="6491619" y="1430742"/>
                  </a:lnTo>
                  <a:lnTo>
                    <a:pt x="6498230" y="1404132"/>
                  </a:lnTo>
                  <a:lnTo>
                    <a:pt x="6504840" y="1357490"/>
                  </a:lnTo>
                  <a:lnTo>
                    <a:pt x="6511451" y="1328934"/>
                  </a:lnTo>
                  <a:lnTo>
                    <a:pt x="6518062" y="1286727"/>
                  </a:lnTo>
                  <a:lnTo>
                    <a:pt x="6524672" y="1202476"/>
                  </a:lnTo>
                  <a:lnTo>
                    <a:pt x="6531283" y="1136865"/>
                  </a:lnTo>
                  <a:lnTo>
                    <a:pt x="6537893" y="1127286"/>
                  </a:lnTo>
                  <a:lnTo>
                    <a:pt x="6544504" y="1138331"/>
                  </a:lnTo>
                  <a:lnTo>
                    <a:pt x="6551115" y="1162357"/>
                  </a:lnTo>
                  <a:lnTo>
                    <a:pt x="6557725" y="1233747"/>
                  </a:lnTo>
                  <a:lnTo>
                    <a:pt x="6564336" y="1352172"/>
                  </a:lnTo>
                  <a:lnTo>
                    <a:pt x="6570946" y="1423848"/>
                  </a:lnTo>
                  <a:lnTo>
                    <a:pt x="6577557" y="1430742"/>
                  </a:lnTo>
                  <a:lnTo>
                    <a:pt x="6584168" y="1430742"/>
                  </a:lnTo>
                  <a:lnTo>
                    <a:pt x="6590778" y="1430742"/>
                  </a:lnTo>
                  <a:lnTo>
                    <a:pt x="6597389" y="1430742"/>
                  </a:lnTo>
                  <a:lnTo>
                    <a:pt x="6604000" y="1430742"/>
                  </a:lnTo>
                  <a:lnTo>
                    <a:pt x="6597389" y="1430742"/>
                  </a:lnTo>
                  <a:lnTo>
                    <a:pt x="6590778" y="1430742"/>
                  </a:lnTo>
                  <a:lnTo>
                    <a:pt x="6584168" y="1430742"/>
                  </a:lnTo>
                  <a:lnTo>
                    <a:pt x="6577557" y="1430742"/>
                  </a:lnTo>
                  <a:lnTo>
                    <a:pt x="6570946" y="1430742"/>
                  </a:lnTo>
                  <a:lnTo>
                    <a:pt x="6564336" y="1430742"/>
                  </a:lnTo>
                  <a:lnTo>
                    <a:pt x="6557725" y="1430742"/>
                  </a:lnTo>
                  <a:lnTo>
                    <a:pt x="6551115" y="1430742"/>
                  </a:lnTo>
                  <a:lnTo>
                    <a:pt x="6544504" y="1430742"/>
                  </a:lnTo>
                  <a:lnTo>
                    <a:pt x="6537893" y="1430742"/>
                  </a:lnTo>
                  <a:lnTo>
                    <a:pt x="6531283" y="1430742"/>
                  </a:lnTo>
                  <a:lnTo>
                    <a:pt x="6524672" y="1430742"/>
                  </a:lnTo>
                  <a:lnTo>
                    <a:pt x="6518062" y="1430742"/>
                  </a:lnTo>
                  <a:lnTo>
                    <a:pt x="6511451" y="1430742"/>
                  </a:lnTo>
                  <a:lnTo>
                    <a:pt x="6504840" y="1430742"/>
                  </a:lnTo>
                  <a:lnTo>
                    <a:pt x="6498230" y="1430742"/>
                  </a:lnTo>
                  <a:lnTo>
                    <a:pt x="6491619" y="1430742"/>
                  </a:lnTo>
                  <a:lnTo>
                    <a:pt x="6485009" y="1430742"/>
                  </a:lnTo>
                  <a:lnTo>
                    <a:pt x="6478398" y="1430742"/>
                  </a:lnTo>
                  <a:lnTo>
                    <a:pt x="6471787" y="1430742"/>
                  </a:lnTo>
                  <a:lnTo>
                    <a:pt x="6465177" y="1430742"/>
                  </a:lnTo>
                  <a:lnTo>
                    <a:pt x="6458566" y="1430742"/>
                  </a:lnTo>
                  <a:lnTo>
                    <a:pt x="6451955" y="1430742"/>
                  </a:lnTo>
                  <a:lnTo>
                    <a:pt x="6445345" y="1430742"/>
                  </a:lnTo>
                  <a:lnTo>
                    <a:pt x="6438734" y="1430742"/>
                  </a:lnTo>
                  <a:lnTo>
                    <a:pt x="6432124" y="1430742"/>
                  </a:lnTo>
                  <a:lnTo>
                    <a:pt x="6425513" y="1430742"/>
                  </a:lnTo>
                  <a:lnTo>
                    <a:pt x="6418902" y="1430742"/>
                  </a:lnTo>
                  <a:lnTo>
                    <a:pt x="6412292" y="1430742"/>
                  </a:lnTo>
                  <a:lnTo>
                    <a:pt x="6405681" y="1430742"/>
                  </a:lnTo>
                  <a:lnTo>
                    <a:pt x="6399071" y="1430742"/>
                  </a:lnTo>
                  <a:lnTo>
                    <a:pt x="6392460" y="1430742"/>
                  </a:lnTo>
                  <a:lnTo>
                    <a:pt x="6385849" y="1430742"/>
                  </a:lnTo>
                  <a:lnTo>
                    <a:pt x="6379239" y="1430742"/>
                  </a:lnTo>
                  <a:lnTo>
                    <a:pt x="6372628" y="1430742"/>
                  </a:lnTo>
                  <a:lnTo>
                    <a:pt x="6366018" y="1430742"/>
                  </a:lnTo>
                  <a:lnTo>
                    <a:pt x="6359407" y="1430742"/>
                  </a:lnTo>
                  <a:lnTo>
                    <a:pt x="6352796" y="1430742"/>
                  </a:lnTo>
                  <a:lnTo>
                    <a:pt x="6346186" y="1430742"/>
                  </a:lnTo>
                  <a:lnTo>
                    <a:pt x="6339575" y="1430742"/>
                  </a:lnTo>
                  <a:lnTo>
                    <a:pt x="6332964" y="1430742"/>
                  </a:lnTo>
                  <a:lnTo>
                    <a:pt x="6326354" y="1430742"/>
                  </a:lnTo>
                  <a:lnTo>
                    <a:pt x="6319743" y="1430742"/>
                  </a:lnTo>
                  <a:lnTo>
                    <a:pt x="6313133" y="1430742"/>
                  </a:lnTo>
                  <a:lnTo>
                    <a:pt x="6306522" y="1430742"/>
                  </a:lnTo>
                  <a:lnTo>
                    <a:pt x="6299911" y="1430742"/>
                  </a:lnTo>
                  <a:lnTo>
                    <a:pt x="6293301" y="1430742"/>
                  </a:lnTo>
                  <a:lnTo>
                    <a:pt x="6286690" y="1430742"/>
                  </a:lnTo>
                  <a:lnTo>
                    <a:pt x="6280080" y="1430742"/>
                  </a:lnTo>
                  <a:lnTo>
                    <a:pt x="6273469" y="1430742"/>
                  </a:lnTo>
                  <a:lnTo>
                    <a:pt x="6266858" y="1430742"/>
                  </a:lnTo>
                  <a:lnTo>
                    <a:pt x="6260248" y="1430742"/>
                  </a:lnTo>
                  <a:lnTo>
                    <a:pt x="6253637" y="1430742"/>
                  </a:lnTo>
                  <a:lnTo>
                    <a:pt x="6247027" y="1430742"/>
                  </a:lnTo>
                  <a:lnTo>
                    <a:pt x="6240416" y="1430742"/>
                  </a:lnTo>
                  <a:lnTo>
                    <a:pt x="6233805" y="1430742"/>
                  </a:lnTo>
                  <a:lnTo>
                    <a:pt x="6227195" y="1430742"/>
                  </a:lnTo>
                  <a:lnTo>
                    <a:pt x="6220584" y="1430742"/>
                  </a:lnTo>
                  <a:lnTo>
                    <a:pt x="6213973" y="1430742"/>
                  </a:lnTo>
                  <a:lnTo>
                    <a:pt x="6207363" y="1430742"/>
                  </a:lnTo>
                  <a:lnTo>
                    <a:pt x="6200752" y="1430742"/>
                  </a:lnTo>
                  <a:lnTo>
                    <a:pt x="6194142" y="1430742"/>
                  </a:lnTo>
                  <a:lnTo>
                    <a:pt x="6187531" y="1430742"/>
                  </a:lnTo>
                  <a:lnTo>
                    <a:pt x="6180920" y="1430742"/>
                  </a:lnTo>
                  <a:lnTo>
                    <a:pt x="6174310" y="1430742"/>
                  </a:lnTo>
                  <a:lnTo>
                    <a:pt x="6167699" y="1430742"/>
                  </a:lnTo>
                  <a:lnTo>
                    <a:pt x="6161089" y="1430742"/>
                  </a:lnTo>
                  <a:lnTo>
                    <a:pt x="6154478" y="1430742"/>
                  </a:lnTo>
                  <a:lnTo>
                    <a:pt x="6147867" y="1430742"/>
                  </a:lnTo>
                  <a:lnTo>
                    <a:pt x="6141257" y="1430742"/>
                  </a:lnTo>
                  <a:lnTo>
                    <a:pt x="6134646" y="1430742"/>
                  </a:lnTo>
                  <a:lnTo>
                    <a:pt x="6128036" y="1430742"/>
                  </a:lnTo>
                  <a:lnTo>
                    <a:pt x="6121425" y="1430742"/>
                  </a:lnTo>
                  <a:lnTo>
                    <a:pt x="6114814" y="1430742"/>
                  </a:lnTo>
                  <a:lnTo>
                    <a:pt x="6108204" y="1430742"/>
                  </a:lnTo>
                  <a:lnTo>
                    <a:pt x="6101593" y="1430742"/>
                  </a:lnTo>
                  <a:lnTo>
                    <a:pt x="6094982" y="1430742"/>
                  </a:lnTo>
                  <a:lnTo>
                    <a:pt x="6088372" y="1430742"/>
                  </a:lnTo>
                  <a:lnTo>
                    <a:pt x="6081761" y="1430742"/>
                  </a:lnTo>
                  <a:lnTo>
                    <a:pt x="6075151" y="1430742"/>
                  </a:lnTo>
                  <a:lnTo>
                    <a:pt x="6068540" y="1430742"/>
                  </a:lnTo>
                  <a:lnTo>
                    <a:pt x="6061929" y="1430742"/>
                  </a:lnTo>
                  <a:lnTo>
                    <a:pt x="6055319" y="1430742"/>
                  </a:lnTo>
                  <a:lnTo>
                    <a:pt x="6048708" y="1430742"/>
                  </a:lnTo>
                  <a:lnTo>
                    <a:pt x="6042098" y="1430742"/>
                  </a:lnTo>
                  <a:lnTo>
                    <a:pt x="6035487" y="1430742"/>
                  </a:lnTo>
                  <a:lnTo>
                    <a:pt x="6028876" y="1430742"/>
                  </a:lnTo>
                  <a:lnTo>
                    <a:pt x="6022266" y="1430742"/>
                  </a:lnTo>
                  <a:lnTo>
                    <a:pt x="6015655" y="1430742"/>
                  </a:lnTo>
                  <a:lnTo>
                    <a:pt x="6009045" y="1430742"/>
                  </a:lnTo>
                  <a:lnTo>
                    <a:pt x="6002434" y="1430742"/>
                  </a:lnTo>
                  <a:lnTo>
                    <a:pt x="5995823" y="1430742"/>
                  </a:lnTo>
                  <a:lnTo>
                    <a:pt x="5989213" y="1430742"/>
                  </a:lnTo>
                  <a:lnTo>
                    <a:pt x="5982602" y="1430742"/>
                  </a:lnTo>
                  <a:lnTo>
                    <a:pt x="5975991" y="1430742"/>
                  </a:lnTo>
                  <a:lnTo>
                    <a:pt x="5969381" y="1430742"/>
                  </a:lnTo>
                  <a:lnTo>
                    <a:pt x="5962770" y="1430742"/>
                  </a:lnTo>
                  <a:lnTo>
                    <a:pt x="5956160" y="1430742"/>
                  </a:lnTo>
                  <a:lnTo>
                    <a:pt x="5949549" y="1430742"/>
                  </a:lnTo>
                  <a:lnTo>
                    <a:pt x="5942938" y="1430742"/>
                  </a:lnTo>
                  <a:lnTo>
                    <a:pt x="5936328" y="1430742"/>
                  </a:lnTo>
                  <a:lnTo>
                    <a:pt x="5929717" y="1430742"/>
                  </a:lnTo>
                  <a:lnTo>
                    <a:pt x="5923107" y="1430742"/>
                  </a:lnTo>
                  <a:lnTo>
                    <a:pt x="5916496" y="1430742"/>
                  </a:lnTo>
                  <a:lnTo>
                    <a:pt x="5909885" y="1430742"/>
                  </a:lnTo>
                  <a:lnTo>
                    <a:pt x="5903275" y="1430742"/>
                  </a:lnTo>
                  <a:lnTo>
                    <a:pt x="5896664" y="1430742"/>
                  </a:lnTo>
                  <a:lnTo>
                    <a:pt x="5890054" y="1430742"/>
                  </a:lnTo>
                  <a:lnTo>
                    <a:pt x="5883443" y="1430742"/>
                  </a:lnTo>
                  <a:lnTo>
                    <a:pt x="5876832" y="1430742"/>
                  </a:lnTo>
                  <a:lnTo>
                    <a:pt x="5870222" y="1430742"/>
                  </a:lnTo>
                  <a:lnTo>
                    <a:pt x="5863611" y="1430742"/>
                  </a:lnTo>
                  <a:lnTo>
                    <a:pt x="5857001" y="1430742"/>
                  </a:lnTo>
                  <a:lnTo>
                    <a:pt x="5850390" y="1430742"/>
                  </a:lnTo>
                  <a:lnTo>
                    <a:pt x="5843779" y="1430742"/>
                  </a:lnTo>
                  <a:lnTo>
                    <a:pt x="5837169" y="1430742"/>
                  </a:lnTo>
                  <a:lnTo>
                    <a:pt x="5830558" y="1430742"/>
                  </a:lnTo>
                  <a:lnTo>
                    <a:pt x="5823947" y="1430742"/>
                  </a:lnTo>
                  <a:lnTo>
                    <a:pt x="5817337" y="1430742"/>
                  </a:lnTo>
                  <a:lnTo>
                    <a:pt x="5810726" y="1430742"/>
                  </a:lnTo>
                  <a:lnTo>
                    <a:pt x="5804116" y="1430742"/>
                  </a:lnTo>
                  <a:lnTo>
                    <a:pt x="5797505" y="1430742"/>
                  </a:lnTo>
                  <a:lnTo>
                    <a:pt x="5790894" y="1430742"/>
                  </a:lnTo>
                  <a:lnTo>
                    <a:pt x="5784284" y="1430742"/>
                  </a:lnTo>
                  <a:lnTo>
                    <a:pt x="5777673" y="1430742"/>
                  </a:lnTo>
                  <a:lnTo>
                    <a:pt x="5771063" y="1430742"/>
                  </a:lnTo>
                  <a:lnTo>
                    <a:pt x="5764452" y="1430742"/>
                  </a:lnTo>
                  <a:lnTo>
                    <a:pt x="5757841" y="1430742"/>
                  </a:lnTo>
                  <a:lnTo>
                    <a:pt x="5751231" y="1430742"/>
                  </a:lnTo>
                  <a:lnTo>
                    <a:pt x="5744620" y="1430742"/>
                  </a:lnTo>
                  <a:lnTo>
                    <a:pt x="5738010" y="1430742"/>
                  </a:lnTo>
                  <a:lnTo>
                    <a:pt x="5731399" y="1430742"/>
                  </a:lnTo>
                  <a:lnTo>
                    <a:pt x="5724788" y="1430742"/>
                  </a:lnTo>
                  <a:lnTo>
                    <a:pt x="5718178" y="1430742"/>
                  </a:lnTo>
                  <a:lnTo>
                    <a:pt x="5711567" y="1430742"/>
                  </a:lnTo>
                  <a:lnTo>
                    <a:pt x="5704956" y="1430742"/>
                  </a:lnTo>
                  <a:lnTo>
                    <a:pt x="5698346" y="1430742"/>
                  </a:lnTo>
                  <a:lnTo>
                    <a:pt x="5691735" y="1430742"/>
                  </a:lnTo>
                  <a:lnTo>
                    <a:pt x="5685125" y="1430742"/>
                  </a:lnTo>
                  <a:lnTo>
                    <a:pt x="5678514" y="1430742"/>
                  </a:lnTo>
                  <a:lnTo>
                    <a:pt x="5671903" y="1430742"/>
                  </a:lnTo>
                  <a:lnTo>
                    <a:pt x="5665293" y="1430742"/>
                  </a:lnTo>
                  <a:lnTo>
                    <a:pt x="5658682" y="1430742"/>
                  </a:lnTo>
                  <a:lnTo>
                    <a:pt x="5652072" y="1430742"/>
                  </a:lnTo>
                  <a:lnTo>
                    <a:pt x="5645461" y="1430742"/>
                  </a:lnTo>
                  <a:lnTo>
                    <a:pt x="5638850" y="1430742"/>
                  </a:lnTo>
                  <a:lnTo>
                    <a:pt x="5632240" y="1430742"/>
                  </a:lnTo>
                  <a:lnTo>
                    <a:pt x="5625629" y="1430742"/>
                  </a:lnTo>
                  <a:lnTo>
                    <a:pt x="5619019" y="1430742"/>
                  </a:lnTo>
                  <a:lnTo>
                    <a:pt x="5612408" y="1430742"/>
                  </a:lnTo>
                  <a:lnTo>
                    <a:pt x="5605797" y="1430742"/>
                  </a:lnTo>
                  <a:lnTo>
                    <a:pt x="5599187" y="1430742"/>
                  </a:lnTo>
                  <a:lnTo>
                    <a:pt x="5592576" y="1430742"/>
                  </a:lnTo>
                  <a:lnTo>
                    <a:pt x="5585965" y="1430742"/>
                  </a:lnTo>
                  <a:lnTo>
                    <a:pt x="5579355" y="1430742"/>
                  </a:lnTo>
                  <a:lnTo>
                    <a:pt x="5572744" y="1430742"/>
                  </a:lnTo>
                  <a:lnTo>
                    <a:pt x="5566134" y="1430742"/>
                  </a:lnTo>
                  <a:lnTo>
                    <a:pt x="5559523" y="1430742"/>
                  </a:lnTo>
                  <a:lnTo>
                    <a:pt x="5552912" y="1430742"/>
                  </a:lnTo>
                  <a:lnTo>
                    <a:pt x="5546302" y="1430742"/>
                  </a:lnTo>
                  <a:lnTo>
                    <a:pt x="5539691" y="1430742"/>
                  </a:lnTo>
                  <a:lnTo>
                    <a:pt x="5533081" y="1430742"/>
                  </a:lnTo>
                  <a:lnTo>
                    <a:pt x="5526470" y="1430742"/>
                  </a:lnTo>
                  <a:lnTo>
                    <a:pt x="5519859" y="1430742"/>
                  </a:lnTo>
                  <a:lnTo>
                    <a:pt x="5513249" y="1430742"/>
                  </a:lnTo>
                  <a:lnTo>
                    <a:pt x="5506638" y="1430742"/>
                  </a:lnTo>
                  <a:lnTo>
                    <a:pt x="5500028" y="1430742"/>
                  </a:lnTo>
                  <a:lnTo>
                    <a:pt x="5493417" y="1430742"/>
                  </a:lnTo>
                  <a:lnTo>
                    <a:pt x="5486806" y="1430742"/>
                  </a:lnTo>
                  <a:lnTo>
                    <a:pt x="5480196" y="1430742"/>
                  </a:lnTo>
                  <a:lnTo>
                    <a:pt x="5473585" y="1430742"/>
                  </a:lnTo>
                  <a:lnTo>
                    <a:pt x="5466974" y="1430742"/>
                  </a:lnTo>
                  <a:lnTo>
                    <a:pt x="5460364" y="1430742"/>
                  </a:lnTo>
                  <a:lnTo>
                    <a:pt x="5453753" y="1430742"/>
                  </a:lnTo>
                  <a:lnTo>
                    <a:pt x="5447143" y="1430742"/>
                  </a:lnTo>
                  <a:lnTo>
                    <a:pt x="5440532" y="1430742"/>
                  </a:lnTo>
                  <a:lnTo>
                    <a:pt x="5433921" y="1430742"/>
                  </a:lnTo>
                  <a:lnTo>
                    <a:pt x="5427311" y="1430742"/>
                  </a:lnTo>
                  <a:lnTo>
                    <a:pt x="5420700" y="1430742"/>
                  </a:lnTo>
                  <a:lnTo>
                    <a:pt x="5414090" y="1430742"/>
                  </a:lnTo>
                  <a:lnTo>
                    <a:pt x="5407479" y="1430742"/>
                  </a:lnTo>
                  <a:lnTo>
                    <a:pt x="5400868" y="1430742"/>
                  </a:lnTo>
                  <a:lnTo>
                    <a:pt x="5394258" y="1430742"/>
                  </a:lnTo>
                  <a:lnTo>
                    <a:pt x="5387647" y="1430742"/>
                  </a:lnTo>
                  <a:lnTo>
                    <a:pt x="5381037" y="1430742"/>
                  </a:lnTo>
                  <a:lnTo>
                    <a:pt x="5374426" y="1430742"/>
                  </a:lnTo>
                  <a:lnTo>
                    <a:pt x="5367815" y="1430742"/>
                  </a:lnTo>
                  <a:lnTo>
                    <a:pt x="5361205" y="1430742"/>
                  </a:lnTo>
                  <a:lnTo>
                    <a:pt x="5354594" y="1430742"/>
                  </a:lnTo>
                  <a:lnTo>
                    <a:pt x="5347983" y="1430742"/>
                  </a:lnTo>
                  <a:lnTo>
                    <a:pt x="5341373" y="1430742"/>
                  </a:lnTo>
                  <a:lnTo>
                    <a:pt x="5334762" y="1430742"/>
                  </a:lnTo>
                  <a:lnTo>
                    <a:pt x="5328152" y="1430742"/>
                  </a:lnTo>
                  <a:lnTo>
                    <a:pt x="5321541" y="1430742"/>
                  </a:lnTo>
                  <a:lnTo>
                    <a:pt x="5314930" y="1430742"/>
                  </a:lnTo>
                  <a:lnTo>
                    <a:pt x="5308320" y="1430742"/>
                  </a:lnTo>
                  <a:lnTo>
                    <a:pt x="5301709" y="1430742"/>
                  </a:lnTo>
                  <a:lnTo>
                    <a:pt x="5295099" y="1430742"/>
                  </a:lnTo>
                  <a:lnTo>
                    <a:pt x="5288488" y="1430742"/>
                  </a:lnTo>
                  <a:lnTo>
                    <a:pt x="5281877" y="1430742"/>
                  </a:lnTo>
                  <a:lnTo>
                    <a:pt x="5275267" y="1430742"/>
                  </a:lnTo>
                  <a:lnTo>
                    <a:pt x="5268656" y="1430742"/>
                  </a:lnTo>
                  <a:lnTo>
                    <a:pt x="5262046" y="1430742"/>
                  </a:lnTo>
                  <a:lnTo>
                    <a:pt x="5255435" y="1430742"/>
                  </a:lnTo>
                  <a:lnTo>
                    <a:pt x="5248824" y="1430742"/>
                  </a:lnTo>
                  <a:lnTo>
                    <a:pt x="5242214" y="1430742"/>
                  </a:lnTo>
                  <a:lnTo>
                    <a:pt x="5235603" y="1430742"/>
                  </a:lnTo>
                  <a:lnTo>
                    <a:pt x="5228992" y="1430742"/>
                  </a:lnTo>
                  <a:lnTo>
                    <a:pt x="5222382" y="1430742"/>
                  </a:lnTo>
                  <a:lnTo>
                    <a:pt x="5215771" y="1430742"/>
                  </a:lnTo>
                  <a:lnTo>
                    <a:pt x="5209161" y="1430742"/>
                  </a:lnTo>
                  <a:lnTo>
                    <a:pt x="5202550" y="1430742"/>
                  </a:lnTo>
                  <a:lnTo>
                    <a:pt x="5195939" y="1430742"/>
                  </a:lnTo>
                  <a:lnTo>
                    <a:pt x="5189329" y="1430742"/>
                  </a:lnTo>
                  <a:lnTo>
                    <a:pt x="5182718" y="1430742"/>
                  </a:lnTo>
                  <a:lnTo>
                    <a:pt x="5176108" y="1430742"/>
                  </a:lnTo>
                  <a:lnTo>
                    <a:pt x="5169497" y="1430742"/>
                  </a:lnTo>
                  <a:lnTo>
                    <a:pt x="5162886" y="1430742"/>
                  </a:lnTo>
                  <a:lnTo>
                    <a:pt x="5156276" y="1430742"/>
                  </a:lnTo>
                  <a:lnTo>
                    <a:pt x="5149665" y="1430742"/>
                  </a:lnTo>
                  <a:lnTo>
                    <a:pt x="5143055" y="1430742"/>
                  </a:lnTo>
                  <a:lnTo>
                    <a:pt x="5136444" y="1430742"/>
                  </a:lnTo>
                  <a:lnTo>
                    <a:pt x="5129833" y="1430742"/>
                  </a:lnTo>
                  <a:lnTo>
                    <a:pt x="5123223" y="1430742"/>
                  </a:lnTo>
                  <a:lnTo>
                    <a:pt x="5116612" y="1430742"/>
                  </a:lnTo>
                  <a:lnTo>
                    <a:pt x="5110002" y="1430742"/>
                  </a:lnTo>
                  <a:lnTo>
                    <a:pt x="5103391" y="1430742"/>
                  </a:lnTo>
                  <a:lnTo>
                    <a:pt x="5096780" y="1430742"/>
                  </a:lnTo>
                  <a:lnTo>
                    <a:pt x="5090170" y="1430742"/>
                  </a:lnTo>
                  <a:lnTo>
                    <a:pt x="5083559" y="1430742"/>
                  </a:lnTo>
                  <a:lnTo>
                    <a:pt x="5076948" y="1430742"/>
                  </a:lnTo>
                  <a:lnTo>
                    <a:pt x="5070338" y="1430742"/>
                  </a:lnTo>
                  <a:lnTo>
                    <a:pt x="5063727" y="1430742"/>
                  </a:lnTo>
                  <a:lnTo>
                    <a:pt x="5057117" y="1430742"/>
                  </a:lnTo>
                  <a:lnTo>
                    <a:pt x="5050506" y="1430742"/>
                  </a:lnTo>
                  <a:lnTo>
                    <a:pt x="5043895" y="1430742"/>
                  </a:lnTo>
                  <a:lnTo>
                    <a:pt x="5037285" y="1430742"/>
                  </a:lnTo>
                  <a:lnTo>
                    <a:pt x="5030674" y="1430742"/>
                  </a:lnTo>
                  <a:lnTo>
                    <a:pt x="5024064" y="1430742"/>
                  </a:lnTo>
                  <a:lnTo>
                    <a:pt x="5017453" y="1430742"/>
                  </a:lnTo>
                  <a:lnTo>
                    <a:pt x="5010842" y="1430742"/>
                  </a:lnTo>
                  <a:lnTo>
                    <a:pt x="5004232" y="1430742"/>
                  </a:lnTo>
                  <a:lnTo>
                    <a:pt x="4997621" y="1430742"/>
                  </a:lnTo>
                  <a:lnTo>
                    <a:pt x="4991011" y="1430742"/>
                  </a:lnTo>
                  <a:lnTo>
                    <a:pt x="4984400" y="1430742"/>
                  </a:lnTo>
                  <a:lnTo>
                    <a:pt x="4977789" y="1430742"/>
                  </a:lnTo>
                  <a:lnTo>
                    <a:pt x="4971179" y="1430742"/>
                  </a:lnTo>
                  <a:lnTo>
                    <a:pt x="4964568" y="1430742"/>
                  </a:lnTo>
                  <a:lnTo>
                    <a:pt x="4957957" y="1430742"/>
                  </a:lnTo>
                  <a:lnTo>
                    <a:pt x="4951347" y="1430742"/>
                  </a:lnTo>
                  <a:lnTo>
                    <a:pt x="4944736" y="1430742"/>
                  </a:lnTo>
                  <a:lnTo>
                    <a:pt x="4938126" y="1430742"/>
                  </a:lnTo>
                  <a:lnTo>
                    <a:pt x="4931515" y="1430742"/>
                  </a:lnTo>
                  <a:lnTo>
                    <a:pt x="4924904" y="1430742"/>
                  </a:lnTo>
                  <a:lnTo>
                    <a:pt x="4918294" y="1430742"/>
                  </a:lnTo>
                  <a:lnTo>
                    <a:pt x="4911683" y="1430742"/>
                  </a:lnTo>
                  <a:lnTo>
                    <a:pt x="4905073" y="1430742"/>
                  </a:lnTo>
                  <a:lnTo>
                    <a:pt x="4898462" y="1430742"/>
                  </a:lnTo>
                  <a:lnTo>
                    <a:pt x="4891851" y="1430742"/>
                  </a:lnTo>
                  <a:lnTo>
                    <a:pt x="4885241" y="1430742"/>
                  </a:lnTo>
                  <a:lnTo>
                    <a:pt x="4878630" y="1430742"/>
                  </a:lnTo>
                  <a:lnTo>
                    <a:pt x="4872020" y="1430742"/>
                  </a:lnTo>
                  <a:lnTo>
                    <a:pt x="4865409" y="1430742"/>
                  </a:lnTo>
                  <a:lnTo>
                    <a:pt x="4858798" y="1430742"/>
                  </a:lnTo>
                  <a:lnTo>
                    <a:pt x="4852188" y="1430742"/>
                  </a:lnTo>
                  <a:lnTo>
                    <a:pt x="4845577" y="1430742"/>
                  </a:lnTo>
                  <a:lnTo>
                    <a:pt x="4838966" y="1430742"/>
                  </a:lnTo>
                  <a:lnTo>
                    <a:pt x="4832356" y="1430742"/>
                  </a:lnTo>
                  <a:lnTo>
                    <a:pt x="4825745" y="1430742"/>
                  </a:lnTo>
                  <a:lnTo>
                    <a:pt x="4819135" y="1430742"/>
                  </a:lnTo>
                  <a:lnTo>
                    <a:pt x="4812524" y="1430742"/>
                  </a:lnTo>
                  <a:lnTo>
                    <a:pt x="4805913" y="1430742"/>
                  </a:lnTo>
                  <a:lnTo>
                    <a:pt x="4799303" y="1430742"/>
                  </a:lnTo>
                  <a:lnTo>
                    <a:pt x="4792692" y="1430742"/>
                  </a:lnTo>
                  <a:lnTo>
                    <a:pt x="4786082" y="1430742"/>
                  </a:lnTo>
                  <a:lnTo>
                    <a:pt x="4779471" y="1430742"/>
                  </a:lnTo>
                  <a:lnTo>
                    <a:pt x="4772860" y="1430742"/>
                  </a:lnTo>
                  <a:lnTo>
                    <a:pt x="4766250" y="1430742"/>
                  </a:lnTo>
                  <a:lnTo>
                    <a:pt x="4759639" y="1430742"/>
                  </a:lnTo>
                  <a:lnTo>
                    <a:pt x="4753029" y="1430742"/>
                  </a:lnTo>
                  <a:lnTo>
                    <a:pt x="4746418" y="1430742"/>
                  </a:lnTo>
                  <a:lnTo>
                    <a:pt x="4739807" y="1430742"/>
                  </a:lnTo>
                  <a:lnTo>
                    <a:pt x="4733197" y="1430742"/>
                  </a:lnTo>
                  <a:lnTo>
                    <a:pt x="4726586" y="1430742"/>
                  </a:lnTo>
                  <a:lnTo>
                    <a:pt x="4719975" y="1430742"/>
                  </a:lnTo>
                  <a:lnTo>
                    <a:pt x="4713365" y="1430742"/>
                  </a:lnTo>
                  <a:lnTo>
                    <a:pt x="4706754" y="1430742"/>
                  </a:lnTo>
                  <a:lnTo>
                    <a:pt x="4700144" y="1430742"/>
                  </a:lnTo>
                  <a:lnTo>
                    <a:pt x="4693533" y="1430742"/>
                  </a:lnTo>
                  <a:lnTo>
                    <a:pt x="4686922" y="1430742"/>
                  </a:lnTo>
                  <a:lnTo>
                    <a:pt x="4680312" y="1430742"/>
                  </a:lnTo>
                  <a:lnTo>
                    <a:pt x="4673701" y="1430742"/>
                  </a:lnTo>
                  <a:lnTo>
                    <a:pt x="4667091" y="1430742"/>
                  </a:lnTo>
                  <a:lnTo>
                    <a:pt x="4660480" y="1430742"/>
                  </a:lnTo>
                  <a:lnTo>
                    <a:pt x="4653869" y="1430742"/>
                  </a:lnTo>
                  <a:lnTo>
                    <a:pt x="4647259" y="1430742"/>
                  </a:lnTo>
                  <a:lnTo>
                    <a:pt x="4640648" y="1430742"/>
                  </a:lnTo>
                  <a:lnTo>
                    <a:pt x="4634038" y="1430742"/>
                  </a:lnTo>
                  <a:lnTo>
                    <a:pt x="4627427" y="1430742"/>
                  </a:lnTo>
                  <a:lnTo>
                    <a:pt x="4620816" y="1430742"/>
                  </a:lnTo>
                  <a:lnTo>
                    <a:pt x="4614206" y="1430742"/>
                  </a:lnTo>
                  <a:lnTo>
                    <a:pt x="4607595" y="1430742"/>
                  </a:lnTo>
                  <a:lnTo>
                    <a:pt x="4600984" y="1430742"/>
                  </a:lnTo>
                  <a:lnTo>
                    <a:pt x="4594374" y="1430742"/>
                  </a:lnTo>
                  <a:lnTo>
                    <a:pt x="4587763" y="1430742"/>
                  </a:lnTo>
                  <a:lnTo>
                    <a:pt x="4581153" y="1430742"/>
                  </a:lnTo>
                  <a:lnTo>
                    <a:pt x="4574542" y="1430742"/>
                  </a:lnTo>
                  <a:lnTo>
                    <a:pt x="4567931" y="1430742"/>
                  </a:lnTo>
                  <a:lnTo>
                    <a:pt x="4561321" y="1430742"/>
                  </a:lnTo>
                  <a:lnTo>
                    <a:pt x="4554710" y="1430742"/>
                  </a:lnTo>
                  <a:lnTo>
                    <a:pt x="4548100" y="1430742"/>
                  </a:lnTo>
                  <a:lnTo>
                    <a:pt x="4541489" y="1430742"/>
                  </a:lnTo>
                  <a:lnTo>
                    <a:pt x="4534878" y="1430742"/>
                  </a:lnTo>
                  <a:lnTo>
                    <a:pt x="4528268" y="1430742"/>
                  </a:lnTo>
                  <a:lnTo>
                    <a:pt x="4521657" y="1430742"/>
                  </a:lnTo>
                  <a:lnTo>
                    <a:pt x="4515047" y="1430742"/>
                  </a:lnTo>
                  <a:lnTo>
                    <a:pt x="4508436" y="1430742"/>
                  </a:lnTo>
                  <a:lnTo>
                    <a:pt x="4501825" y="1430742"/>
                  </a:lnTo>
                  <a:lnTo>
                    <a:pt x="4495215" y="1430742"/>
                  </a:lnTo>
                  <a:lnTo>
                    <a:pt x="4488604" y="1430742"/>
                  </a:lnTo>
                  <a:lnTo>
                    <a:pt x="4481993" y="1430742"/>
                  </a:lnTo>
                  <a:lnTo>
                    <a:pt x="4475383" y="1430742"/>
                  </a:lnTo>
                  <a:lnTo>
                    <a:pt x="4468772" y="1430742"/>
                  </a:lnTo>
                  <a:lnTo>
                    <a:pt x="4462162" y="1430742"/>
                  </a:lnTo>
                  <a:lnTo>
                    <a:pt x="4455551" y="1430742"/>
                  </a:lnTo>
                  <a:lnTo>
                    <a:pt x="4448940" y="1430742"/>
                  </a:lnTo>
                  <a:lnTo>
                    <a:pt x="4442330" y="1430742"/>
                  </a:lnTo>
                  <a:lnTo>
                    <a:pt x="4435719" y="1430742"/>
                  </a:lnTo>
                  <a:lnTo>
                    <a:pt x="4429109" y="1430742"/>
                  </a:lnTo>
                  <a:lnTo>
                    <a:pt x="4422498" y="1430742"/>
                  </a:lnTo>
                  <a:lnTo>
                    <a:pt x="4415887" y="1430742"/>
                  </a:lnTo>
                  <a:lnTo>
                    <a:pt x="4409277" y="1430742"/>
                  </a:lnTo>
                  <a:lnTo>
                    <a:pt x="4402666" y="1430742"/>
                  </a:lnTo>
                  <a:lnTo>
                    <a:pt x="4396056" y="1430742"/>
                  </a:lnTo>
                  <a:lnTo>
                    <a:pt x="4389445" y="1430742"/>
                  </a:lnTo>
                  <a:lnTo>
                    <a:pt x="4382834" y="1430742"/>
                  </a:lnTo>
                  <a:lnTo>
                    <a:pt x="4376224" y="1430742"/>
                  </a:lnTo>
                  <a:lnTo>
                    <a:pt x="4369613" y="1430742"/>
                  </a:lnTo>
                  <a:lnTo>
                    <a:pt x="4363003" y="1430742"/>
                  </a:lnTo>
                  <a:lnTo>
                    <a:pt x="4356392" y="1430742"/>
                  </a:lnTo>
                  <a:lnTo>
                    <a:pt x="4349781" y="1430742"/>
                  </a:lnTo>
                  <a:lnTo>
                    <a:pt x="4343171" y="1430742"/>
                  </a:lnTo>
                  <a:lnTo>
                    <a:pt x="4336560" y="1430742"/>
                  </a:lnTo>
                  <a:lnTo>
                    <a:pt x="4329949" y="1430742"/>
                  </a:lnTo>
                  <a:lnTo>
                    <a:pt x="4323339" y="1430742"/>
                  </a:lnTo>
                  <a:lnTo>
                    <a:pt x="4316728" y="1430742"/>
                  </a:lnTo>
                  <a:lnTo>
                    <a:pt x="4310118" y="1430742"/>
                  </a:lnTo>
                  <a:lnTo>
                    <a:pt x="4303507" y="1430742"/>
                  </a:lnTo>
                  <a:lnTo>
                    <a:pt x="4296896" y="1430742"/>
                  </a:lnTo>
                  <a:lnTo>
                    <a:pt x="4290286" y="1430742"/>
                  </a:lnTo>
                  <a:lnTo>
                    <a:pt x="4283675" y="1430742"/>
                  </a:lnTo>
                  <a:lnTo>
                    <a:pt x="4277065" y="1430742"/>
                  </a:lnTo>
                  <a:lnTo>
                    <a:pt x="4270454" y="1430742"/>
                  </a:lnTo>
                  <a:lnTo>
                    <a:pt x="4263843" y="1430742"/>
                  </a:lnTo>
                  <a:lnTo>
                    <a:pt x="4257233" y="1430742"/>
                  </a:lnTo>
                  <a:lnTo>
                    <a:pt x="4250622" y="1430742"/>
                  </a:lnTo>
                  <a:lnTo>
                    <a:pt x="4244012" y="1430742"/>
                  </a:lnTo>
                  <a:lnTo>
                    <a:pt x="4237401" y="1430742"/>
                  </a:lnTo>
                  <a:lnTo>
                    <a:pt x="4230790" y="1430742"/>
                  </a:lnTo>
                  <a:lnTo>
                    <a:pt x="4224180" y="1430742"/>
                  </a:lnTo>
                  <a:lnTo>
                    <a:pt x="4217569" y="1430742"/>
                  </a:lnTo>
                  <a:lnTo>
                    <a:pt x="4210958" y="1430742"/>
                  </a:lnTo>
                  <a:lnTo>
                    <a:pt x="4204348" y="1430742"/>
                  </a:lnTo>
                  <a:lnTo>
                    <a:pt x="4197737" y="1430742"/>
                  </a:lnTo>
                  <a:lnTo>
                    <a:pt x="4191127" y="1430742"/>
                  </a:lnTo>
                  <a:lnTo>
                    <a:pt x="4184516" y="1430742"/>
                  </a:lnTo>
                  <a:lnTo>
                    <a:pt x="4177905" y="1430742"/>
                  </a:lnTo>
                  <a:lnTo>
                    <a:pt x="4171295" y="1430742"/>
                  </a:lnTo>
                  <a:lnTo>
                    <a:pt x="4164684" y="1430742"/>
                  </a:lnTo>
                  <a:lnTo>
                    <a:pt x="4158074" y="1430742"/>
                  </a:lnTo>
                  <a:lnTo>
                    <a:pt x="4151463" y="1430742"/>
                  </a:lnTo>
                  <a:lnTo>
                    <a:pt x="4144852" y="1430742"/>
                  </a:lnTo>
                  <a:lnTo>
                    <a:pt x="4138242" y="1430742"/>
                  </a:lnTo>
                  <a:lnTo>
                    <a:pt x="4131631" y="1430742"/>
                  </a:lnTo>
                  <a:lnTo>
                    <a:pt x="4125021" y="1430742"/>
                  </a:lnTo>
                  <a:lnTo>
                    <a:pt x="4118410" y="1430742"/>
                  </a:lnTo>
                  <a:lnTo>
                    <a:pt x="4111799" y="1430742"/>
                  </a:lnTo>
                  <a:lnTo>
                    <a:pt x="4105189" y="1430742"/>
                  </a:lnTo>
                  <a:lnTo>
                    <a:pt x="4098578" y="1430742"/>
                  </a:lnTo>
                  <a:lnTo>
                    <a:pt x="4091967" y="1430742"/>
                  </a:lnTo>
                  <a:lnTo>
                    <a:pt x="4085357" y="1430742"/>
                  </a:lnTo>
                  <a:lnTo>
                    <a:pt x="4078746" y="1430742"/>
                  </a:lnTo>
                  <a:lnTo>
                    <a:pt x="4072136" y="1430742"/>
                  </a:lnTo>
                  <a:lnTo>
                    <a:pt x="4065525" y="1430742"/>
                  </a:lnTo>
                  <a:lnTo>
                    <a:pt x="4058914" y="1430742"/>
                  </a:lnTo>
                  <a:lnTo>
                    <a:pt x="4052304" y="1430742"/>
                  </a:lnTo>
                  <a:lnTo>
                    <a:pt x="4045693" y="1430742"/>
                  </a:lnTo>
                  <a:lnTo>
                    <a:pt x="4039083" y="1430742"/>
                  </a:lnTo>
                  <a:lnTo>
                    <a:pt x="4032472" y="1430742"/>
                  </a:lnTo>
                  <a:lnTo>
                    <a:pt x="4025861" y="1430742"/>
                  </a:lnTo>
                  <a:lnTo>
                    <a:pt x="4019251" y="1430742"/>
                  </a:lnTo>
                  <a:lnTo>
                    <a:pt x="4012640" y="1430742"/>
                  </a:lnTo>
                  <a:lnTo>
                    <a:pt x="4006030" y="1430742"/>
                  </a:lnTo>
                  <a:lnTo>
                    <a:pt x="3999419" y="1430742"/>
                  </a:lnTo>
                  <a:lnTo>
                    <a:pt x="3992808" y="1430742"/>
                  </a:lnTo>
                  <a:lnTo>
                    <a:pt x="3986198" y="1430742"/>
                  </a:lnTo>
                  <a:lnTo>
                    <a:pt x="3979587" y="1430742"/>
                  </a:lnTo>
                  <a:lnTo>
                    <a:pt x="3972976" y="1430742"/>
                  </a:lnTo>
                  <a:lnTo>
                    <a:pt x="3966366" y="1430742"/>
                  </a:lnTo>
                  <a:lnTo>
                    <a:pt x="3959755" y="1430742"/>
                  </a:lnTo>
                  <a:lnTo>
                    <a:pt x="3953145" y="1430742"/>
                  </a:lnTo>
                  <a:lnTo>
                    <a:pt x="3946534" y="1430742"/>
                  </a:lnTo>
                  <a:lnTo>
                    <a:pt x="3939923" y="1430742"/>
                  </a:lnTo>
                  <a:lnTo>
                    <a:pt x="3933313" y="1430742"/>
                  </a:lnTo>
                  <a:lnTo>
                    <a:pt x="3926702" y="1430742"/>
                  </a:lnTo>
                  <a:lnTo>
                    <a:pt x="3920092" y="1430742"/>
                  </a:lnTo>
                  <a:lnTo>
                    <a:pt x="3913481" y="1430742"/>
                  </a:lnTo>
                  <a:lnTo>
                    <a:pt x="3906870" y="1430742"/>
                  </a:lnTo>
                  <a:lnTo>
                    <a:pt x="3900260" y="1430742"/>
                  </a:lnTo>
                  <a:lnTo>
                    <a:pt x="3893649" y="1430742"/>
                  </a:lnTo>
                  <a:lnTo>
                    <a:pt x="3887039" y="1430742"/>
                  </a:lnTo>
                  <a:lnTo>
                    <a:pt x="3880428" y="1430742"/>
                  </a:lnTo>
                  <a:lnTo>
                    <a:pt x="3873817" y="1430742"/>
                  </a:lnTo>
                  <a:lnTo>
                    <a:pt x="3867207" y="1430742"/>
                  </a:lnTo>
                  <a:lnTo>
                    <a:pt x="3860596" y="1430742"/>
                  </a:lnTo>
                  <a:lnTo>
                    <a:pt x="3853985" y="1430742"/>
                  </a:lnTo>
                  <a:lnTo>
                    <a:pt x="3847375" y="1430742"/>
                  </a:lnTo>
                  <a:lnTo>
                    <a:pt x="3840764" y="1430742"/>
                  </a:lnTo>
                  <a:lnTo>
                    <a:pt x="3834154" y="1430742"/>
                  </a:lnTo>
                  <a:lnTo>
                    <a:pt x="3827543" y="1430742"/>
                  </a:lnTo>
                  <a:lnTo>
                    <a:pt x="3820932" y="1430742"/>
                  </a:lnTo>
                  <a:lnTo>
                    <a:pt x="3814322" y="1430742"/>
                  </a:lnTo>
                  <a:lnTo>
                    <a:pt x="3807711" y="1430742"/>
                  </a:lnTo>
                  <a:lnTo>
                    <a:pt x="3801101" y="1430742"/>
                  </a:lnTo>
                  <a:lnTo>
                    <a:pt x="3794490" y="1430742"/>
                  </a:lnTo>
                  <a:lnTo>
                    <a:pt x="3787879" y="1430742"/>
                  </a:lnTo>
                  <a:lnTo>
                    <a:pt x="3781269" y="1430742"/>
                  </a:lnTo>
                  <a:lnTo>
                    <a:pt x="3774658" y="1430742"/>
                  </a:lnTo>
                  <a:lnTo>
                    <a:pt x="3768048" y="1430742"/>
                  </a:lnTo>
                  <a:lnTo>
                    <a:pt x="3761437" y="1430742"/>
                  </a:lnTo>
                  <a:lnTo>
                    <a:pt x="3754826" y="1430742"/>
                  </a:lnTo>
                  <a:lnTo>
                    <a:pt x="3748216" y="1430742"/>
                  </a:lnTo>
                  <a:lnTo>
                    <a:pt x="3741605" y="1430742"/>
                  </a:lnTo>
                  <a:lnTo>
                    <a:pt x="3734994" y="1430742"/>
                  </a:lnTo>
                  <a:lnTo>
                    <a:pt x="3728384" y="1430742"/>
                  </a:lnTo>
                  <a:lnTo>
                    <a:pt x="3721773" y="1430742"/>
                  </a:lnTo>
                  <a:lnTo>
                    <a:pt x="3715163" y="1430742"/>
                  </a:lnTo>
                  <a:lnTo>
                    <a:pt x="3708552" y="1430742"/>
                  </a:lnTo>
                  <a:lnTo>
                    <a:pt x="3701941" y="1430742"/>
                  </a:lnTo>
                  <a:lnTo>
                    <a:pt x="3695331" y="1430742"/>
                  </a:lnTo>
                  <a:lnTo>
                    <a:pt x="3688720" y="1430742"/>
                  </a:lnTo>
                  <a:lnTo>
                    <a:pt x="3682110" y="1430742"/>
                  </a:lnTo>
                  <a:lnTo>
                    <a:pt x="3675499" y="1430742"/>
                  </a:lnTo>
                  <a:lnTo>
                    <a:pt x="3668888" y="1430742"/>
                  </a:lnTo>
                  <a:lnTo>
                    <a:pt x="3662278" y="1430742"/>
                  </a:lnTo>
                  <a:lnTo>
                    <a:pt x="3655667" y="1430742"/>
                  </a:lnTo>
                  <a:lnTo>
                    <a:pt x="3649057" y="1430742"/>
                  </a:lnTo>
                  <a:lnTo>
                    <a:pt x="3642446" y="1430742"/>
                  </a:lnTo>
                  <a:lnTo>
                    <a:pt x="3635835" y="1430742"/>
                  </a:lnTo>
                  <a:lnTo>
                    <a:pt x="3629225" y="1430742"/>
                  </a:lnTo>
                  <a:lnTo>
                    <a:pt x="3622614" y="1430742"/>
                  </a:lnTo>
                  <a:lnTo>
                    <a:pt x="3616004" y="1430742"/>
                  </a:lnTo>
                  <a:lnTo>
                    <a:pt x="3609393" y="1430742"/>
                  </a:lnTo>
                  <a:lnTo>
                    <a:pt x="3602782" y="1430742"/>
                  </a:lnTo>
                  <a:lnTo>
                    <a:pt x="3596172" y="1430742"/>
                  </a:lnTo>
                  <a:lnTo>
                    <a:pt x="3589561" y="1430742"/>
                  </a:lnTo>
                  <a:lnTo>
                    <a:pt x="3582950" y="1430742"/>
                  </a:lnTo>
                  <a:lnTo>
                    <a:pt x="3576340" y="1430742"/>
                  </a:lnTo>
                  <a:lnTo>
                    <a:pt x="3569729" y="1430742"/>
                  </a:lnTo>
                  <a:lnTo>
                    <a:pt x="3563119" y="1430742"/>
                  </a:lnTo>
                  <a:lnTo>
                    <a:pt x="3556508" y="1430742"/>
                  </a:lnTo>
                  <a:lnTo>
                    <a:pt x="3549897" y="1430742"/>
                  </a:lnTo>
                  <a:lnTo>
                    <a:pt x="3543287" y="1430742"/>
                  </a:lnTo>
                  <a:lnTo>
                    <a:pt x="3536676" y="1430742"/>
                  </a:lnTo>
                  <a:lnTo>
                    <a:pt x="3530066" y="1430742"/>
                  </a:lnTo>
                  <a:lnTo>
                    <a:pt x="3523455" y="1430742"/>
                  </a:lnTo>
                  <a:lnTo>
                    <a:pt x="3516844" y="1430742"/>
                  </a:lnTo>
                  <a:lnTo>
                    <a:pt x="3510234" y="1430742"/>
                  </a:lnTo>
                  <a:lnTo>
                    <a:pt x="3503623" y="1430742"/>
                  </a:lnTo>
                  <a:lnTo>
                    <a:pt x="3497013" y="1430742"/>
                  </a:lnTo>
                  <a:lnTo>
                    <a:pt x="3490402" y="1430742"/>
                  </a:lnTo>
                  <a:lnTo>
                    <a:pt x="3483791" y="1430742"/>
                  </a:lnTo>
                  <a:lnTo>
                    <a:pt x="3477181" y="1430742"/>
                  </a:lnTo>
                  <a:lnTo>
                    <a:pt x="3470570" y="1430742"/>
                  </a:lnTo>
                  <a:lnTo>
                    <a:pt x="3463959" y="1430742"/>
                  </a:lnTo>
                  <a:lnTo>
                    <a:pt x="3457349" y="1430742"/>
                  </a:lnTo>
                  <a:lnTo>
                    <a:pt x="3450738" y="1430742"/>
                  </a:lnTo>
                  <a:lnTo>
                    <a:pt x="3444128" y="1430742"/>
                  </a:lnTo>
                  <a:lnTo>
                    <a:pt x="3437517" y="1430742"/>
                  </a:lnTo>
                  <a:lnTo>
                    <a:pt x="3430906" y="1430742"/>
                  </a:lnTo>
                  <a:lnTo>
                    <a:pt x="3424296" y="1430742"/>
                  </a:lnTo>
                  <a:lnTo>
                    <a:pt x="3417685" y="1430742"/>
                  </a:lnTo>
                  <a:lnTo>
                    <a:pt x="3411075" y="1430742"/>
                  </a:lnTo>
                  <a:lnTo>
                    <a:pt x="3404464" y="1430742"/>
                  </a:lnTo>
                  <a:lnTo>
                    <a:pt x="3397853" y="1430742"/>
                  </a:lnTo>
                  <a:lnTo>
                    <a:pt x="3391243" y="1430742"/>
                  </a:lnTo>
                  <a:lnTo>
                    <a:pt x="3384632" y="1430742"/>
                  </a:lnTo>
                  <a:lnTo>
                    <a:pt x="3378022" y="1430742"/>
                  </a:lnTo>
                  <a:lnTo>
                    <a:pt x="3371411" y="1430742"/>
                  </a:lnTo>
                  <a:lnTo>
                    <a:pt x="3364800" y="1430742"/>
                  </a:lnTo>
                  <a:lnTo>
                    <a:pt x="3358190" y="1430742"/>
                  </a:lnTo>
                  <a:lnTo>
                    <a:pt x="3351579" y="1430742"/>
                  </a:lnTo>
                  <a:lnTo>
                    <a:pt x="3344968" y="1430742"/>
                  </a:lnTo>
                  <a:lnTo>
                    <a:pt x="3338358" y="1430742"/>
                  </a:lnTo>
                  <a:lnTo>
                    <a:pt x="3331747" y="1430742"/>
                  </a:lnTo>
                  <a:lnTo>
                    <a:pt x="3325137" y="1430742"/>
                  </a:lnTo>
                  <a:lnTo>
                    <a:pt x="3318526" y="1430742"/>
                  </a:lnTo>
                  <a:lnTo>
                    <a:pt x="3311915" y="1430742"/>
                  </a:lnTo>
                  <a:lnTo>
                    <a:pt x="3305305" y="1430742"/>
                  </a:lnTo>
                  <a:lnTo>
                    <a:pt x="3298694" y="1430742"/>
                  </a:lnTo>
                  <a:lnTo>
                    <a:pt x="3292084" y="1430742"/>
                  </a:lnTo>
                  <a:lnTo>
                    <a:pt x="3285473" y="1430742"/>
                  </a:lnTo>
                  <a:lnTo>
                    <a:pt x="3278862" y="1430742"/>
                  </a:lnTo>
                  <a:lnTo>
                    <a:pt x="3272252" y="1430742"/>
                  </a:lnTo>
                  <a:lnTo>
                    <a:pt x="3265641" y="1430742"/>
                  </a:lnTo>
                  <a:lnTo>
                    <a:pt x="3259031" y="1430742"/>
                  </a:lnTo>
                  <a:lnTo>
                    <a:pt x="3252420" y="1430742"/>
                  </a:lnTo>
                  <a:lnTo>
                    <a:pt x="3245809" y="1430742"/>
                  </a:lnTo>
                  <a:lnTo>
                    <a:pt x="3239199" y="1430742"/>
                  </a:lnTo>
                  <a:lnTo>
                    <a:pt x="3232588" y="1430742"/>
                  </a:lnTo>
                  <a:lnTo>
                    <a:pt x="3225977" y="1430742"/>
                  </a:lnTo>
                  <a:lnTo>
                    <a:pt x="3219367" y="1430742"/>
                  </a:lnTo>
                  <a:lnTo>
                    <a:pt x="3212756" y="1430742"/>
                  </a:lnTo>
                  <a:lnTo>
                    <a:pt x="3206146" y="1430742"/>
                  </a:lnTo>
                  <a:lnTo>
                    <a:pt x="3199535" y="1430742"/>
                  </a:lnTo>
                  <a:lnTo>
                    <a:pt x="3192924" y="1430742"/>
                  </a:lnTo>
                  <a:lnTo>
                    <a:pt x="3186314" y="1430742"/>
                  </a:lnTo>
                  <a:lnTo>
                    <a:pt x="3179703" y="1430742"/>
                  </a:lnTo>
                  <a:lnTo>
                    <a:pt x="3173093" y="1430742"/>
                  </a:lnTo>
                  <a:lnTo>
                    <a:pt x="3166482" y="1430742"/>
                  </a:lnTo>
                  <a:lnTo>
                    <a:pt x="3159871" y="1430742"/>
                  </a:lnTo>
                  <a:lnTo>
                    <a:pt x="3153261" y="1430742"/>
                  </a:lnTo>
                  <a:lnTo>
                    <a:pt x="3146650" y="1430742"/>
                  </a:lnTo>
                  <a:lnTo>
                    <a:pt x="3140040" y="1430742"/>
                  </a:lnTo>
                  <a:lnTo>
                    <a:pt x="3133429" y="1430742"/>
                  </a:lnTo>
                  <a:lnTo>
                    <a:pt x="3126818" y="1430742"/>
                  </a:lnTo>
                  <a:lnTo>
                    <a:pt x="3120208" y="1430742"/>
                  </a:lnTo>
                  <a:lnTo>
                    <a:pt x="3113597" y="1430742"/>
                  </a:lnTo>
                  <a:lnTo>
                    <a:pt x="3106986" y="1430742"/>
                  </a:lnTo>
                  <a:lnTo>
                    <a:pt x="3100376" y="1430742"/>
                  </a:lnTo>
                  <a:lnTo>
                    <a:pt x="3093765" y="1430742"/>
                  </a:lnTo>
                  <a:lnTo>
                    <a:pt x="3087155" y="1430742"/>
                  </a:lnTo>
                  <a:lnTo>
                    <a:pt x="3080544" y="1430742"/>
                  </a:lnTo>
                  <a:lnTo>
                    <a:pt x="3073933" y="1430742"/>
                  </a:lnTo>
                  <a:lnTo>
                    <a:pt x="3067323" y="1430742"/>
                  </a:lnTo>
                  <a:lnTo>
                    <a:pt x="3060712" y="1430742"/>
                  </a:lnTo>
                  <a:lnTo>
                    <a:pt x="3054102" y="1430742"/>
                  </a:lnTo>
                  <a:lnTo>
                    <a:pt x="3047491" y="1430742"/>
                  </a:lnTo>
                  <a:lnTo>
                    <a:pt x="3040880" y="1430742"/>
                  </a:lnTo>
                  <a:lnTo>
                    <a:pt x="3034270" y="1430742"/>
                  </a:lnTo>
                  <a:lnTo>
                    <a:pt x="3027659" y="1430742"/>
                  </a:lnTo>
                  <a:lnTo>
                    <a:pt x="3021049" y="1430742"/>
                  </a:lnTo>
                  <a:lnTo>
                    <a:pt x="3014438" y="1430742"/>
                  </a:lnTo>
                  <a:lnTo>
                    <a:pt x="3007827" y="1430742"/>
                  </a:lnTo>
                  <a:lnTo>
                    <a:pt x="3001217" y="1430742"/>
                  </a:lnTo>
                  <a:lnTo>
                    <a:pt x="2994606" y="1430742"/>
                  </a:lnTo>
                  <a:lnTo>
                    <a:pt x="2987995" y="1430742"/>
                  </a:lnTo>
                  <a:lnTo>
                    <a:pt x="2981385" y="1430742"/>
                  </a:lnTo>
                  <a:lnTo>
                    <a:pt x="2974774" y="1430742"/>
                  </a:lnTo>
                  <a:lnTo>
                    <a:pt x="2968164" y="1430742"/>
                  </a:lnTo>
                  <a:lnTo>
                    <a:pt x="2961553" y="1430742"/>
                  </a:lnTo>
                  <a:lnTo>
                    <a:pt x="2954942" y="1430742"/>
                  </a:lnTo>
                  <a:lnTo>
                    <a:pt x="2948332" y="1430742"/>
                  </a:lnTo>
                  <a:lnTo>
                    <a:pt x="2941721" y="1430742"/>
                  </a:lnTo>
                  <a:lnTo>
                    <a:pt x="2935111" y="1430742"/>
                  </a:lnTo>
                  <a:lnTo>
                    <a:pt x="2928500" y="1430742"/>
                  </a:lnTo>
                  <a:lnTo>
                    <a:pt x="2921889" y="1430742"/>
                  </a:lnTo>
                  <a:lnTo>
                    <a:pt x="2915279" y="1430742"/>
                  </a:lnTo>
                  <a:lnTo>
                    <a:pt x="2908668" y="1430742"/>
                  </a:lnTo>
                  <a:lnTo>
                    <a:pt x="2902058" y="1430742"/>
                  </a:lnTo>
                  <a:lnTo>
                    <a:pt x="2895447" y="1430742"/>
                  </a:lnTo>
                  <a:lnTo>
                    <a:pt x="2888836" y="1430742"/>
                  </a:lnTo>
                  <a:lnTo>
                    <a:pt x="2882226" y="1430742"/>
                  </a:lnTo>
                  <a:lnTo>
                    <a:pt x="2875615" y="1430742"/>
                  </a:lnTo>
                  <a:lnTo>
                    <a:pt x="2869005" y="1430742"/>
                  </a:lnTo>
                  <a:lnTo>
                    <a:pt x="2862394" y="1430742"/>
                  </a:lnTo>
                  <a:lnTo>
                    <a:pt x="2855783" y="1430742"/>
                  </a:lnTo>
                  <a:lnTo>
                    <a:pt x="2849173" y="1430742"/>
                  </a:lnTo>
                  <a:lnTo>
                    <a:pt x="2842562" y="1430742"/>
                  </a:lnTo>
                  <a:lnTo>
                    <a:pt x="2835951" y="1430742"/>
                  </a:lnTo>
                  <a:lnTo>
                    <a:pt x="2829341" y="1430742"/>
                  </a:lnTo>
                  <a:lnTo>
                    <a:pt x="2822730" y="1430742"/>
                  </a:lnTo>
                  <a:lnTo>
                    <a:pt x="2816120" y="1430742"/>
                  </a:lnTo>
                  <a:lnTo>
                    <a:pt x="2809509" y="1430742"/>
                  </a:lnTo>
                  <a:lnTo>
                    <a:pt x="2802898" y="1430742"/>
                  </a:lnTo>
                  <a:lnTo>
                    <a:pt x="2796288" y="1430742"/>
                  </a:lnTo>
                  <a:lnTo>
                    <a:pt x="2789677" y="1430742"/>
                  </a:lnTo>
                  <a:lnTo>
                    <a:pt x="2783067" y="1430742"/>
                  </a:lnTo>
                  <a:lnTo>
                    <a:pt x="2776456" y="1430742"/>
                  </a:lnTo>
                  <a:lnTo>
                    <a:pt x="2769845" y="1430742"/>
                  </a:lnTo>
                  <a:lnTo>
                    <a:pt x="2763235" y="1430742"/>
                  </a:lnTo>
                  <a:lnTo>
                    <a:pt x="2756624" y="1430742"/>
                  </a:lnTo>
                  <a:lnTo>
                    <a:pt x="2750014" y="1430742"/>
                  </a:lnTo>
                  <a:lnTo>
                    <a:pt x="2743403" y="1430742"/>
                  </a:lnTo>
                  <a:lnTo>
                    <a:pt x="2736792" y="1430742"/>
                  </a:lnTo>
                  <a:lnTo>
                    <a:pt x="2730182" y="1430742"/>
                  </a:lnTo>
                  <a:lnTo>
                    <a:pt x="2723571" y="1430742"/>
                  </a:lnTo>
                  <a:lnTo>
                    <a:pt x="2716960" y="1430742"/>
                  </a:lnTo>
                  <a:lnTo>
                    <a:pt x="2710350" y="1430742"/>
                  </a:lnTo>
                  <a:lnTo>
                    <a:pt x="2703739" y="1430742"/>
                  </a:lnTo>
                  <a:lnTo>
                    <a:pt x="2697129" y="1430742"/>
                  </a:lnTo>
                  <a:lnTo>
                    <a:pt x="2690518" y="1430742"/>
                  </a:lnTo>
                  <a:lnTo>
                    <a:pt x="2683907" y="1430742"/>
                  </a:lnTo>
                  <a:lnTo>
                    <a:pt x="2677297" y="1430742"/>
                  </a:lnTo>
                  <a:lnTo>
                    <a:pt x="2670686" y="1430742"/>
                  </a:lnTo>
                  <a:lnTo>
                    <a:pt x="2664076" y="1430742"/>
                  </a:lnTo>
                  <a:lnTo>
                    <a:pt x="2657465" y="1430742"/>
                  </a:lnTo>
                  <a:lnTo>
                    <a:pt x="2650854" y="1430742"/>
                  </a:lnTo>
                  <a:lnTo>
                    <a:pt x="2644244" y="1430742"/>
                  </a:lnTo>
                  <a:lnTo>
                    <a:pt x="2637633" y="1430742"/>
                  </a:lnTo>
                  <a:lnTo>
                    <a:pt x="2631023" y="1430742"/>
                  </a:lnTo>
                  <a:lnTo>
                    <a:pt x="2624412" y="1430742"/>
                  </a:lnTo>
                  <a:lnTo>
                    <a:pt x="2617801" y="1430742"/>
                  </a:lnTo>
                  <a:lnTo>
                    <a:pt x="2611191" y="1430742"/>
                  </a:lnTo>
                  <a:lnTo>
                    <a:pt x="2604580" y="1430742"/>
                  </a:lnTo>
                  <a:lnTo>
                    <a:pt x="2597969" y="1430742"/>
                  </a:lnTo>
                  <a:lnTo>
                    <a:pt x="2591359" y="1430742"/>
                  </a:lnTo>
                  <a:lnTo>
                    <a:pt x="2584748" y="1430742"/>
                  </a:lnTo>
                  <a:lnTo>
                    <a:pt x="2578138" y="1430742"/>
                  </a:lnTo>
                  <a:lnTo>
                    <a:pt x="2571527" y="1430742"/>
                  </a:lnTo>
                  <a:lnTo>
                    <a:pt x="2564916" y="1430742"/>
                  </a:lnTo>
                  <a:lnTo>
                    <a:pt x="2558306" y="1430742"/>
                  </a:lnTo>
                  <a:lnTo>
                    <a:pt x="2551695" y="1430742"/>
                  </a:lnTo>
                  <a:lnTo>
                    <a:pt x="2545085" y="1430742"/>
                  </a:lnTo>
                  <a:lnTo>
                    <a:pt x="2538474" y="1430742"/>
                  </a:lnTo>
                  <a:lnTo>
                    <a:pt x="2531863" y="1430742"/>
                  </a:lnTo>
                  <a:lnTo>
                    <a:pt x="2525253" y="1430742"/>
                  </a:lnTo>
                  <a:lnTo>
                    <a:pt x="2518642" y="1430742"/>
                  </a:lnTo>
                  <a:lnTo>
                    <a:pt x="2512032" y="1430742"/>
                  </a:lnTo>
                  <a:lnTo>
                    <a:pt x="2505421" y="1430742"/>
                  </a:lnTo>
                  <a:lnTo>
                    <a:pt x="2498810" y="1430742"/>
                  </a:lnTo>
                  <a:lnTo>
                    <a:pt x="2492200" y="1430742"/>
                  </a:lnTo>
                  <a:lnTo>
                    <a:pt x="2485589" y="1430742"/>
                  </a:lnTo>
                  <a:lnTo>
                    <a:pt x="2478978" y="1430742"/>
                  </a:lnTo>
                  <a:lnTo>
                    <a:pt x="2472368" y="1430742"/>
                  </a:lnTo>
                  <a:lnTo>
                    <a:pt x="2465757" y="1430742"/>
                  </a:lnTo>
                  <a:lnTo>
                    <a:pt x="2459147" y="1430742"/>
                  </a:lnTo>
                  <a:lnTo>
                    <a:pt x="2452536" y="1430742"/>
                  </a:lnTo>
                  <a:lnTo>
                    <a:pt x="2445925" y="1430742"/>
                  </a:lnTo>
                  <a:lnTo>
                    <a:pt x="2439315" y="1430742"/>
                  </a:lnTo>
                  <a:lnTo>
                    <a:pt x="2432704" y="1430742"/>
                  </a:lnTo>
                  <a:lnTo>
                    <a:pt x="2426094" y="1430742"/>
                  </a:lnTo>
                  <a:lnTo>
                    <a:pt x="2419483" y="1430742"/>
                  </a:lnTo>
                  <a:lnTo>
                    <a:pt x="2412872" y="1430742"/>
                  </a:lnTo>
                  <a:lnTo>
                    <a:pt x="2406262" y="1430742"/>
                  </a:lnTo>
                  <a:lnTo>
                    <a:pt x="2399651" y="1430742"/>
                  </a:lnTo>
                  <a:lnTo>
                    <a:pt x="2393041" y="1430742"/>
                  </a:lnTo>
                  <a:lnTo>
                    <a:pt x="2386430" y="1430742"/>
                  </a:lnTo>
                  <a:lnTo>
                    <a:pt x="2379819" y="1430742"/>
                  </a:lnTo>
                  <a:lnTo>
                    <a:pt x="2373209" y="1430742"/>
                  </a:lnTo>
                  <a:lnTo>
                    <a:pt x="2366598" y="1430742"/>
                  </a:lnTo>
                  <a:lnTo>
                    <a:pt x="2359987" y="1430742"/>
                  </a:lnTo>
                  <a:lnTo>
                    <a:pt x="2353377" y="1430742"/>
                  </a:lnTo>
                  <a:lnTo>
                    <a:pt x="2346766" y="1430742"/>
                  </a:lnTo>
                  <a:lnTo>
                    <a:pt x="2340156" y="1430742"/>
                  </a:lnTo>
                  <a:lnTo>
                    <a:pt x="2333545" y="1430742"/>
                  </a:lnTo>
                  <a:lnTo>
                    <a:pt x="2326934" y="1430742"/>
                  </a:lnTo>
                  <a:lnTo>
                    <a:pt x="2320324" y="1430742"/>
                  </a:lnTo>
                  <a:lnTo>
                    <a:pt x="2313713" y="1430742"/>
                  </a:lnTo>
                  <a:lnTo>
                    <a:pt x="2307103" y="1430742"/>
                  </a:lnTo>
                  <a:lnTo>
                    <a:pt x="2300492" y="1430742"/>
                  </a:lnTo>
                  <a:lnTo>
                    <a:pt x="2293881" y="1430742"/>
                  </a:lnTo>
                  <a:lnTo>
                    <a:pt x="2287271" y="1430742"/>
                  </a:lnTo>
                  <a:lnTo>
                    <a:pt x="2280660" y="1430742"/>
                  </a:lnTo>
                  <a:lnTo>
                    <a:pt x="2274050" y="1430742"/>
                  </a:lnTo>
                  <a:lnTo>
                    <a:pt x="2267439" y="1430742"/>
                  </a:lnTo>
                  <a:lnTo>
                    <a:pt x="2260828" y="1430742"/>
                  </a:lnTo>
                  <a:lnTo>
                    <a:pt x="2254218" y="1430742"/>
                  </a:lnTo>
                  <a:lnTo>
                    <a:pt x="2247607" y="1430742"/>
                  </a:lnTo>
                  <a:lnTo>
                    <a:pt x="2240996" y="1430742"/>
                  </a:lnTo>
                  <a:lnTo>
                    <a:pt x="2234386" y="1430742"/>
                  </a:lnTo>
                  <a:lnTo>
                    <a:pt x="2227775" y="1430742"/>
                  </a:lnTo>
                  <a:lnTo>
                    <a:pt x="2221165" y="1430742"/>
                  </a:lnTo>
                  <a:lnTo>
                    <a:pt x="2214554" y="1430742"/>
                  </a:lnTo>
                  <a:lnTo>
                    <a:pt x="2207943" y="1430742"/>
                  </a:lnTo>
                  <a:lnTo>
                    <a:pt x="2201333" y="1430742"/>
                  </a:lnTo>
                  <a:lnTo>
                    <a:pt x="2194722" y="1430742"/>
                  </a:lnTo>
                  <a:lnTo>
                    <a:pt x="2188112" y="1430742"/>
                  </a:lnTo>
                  <a:lnTo>
                    <a:pt x="2181501" y="1430742"/>
                  </a:lnTo>
                  <a:lnTo>
                    <a:pt x="2174890" y="1430742"/>
                  </a:lnTo>
                  <a:lnTo>
                    <a:pt x="2168280" y="1430742"/>
                  </a:lnTo>
                  <a:lnTo>
                    <a:pt x="2161669" y="1430742"/>
                  </a:lnTo>
                  <a:lnTo>
                    <a:pt x="2155059" y="1430742"/>
                  </a:lnTo>
                  <a:lnTo>
                    <a:pt x="2148448" y="1430742"/>
                  </a:lnTo>
                  <a:lnTo>
                    <a:pt x="2141837" y="1430742"/>
                  </a:lnTo>
                  <a:lnTo>
                    <a:pt x="2135227" y="1430742"/>
                  </a:lnTo>
                  <a:lnTo>
                    <a:pt x="2128616" y="1430742"/>
                  </a:lnTo>
                  <a:lnTo>
                    <a:pt x="2122006" y="1430742"/>
                  </a:lnTo>
                  <a:lnTo>
                    <a:pt x="2115395" y="1430742"/>
                  </a:lnTo>
                  <a:lnTo>
                    <a:pt x="2108784" y="1430742"/>
                  </a:lnTo>
                  <a:lnTo>
                    <a:pt x="2102174" y="1430742"/>
                  </a:lnTo>
                  <a:lnTo>
                    <a:pt x="2095563" y="1430742"/>
                  </a:lnTo>
                  <a:lnTo>
                    <a:pt x="2088952" y="1430742"/>
                  </a:lnTo>
                  <a:lnTo>
                    <a:pt x="2082342" y="1430742"/>
                  </a:lnTo>
                  <a:lnTo>
                    <a:pt x="2075731" y="1430742"/>
                  </a:lnTo>
                  <a:lnTo>
                    <a:pt x="2069121" y="1430742"/>
                  </a:lnTo>
                  <a:lnTo>
                    <a:pt x="2062510" y="1430742"/>
                  </a:lnTo>
                  <a:lnTo>
                    <a:pt x="2055899" y="1430742"/>
                  </a:lnTo>
                  <a:lnTo>
                    <a:pt x="2049289" y="1430742"/>
                  </a:lnTo>
                  <a:lnTo>
                    <a:pt x="2042678" y="1430742"/>
                  </a:lnTo>
                  <a:lnTo>
                    <a:pt x="2036068" y="1430742"/>
                  </a:lnTo>
                  <a:lnTo>
                    <a:pt x="2029457" y="1430742"/>
                  </a:lnTo>
                  <a:lnTo>
                    <a:pt x="2022846" y="1430742"/>
                  </a:lnTo>
                  <a:lnTo>
                    <a:pt x="2016236" y="1430742"/>
                  </a:lnTo>
                  <a:lnTo>
                    <a:pt x="2009625" y="1430742"/>
                  </a:lnTo>
                  <a:lnTo>
                    <a:pt x="2003015" y="1430742"/>
                  </a:lnTo>
                  <a:lnTo>
                    <a:pt x="1996404" y="1430742"/>
                  </a:lnTo>
                  <a:lnTo>
                    <a:pt x="1989793" y="1430742"/>
                  </a:lnTo>
                  <a:lnTo>
                    <a:pt x="1983183" y="1430742"/>
                  </a:lnTo>
                  <a:lnTo>
                    <a:pt x="1976572" y="1430742"/>
                  </a:lnTo>
                  <a:lnTo>
                    <a:pt x="1969961" y="1430742"/>
                  </a:lnTo>
                  <a:lnTo>
                    <a:pt x="1963351" y="1430742"/>
                  </a:lnTo>
                  <a:lnTo>
                    <a:pt x="1956740" y="1430742"/>
                  </a:lnTo>
                  <a:lnTo>
                    <a:pt x="1950130" y="1430742"/>
                  </a:lnTo>
                  <a:lnTo>
                    <a:pt x="1943519" y="1430742"/>
                  </a:lnTo>
                  <a:lnTo>
                    <a:pt x="1936908" y="1430742"/>
                  </a:lnTo>
                  <a:lnTo>
                    <a:pt x="1930298" y="1430742"/>
                  </a:lnTo>
                  <a:lnTo>
                    <a:pt x="1923687" y="1430742"/>
                  </a:lnTo>
                  <a:lnTo>
                    <a:pt x="1917077" y="1430742"/>
                  </a:lnTo>
                  <a:lnTo>
                    <a:pt x="1910466" y="1430742"/>
                  </a:lnTo>
                  <a:lnTo>
                    <a:pt x="1903855" y="1430742"/>
                  </a:lnTo>
                  <a:lnTo>
                    <a:pt x="1897245" y="1430742"/>
                  </a:lnTo>
                  <a:lnTo>
                    <a:pt x="1890634" y="1430742"/>
                  </a:lnTo>
                  <a:lnTo>
                    <a:pt x="1884024" y="1430742"/>
                  </a:lnTo>
                  <a:lnTo>
                    <a:pt x="1877413" y="1430742"/>
                  </a:lnTo>
                  <a:lnTo>
                    <a:pt x="1870802" y="1430742"/>
                  </a:lnTo>
                  <a:lnTo>
                    <a:pt x="1864192" y="1430742"/>
                  </a:lnTo>
                  <a:lnTo>
                    <a:pt x="1857581" y="1430742"/>
                  </a:lnTo>
                  <a:lnTo>
                    <a:pt x="1850970" y="1430742"/>
                  </a:lnTo>
                  <a:lnTo>
                    <a:pt x="1844360" y="1430742"/>
                  </a:lnTo>
                  <a:lnTo>
                    <a:pt x="1837749" y="1430742"/>
                  </a:lnTo>
                  <a:lnTo>
                    <a:pt x="1831139" y="1430742"/>
                  </a:lnTo>
                  <a:lnTo>
                    <a:pt x="1824528" y="1430742"/>
                  </a:lnTo>
                  <a:lnTo>
                    <a:pt x="1817917" y="1430742"/>
                  </a:lnTo>
                  <a:lnTo>
                    <a:pt x="1811307" y="1430742"/>
                  </a:lnTo>
                  <a:lnTo>
                    <a:pt x="1804696" y="1430742"/>
                  </a:lnTo>
                  <a:lnTo>
                    <a:pt x="1798086" y="1430742"/>
                  </a:lnTo>
                  <a:lnTo>
                    <a:pt x="1791475" y="1430742"/>
                  </a:lnTo>
                  <a:lnTo>
                    <a:pt x="1784864" y="1430742"/>
                  </a:lnTo>
                  <a:lnTo>
                    <a:pt x="1778254" y="1430742"/>
                  </a:lnTo>
                  <a:lnTo>
                    <a:pt x="1771643" y="1430742"/>
                  </a:lnTo>
                  <a:lnTo>
                    <a:pt x="1765033" y="1430742"/>
                  </a:lnTo>
                  <a:lnTo>
                    <a:pt x="1758422" y="1430742"/>
                  </a:lnTo>
                  <a:lnTo>
                    <a:pt x="1751811" y="1430742"/>
                  </a:lnTo>
                  <a:lnTo>
                    <a:pt x="1745201" y="1430742"/>
                  </a:lnTo>
                  <a:lnTo>
                    <a:pt x="1738590" y="1430742"/>
                  </a:lnTo>
                  <a:lnTo>
                    <a:pt x="1731979" y="1430742"/>
                  </a:lnTo>
                  <a:lnTo>
                    <a:pt x="1725369" y="1430742"/>
                  </a:lnTo>
                  <a:lnTo>
                    <a:pt x="1718758" y="1430742"/>
                  </a:lnTo>
                  <a:lnTo>
                    <a:pt x="1712148" y="1430742"/>
                  </a:lnTo>
                  <a:lnTo>
                    <a:pt x="1705537" y="1430742"/>
                  </a:lnTo>
                  <a:lnTo>
                    <a:pt x="1698926" y="1430742"/>
                  </a:lnTo>
                  <a:lnTo>
                    <a:pt x="1692316" y="1430742"/>
                  </a:lnTo>
                  <a:lnTo>
                    <a:pt x="1685705" y="1430742"/>
                  </a:lnTo>
                  <a:lnTo>
                    <a:pt x="1679095" y="1430742"/>
                  </a:lnTo>
                  <a:lnTo>
                    <a:pt x="1672484" y="1430742"/>
                  </a:lnTo>
                  <a:lnTo>
                    <a:pt x="1665873" y="1430742"/>
                  </a:lnTo>
                  <a:lnTo>
                    <a:pt x="1659263" y="1430742"/>
                  </a:lnTo>
                  <a:lnTo>
                    <a:pt x="1652652" y="1430742"/>
                  </a:lnTo>
                  <a:lnTo>
                    <a:pt x="1646042" y="1430742"/>
                  </a:lnTo>
                  <a:lnTo>
                    <a:pt x="1639431" y="1430742"/>
                  </a:lnTo>
                  <a:lnTo>
                    <a:pt x="1632820" y="1430742"/>
                  </a:lnTo>
                  <a:lnTo>
                    <a:pt x="1626210" y="1430742"/>
                  </a:lnTo>
                  <a:lnTo>
                    <a:pt x="1619599" y="1430742"/>
                  </a:lnTo>
                  <a:lnTo>
                    <a:pt x="1612988" y="1430742"/>
                  </a:lnTo>
                  <a:lnTo>
                    <a:pt x="1606378" y="1430742"/>
                  </a:lnTo>
                  <a:lnTo>
                    <a:pt x="1599767" y="1430742"/>
                  </a:lnTo>
                  <a:lnTo>
                    <a:pt x="1593157" y="1430742"/>
                  </a:lnTo>
                  <a:lnTo>
                    <a:pt x="1586546" y="1430742"/>
                  </a:lnTo>
                  <a:lnTo>
                    <a:pt x="1579935" y="1430742"/>
                  </a:lnTo>
                  <a:lnTo>
                    <a:pt x="1573325" y="1430742"/>
                  </a:lnTo>
                  <a:lnTo>
                    <a:pt x="1566714" y="1430742"/>
                  </a:lnTo>
                  <a:lnTo>
                    <a:pt x="1560104" y="1430742"/>
                  </a:lnTo>
                  <a:lnTo>
                    <a:pt x="1553493" y="1430742"/>
                  </a:lnTo>
                  <a:lnTo>
                    <a:pt x="1546882" y="1430742"/>
                  </a:lnTo>
                  <a:lnTo>
                    <a:pt x="1540272" y="1430742"/>
                  </a:lnTo>
                  <a:lnTo>
                    <a:pt x="1533661" y="1430742"/>
                  </a:lnTo>
                  <a:lnTo>
                    <a:pt x="1527051" y="1430742"/>
                  </a:lnTo>
                  <a:lnTo>
                    <a:pt x="1520440" y="1430742"/>
                  </a:lnTo>
                  <a:lnTo>
                    <a:pt x="1513829" y="1430742"/>
                  </a:lnTo>
                  <a:lnTo>
                    <a:pt x="1507219" y="1430742"/>
                  </a:lnTo>
                  <a:lnTo>
                    <a:pt x="1500608" y="1430742"/>
                  </a:lnTo>
                  <a:lnTo>
                    <a:pt x="1493997" y="1430742"/>
                  </a:lnTo>
                  <a:lnTo>
                    <a:pt x="1487387" y="1430742"/>
                  </a:lnTo>
                  <a:lnTo>
                    <a:pt x="1480776" y="1430742"/>
                  </a:lnTo>
                  <a:lnTo>
                    <a:pt x="1474166" y="1430742"/>
                  </a:lnTo>
                  <a:lnTo>
                    <a:pt x="1467555" y="1430742"/>
                  </a:lnTo>
                  <a:lnTo>
                    <a:pt x="1460944" y="1430742"/>
                  </a:lnTo>
                  <a:lnTo>
                    <a:pt x="1454334" y="1430742"/>
                  </a:lnTo>
                  <a:lnTo>
                    <a:pt x="1447723" y="1430742"/>
                  </a:lnTo>
                  <a:lnTo>
                    <a:pt x="1441113" y="1430742"/>
                  </a:lnTo>
                  <a:lnTo>
                    <a:pt x="1434502" y="1430742"/>
                  </a:lnTo>
                  <a:lnTo>
                    <a:pt x="1427891" y="1430742"/>
                  </a:lnTo>
                  <a:lnTo>
                    <a:pt x="1421281" y="1430742"/>
                  </a:lnTo>
                  <a:lnTo>
                    <a:pt x="1414670" y="1430742"/>
                  </a:lnTo>
                  <a:lnTo>
                    <a:pt x="1408060" y="1430742"/>
                  </a:lnTo>
                  <a:lnTo>
                    <a:pt x="1401449" y="1430742"/>
                  </a:lnTo>
                  <a:lnTo>
                    <a:pt x="1394838" y="1430742"/>
                  </a:lnTo>
                  <a:lnTo>
                    <a:pt x="1388228" y="1430742"/>
                  </a:lnTo>
                  <a:lnTo>
                    <a:pt x="1381617" y="1430742"/>
                  </a:lnTo>
                  <a:lnTo>
                    <a:pt x="1375007" y="1430742"/>
                  </a:lnTo>
                  <a:lnTo>
                    <a:pt x="1368396" y="1430742"/>
                  </a:lnTo>
                  <a:lnTo>
                    <a:pt x="1361785" y="1430742"/>
                  </a:lnTo>
                  <a:lnTo>
                    <a:pt x="1355175" y="1430742"/>
                  </a:lnTo>
                  <a:lnTo>
                    <a:pt x="1348564" y="1430742"/>
                  </a:lnTo>
                  <a:lnTo>
                    <a:pt x="1341953" y="1430742"/>
                  </a:lnTo>
                  <a:lnTo>
                    <a:pt x="1335343" y="1430742"/>
                  </a:lnTo>
                  <a:lnTo>
                    <a:pt x="1328732" y="1430742"/>
                  </a:lnTo>
                  <a:lnTo>
                    <a:pt x="1322122" y="1430742"/>
                  </a:lnTo>
                  <a:lnTo>
                    <a:pt x="1315511" y="1430742"/>
                  </a:lnTo>
                  <a:lnTo>
                    <a:pt x="1308900" y="1430742"/>
                  </a:lnTo>
                  <a:lnTo>
                    <a:pt x="1302290" y="1430742"/>
                  </a:lnTo>
                  <a:lnTo>
                    <a:pt x="1295679" y="1430742"/>
                  </a:lnTo>
                  <a:lnTo>
                    <a:pt x="1289069" y="1430742"/>
                  </a:lnTo>
                  <a:lnTo>
                    <a:pt x="1282458" y="1430742"/>
                  </a:lnTo>
                  <a:lnTo>
                    <a:pt x="1275847" y="1430742"/>
                  </a:lnTo>
                  <a:lnTo>
                    <a:pt x="1269237" y="1430742"/>
                  </a:lnTo>
                  <a:lnTo>
                    <a:pt x="1262626" y="1430742"/>
                  </a:lnTo>
                  <a:lnTo>
                    <a:pt x="1256016" y="1430742"/>
                  </a:lnTo>
                  <a:lnTo>
                    <a:pt x="1249405" y="1430742"/>
                  </a:lnTo>
                  <a:lnTo>
                    <a:pt x="1242794" y="1430742"/>
                  </a:lnTo>
                  <a:lnTo>
                    <a:pt x="1236184" y="1430742"/>
                  </a:lnTo>
                  <a:lnTo>
                    <a:pt x="1229573" y="1430742"/>
                  </a:lnTo>
                  <a:lnTo>
                    <a:pt x="1222962" y="1430742"/>
                  </a:lnTo>
                  <a:lnTo>
                    <a:pt x="1216352" y="1430742"/>
                  </a:lnTo>
                  <a:lnTo>
                    <a:pt x="1209741" y="1430742"/>
                  </a:lnTo>
                  <a:lnTo>
                    <a:pt x="1203131" y="1430742"/>
                  </a:lnTo>
                  <a:lnTo>
                    <a:pt x="1196520" y="1430742"/>
                  </a:lnTo>
                  <a:lnTo>
                    <a:pt x="1189909" y="1430742"/>
                  </a:lnTo>
                  <a:lnTo>
                    <a:pt x="1183299" y="1430742"/>
                  </a:lnTo>
                  <a:lnTo>
                    <a:pt x="1176688" y="1430742"/>
                  </a:lnTo>
                  <a:lnTo>
                    <a:pt x="1170078" y="1430742"/>
                  </a:lnTo>
                  <a:lnTo>
                    <a:pt x="1163467" y="1430742"/>
                  </a:lnTo>
                  <a:lnTo>
                    <a:pt x="1156856" y="1430742"/>
                  </a:lnTo>
                  <a:lnTo>
                    <a:pt x="1150246" y="1430742"/>
                  </a:lnTo>
                  <a:lnTo>
                    <a:pt x="1143635" y="1430742"/>
                  </a:lnTo>
                  <a:lnTo>
                    <a:pt x="1137025" y="1430742"/>
                  </a:lnTo>
                  <a:lnTo>
                    <a:pt x="1130414" y="1430742"/>
                  </a:lnTo>
                  <a:lnTo>
                    <a:pt x="1123803" y="1430742"/>
                  </a:lnTo>
                  <a:lnTo>
                    <a:pt x="1117193" y="1430742"/>
                  </a:lnTo>
                  <a:lnTo>
                    <a:pt x="1110582" y="1430742"/>
                  </a:lnTo>
                  <a:lnTo>
                    <a:pt x="1103971" y="1430742"/>
                  </a:lnTo>
                  <a:lnTo>
                    <a:pt x="1097361" y="1430742"/>
                  </a:lnTo>
                  <a:lnTo>
                    <a:pt x="1090750" y="1430742"/>
                  </a:lnTo>
                  <a:lnTo>
                    <a:pt x="1084140" y="1430742"/>
                  </a:lnTo>
                  <a:lnTo>
                    <a:pt x="1077529" y="1430742"/>
                  </a:lnTo>
                  <a:lnTo>
                    <a:pt x="1070918" y="1430742"/>
                  </a:lnTo>
                  <a:lnTo>
                    <a:pt x="1064308" y="1430742"/>
                  </a:lnTo>
                  <a:lnTo>
                    <a:pt x="1057697" y="1430742"/>
                  </a:lnTo>
                  <a:lnTo>
                    <a:pt x="1051087" y="1430742"/>
                  </a:lnTo>
                  <a:lnTo>
                    <a:pt x="1044476" y="1430742"/>
                  </a:lnTo>
                  <a:lnTo>
                    <a:pt x="1037865" y="1430742"/>
                  </a:lnTo>
                  <a:lnTo>
                    <a:pt x="1031255" y="1430742"/>
                  </a:lnTo>
                  <a:lnTo>
                    <a:pt x="1024644" y="1430742"/>
                  </a:lnTo>
                  <a:lnTo>
                    <a:pt x="1018034" y="1430742"/>
                  </a:lnTo>
                  <a:lnTo>
                    <a:pt x="1011423" y="1430742"/>
                  </a:lnTo>
                  <a:lnTo>
                    <a:pt x="1004812" y="1430742"/>
                  </a:lnTo>
                  <a:lnTo>
                    <a:pt x="998202" y="1430742"/>
                  </a:lnTo>
                  <a:lnTo>
                    <a:pt x="991591" y="1430742"/>
                  </a:lnTo>
                  <a:lnTo>
                    <a:pt x="984980" y="1430742"/>
                  </a:lnTo>
                  <a:lnTo>
                    <a:pt x="978370" y="1430742"/>
                  </a:lnTo>
                  <a:lnTo>
                    <a:pt x="971759" y="1430742"/>
                  </a:lnTo>
                  <a:lnTo>
                    <a:pt x="965149" y="1430742"/>
                  </a:lnTo>
                  <a:lnTo>
                    <a:pt x="958538" y="1430742"/>
                  </a:lnTo>
                  <a:lnTo>
                    <a:pt x="951927" y="1430742"/>
                  </a:lnTo>
                  <a:lnTo>
                    <a:pt x="945317" y="1430742"/>
                  </a:lnTo>
                  <a:lnTo>
                    <a:pt x="938706" y="1430742"/>
                  </a:lnTo>
                  <a:lnTo>
                    <a:pt x="932096" y="1430742"/>
                  </a:lnTo>
                  <a:lnTo>
                    <a:pt x="925485" y="1430742"/>
                  </a:lnTo>
                  <a:lnTo>
                    <a:pt x="918874" y="1430742"/>
                  </a:lnTo>
                  <a:lnTo>
                    <a:pt x="912264" y="1430742"/>
                  </a:lnTo>
                  <a:lnTo>
                    <a:pt x="905653" y="1430742"/>
                  </a:lnTo>
                  <a:lnTo>
                    <a:pt x="899043" y="1430742"/>
                  </a:lnTo>
                  <a:lnTo>
                    <a:pt x="892432" y="1430742"/>
                  </a:lnTo>
                  <a:lnTo>
                    <a:pt x="885821" y="1430742"/>
                  </a:lnTo>
                  <a:lnTo>
                    <a:pt x="879211" y="1430742"/>
                  </a:lnTo>
                  <a:lnTo>
                    <a:pt x="872600" y="1430742"/>
                  </a:lnTo>
                  <a:lnTo>
                    <a:pt x="865989" y="1430742"/>
                  </a:lnTo>
                  <a:lnTo>
                    <a:pt x="859379" y="1430742"/>
                  </a:lnTo>
                  <a:lnTo>
                    <a:pt x="852768" y="1430742"/>
                  </a:lnTo>
                  <a:lnTo>
                    <a:pt x="846158" y="1430742"/>
                  </a:lnTo>
                  <a:lnTo>
                    <a:pt x="839547" y="1430742"/>
                  </a:lnTo>
                  <a:lnTo>
                    <a:pt x="832936" y="1430742"/>
                  </a:lnTo>
                  <a:lnTo>
                    <a:pt x="826326" y="1430742"/>
                  </a:lnTo>
                  <a:lnTo>
                    <a:pt x="819715" y="1430742"/>
                  </a:lnTo>
                  <a:lnTo>
                    <a:pt x="813105" y="1430742"/>
                  </a:lnTo>
                  <a:lnTo>
                    <a:pt x="806494" y="1430742"/>
                  </a:lnTo>
                  <a:lnTo>
                    <a:pt x="799883" y="1430742"/>
                  </a:lnTo>
                  <a:lnTo>
                    <a:pt x="793273" y="1430742"/>
                  </a:lnTo>
                  <a:lnTo>
                    <a:pt x="786662" y="1430742"/>
                  </a:lnTo>
                  <a:lnTo>
                    <a:pt x="780052" y="1430742"/>
                  </a:lnTo>
                  <a:lnTo>
                    <a:pt x="773441" y="1430742"/>
                  </a:lnTo>
                  <a:lnTo>
                    <a:pt x="766830" y="1430742"/>
                  </a:lnTo>
                  <a:lnTo>
                    <a:pt x="760220" y="1430742"/>
                  </a:lnTo>
                  <a:lnTo>
                    <a:pt x="753609" y="1430742"/>
                  </a:lnTo>
                  <a:lnTo>
                    <a:pt x="746998" y="1430742"/>
                  </a:lnTo>
                  <a:lnTo>
                    <a:pt x="740388" y="1430742"/>
                  </a:lnTo>
                  <a:lnTo>
                    <a:pt x="733777" y="1430742"/>
                  </a:lnTo>
                  <a:lnTo>
                    <a:pt x="727167" y="1430742"/>
                  </a:lnTo>
                  <a:lnTo>
                    <a:pt x="720556" y="1430742"/>
                  </a:lnTo>
                  <a:lnTo>
                    <a:pt x="713945" y="1430742"/>
                  </a:lnTo>
                  <a:lnTo>
                    <a:pt x="707335" y="1430742"/>
                  </a:lnTo>
                  <a:lnTo>
                    <a:pt x="700724" y="1430742"/>
                  </a:lnTo>
                  <a:lnTo>
                    <a:pt x="694114" y="1430742"/>
                  </a:lnTo>
                  <a:lnTo>
                    <a:pt x="687503" y="1430742"/>
                  </a:lnTo>
                  <a:lnTo>
                    <a:pt x="680892" y="1430742"/>
                  </a:lnTo>
                  <a:lnTo>
                    <a:pt x="674282" y="1430742"/>
                  </a:lnTo>
                  <a:lnTo>
                    <a:pt x="667671" y="1430742"/>
                  </a:lnTo>
                  <a:lnTo>
                    <a:pt x="661061" y="1430742"/>
                  </a:lnTo>
                  <a:lnTo>
                    <a:pt x="654450" y="1430742"/>
                  </a:lnTo>
                  <a:lnTo>
                    <a:pt x="647839" y="1430742"/>
                  </a:lnTo>
                  <a:lnTo>
                    <a:pt x="641229" y="1430742"/>
                  </a:lnTo>
                  <a:lnTo>
                    <a:pt x="634618" y="1430742"/>
                  </a:lnTo>
                  <a:lnTo>
                    <a:pt x="628008" y="1430742"/>
                  </a:lnTo>
                  <a:lnTo>
                    <a:pt x="621397" y="1430742"/>
                  </a:lnTo>
                  <a:lnTo>
                    <a:pt x="614786" y="1430742"/>
                  </a:lnTo>
                  <a:lnTo>
                    <a:pt x="608176" y="1430742"/>
                  </a:lnTo>
                  <a:lnTo>
                    <a:pt x="601565" y="1430742"/>
                  </a:lnTo>
                  <a:lnTo>
                    <a:pt x="594954" y="1430742"/>
                  </a:lnTo>
                  <a:lnTo>
                    <a:pt x="588344" y="1430742"/>
                  </a:lnTo>
                  <a:lnTo>
                    <a:pt x="581733" y="1430742"/>
                  </a:lnTo>
                  <a:lnTo>
                    <a:pt x="575123" y="1430742"/>
                  </a:lnTo>
                  <a:lnTo>
                    <a:pt x="568512" y="1430742"/>
                  </a:lnTo>
                  <a:lnTo>
                    <a:pt x="561901" y="1430742"/>
                  </a:lnTo>
                  <a:lnTo>
                    <a:pt x="555291" y="1430742"/>
                  </a:lnTo>
                  <a:lnTo>
                    <a:pt x="548680" y="1430742"/>
                  </a:lnTo>
                  <a:lnTo>
                    <a:pt x="542070" y="1430742"/>
                  </a:lnTo>
                  <a:lnTo>
                    <a:pt x="535459" y="1430742"/>
                  </a:lnTo>
                  <a:lnTo>
                    <a:pt x="528848" y="1430742"/>
                  </a:lnTo>
                  <a:lnTo>
                    <a:pt x="522238" y="1430742"/>
                  </a:lnTo>
                  <a:lnTo>
                    <a:pt x="515627" y="1430742"/>
                  </a:lnTo>
                  <a:lnTo>
                    <a:pt x="509017" y="1430742"/>
                  </a:lnTo>
                  <a:lnTo>
                    <a:pt x="502406" y="1430742"/>
                  </a:lnTo>
                  <a:lnTo>
                    <a:pt x="495795" y="1430742"/>
                  </a:lnTo>
                  <a:lnTo>
                    <a:pt x="489185" y="1430742"/>
                  </a:lnTo>
                  <a:lnTo>
                    <a:pt x="482574" y="1430742"/>
                  </a:lnTo>
                  <a:lnTo>
                    <a:pt x="475963" y="1430742"/>
                  </a:lnTo>
                  <a:lnTo>
                    <a:pt x="469353" y="1430742"/>
                  </a:lnTo>
                  <a:lnTo>
                    <a:pt x="462742" y="1430742"/>
                  </a:lnTo>
                  <a:lnTo>
                    <a:pt x="456132" y="1430742"/>
                  </a:lnTo>
                  <a:lnTo>
                    <a:pt x="449521" y="1430742"/>
                  </a:lnTo>
                  <a:lnTo>
                    <a:pt x="442910" y="1430742"/>
                  </a:lnTo>
                  <a:lnTo>
                    <a:pt x="436300" y="1430742"/>
                  </a:lnTo>
                  <a:lnTo>
                    <a:pt x="429689" y="1430742"/>
                  </a:lnTo>
                  <a:lnTo>
                    <a:pt x="423079" y="1430742"/>
                  </a:lnTo>
                  <a:lnTo>
                    <a:pt x="416468" y="1430742"/>
                  </a:lnTo>
                  <a:lnTo>
                    <a:pt x="409857" y="1430742"/>
                  </a:lnTo>
                  <a:lnTo>
                    <a:pt x="403247" y="1430742"/>
                  </a:lnTo>
                  <a:lnTo>
                    <a:pt x="396636" y="1430742"/>
                  </a:lnTo>
                  <a:lnTo>
                    <a:pt x="390026" y="1430742"/>
                  </a:lnTo>
                  <a:lnTo>
                    <a:pt x="383415" y="1430742"/>
                  </a:lnTo>
                  <a:lnTo>
                    <a:pt x="376804" y="1430742"/>
                  </a:lnTo>
                  <a:lnTo>
                    <a:pt x="370194" y="1430742"/>
                  </a:lnTo>
                  <a:lnTo>
                    <a:pt x="363583" y="1430742"/>
                  </a:lnTo>
                  <a:lnTo>
                    <a:pt x="356972" y="1430742"/>
                  </a:lnTo>
                  <a:lnTo>
                    <a:pt x="350362" y="1430742"/>
                  </a:lnTo>
                  <a:lnTo>
                    <a:pt x="343751" y="1430742"/>
                  </a:lnTo>
                  <a:lnTo>
                    <a:pt x="337141" y="1430742"/>
                  </a:lnTo>
                  <a:lnTo>
                    <a:pt x="330530" y="1430742"/>
                  </a:lnTo>
                  <a:lnTo>
                    <a:pt x="323919" y="1430742"/>
                  </a:lnTo>
                  <a:lnTo>
                    <a:pt x="317309" y="1430742"/>
                  </a:lnTo>
                  <a:lnTo>
                    <a:pt x="310698" y="1430742"/>
                  </a:lnTo>
                  <a:lnTo>
                    <a:pt x="304088" y="1430742"/>
                  </a:lnTo>
                  <a:lnTo>
                    <a:pt x="297477" y="1430742"/>
                  </a:lnTo>
                  <a:lnTo>
                    <a:pt x="290866" y="1430742"/>
                  </a:lnTo>
                  <a:lnTo>
                    <a:pt x="284256" y="1430742"/>
                  </a:lnTo>
                  <a:lnTo>
                    <a:pt x="277645" y="1430742"/>
                  </a:lnTo>
                  <a:lnTo>
                    <a:pt x="271035" y="1430742"/>
                  </a:lnTo>
                  <a:lnTo>
                    <a:pt x="264424" y="1430742"/>
                  </a:lnTo>
                  <a:lnTo>
                    <a:pt x="257813" y="1430742"/>
                  </a:lnTo>
                  <a:lnTo>
                    <a:pt x="251203" y="1430742"/>
                  </a:lnTo>
                  <a:lnTo>
                    <a:pt x="244592" y="1430742"/>
                  </a:lnTo>
                  <a:lnTo>
                    <a:pt x="237981" y="1430742"/>
                  </a:lnTo>
                  <a:lnTo>
                    <a:pt x="231371" y="1430742"/>
                  </a:lnTo>
                  <a:lnTo>
                    <a:pt x="224760" y="1430742"/>
                  </a:lnTo>
                  <a:lnTo>
                    <a:pt x="218150" y="1430742"/>
                  </a:lnTo>
                  <a:lnTo>
                    <a:pt x="211539" y="1430742"/>
                  </a:lnTo>
                  <a:lnTo>
                    <a:pt x="204928" y="1430742"/>
                  </a:lnTo>
                  <a:lnTo>
                    <a:pt x="198318" y="1430742"/>
                  </a:lnTo>
                  <a:lnTo>
                    <a:pt x="191707" y="1430742"/>
                  </a:lnTo>
                  <a:lnTo>
                    <a:pt x="185097" y="1430742"/>
                  </a:lnTo>
                  <a:lnTo>
                    <a:pt x="178486" y="1430742"/>
                  </a:lnTo>
                  <a:lnTo>
                    <a:pt x="171875" y="1430742"/>
                  </a:lnTo>
                  <a:lnTo>
                    <a:pt x="165265" y="1430742"/>
                  </a:lnTo>
                  <a:lnTo>
                    <a:pt x="158654" y="1430742"/>
                  </a:lnTo>
                  <a:lnTo>
                    <a:pt x="152044" y="1430742"/>
                  </a:lnTo>
                  <a:lnTo>
                    <a:pt x="145433" y="1430742"/>
                  </a:lnTo>
                  <a:lnTo>
                    <a:pt x="138822" y="1430742"/>
                  </a:lnTo>
                  <a:lnTo>
                    <a:pt x="132212" y="1430742"/>
                  </a:lnTo>
                  <a:lnTo>
                    <a:pt x="125601" y="1430742"/>
                  </a:lnTo>
                  <a:lnTo>
                    <a:pt x="118990" y="1430742"/>
                  </a:lnTo>
                  <a:lnTo>
                    <a:pt x="112380" y="1430742"/>
                  </a:lnTo>
                  <a:lnTo>
                    <a:pt x="105769" y="1430742"/>
                  </a:lnTo>
                  <a:lnTo>
                    <a:pt x="99159" y="1430742"/>
                  </a:lnTo>
                  <a:lnTo>
                    <a:pt x="92548" y="1430742"/>
                  </a:lnTo>
                  <a:lnTo>
                    <a:pt x="85937" y="1430742"/>
                  </a:lnTo>
                  <a:lnTo>
                    <a:pt x="79327" y="1430742"/>
                  </a:lnTo>
                  <a:lnTo>
                    <a:pt x="72716" y="1430742"/>
                  </a:lnTo>
                  <a:lnTo>
                    <a:pt x="66106" y="1430742"/>
                  </a:lnTo>
                  <a:lnTo>
                    <a:pt x="59495" y="1430742"/>
                  </a:lnTo>
                  <a:lnTo>
                    <a:pt x="52884" y="1430742"/>
                  </a:lnTo>
                  <a:lnTo>
                    <a:pt x="46274" y="1430742"/>
                  </a:lnTo>
                  <a:lnTo>
                    <a:pt x="39663" y="1430742"/>
                  </a:lnTo>
                  <a:lnTo>
                    <a:pt x="33053" y="1430742"/>
                  </a:lnTo>
                  <a:lnTo>
                    <a:pt x="26442" y="1430742"/>
                  </a:lnTo>
                  <a:lnTo>
                    <a:pt x="19831" y="1430742"/>
                  </a:lnTo>
                  <a:lnTo>
                    <a:pt x="13221" y="1430742"/>
                  </a:lnTo>
                  <a:lnTo>
                    <a:pt x="6610" y="1430742"/>
                  </a:lnTo>
                  <a:lnTo>
                    <a:pt x="0" y="143074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05839" y="2825372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0677" y="1965960"/>
              <a:ext cx="0" cy="1545202"/>
            </a:xfrm>
            <a:custGeom>
              <a:avLst/>
              <a:pathLst>
                <a:path w="0" h="1545202">
                  <a:moveTo>
                    <a:pt x="0" y="1545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70000" y="3822063"/>
              <a:ext cx="6604000" cy="1295372"/>
            </a:xfrm>
            <a:custGeom>
              <a:avLst/>
              <a:pathLst>
                <a:path w="6604000" h="1295372">
                  <a:moveTo>
                    <a:pt x="0" y="1262522"/>
                  </a:moveTo>
                  <a:lnTo>
                    <a:pt x="6610" y="1276911"/>
                  </a:lnTo>
                  <a:lnTo>
                    <a:pt x="13221" y="1290873"/>
                  </a:lnTo>
                  <a:lnTo>
                    <a:pt x="19831" y="1290115"/>
                  </a:lnTo>
                  <a:lnTo>
                    <a:pt x="26442" y="1266039"/>
                  </a:lnTo>
                  <a:lnTo>
                    <a:pt x="33053" y="1256728"/>
                  </a:lnTo>
                  <a:lnTo>
                    <a:pt x="39663" y="1286151"/>
                  </a:lnTo>
                  <a:lnTo>
                    <a:pt x="46274" y="1292196"/>
                  </a:lnTo>
                  <a:lnTo>
                    <a:pt x="52884" y="1295372"/>
                  </a:lnTo>
                  <a:lnTo>
                    <a:pt x="59495" y="1286173"/>
                  </a:lnTo>
                  <a:lnTo>
                    <a:pt x="66106" y="1264021"/>
                  </a:lnTo>
                  <a:lnTo>
                    <a:pt x="72716" y="1285810"/>
                  </a:lnTo>
                  <a:lnTo>
                    <a:pt x="79327" y="1283627"/>
                  </a:lnTo>
                  <a:lnTo>
                    <a:pt x="85937" y="1281674"/>
                  </a:lnTo>
                  <a:lnTo>
                    <a:pt x="92548" y="1280100"/>
                  </a:lnTo>
                  <a:lnTo>
                    <a:pt x="99159" y="1276074"/>
                  </a:lnTo>
                  <a:lnTo>
                    <a:pt x="105769" y="1281674"/>
                  </a:lnTo>
                  <a:lnTo>
                    <a:pt x="112380" y="1283435"/>
                  </a:lnTo>
                  <a:lnTo>
                    <a:pt x="118990" y="1281065"/>
                  </a:lnTo>
                  <a:lnTo>
                    <a:pt x="125601" y="1277216"/>
                  </a:lnTo>
                  <a:lnTo>
                    <a:pt x="132212" y="1287161"/>
                  </a:lnTo>
                  <a:lnTo>
                    <a:pt x="138822" y="1285554"/>
                  </a:lnTo>
                  <a:lnTo>
                    <a:pt x="145433" y="1253435"/>
                  </a:lnTo>
                  <a:lnTo>
                    <a:pt x="152044" y="1231864"/>
                  </a:lnTo>
                  <a:lnTo>
                    <a:pt x="158654" y="1246915"/>
                  </a:lnTo>
                  <a:lnTo>
                    <a:pt x="165265" y="1285727"/>
                  </a:lnTo>
                  <a:lnTo>
                    <a:pt x="171875" y="1285965"/>
                  </a:lnTo>
                  <a:lnTo>
                    <a:pt x="178486" y="1263073"/>
                  </a:lnTo>
                  <a:lnTo>
                    <a:pt x="185097" y="1280100"/>
                  </a:lnTo>
                  <a:lnTo>
                    <a:pt x="191707" y="1282871"/>
                  </a:lnTo>
                  <a:lnTo>
                    <a:pt x="198318" y="1266658"/>
                  </a:lnTo>
                  <a:lnTo>
                    <a:pt x="204928" y="1257085"/>
                  </a:lnTo>
                  <a:lnTo>
                    <a:pt x="211539" y="1271203"/>
                  </a:lnTo>
                  <a:lnTo>
                    <a:pt x="218150" y="1253589"/>
                  </a:lnTo>
                  <a:lnTo>
                    <a:pt x="224760" y="1245582"/>
                  </a:lnTo>
                  <a:lnTo>
                    <a:pt x="231371" y="1245582"/>
                  </a:lnTo>
                  <a:lnTo>
                    <a:pt x="237981" y="1248079"/>
                  </a:lnTo>
                  <a:lnTo>
                    <a:pt x="244592" y="1262571"/>
                  </a:lnTo>
                  <a:lnTo>
                    <a:pt x="251203" y="1281065"/>
                  </a:lnTo>
                  <a:lnTo>
                    <a:pt x="257813" y="1281665"/>
                  </a:lnTo>
                  <a:lnTo>
                    <a:pt x="264424" y="1264021"/>
                  </a:lnTo>
                  <a:lnTo>
                    <a:pt x="271035" y="1274915"/>
                  </a:lnTo>
                  <a:lnTo>
                    <a:pt x="277645" y="1285014"/>
                  </a:lnTo>
                  <a:lnTo>
                    <a:pt x="284256" y="1249518"/>
                  </a:lnTo>
                  <a:lnTo>
                    <a:pt x="290866" y="1264076"/>
                  </a:lnTo>
                  <a:lnTo>
                    <a:pt x="297477" y="1261913"/>
                  </a:lnTo>
                  <a:lnTo>
                    <a:pt x="304088" y="1262862"/>
                  </a:lnTo>
                  <a:lnTo>
                    <a:pt x="310698" y="1283272"/>
                  </a:lnTo>
                  <a:lnTo>
                    <a:pt x="317309" y="1253405"/>
                  </a:lnTo>
                  <a:lnTo>
                    <a:pt x="323919" y="1285680"/>
                  </a:lnTo>
                  <a:lnTo>
                    <a:pt x="330530" y="1283228"/>
                  </a:lnTo>
                  <a:lnTo>
                    <a:pt x="337141" y="1279992"/>
                  </a:lnTo>
                  <a:lnTo>
                    <a:pt x="343751" y="1281069"/>
                  </a:lnTo>
                  <a:lnTo>
                    <a:pt x="350362" y="1242290"/>
                  </a:lnTo>
                  <a:lnTo>
                    <a:pt x="356972" y="1247936"/>
                  </a:lnTo>
                  <a:lnTo>
                    <a:pt x="363583" y="1251208"/>
                  </a:lnTo>
                  <a:lnTo>
                    <a:pt x="370194" y="1235505"/>
                  </a:lnTo>
                  <a:lnTo>
                    <a:pt x="376804" y="1266669"/>
                  </a:lnTo>
                  <a:lnTo>
                    <a:pt x="383415" y="1274099"/>
                  </a:lnTo>
                  <a:lnTo>
                    <a:pt x="390026" y="1265499"/>
                  </a:lnTo>
                  <a:lnTo>
                    <a:pt x="396636" y="1279156"/>
                  </a:lnTo>
                  <a:lnTo>
                    <a:pt x="403247" y="1271755"/>
                  </a:lnTo>
                  <a:lnTo>
                    <a:pt x="409857" y="1281288"/>
                  </a:lnTo>
                  <a:lnTo>
                    <a:pt x="416468" y="1283228"/>
                  </a:lnTo>
                  <a:lnTo>
                    <a:pt x="423079" y="1283228"/>
                  </a:lnTo>
                  <a:lnTo>
                    <a:pt x="429689" y="1284465"/>
                  </a:lnTo>
                  <a:lnTo>
                    <a:pt x="436300" y="1278392"/>
                  </a:lnTo>
                  <a:lnTo>
                    <a:pt x="442910" y="1265374"/>
                  </a:lnTo>
                  <a:lnTo>
                    <a:pt x="449521" y="1283873"/>
                  </a:lnTo>
                  <a:lnTo>
                    <a:pt x="456132" y="1281028"/>
                  </a:lnTo>
                  <a:lnTo>
                    <a:pt x="462742" y="1253405"/>
                  </a:lnTo>
                  <a:lnTo>
                    <a:pt x="469353" y="1264076"/>
                  </a:lnTo>
                  <a:lnTo>
                    <a:pt x="475963" y="1284395"/>
                  </a:lnTo>
                  <a:lnTo>
                    <a:pt x="482574" y="1253405"/>
                  </a:lnTo>
                  <a:lnTo>
                    <a:pt x="489185" y="1238762"/>
                  </a:lnTo>
                  <a:lnTo>
                    <a:pt x="495795" y="1245756"/>
                  </a:lnTo>
                  <a:lnTo>
                    <a:pt x="502406" y="1281712"/>
                  </a:lnTo>
                  <a:lnTo>
                    <a:pt x="509017" y="1280825"/>
                  </a:lnTo>
                  <a:lnTo>
                    <a:pt x="515627" y="1261913"/>
                  </a:lnTo>
                  <a:lnTo>
                    <a:pt x="522238" y="1253405"/>
                  </a:lnTo>
                  <a:lnTo>
                    <a:pt x="528848" y="1258088"/>
                  </a:lnTo>
                  <a:lnTo>
                    <a:pt x="535459" y="1253604"/>
                  </a:lnTo>
                  <a:lnTo>
                    <a:pt x="542070" y="1253604"/>
                  </a:lnTo>
                  <a:lnTo>
                    <a:pt x="548680" y="1273380"/>
                  </a:lnTo>
                  <a:lnTo>
                    <a:pt x="555291" y="1257058"/>
                  </a:lnTo>
                  <a:lnTo>
                    <a:pt x="561901" y="1242868"/>
                  </a:lnTo>
                  <a:lnTo>
                    <a:pt x="568512" y="1241331"/>
                  </a:lnTo>
                  <a:lnTo>
                    <a:pt x="575123" y="1236379"/>
                  </a:lnTo>
                  <a:lnTo>
                    <a:pt x="581733" y="1236379"/>
                  </a:lnTo>
                  <a:lnTo>
                    <a:pt x="588344" y="1247050"/>
                  </a:lnTo>
                  <a:lnTo>
                    <a:pt x="594954" y="1256025"/>
                  </a:lnTo>
                  <a:lnTo>
                    <a:pt x="601565" y="1258187"/>
                  </a:lnTo>
                  <a:lnTo>
                    <a:pt x="608176" y="1250516"/>
                  </a:lnTo>
                  <a:lnTo>
                    <a:pt x="614786" y="1239300"/>
                  </a:lnTo>
                  <a:lnTo>
                    <a:pt x="621397" y="1258222"/>
                  </a:lnTo>
                  <a:lnTo>
                    <a:pt x="628008" y="1271246"/>
                  </a:lnTo>
                  <a:lnTo>
                    <a:pt x="634618" y="1250516"/>
                  </a:lnTo>
                  <a:lnTo>
                    <a:pt x="641229" y="1207764"/>
                  </a:lnTo>
                  <a:lnTo>
                    <a:pt x="647839" y="1206863"/>
                  </a:lnTo>
                  <a:lnTo>
                    <a:pt x="654450" y="1234792"/>
                  </a:lnTo>
                  <a:lnTo>
                    <a:pt x="661061" y="1258187"/>
                  </a:lnTo>
                  <a:lnTo>
                    <a:pt x="667671" y="1250816"/>
                  </a:lnTo>
                  <a:lnTo>
                    <a:pt x="674282" y="1256326"/>
                  </a:lnTo>
                  <a:lnTo>
                    <a:pt x="680892" y="1240266"/>
                  </a:lnTo>
                  <a:lnTo>
                    <a:pt x="687503" y="1234980"/>
                  </a:lnTo>
                  <a:lnTo>
                    <a:pt x="694114" y="1256001"/>
                  </a:lnTo>
                  <a:lnTo>
                    <a:pt x="700724" y="1248514"/>
                  </a:lnTo>
                  <a:lnTo>
                    <a:pt x="707335" y="1249387"/>
                  </a:lnTo>
                  <a:lnTo>
                    <a:pt x="713945" y="1279294"/>
                  </a:lnTo>
                  <a:lnTo>
                    <a:pt x="720556" y="1277143"/>
                  </a:lnTo>
                  <a:lnTo>
                    <a:pt x="727167" y="1276014"/>
                  </a:lnTo>
                  <a:lnTo>
                    <a:pt x="733777" y="1266944"/>
                  </a:lnTo>
                  <a:lnTo>
                    <a:pt x="740388" y="1268068"/>
                  </a:lnTo>
                  <a:lnTo>
                    <a:pt x="746998" y="1278625"/>
                  </a:lnTo>
                  <a:lnTo>
                    <a:pt x="753609" y="1280203"/>
                  </a:lnTo>
                  <a:lnTo>
                    <a:pt x="760220" y="1255695"/>
                  </a:lnTo>
                  <a:lnTo>
                    <a:pt x="766830" y="1230371"/>
                  </a:lnTo>
                  <a:lnTo>
                    <a:pt x="773441" y="1240626"/>
                  </a:lnTo>
                  <a:lnTo>
                    <a:pt x="780052" y="1271084"/>
                  </a:lnTo>
                  <a:lnTo>
                    <a:pt x="786662" y="1279584"/>
                  </a:lnTo>
                  <a:lnTo>
                    <a:pt x="793273" y="1259236"/>
                  </a:lnTo>
                  <a:lnTo>
                    <a:pt x="799883" y="1266944"/>
                  </a:lnTo>
                  <a:lnTo>
                    <a:pt x="806494" y="1250516"/>
                  </a:lnTo>
                  <a:lnTo>
                    <a:pt x="813105" y="1260384"/>
                  </a:lnTo>
                  <a:lnTo>
                    <a:pt x="819715" y="1275325"/>
                  </a:lnTo>
                  <a:lnTo>
                    <a:pt x="826326" y="1260384"/>
                  </a:lnTo>
                  <a:lnTo>
                    <a:pt x="832936" y="1258222"/>
                  </a:lnTo>
                  <a:lnTo>
                    <a:pt x="839547" y="1270767"/>
                  </a:lnTo>
                  <a:lnTo>
                    <a:pt x="846158" y="1251139"/>
                  </a:lnTo>
                  <a:lnTo>
                    <a:pt x="852768" y="1251139"/>
                  </a:lnTo>
                  <a:lnTo>
                    <a:pt x="859379" y="1275181"/>
                  </a:lnTo>
                  <a:lnTo>
                    <a:pt x="865989" y="1279915"/>
                  </a:lnTo>
                  <a:lnTo>
                    <a:pt x="872600" y="1279584"/>
                  </a:lnTo>
                  <a:lnTo>
                    <a:pt x="879211" y="1268068"/>
                  </a:lnTo>
                  <a:lnTo>
                    <a:pt x="885821" y="1253013"/>
                  </a:lnTo>
                  <a:lnTo>
                    <a:pt x="892432" y="1277581"/>
                  </a:lnTo>
                  <a:lnTo>
                    <a:pt x="899043" y="1275695"/>
                  </a:lnTo>
                  <a:lnTo>
                    <a:pt x="905653" y="1274130"/>
                  </a:lnTo>
                  <a:lnTo>
                    <a:pt x="912264" y="1263017"/>
                  </a:lnTo>
                  <a:lnTo>
                    <a:pt x="918874" y="1242868"/>
                  </a:lnTo>
                  <a:lnTo>
                    <a:pt x="925485" y="1259236"/>
                  </a:lnTo>
                  <a:lnTo>
                    <a:pt x="932096" y="1250516"/>
                  </a:lnTo>
                  <a:lnTo>
                    <a:pt x="938706" y="1246629"/>
                  </a:lnTo>
                  <a:lnTo>
                    <a:pt x="945317" y="1262984"/>
                  </a:lnTo>
                  <a:lnTo>
                    <a:pt x="951927" y="1249387"/>
                  </a:lnTo>
                  <a:lnTo>
                    <a:pt x="958538" y="1260384"/>
                  </a:lnTo>
                  <a:lnTo>
                    <a:pt x="965149" y="1277427"/>
                  </a:lnTo>
                  <a:lnTo>
                    <a:pt x="971759" y="1260384"/>
                  </a:lnTo>
                  <a:lnTo>
                    <a:pt x="978370" y="1242868"/>
                  </a:lnTo>
                  <a:lnTo>
                    <a:pt x="984980" y="1245604"/>
                  </a:lnTo>
                  <a:lnTo>
                    <a:pt x="991591" y="1245604"/>
                  </a:lnTo>
                  <a:lnTo>
                    <a:pt x="998202" y="1257058"/>
                  </a:lnTo>
                  <a:lnTo>
                    <a:pt x="1004812" y="1262102"/>
                  </a:lnTo>
                  <a:lnTo>
                    <a:pt x="1011423" y="1234980"/>
                  </a:lnTo>
                  <a:lnTo>
                    <a:pt x="1018034" y="1216556"/>
                  </a:lnTo>
                  <a:lnTo>
                    <a:pt x="1024644" y="1252234"/>
                  </a:lnTo>
                  <a:lnTo>
                    <a:pt x="1031255" y="1281175"/>
                  </a:lnTo>
                  <a:lnTo>
                    <a:pt x="1037865" y="1281621"/>
                  </a:lnTo>
                  <a:lnTo>
                    <a:pt x="1044476" y="1278650"/>
                  </a:lnTo>
                  <a:lnTo>
                    <a:pt x="1051087" y="1273693"/>
                  </a:lnTo>
                  <a:lnTo>
                    <a:pt x="1057697" y="1253303"/>
                  </a:lnTo>
                  <a:lnTo>
                    <a:pt x="1064308" y="1259893"/>
                  </a:lnTo>
                  <a:lnTo>
                    <a:pt x="1070918" y="1267984"/>
                  </a:lnTo>
                  <a:lnTo>
                    <a:pt x="1077529" y="1272203"/>
                  </a:lnTo>
                  <a:lnTo>
                    <a:pt x="1084140" y="1272598"/>
                  </a:lnTo>
                  <a:lnTo>
                    <a:pt x="1090750" y="1260626"/>
                  </a:lnTo>
                  <a:lnTo>
                    <a:pt x="1097361" y="1256557"/>
                  </a:lnTo>
                  <a:lnTo>
                    <a:pt x="1103971" y="1221752"/>
                  </a:lnTo>
                  <a:lnTo>
                    <a:pt x="1110582" y="1197547"/>
                  </a:lnTo>
                  <a:lnTo>
                    <a:pt x="1117193" y="1217187"/>
                  </a:lnTo>
                  <a:lnTo>
                    <a:pt x="1123803" y="1214868"/>
                  </a:lnTo>
                  <a:lnTo>
                    <a:pt x="1130414" y="1212358"/>
                  </a:lnTo>
                  <a:lnTo>
                    <a:pt x="1137025" y="1257055"/>
                  </a:lnTo>
                  <a:lnTo>
                    <a:pt x="1143635" y="1246343"/>
                  </a:lnTo>
                  <a:lnTo>
                    <a:pt x="1150246" y="1206837"/>
                  </a:lnTo>
                  <a:lnTo>
                    <a:pt x="1156856" y="1217130"/>
                  </a:lnTo>
                  <a:lnTo>
                    <a:pt x="1163467" y="1239827"/>
                  </a:lnTo>
                  <a:lnTo>
                    <a:pt x="1170078" y="1239827"/>
                  </a:lnTo>
                  <a:lnTo>
                    <a:pt x="1176688" y="1200097"/>
                  </a:lnTo>
                  <a:lnTo>
                    <a:pt x="1183299" y="1222709"/>
                  </a:lnTo>
                  <a:lnTo>
                    <a:pt x="1189909" y="1233694"/>
                  </a:lnTo>
                  <a:lnTo>
                    <a:pt x="1196520" y="1194623"/>
                  </a:lnTo>
                  <a:lnTo>
                    <a:pt x="1203131" y="1234202"/>
                  </a:lnTo>
                  <a:lnTo>
                    <a:pt x="1209741" y="1243099"/>
                  </a:lnTo>
                  <a:lnTo>
                    <a:pt x="1216352" y="1249161"/>
                  </a:lnTo>
                  <a:lnTo>
                    <a:pt x="1222962" y="1248524"/>
                  </a:lnTo>
                  <a:lnTo>
                    <a:pt x="1229573" y="1232239"/>
                  </a:lnTo>
                  <a:lnTo>
                    <a:pt x="1236184" y="1217478"/>
                  </a:lnTo>
                  <a:lnTo>
                    <a:pt x="1242794" y="1233253"/>
                  </a:lnTo>
                  <a:lnTo>
                    <a:pt x="1249405" y="1231663"/>
                  </a:lnTo>
                  <a:lnTo>
                    <a:pt x="1256016" y="1218552"/>
                  </a:lnTo>
                  <a:lnTo>
                    <a:pt x="1262626" y="1236119"/>
                  </a:lnTo>
                  <a:lnTo>
                    <a:pt x="1269237" y="1252143"/>
                  </a:lnTo>
                  <a:lnTo>
                    <a:pt x="1275847" y="1234402"/>
                  </a:lnTo>
                  <a:lnTo>
                    <a:pt x="1282458" y="1211063"/>
                  </a:lnTo>
                  <a:lnTo>
                    <a:pt x="1289069" y="1233188"/>
                  </a:lnTo>
                  <a:lnTo>
                    <a:pt x="1295679" y="1227743"/>
                  </a:lnTo>
                  <a:lnTo>
                    <a:pt x="1302290" y="1207927"/>
                  </a:lnTo>
                  <a:lnTo>
                    <a:pt x="1308900" y="1207487"/>
                  </a:lnTo>
                  <a:lnTo>
                    <a:pt x="1315511" y="1217586"/>
                  </a:lnTo>
                  <a:lnTo>
                    <a:pt x="1322122" y="1208395"/>
                  </a:lnTo>
                  <a:lnTo>
                    <a:pt x="1328732" y="1198296"/>
                  </a:lnTo>
                  <a:lnTo>
                    <a:pt x="1335343" y="1226195"/>
                  </a:lnTo>
                  <a:lnTo>
                    <a:pt x="1341953" y="1231018"/>
                  </a:lnTo>
                  <a:lnTo>
                    <a:pt x="1348564" y="1224832"/>
                  </a:lnTo>
                  <a:lnTo>
                    <a:pt x="1355175" y="1241524"/>
                  </a:lnTo>
                  <a:lnTo>
                    <a:pt x="1361785" y="1246144"/>
                  </a:lnTo>
                  <a:lnTo>
                    <a:pt x="1368396" y="1244124"/>
                  </a:lnTo>
                  <a:lnTo>
                    <a:pt x="1375007" y="1231266"/>
                  </a:lnTo>
                  <a:lnTo>
                    <a:pt x="1381617" y="1197412"/>
                  </a:lnTo>
                  <a:lnTo>
                    <a:pt x="1388228" y="1236193"/>
                  </a:lnTo>
                  <a:lnTo>
                    <a:pt x="1394838" y="1224832"/>
                  </a:lnTo>
                  <a:lnTo>
                    <a:pt x="1401449" y="1223534"/>
                  </a:lnTo>
                  <a:lnTo>
                    <a:pt x="1408060" y="1231018"/>
                  </a:lnTo>
                  <a:lnTo>
                    <a:pt x="1414670" y="1189410"/>
                  </a:lnTo>
                  <a:lnTo>
                    <a:pt x="1421281" y="1217586"/>
                  </a:lnTo>
                  <a:lnTo>
                    <a:pt x="1427891" y="1204710"/>
                  </a:lnTo>
                  <a:lnTo>
                    <a:pt x="1434502" y="1205224"/>
                  </a:lnTo>
                  <a:lnTo>
                    <a:pt x="1441113" y="1208395"/>
                  </a:lnTo>
                  <a:lnTo>
                    <a:pt x="1447723" y="1208395"/>
                  </a:lnTo>
                  <a:lnTo>
                    <a:pt x="1454334" y="1222320"/>
                  </a:lnTo>
                  <a:lnTo>
                    <a:pt x="1460944" y="1240545"/>
                  </a:lnTo>
                  <a:lnTo>
                    <a:pt x="1467555" y="1217586"/>
                  </a:lnTo>
                  <a:lnTo>
                    <a:pt x="1474166" y="1248829"/>
                  </a:lnTo>
                  <a:lnTo>
                    <a:pt x="1480776" y="1246387"/>
                  </a:lnTo>
                  <a:lnTo>
                    <a:pt x="1487387" y="1246366"/>
                  </a:lnTo>
                  <a:lnTo>
                    <a:pt x="1493997" y="1237161"/>
                  </a:lnTo>
                  <a:lnTo>
                    <a:pt x="1500608" y="1247472"/>
                  </a:lnTo>
                  <a:lnTo>
                    <a:pt x="1507219" y="1246546"/>
                  </a:lnTo>
                  <a:lnTo>
                    <a:pt x="1513829" y="1247679"/>
                  </a:lnTo>
                  <a:lnTo>
                    <a:pt x="1520440" y="1249848"/>
                  </a:lnTo>
                  <a:lnTo>
                    <a:pt x="1527051" y="1250316"/>
                  </a:lnTo>
                  <a:lnTo>
                    <a:pt x="1533661" y="1247693"/>
                  </a:lnTo>
                  <a:lnTo>
                    <a:pt x="1540272" y="1247192"/>
                  </a:lnTo>
                  <a:lnTo>
                    <a:pt x="1546882" y="1219392"/>
                  </a:lnTo>
                  <a:lnTo>
                    <a:pt x="1553493" y="1206032"/>
                  </a:lnTo>
                  <a:lnTo>
                    <a:pt x="1560104" y="1221227"/>
                  </a:lnTo>
                  <a:lnTo>
                    <a:pt x="1566714" y="1221227"/>
                  </a:lnTo>
                  <a:lnTo>
                    <a:pt x="1573325" y="1225923"/>
                  </a:lnTo>
                  <a:lnTo>
                    <a:pt x="1579935" y="1224848"/>
                  </a:lnTo>
                  <a:lnTo>
                    <a:pt x="1586546" y="1223725"/>
                  </a:lnTo>
                  <a:lnTo>
                    <a:pt x="1593157" y="1190007"/>
                  </a:lnTo>
                  <a:lnTo>
                    <a:pt x="1599767" y="1199291"/>
                  </a:lnTo>
                  <a:lnTo>
                    <a:pt x="1606378" y="1188593"/>
                  </a:lnTo>
                  <a:lnTo>
                    <a:pt x="1612988" y="1209390"/>
                  </a:lnTo>
                  <a:lnTo>
                    <a:pt x="1619599" y="1199576"/>
                  </a:lnTo>
                  <a:lnTo>
                    <a:pt x="1626210" y="1192213"/>
                  </a:lnTo>
                  <a:lnTo>
                    <a:pt x="1632820" y="1212553"/>
                  </a:lnTo>
                  <a:lnTo>
                    <a:pt x="1639431" y="1215230"/>
                  </a:lnTo>
                  <a:lnTo>
                    <a:pt x="1646042" y="1199576"/>
                  </a:lnTo>
                  <a:lnTo>
                    <a:pt x="1652652" y="1195892"/>
                  </a:lnTo>
                  <a:lnTo>
                    <a:pt x="1659263" y="1227399"/>
                  </a:lnTo>
                  <a:lnTo>
                    <a:pt x="1665873" y="1199291"/>
                  </a:lnTo>
                  <a:lnTo>
                    <a:pt x="1672484" y="1177571"/>
                  </a:lnTo>
                  <a:lnTo>
                    <a:pt x="1679095" y="1215265"/>
                  </a:lnTo>
                  <a:lnTo>
                    <a:pt x="1685705" y="1216479"/>
                  </a:lnTo>
                  <a:lnTo>
                    <a:pt x="1692316" y="1184328"/>
                  </a:lnTo>
                  <a:lnTo>
                    <a:pt x="1698926" y="1203680"/>
                  </a:lnTo>
                  <a:lnTo>
                    <a:pt x="1705537" y="1190416"/>
                  </a:lnTo>
                  <a:lnTo>
                    <a:pt x="1712148" y="1185928"/>
                  </a:lnTo>
                  <a:lnTo>
                    <a:pt x="1718758" y="1194015"/>
                  </a:lnTo>
                  <a:lnTo>
                    <a:pt x="1725369" y="1198045"/>
                  </a:lnTo>
                  <a:lnTo>
                    <a:pt x="1731979" y="1203993"/>
                  </a:lnTo>
                  <a:lnTo>
                    <a:pt x="1738590" y="1205264"/>
                  </a:lnTo>
                  <a:lnTo>
                    <a:pt x="1745201" y="1211284"/>
                  </a:lnTo>
                  <a:lnTo>
                    <a:pt x="1751811" y="1153500"/>
                  </a:lnTo>
                  <a:lnTo>
                    <a:pt x="1758422" y="1171335"/>
                  </a:lnTo>
                  <a:lnTo>
                    <a:pt x="1765033" y="1196686"/>
                  </a:lnTo>
                  <a:lnTo>
                    <a:pt x="1771643" y="1230856"/>
                  </a:lnTo>
                  <a:lnTo>
                    <a:pt x="1778254" y="1231324"/>
                  </a:lnTo>
                  <a:lnTo>
                    <a:pt x="1784864" y="1231324"/>
                  </a:lnTo>
                  <a:lnTo>
                    <a:pt x="1791475" y="1228451"/>
                  </a:lnTo>
                  <a:lnTo>
                    <a:pt x="1798086" y="1201831"/>
                  </a:lnTo>
                  <a:lnTo>
                    <a:pt x="1804696" y="1180639"/>
                  </a:lnTo>
                  <a:lnTo>
                    <a:pt x="1811307" y="1187054"/>
                  </a:lnTo>
                  <a:lnTo>
                    <a:pt x="1817917" y="1196245"/>
                  </a:lnTo>
                  <a:lnTo>
                    <a:pt x="1824528" y="1181743"/>
                  </a:lnTo>
                  <a:lnTo>
                    <a:pt x="1831139" y="1140736"/>
                  </a:lnTo>
                  <a:lnTo>
                    <a:pt x="1837749" y="1138481"/>
                  </a:lnTo>
                  <a:lnTo>
                    <a:pt x="1844360" y="1150731"/>
                  </a:lnTo>
                  <a:lnTo>
                    <a:pt x="1850970" y="1151435"/>
                  </a:lnTo>
                  <a:lnTo>
                    <a:pt x="1857581" y="1143999"/>
                  </a:lnTo>
                  <a:lnTo>
                    <a:pt x="1864192" y="1191041"/>
                  </a:lnTo>
                  <a:lnTo>
                    <a:pt x="1870802" y="1152983"/>
                  </a:lnTo>
                  <a:lnTo>
                    <a:pt x="1877413" y="1210576"/>
                  </a:lnTo>
                  <a:lnTo>
                    <a:pt x="1884024" y="1217844"/>
                  </a:lnTo>
                  <a:lnTo>
                    <a:pt x="1890634" y="1190724"/>
                  </a:lnTo>
                  <a:lnTo>
                    <a:pt x="1897245" y="1208610"/>
                  </a:lnTo>
                  <a:lnTo>
                    <a:pt x="1903855" y="1207726"/>
                  </a:lnTo>
                  <a:lnTo>
                    <a:pt x="1910466" y="1208240"/>
                  </a:lnTo>
                  <a:lnTo>
                    <a:pt x="1917077" y="1220101"/>
                  </a:lnTo>
                  <a:lnTo>
                    <a:pt x="1923687" y="1205905"/>
                  </a:lnTo>
                  <a:lnTo>
                    <a:pt x="1930298" y="1200460"/>
                  </a:lnTo>
                  <a:lnTo>
                    <a:pt x="1936908" y="1216674"/>
                  </a:lnTo>
                  <a:lnTo>
                    <a:pt x="1943519" y="1223065"/>
                  </a:lnTo>
                  <a:lnTo>
                    <a:pt x="1950130" y="1219434"/>
                  </a:lnTo>
                  <a:lnTo>
                    <a:pt x="1956740" y="1199041"/>
                  </a:lnTo>
                  <a:lnTo>
                    <a:pt x="1963351" y="1147267"/>
                  </a:lnTo>
                  <a:lnTo>
                    <a:pt x="1969961" y="1180434"/>
                  </a:lnTo>
                  <a:lnTo>
                    <a:pt x="1976572" y="1197728"/>
                  </a:lnTo>
                  <a:lnTo>
                    <a:pt x="1983183" y="1197728"/>
                  </a:lnTo>
                  <a:lnTo>
                    <a:pt x="1989793" y="1191666"/>
                  </a:lnTo>
                  <a:lnTo>
                    <a:pt x="1996404" y="1191666"/>
                  </a:lnTo>
                  <a:lnTo>
                    <a:pt x="2003015" y="1186422"/>
                  </a:lnTo>
                  <a:lnTo>
                    <a:pt x="2009625" y="1193480"/>
                  </a:lnTo>
                  <a:lnTo>
                    <a:pt x="2016236" y="1204804"/>
                  </a:lnTo>
                  <a:lnTo>
                    <a:pt x="2022846" y="1159000"/>
                  </a:lnTo>
                  <a:lnTo>
                    <a:pt x="2029457" y="1133325"/>
                  </a:lnTo>
                  <a:lnTo>
                    <a:pt x="2036068" y="1141560"/>
                  </a:lnTo>
                  <a:lnTo>
                    <a:pt x="2042678" y="1198559"/>
                  </a:lnTo>
                  <a:lnTo>
                    <a:pt x="2049289" y="1183863"/>
                  </a:lnTo>
                  <a:lnTo>
                    <a:pt x="2055899" y="1112966"/>
                  </a:lnTo>
                  <a:lnTo>
                    <a:pt x="2062510" y="1111366"/>
                  </a:lnTo>
                  <a:lnTo>
                    <a:pt x="2069121" y="1113475"/>
                  </a:lnTo>
                  <a:lnTo>
                    <a:pt x="2075731" y="1155330"/>
                  </a:lnTo>
                  <a:lnTo>
                    <a:pt x="2082342" y="1165775"/>
                  </a:lnTo>
                  <a:lnTo>
                    <a:pt x="2088952" y="1166989"/>
                  </a:lnTo>
                  <a:lnTo>
                    <a:pt x="2095563" y="1177277"/>
                  </a:lnTo>
                  <a:lnTo>
                    <a:pt x="2102174" y="1141211"/>
                  </a:lnTo>
                  <a:lnTo>
                    <a:pt x="2108784" y="1115479"/>
                  </a:lnTo>
                  <a:lnTo>
                    <a:pt x="2115395" y="1131308"/>
                  </a:lnTo>
                  <a:lnTo>
                    <a:pt x="2122006" y="1131308"/>
                  </a:lnTo>
                  <a:lnTo>
                    <a:pt x="2128616" y="1167171"/>
                  </a:lnTo>
                  <a:lnTo>
                    <a:pt x="2135227" y="1110064"/>
                  </a:lnTo>
                  <a:lnTo>
                    <a:pt x="2141837" y="1121157"/>
                  </a:lnTo>
                  <a:lnTo>
                    <a:pt x="2148448" y="1161081"/>
                  </a:lnTo>
                  <a:lnTo>
                    <a:pt x="2155059" y="1147513"/>
                  </a:lnTo>
                  <a:lnTo>
                    <a:pt x="2161669" y="1127809"/>
                  </a:lnTo>
                  <a:lnTo>
                    <a:pt x="2168280" y="1123022"/>
                  </a:lnTo>
                  <a:lnTo>
                    <a:pt x="2174890" y="1124969"/>
                  </a:lnTo>
                  <a:lnTo>
                    <a:pt x="2181501" y="1145208"/>
                  </a:lnTo>
                  <a:lnTo>
                    <a:pt x="2188112" y="1174686"/>
                  </a:lnTo>
                  <a:lnTo>
                    <a:pt x="2194722" y="1187332"/>
                  </a:lnTo>
                  <a:lnTo>
                    <a:pt x="2201333" y="1187332"/>
                  </a:lnTo>
                  <a:lnTo>
                    <a:pt x="2207943" y="1164805"/>
                  </a:lnTo>
                  <a:lnTo>
                    <a:pt x="2214554" y="1152656"/>
                  </a:lnTo>
                  <a:lnTo>
                    <a:pt x="2221165" y="1136700"/>
                  </a:lnTo>
                  <a:lnTo>
                    <a:pt x="2227775" y="1144525"/>
                  </a:lnTo>
                  <a:lnTo>
                    <a:pt x="2234386" y="1146035"/>
                  </a:lnTo>
                  <a:lnTo>
                    <a:pt x="2240996" y="1113005"/>
                  </a:lnTo>
                  <a:lnTo>
                    <a:pt x="2247607" y="1124228"/>
                  </a:lnTo>
                  <a:lnTo>
                    <a:pt x="2254218" y="1069585"/>
                  </a:lnTo>
                  <a:lnTo>
                    <a:pt x="2260828" y="1066420"/>
                  </a:lnTo>
                  <a:lnTo>
                    <a:pt x="2267439" y="1068133"/>
                  </a:lnTo>
                  <a:lnTo>
                    <a:pt x="2274050" y="1111846"/>
                  </a:lnTo>
                  <a:lnTo>
                    <a:pt x="2280660" y="1112886"/>
                  </a:lnTo>
                  <a:lnTo>
                    <a:pt x="2287271" y="1099254"/>
                  </a:lnTo>
                  <a:lnTo>
                    <a:pt x="2293881" y="1136224"/>
                  </a:lnTo>
                  <a:lnTo>
                    <a:pt x="2300492" y="1145870"/>
                  </a:lnTo>
                  <a:lnTo>
                    <a:pt x="2307103" y="1127365"/>
                  </a:lnTo>
                  <a:lnTo>
                    <a:pt x="2313713" y="1127365"/>
                  </a:lnTo>
                  <a:lnTo>
                    <a:pt x="2320324" y="1117326"/>
                  </a:lnTo>
                  <a:lnTo>
                    <a:pt x="2326934" y="1083770"/>
                  </a:lnTo>
                  <a:lnTo>
                    <a:pt x="2333545" y="1083770"/>
                  </a:lnTo>
                  <a:lnTo>
                    <a:pt x="2340156" y="1126226"/>
                  </a:lnTo>
                  <a:lnTo>
                    <a:pt x="2346766" y="1126226"/>
                  </a:lnTo>
                  <a:lnTo>
                    <a:pt x="2353377" y="1099686"/>
                  </a:lnTo>
                  <a:lnTo>
                    <a:pt x="2359987" y="1084148"/>
                  </a:lnTo>
                  <a:lnTo>
                    <a:pt x="2366598" y="1066091"/>
                  </a:lnTo>
                  <a:lnTo>
                    <a:pt x="2373209" y="1035256"/>
                  </a:lnTo>
                  <a:lnTo>
                    <a:pt x="2379819" y="1077536"/>
                  </a:lnTo>
                  <a:lnTo>
                    <a:pt x="2386430" y="1090628"/>
                  </a:lnTo>
                  <a:lnTo>
                    <a:pt x="2393041" y="1095620"/>
                  </a:lnTo>
                  <a:lnTo>
                    <a:pt x="2399651" y="1090628"/>
                  </a:lnTo>
                  <a:lnTo>
                    <a:pt x="2406262" y="1091066"/>
                  </a:lnTo>
                  <a:lnTo>
                    <a:pt x="2412872" y="1051775"/>
                  </a:lnTo>
                  <a:lnTo>
                    <a:pt x="2419483" y="1062367"/>
                  </a:lnTo>
                  <a:lnTo>
                    <a:pt x="2426094" y="1079097"/>
                  </a:lnTo>
                  <a:lnTo>
                    <a:pt x="2432704" y="1080666"/>
                  </a:lnTo>
                  <a:lnTo>
                    <a:pt x="2439315" y="1049593"/>
                  </a:lnTo>
                  <a:lnTo>
                    <a:pt x="2445925" y="1064737"/>
                  </a:lnTo>
                  <a:lnTo>
                    <a:pt x="2452536" y="1061709"/>
                  </a:lnTo>
                  <a:lnTo>
                    <a:pt x="2459147" y="1065564"/>
                  </a:lnTo>
                  <a:lnTo>
                    <a:pt x="2465757" y="998130"/>
                  </a:lnTo>
                  <a:lnTo>
                    <a:pt x="2472368" y="989270"/>
                  </a:lnTo>
                  <a:lnTo>
                    <a:pt x="2478978" y="964659"/>
                  </a:lnTo>
                  <a:lnTo>
                    <a:pt x="2485589" y="939587"/>
                  </a:lnTo>
                  <a:lnTo>
                    <a:pt x="2492200" y="946690"/>
                  </a:lnTo>
                  <a:lnTo>
                    <a:pt x="2498810" y="921913"/>
                  </a:lnTo>
                  <a:lnTo>
                    <a:pt x="2505421" y="900579"/>
                  </a:lnTo>
                  <a:lnTo>
                    <a:pt x="2512032" y="861614"/>
                  </a:lnTo>
                  <a:lnTo>
                    <a:pt x="2518642" y="883426"/>
                  </a:lnTo>
                  <a:lnTo>
                    <a:pt x="2525253" y="963618"/>
                  </a:lnTo>
                  <a:lnTo>
                    <a:pt x="2531863" y="957578"/>
                  </a:lnTo>
                  <a:lnTo>
                    <a:pt x="2538474" y="906765"/>
                  </a:lnTo>
                  <a:lnTo>
                    <a:pt x="2545085" y="910192"/>
                  </a:lnTo>
                  <a:lnTo>
                    <a:pt x="2551695" y="881004"/>
                  </a:lnTo>
                  <a:lnTo>
                    <a:pt x="2558306" y="884614"/>
                  </a:lnTo>
                  <a:lnTo>
                    <a:pt x="2564916" y="865064"/>
                  </a:lnTo>
                  <a:lnTo>
                    <a:pt x="2571527" y="798435"/>
                  </a:lnTo>
                  <a:lnTo>
                    <a:pt x="2578138" y="686134"/>
                  </a:lnTo>
                  <a:lnTo>
                    <a:pt x="2584748" y="662317"/>
                  </a:lnTo>
                  <a:lnTo>
                    <a:pt x="2591359" y="665341"/>
                  </a:lnTo>
                  <a:lnTo>
                    <a:pt x="2597969" y="658972"/>
                  </a:lnTo>
                  <a:lnTo>
                    <a:pt x="2604580" y="646087"/>
                  </a:lnTo>
                  <a:lnTo>
                    <a:pt x="2611191" y="629325"/>
                  </a:lnTo>
                  <a:lnTo>
                    <a:pt x="2617801" y="630541"/>
                  </a:lnTo>
                  <a:lnTo>
                    <a:pt x="2624412" y="554727"/>
                  </a:lnTo>
                  <a:lnTo>
                    <a:pt x="2631023" y="552687"/>
                  </a:lnTo>
                  <a:lnTo>
                    <a:pt x="2637633" y="513790"/>
                  </a:lnTo>
                  <a:lnTo>
                    <a:pt x="2644244" y="530228"/>
                  </a:lnTo>
                  <a:lnTo>
                    <a:pt x="2650854" y="545651"/>
                  </a:lnTo>
                  <a:lnTo>
                    <a:pt x="2657465" y="557477"/>
                  </a:lnTo>
                  <a:lnTo>
                    <a:pt x="2664076" y="461752"/>
                  </a:lnTo>
                  <a:lnTo>
                    <a:pt x="2670686" y="517586"/>
                  </a:lnTo>
                  <a:lnTo>
                    <a:pt x="2677297" y="452703"/>
                  </a:lnTo>
                  <a:lnTo>
                    <a:pt x="2683907" y="341033"/>
                  </a:lnTo>
                  <a:lnTo>
                    <a:pt x="2690518" y="259750"/>
                  </a:lnTo>
                  <a:lnTo>
                    <a:pt x="2697129" y="241282"/>
                  </a:lnTo>
                  <a:lnTo>
                    <a:pt x="2703739" y="178310"/>
                  </a:lnTo>
                  <a:lnTo>
                    <a:pt x="2710350" y="181650"/>
                  </a:lnTo>
                  <a:lnTo>
                    <a:pt x="2716960" y="115609"/>
                  </a:lnTo>
                  <a:lnTo>
                    <a:pt x="2723571" y="102165"/>
                  </a:lnTo>
                  <a:lnTo>
                    <a:pt x="2730182" y="65693"/>
                  </a:lnTo>
                  <a:lnTo>
                    <a:pt x="2736792" y="150308"/>
                  </a:lnTo>
                  <a:lnTo>
                    <a:pt x="2743403" y="46097"/>
                  </a:lnTo>
                  <a:lnTo>
                    <a:pt x="2750014" y="35467"/>
                  </a:lnTo>
                  <a:lnTo>
                    <a:pt x="2756624" y="26014"/>
                  </a:lnTo>
                  <a:lnTo>
                    <a:pt x="2763235" y="22850"/>
                  </a:lnTo>
                  <a:lnTo>
                    <a:pt x="2769845" y="25457"/>
                  </a:lnTo>
                  <a:lnTo>
                    <a:pt x="2776456" y="43216"/>
                  </a:lnTo>
                  <a:lnTo>
                    <a:pt x="2783067" y="44586"/>
                  </a:lnTo>
                  <a:lnTo>
                    <a:pt x="2789677" y="49188"/>
                  </a:lnTo>
                  <a:lnTo>
                    <a:pt x="2796288" y="48249"/>
                  </a:lnTo>
                  <a:lnTo>
                    <a:pt x="2802898" y="62482"/>
                  </a:lnTo>
                  <a:lnTo>
                    <a:pt x="2809509" y="90757"/>
                  </a:lnTo>
                  <a:lnTo>
                    <a:pt x="2816120" y="93946"/>
                  </a:lnTo>
                  <a:lnTo>
                    <a:pt x="2822730" y="59409"/>
                  </a:lnTo>
                  <a:lnTo>
                    <a:pt x="2829341" y="52528"/>
                  </a:lnTo>
                  <a:lnTo>
                    <a:pt x="2835951" y="35864"/>
                  </a:lnTo>
                  <a:lnTo>
                    <a:pt x="2842562" y="23207"/>
                  </a:lnTo>
                  <a:lnTo>
                    <a:pt x="2849173" y="34030"/>
                  </a:lnTo>
                  <a:lnTo>
                    <a:pt x="2855783" y="24212"/>
                  </a:lnTo>
                  <a:lnTo>
                    <a:pt x="2862394" y="18159"/>
                  </a:lnTo>
                  <a:lnTo>
                    <a:pt x="2869005" y="18159"/>
                  </a:lnTo>
                  <a:lnTo>
                    <a:pt x="2875615" y="24126"/>
                  </a:lnTo>
                  <a:lnTo>
                    <a:pt x="2882226" y="18398"/>
                  </a:lnTo>
                  <a:lnTo>
                    <a:pt x="2888836" y="17028"/>
                  </a:lnTo>
                  <a:lnTo>
                    <a:pt x="2895447" y="17028"/>
                  </a:lnTo>
                  <a:lnTo>
                    <a:pt x="2902058" y="20690"/>
                  </a:lnTo>
                  <a:lnTo>
                    <a:pt x="2908668" y="20690"/>
                  </a:lnTo>
                  <a:lnTo>
                    <a:pt x="2915279" y="20690"/>
                  </a:lnTo>
                  <a:lnTo>
                    <a:pt x="2921889" y="31320"/>
                  </a:lnTo>
                  <a:lnTo>
                    <a:pt x="2928500" y="136616"/>
                  </a:lnTo>
                  <a:lnTo>
                    <a:pt x="2935111" y="193060"/>
                  </a:lnTo>
                  <a:lnTo>
                    <a:pt x="2941721" y="199807"/>
                  </a:lnTo>
                  <a:lnTo>
                    <a:pt x="2948332" y="192085"/>
                  </a:lnTo>
                  <a:lnTo>
                    <a:pt x="2954942" y="229643"/>
                  </a:lnTo>
                  <a:lnTo>
                    <a:pt x="2961553" y="188978"/>
                  </a:lnTo>
                  <a:lnTo>
                    <a:pt x="2968164" y="185814"/>
                  </a:lnTo>
                  <a:lnTo>
                    <a:pt x="2974774" y="72222"/>
                  </a:lnTo>
                  <a:lnTo>
                    <a:pt x="2981385" y="29310"/>
                  </a:lnTo>
                  <a:lnTo>
                    <a:pt x="2987995" y="36328"/>
                  </a:lnTo>
                  <a:lnTo>
                    <a:pt x="2994606" y="36652"/>
                  </a:lnTo>
                  <a:lnTo>
                    <a:pt x="3001217" y="47808"/>
                  </a:lnTo>
                  <a:lnTo>
                    <a:pt x="3007827" y="63920"/>
                  </a:lnTo>
                  <a:lnTo>
                    <a:pt x="3014438" y="124114"/>
                  </a:lnTo>
                  <a:lnTo>
                    <a:pt x="3021049" y="57353"/>
                  </a:lnTo>
                  <a:lnTo>
                    <a:pt x="3027659" y="59005"/>
                  </a:lnTo>
                  <a:lnTo>
                    <a:pt x="3034270" y="37207"/>
                  </a:lnTo>
                  <a:lnTo>
                    <a:pt x="3040880" y="44929"/>
                  </a:lnTo>
                  <a:lnTo>
                    <a:pt x="3047491" y="38610"/>
                  </a:lnTo>
                  <a:lnTo>
                    <a:pt x="3054102" y="56080"/>
                  </a:lnTo>
                  <a:lnTo>
                    <a:pt x="3060712" y="19710"/>
                  </a:lnTo>
                  <a:lnTo>
                    <a:pt x="3067323" y="1471"/>
                  </a:lnTo>
                  <a:lnTo>
                    <a:pt x="3073933" y="0"/>
                  </a:lnTo>
                  <a:lnTo>
                    <a:pt x="3080544" y="1471"/>
                  </a:lnTo>
                  <a:lnTo>
                    <a:pt x="3087155" y="32951"/>
                  </a:lnTo>
                  <a:lnTo>
                    <a:pt x="3093765" y="150943"/>
                  </a:lnTo>
                  <a:lnTo>
                    <a:pt x="3100376" y="142254"/>
                  </a:lnTo>
                  <a:lnTo>
                    <a:pt x="3106986" y="87579"/>
                  </a:lnTo>
                  <a:lnTo>
                    <a:pt x="3113597" y="68640"/>
                  </a:lnTo>
                  <a:lnTo>
                    <a:pt x="3120208" y="42975"/>
                  </a:lnTo>
                  <a:lnTo>
                    <a:pt x="3126818" y="82896"/>
                  </a:lnTo>
                  <a:lnTo>
                    <a:pt x="3133429" y="109536"/>
                  </a:lnTo>
                  <a:lnTo>
                    <a:pt x="3140040" y="140856"/>
                  </a:lnTo>
                  <a:lnTo>
                    <a:pt x="3146650" y="145178"/>
                  </a:lnTo>
                  <a:lnTo>
                    <a:pt x="3153261" y="261722"/>
                  </a:lnTo>
                  <a:lnTo>
                    <a:pt x="3159871" y="343101"/>
                  </a:lnTo>
                  <a:lnTo>
                    <a:pt x="3166482" y="347127"/>
                  </a:lnTo>
                  <a:lnTo>
                    <a:pt x="3173093" y="393141"/>
                  </a:lnTo>
                  <a:lnTo>
                    <a:pt x="3179703" y="444657"/>
                  </a:lnTo>
                  <a:lnTo>
                    <a:pt x="3186314" y="460717"/>
                  </a:lnTo>
                  <a:lnTo>
                    <a:pt x="3192924" y="496914"/>
                  </a:lnTo>
                  <a:lnTo>
                    <a:pt x="3199535" y="487683"/>
                  </a:lnTo>
                  <a:lnTo>
                    <a:pt x="3206146" y="457947"/>
                  </a:lnTo>
                  <a:lnTo>
                    <a:pt x="3212756" y="361604"/>
                  </a:lnTo>
                  <a:lnTo>
                    <a:pt x="3219367" y="384991"/>
                  </a:lnTo>
                  <a:lnTo>
                    <a:pt x="3225977" y="398765"/>
                  </a:lnTo>
                  <a:lnTo>
                    <a:pt x="3232588" y="392229"/>
                  </a:lnTo>
                  <a:lnTo>
                    <a:pt x="3239199" y="421718"/>
                  </a:lnTo>
                  <a:lnTo>
                    <a:pt x="3245809" y="349950"/>
                  </a:lnTo>
                  <a:lnTo>
                    <a:pt x="3252420" y="322206"/>
                  </a:lnTo>
                  <a:lnTo>
                    <a:pt x="3259031" y="387883"/>
                  </a:lnTo>
                  <a:lnTo>
                    <a:pt x="3265641" y="394849"/>
                  </a:lnTo>
                  <a:lnTo>
                    <a:pt x="3272252" y="420396"/>
                  </a:lnTo>
                  <a:lnTo>
                    <a:pt x="3278862" y="353729"/>
                  </a:lnTo>
                  <a:lnTo>
                    <a:pt x="3285473" y="224697"/>
                  </a:lnTo>
                  <a:lnTo>
                    <a:pt x="3292084" y="260568"/>
                  </a:lnTo>
                  <a:lnTo>
                    <a:pt x="3298694" y="270029"/>
                  </a:lnTo>
                  <a:lnTo>
                    <a:pt x="3305305" y="202817"/>
                  </a:lnTo>
                  <a:lnTo>
                    <a:pt x="3311915" y="67465"/>
                  </a:lnTo>
                  <a:lnTo>
                    <a:pt x="3318526" y="149519"/>
                  </a:lnTo>
                  <a:lnTo>
                    <a:pt x="3325137" y="192596"/>
                  </a:lnTo>
                  <a:lnTo>
                    <a:pt x="3331747" y="41046"/>
                  </a:lnTo>
                  <a:lnTo>
                    <a:pt x="3338358" y="25445"/>
                  </a:lnTo>
                  <a:lnTo>
                    <a:pt x="3344968" y="22830"/>
                  </a:lnTo>
                  <a:lnTo>
                    <a:pt x="3351579" y="18564"/>
                  </a:lnTo>
                  <a:lnTo>
                    <a:pt x="3358190" y="9047"/>
                  </a:lnTo>
                  <a:lnTo>
                    <a:pt x="3364800" y="43058"/>
                  </a:lnTo>
                  <a:lnTo>
                    <a:pt x="3371411" y="24136"/>
                  </a:lnTo>
                  <a:lnTo>
                    <a:pt x="3378022" y="27933"/>
                  </a:lnTo>
                  <a:lnTo>
                    <a:pt x="3384632" y="27933"/>
                  </a:lnTo>
                  <a:lnTo>
                    <a:pt x="3391243" y="36020"/>
                  </a:lnTo>
                  <a:lnTo>
                    <a:pt x="3397853" y="14214"/>
                  </a:lnTo>
                  <a:lnTo>
                    <a:pt x="3404464" y="9680"/>
                  </a:lnTo>
                  <a:lnTo>
                    <a:pt x="3411075" y="2125"/>
                  </a:lnTo>
                  <a:lnTo>
                    <a:pt x="3417685" y="2792"/>
                  </a:lnTo>
                  <a:lnTo>
                    <a:pt x="3424296" y="23667"/>
                  </a:lnTo>
                  <a:lnTo>
                    <a:pt x="3430906" y="23667"/>
                  </a:lnTo>
                  <a:lnTo>
                    <a:pt x="3437517" y="19871"/>
                  </a:lnTo>
                  <a:lnTo>
                    <a:pt x="3444128" y="19871"/>
                  </a:lnTo>
                  <a:lnTo>
                    <a:pt x="3450738" y="19871"/>
                  </a:lnTo>
                  <a:lnTo>
                    <a:pt x="3457349" y="17885"/>
                  </a:lnTo>
                  <a:lnTo>
                    <a:pt x="3463959" y="28047"/>
                  </a:lnTo>
                  <a:lnTo>
                    <a:pt x="3470570" y="29615"/>
                  </a:lnTo>
                  <a:lnTo>
                    <a:pt x="3477181" y="11095"/>
                  </a:lnTo>
                  <a:lnTo>
                    <a:pt x="3483791" y="11095"/>
                  </a:lnTo>
                  <a:lnTo>
                    <a:pt x="3490402" y="1642"/>
                  </a:lnTo>
                  <a:lnTo>
                    <a:pt x="3497013" y="7727"/>
                  </a:lnTo>
                  <a:lnTo>
                    <a:pt x="3503623" y="14608"/>
                  </a:lnTo>
                  <a:lnTo>
                    <a:pt x="3510234" y="11992"/>
                  </a:lnTo>
                  <a:lnTo>
                    <a:pt x="3516844" y="20097"/>
                  </a:lnTo>
                  <a:lnTo>
                    <a:pt x="3523455" y="28386"/>
                  </a:lnTo>
                  <a:lnTo>
                    <a:pt x="3530066" y="24475"/>
                  </a:lnTo>
                  <a:lnTo>
                    <a:pt x="3536676" y="35453"/>
                  </a:lnTo>
                  <a:lnTo>
                    <a:pt x="3543287" y="35453"/>
                  </a:lnTo>
                  <a:lnTo>
                    <a:pt x="3549897" y="150347"/>
                  </a:lnTo>
                  <a:lnTo>
                    <a:pt x="3556508" y="158683"/>
                  </a:lnTo>
                  <a:lnTo>
                    <a:pt x="3563119" y="158426"/>
                  </a:lnTo>
                  <a:lnTo>
                    <a:pt x="3569729" y="186290"/>
                  </a:lnTo>
                  <a:lnTo>
                    <a:pt x="3576340" y="345952"/>
                  </a:lnTo>
                  <a:lnTo>
                    <a:pt x="3582950" y="316717"/>
                  </a:lnTo>
                  <a:lnTo>
                    <a:pt x="3589561" y="275223"/>
                  </a:lnTo>
                  <a:lnTo>
                    <a:pt x="3596172" y="164313"/>
                  </a:lnTo>
                  <a:lnTo>
                    <a:pt x="3602782" y="89968"/>
                  </a:lnTo>
                  <a:lnTo>
                    <a:pt x="3609393" y="65064"/>
                  </a:lnTo>
                  <a:lnTo>
                    <a:pt x="3616004" y="61314"/>
                  </a:lnTo>
                  <a:lnTo>
                    <a:pt x="3622614" y="43456"/>
                  </a:lnTo>
                  <a:lnTo>
                    <a:pt x="3629225" y="43535"/>
                  </a:lnTo>
                  <a:lnTo>
                    <a:pt x="3635835" y="41693"/>
                  </a:lnTo>
                  <a:lnTo>
                    <a:pt x="3642446" y="52260"/>
                  </a:lnTo>
                  <a:lnTo>
                    <a:pt x="3649057" y="32455"/>
                  </a:lnTo>
                  <a:lnTo>
                    <a:pt x="3655667" y="10925"/>
                  </a:lnTo>
                  <a:lnTo>
                    <a:pt x="3662278" y="102"/>
                  </a:lnTo>
                  <a:lnTo>
                    <a:pt x="3668888" y="102"/>
                  </a:lnTo>
                  <a:lnTo>
                    <a:pt x="3675499" y="1472"/>
                  </a:lnTo>
                  <a:lnTo>
                    <a:pt x="3682110" y="10925"/>
                  </a:lnTo>
                  <a:lnTo>
                    <a:pt x="3688720" y="10925"/>
                  </a:lnTo>
                  <a:lnTo>
                    <a:pt x="3695331" y="10925"/>
                  </a:lnTo>
                  <a:lnTo>
                    <a:pt x="3701941" y="40718"/>
                  </a:lnTo>
                  <a:lnTo>
                    <a:pt x="3708552" y="111384"/>
                  </a:lnTo>
                  <a:lnTo>
                    <a:pt x="3715163" y="96620"/>
                  </a:lnTo>
                  <a:lnTo>
                    <a:pt x="3721773" y="201129"/>
                  </a:lnTo>
                  <a:lnTo>
                    <a:pt x="3728384" y="225401"/>
                  </a:lnTo>
                  <a:lnTo>
                    <a:pt x="3734994" y="120154"/>
                  </a:lnTo>
                  <a:lnTo>
                    <a:pt x="3741605" y="159017"/>
                  </a:lnTo>
                  <a:lnTo>
                    <a:pt x="3748216" y="204617"/>
                  </a:lnTo>
                  <a:lnTo>
                    <a:pt x="3754826" y="201165"/>
                  </a:lnTo>
                  <a:lnTo>
                    <a:pt x="3761437" y="167112"/>
                  </a:lnTo>
                  <a:lnTo>
                    <a:pt x="3768048" y="123699"/>
                  </a:lnTo>
                  <a:lnTo>
                    <a:pt x="3774658" y="214194"/>
                  </a:lnTo>
                  <a:lnTo>
                    <a:pt x="3781269" y="238200"/>
                  </a:lnTo>
                  <a:lnTo>
                    <a:pt x="3787879" y="206509"/>
                  </a:lnTo>
                  <a:lnTo>
                    <a:pt x="3794490" y="167508"/>
                  </a:lnTo>
                  <a:lnTo>
                    <a:pt x="3801101" y="51940"/>
                  </a:lnTo>
                  <a:lnTo>
                    <a:pt x="3807711" y="42792"/>
                  </a:lnTo>
                  <a:lnTo>
                    <a:pt x="3814322" y="49673"/>
                  </a:lnTo>
                  <a:lnTo>
                    <a:pt x="3820932" y="44835"/>
                  </a:lnTo>
                  <a:lnTo>
                    <a:pt x="3827543" y="66385"/>
                  </a:lnTo>
                  <a:lnTo>
                    <a:pt x="3834154" y="57448"/>
                  </a:lnTo>
                  <a:lnTo>
                    <a:pt x="3840764" y="64329"/>
                  </a:lnTo>
                  <a:lnTo>
                    <a:pt x="3847375" y="50807"/>
                  </a:lnTo>
                  <a:lnTo>
                    <a:pt x="3853985" y="61414"/>
                  </a:lnTo>
                  <a:lnTo>
                    <a:pt x="3860596" y="34473"/>
                  </a:lnTo>
                  <a:lnTo>
                    <a:pt x="3867207" y="50317"/>
                  </a:lnTo>
                  <a:lnTo>
                    <a:pt x="3873817" y="56634"/>
                  </a:lnTo>
                  <a:lnTo>
                    <a:pt x="3880428" y="51722"/>
                  </a:lnTo>
                  <a:lnTo>
                    <a:pt x="3887039" y="70859"/>
                  </a:lnTo>
                  <a:lnTo>
                    <a:pt x="3893649" y="80641"/>
                  </a:lnTo>
                  <a:lnTo>
                    <a:pt x="3900260" y="98785"/>
                  </a:lnTo>
                  <a:lnTo>
                    <a:pt x="3906870" y="94520"/>
                  </a:lnTo>
                  <a:lnTo>
                    <a:pt x="3913481" y="181770"/>
                  </a:lnTo>
                  <a:lnTo>
                    <a:pt x="3920092" y="181770"/>
                  </a:lnTo>
                  <a:lnTo>
                    <a:pt x="3926702" y="181770"/>
                  </a:lnTo>
                  <a:lnTo>
                    <a:pt x="3933313" y="175795"/>
                  </a:lnTo>
                  <a:lnTo>
                    <a:pt x="3939923" y="186894"/>
                  </a:lnTo>
                  <a:lnTo>
                    <a:pt x="3946534" y="184690"/>
                  </a:lnTo>
                  <a:lnTo>
                    <a:pt x="3953145" y="188955"/>
                  </a:lnTo>
                  <a:lnTo>
                    <a:pt x="3959755" y="281951"/>
                  </a:lnTo>
                  <a:lnTo>
                    <a:pt x="3966366" y="359008"/>
                  </a:lnTo>
                  <a:lnTo>
                    <a:pt x="3972976" y="250611"/>
                  </a:lnTo>
                  <a:lnTo>
                    <a:pt x="3979587" y="306063"/>
                  </a:lnTo>
                  <a:lnTo>
                    <a:pt x="3986198" y="336496"/>
                  </a:lnTo>
                  <a:lnTo>
                    <a:pt x="3992808" y="330089"/>
                  </a:lnTo>
                  <a:lnTo>
                    <a:pt x="3999419" y="331884"/>
                  </a:lnTo>
                  <a:lnTo>
                    <a:pt x="4006030" y="364884"/>
                  </a:lnTo>
                  <a:lnTo>
                    <a:pt x="4012640" y="455341"/>
                  </a:lnTo>
                  <a:lnTo>
                    <a:pt x="4019251" y="435613"/>
                  </a:lnTo>
                  <a:lnTo>
                    <a:pt x="4025861" y="453429"/>
                  </a:lnTo>
                  <a:lnTo>
                    <a:pt x="4032472" y="576615"/>
                  </a:lnTo>
                  <a:lnTo>
                    <a:pt x="4039083" y="655672"/>
                  </a:lnTo>
                  <a:lnTo>
                    <a:pt x="4045693" y="653887"/>
                  </a:lnTo>
                  <a:lnTo>
                    <a:pt x="4052304" y="660180"/>
                  </a:lnTo>
                  <a:lnTo>
                    <a:pt x="4058914" y="673492"/>
                  </a:lnTo>
                  <a:lnTo>
                    <a:pt x="4065525" y="700791"/>
                  </a:lnTo>
                  <a:lnTo>
                    <a:pt x="4072136" y="779361"/>
                  </a:lnTo>
                  <a:lnTo>
                    <a:pt x="4078746" y="781034"/>
                  </a:lnTo>
                  <a:lnTo>
                    <a:pt x="4085357" y="816899"/>
                  </a:lnTo>
                  <a:lnTo>
                    <a:pt x="4091967" y="824472"/>
                  </a:lnTo>
                  <a:lnTo>
                    <a:pt x="4098578" y="876626"/>
                  </a:lnTo>
                  <a:lnTo>
                    <a:pt x="4105189" y="871479"/>
                  </a:lnTo>
                  <a:lnTo>
                    <a:pt x="4111799" y="860192"/>
                  </a:lnTo>
                  <a:lnTo>
                    <a:pt x="4118410" y="856615"/>
                  </a:lnTo>
                  <a:lnTo>
                    <a:pt x="4125021" y="839956"/>
                  </a:lnTo>
                  <a:lnTo>
                    <a:pt x="4131631" y="858800"/>
                  </a:lnTo>
                  <a:lnTo>
                    <a:pt x="4138242" y="872119"/>
                  </a:lnTo>
                  <a:lnTo>
                    <a:pt x="4144852" y="886825"/>
                  </a:lnTo>
                  <a:lnTo>
                    <a:pt x="4151463" y="886643"/>
                  </a:lnTo>
                  <a:lnTo>
                    <a:pt x="4158074" y="937960"/>
                  </a:lnTo>
                  <a:lnTo>
                    <a:pt x="4164684" y="934347"/>
                  </a:lnTo>
                  <a:lnTo>
                    <a:pt x="4171295" y="925247"/>
                  </a:lnTo>
                  <a:lnTo>
                    <a:pt x="4177905" y="925247"/>
                  </a:lnTo>
                  <a:lnTo>
                    <a:pt x="4184516" y="958964"/>
                  </a:lnTo>
                  <a:lnTo>
                    <a:pt x="4191127" y="943197"/>
                  </a:lnTo>
                  <a:lnTo>
                    <a:pt x="4197737" y="937011"/>
                  </a:lnTo>
                  <a:lnTo>
                    <a:pt x="4204348" y="949421"/>
                  </a:lnTo>
                  <a:lnTo>
                    <a:pt x="4210958" y="957113"/>
                  </a:lnTo>
                  <a:lnTo>
                    <a:pt x="4217569" y="958226"/>
                  </a:lnTo>
                  <a:lnTo>
                    <a:pt x="4224180" y="956851"/>
                  </a:lnTo>
                  <a:lnTo>
                    <a:pt x="4230790" y="970428"/>
                  </a:lnTo>
                  <a:lnTo>
                    <a:pt x="4237401" y="1032086"/>
                  </a:lnTo>
                  <a:lnTo>
                    <a:pt x="4244012" y="1036051"/>
                  </a:lnTo>
                  <a:lnTo>
                    <a:pt x="4250622" y="997918"/>
                  </a:lnTo>
                  <a:lnTo>
                    <a:pt x="4257233" y="995313"/>
                  </a:lnTo>
                  <a:lnTo>
                    <a:pt x="4263843" y="1034925"/>
                  </a:lnTo>
                  <a:lnTo>
                    <a:pt x="4270454" y="1091287"/>
                  </a:lnTo>
                  <a:lnTo>
                    <a:pt x="4277065" y="1107954"/>
                  </a:lnTo>
                  <a:lnTo>
                    <a:pt x="4283675" y="1132217"/>
                  </a:lnTo>
                  <a:lnTo>
                    <a:pt x="4290286" y="1115810"/>
                  </a:lnTo>
                  <a:lnTo>
                    <a:pt x="4296896" y="1117392"/>
                  </a:lnTo>
                  <a:lnTo>
                    <a:pt x="4303507" y="1111936"/>
                  </a:lnTo>
                  <a:lnTo>
                    <a:pt x="4310118" y="1097931"/>
                  </a:lnTo>
                  <a:lnTo>
                    <a:pt x="4316728" y="1091638"/>
                  </a:lnTo>
                  <a:lnTo>
                    <a:pt x="4323339" y="1111832"/>
                  </a:lnTo>
                  <a:lnTo>
                    <a:pt x="4329949" y="1148889"/>
                  </a:lnTo>
                  <a:lnTo>
                    <a:pt x="4336560" y="1154441"/>
                  </a:lnTo>
                  <a:lnTo>
                    <a:pt x="4343171" y="1155765"/>
                  </a:lnTo>
                  <a:lnTo>
                    <a:pt x="4349781" y="1139678"/>
                  </a:lnTo>
                  <a:lnTo>
                    <a:pt x="4356392" y="1133122"/>
                  </a:lnTo>
                  <a:lnTo>
                    <a:pt x="4363003" y="1157759"/>
                  </a:lnTo>
                  <a:lnTo>
                    <a:pt x="4369613" y="1137645"/>
                  </a:lnTo>
                  <a:lnTo>
                    <a:pt x="4376224" y="1096978"/>
                  </a:lnTo>
                  <a:lnTo>
                    <a:pt x="4382834" y="1128701"/>
                  </a:lnTo>
                  <a:lnTo>
                    <a:pt x="4389445" y="1148593"/>
                  </a:lnTo>
                  <a:lnTo>
                    <a:pt x="4396056" y="1119882"/>
                  </a:lnTo>
                  <a:lnTo>
                    <a:pt x="4402666" y="1119882"/>
                  </a:lnTo>
                  <a:lnTo>
                    <a:pt x="4409277" y="1137131"/>
                  </a:lnTo>
                  <a:lnTo>
                    <a:pt x="4415887" y="1149621"/>
                  </a:lnTo>
                  <a:lnTo>
                    <a:pt x="4422498" y="1158127"/>
                  </a:lnTo>
                  <a:lnTo>
                    <a:pt x="4429109" y="1157354"/>
                  </a:lnTo>
                  <a:lnTo>
                    <a:pt x="4435719" y="1159154"/>
                  </a:lnTo>
                  <a:lnTo>
                    <a:pt x="4442330" y="1171524"/>
                  </a:lnTo>
                  <a:lnTo>
                    <a:pt x="4448940" y="1183069"/>
                  </a:lnTo>
                  <a:lnTo>
                    <a:pt x="4455551" y="1177399"/>
                  </a:lnTo>
                  <a:lnTo>
                    <a:pt x="4462162" y="1163307"/>
                  </a:lnTo>
                  <a:lnTo>
                    <a:pt x="4468772" y="1144823"/>
                  </a:lnTo>
                  <a:lnTo>
                    <a:pt x="4475383" y="1133696"/>
                  </a:lnTo>
                  <a:lnTo>
                    <a:pt x="4481993" y="1163048"/>
                  </a:lnTo>
                  <a:lnTo>
                    <a:pt x="4488604" y="1173959"/>
                  </a:lnTo>
                  <a:lnTo>
                    <a:pt x="4495215" y="1133255"/>
                  </a:lnTo>
                  <a:lnTo>
                    <a:pt x="4501825" y="1131994"/>
                  </a:lnTo>
                  <a:lnTo>
                    <a:pt x="4508436" y="1166705"/>
                  </a:lnTo>
                  <a:lnTo>
                    <a:pt x="4515047" y="1162727"/>
                  </a:lnTo>
                  <a:lnTo>
                    <a:pt x="4521657" y="1130900"/>
                  </a:lnTo>
                  <a:lnTo>
                    <a:pt x="4528268" y="1170942"/>
                  </a:lnTo>
                  <a:lnTo>
                    <a:pt x="4534878" y="1174199"/>
                  </a:lnTo>
                  <a:lnTo>
                    <a:pt x="4541489" y="1182653"/>
                  </a:lnTo>
                  <a:lnTo>
                    <a:pt x="4548100" y="1170942"/>
                  </a:lnTo>
                  <a:lnTo>
                    <a:pt x="4554710" y="1141218"/>
                  </a:lnTo>
                  <a:lnTo>
                    <a:pt x="4561321" y="1180448"/>
                  </a:lnTo>
                  <a:lnTo>
                    <a:pt x="4567931" y="1182653"/>
                  </a:lnTo>
                  <a:lnTo>
                    <a:pt x="4574542" y="1192556"/>
                  </a:lnTo>
                  <a:lnTo>
                    <a:pt x="4581153" y="1196393"/>
                  </a:lnTo>
                  <a:lnTo>
                    <a:pt x="4587763" y="1178398"/>
                  </a:lnTo>
                  <a:lnTo>
                    <a:pt x="4594374" y="1176143"/>
                  </a:lnTo>
                  <a:lnTo>
                    <a:pt x="4600984" y="1196291"/>
                  </a:lnTo>
                  <a:lnTo>
                    <a:pt x="4607595" y="1172347"/>
                  </a:lnTo>
                  <a:lnTo>
                    <a:pt x="4614206" y="1086617"/>
                  </a:lnTo>
                  <a:lnTo>
                    <a:pt x="4620816" y="1086091"/>
                  </a:lnTo>
                  <a:lnTo>
                    <a:pt x="4627427" y="1141713"/>
                  </a:lnTo>
                  <a:lnTo>
                    <a:pt x="4634038" y="1178565"/>
                  </a:lnTo>
                  <a:lnTo>
                    <a:pt x="4640648" y="1172440"/>
                  </a:lnTo>
                  <a:lnTo>
                    <a:pt x="4647259" y="1119989"/>
                  </a:lnTo>
                  <a:lnTo>
                    <a:pt x="4653869" y="1121537"/>
                  </a:lnTo>
                  <a:lnTo>
                    <a:pt x="4660480" y="1121097"/>
                  </a:lnTo>
                  <a:lnTo>
                    <a:pt x="4667091" y="1151220"/>
                  </a:lnTo>
                  <a:lnTo>
                    <a:pt x="4673701" y="1143736"/>
                  </a:lnTo>
                  <a:lnTo>
                    <a:pt x="4680312" y="1143736"/>
                  </a:lnTo>
                  <a:lnTo>
                    <a:pt x="4686922" y="1139730"/>
                  </a:lnTo>
                  <a:lnTo>
                    <a:pt x="4693533" y="1100414"/>
                  </a:lnTo>
                  <a:lnTo>
                    <a:pt x="4700144" y="1117075"/>
                  </a:lnTo>
                  <a:lnTo>
                    <a:pt x="4706754" y="1134924"/>
                  </a:lnTo>
                  <a:lnTo>
                    <a:pt x="4713365" y="1152065"/>
                  </a:lnTo>
                  <a:lnTo>
                    <a:pt x="4719975" y="1141121"/>
                  </a:lnTo>
                  <a:lnTo>
                    <a:pt x="4726586" y="1141121"/>
                  </a:lnTo>
                  <a:lnTo>
                    <a:pt x="4733197" y="1151813"/>
                  </a:lnTo>
                  <a:lnTo>
                    <a:pt x="4739807" y="1149255"/>
                  </a:lnTo>
                  <a:lnTo>
                    <a:pt x="4746418" y="1149320"/>
                  </a:lnTo>
                  <a:lnTo>
                    <a:pt x="4753029" y="1161300"/>
                  </a:lnTo>
                  <a:lnTo>
                    <a:pt x="4759639" y="1149320"/>
                  </a:lnTo>
                  <a:lnTo>
                    <a:pt x="4766250" y="1160176"/>
                  </a:lnTo>
                  <a:lnTo>
                    <a:pt x="4772860" y="1148306"/>
                  </a:lnTo>
                  <a:lnTo>
                    <a:pt x="4779471" y="1130405"/>
                  </a:lnTo>
                  <a:lnTo>
                    <a:pt x="4786082" y="1101000"/>
                  </a:lnTo>
                  <a:lnTo>
                    <a:pt x="4792692" y="1138603"/>
                  </a:lnTo>
                  <a:lnTo>
                    <a:pt x="4799303" y="1155231"/>
                  </a:lnTo>
                  <a:lnTo>
                    <a:pt x="4805913" y="1143200"/>
                  </a:lnTo>
                  <a:lnTo>
                    <a:pt x="4812524" y="1139794"/>
                  </a:lnTo>
                  <a:lnTo>
                    <a:pt x="4819135" y="1108113"/>
                  </a:lnTo>
                  <a:lnTo>
                    <a:pt x="4825745" y="1103357"/>
                  </a:lnTo>
                  <a:lnTo>
                    <a:pt x="4832356" y="1088518"/>
                  </a:lnTo>
                  <a:lnTo>
                    <a:pt x="4838966" y="1133232"/>
                  </a:lnTo>
                  <a:lnTo>
                    <a:pt x="4845577" y="1143623"/>
                  </a:lnTo>
                  <a:lnTo>
                    <a:pt x="4852188" y="1113052"/>
                  </a:lnTo>
                  <a:lnTo>
                    <a:pt x="4858798" y="1118881"/>
                  </a:lnTo>
                  <a:lnTo>
                    <a:pt x="4865409" y="1113052"/>
                  </a:lnTo>
                  <a:lnTo>
                    <a:pt x="4872020" y="1118881"/>
                  </a:lnTo>
                  <a:lnTo>
                    <a:pt x="4878630" y="1101752"/>
                  </a:lnTo>
                  <a:lnTo>
                    <a:pt x="4885241" y="1097347"/>
                  </a:lnTo>
                  <a:lnTo>
                    <a:pt x="4891851" y="1087763"/>
                  </a:lnTo>
                  <a:lnTo>
                    <a:pt x="4898462" y="1095238"/>
                  </a:lnTo>
                  <a:lnTo>
                    <a:pt x="4905073" y="1053159"/>
                  </a:lnTo>
                  <a:lnTo>
                    <a:pt x="4911683" y="1016454"/>
                  </a:lnTo>
                  <a:lnTo>
                    <a:pt x="4918294" y="1038694"/>
                  </a:lnTo>
                  <a:lnTo>
                    <a:pt x="4924904" y="1019375"/>
                  </a:lnTo>
                  <a:lnTo>
                    <a:pt x="4931515" y="971784"/>
                  </a:lnTo>
                  <a:lnTo>
                    <a:pt x="4938126" y="1006489"/>
                  </a:lnTo>
                  <a:lnTo>
                    <a:pt x="4944736" y="1003900"/>
                  </a:lnTo>
                  <a:lnTo>
                    <a:pt x="4951347" y="1002129"/>
                  </a:lnTo>
                  <a:lnTo>
                    <a:pt x="4957957" y="988065"/>
                  </a:lnTo>
                  <a:lnTo>
                    <a:pt x="4964568" y="976149"/>
                  </a:lnTo>
                  <a:lnTo>
                    <a:pt x="4971179" y="960068"/>
                  </a:lnTo>
                  <a:lnTo>
                    <a:pt x="4977789" y="980283"/>
                  </a:lnTo>
                  <a:lnTo>
                    <a:pt x="4984400" y="922074"/>
                  </a:lnTo>
                  <a:lnTo>
                    <a:pt x="4991011" y="888739"/>
                  </a:lnTo>
                  <a:lnTo>
                    <a:pt x="4997621" y="885042"/>
                  </a:lnTo>
                  <a:lnTo>
                    <a:pt x="5004232" y="890053"/>
                  </a:lnTo>
                  <a:lnTo>
                    <a:pt x="5010842" y="949124"/>
                  </a:lnTo>
                  <a:lnTo>
                    <a:pt x="5017453" y="931321"/>
                  </a:lnTo>
                  <a:lnTo>
                    <a:pt x="5024064" y="931321"/>
                  </a:lnTo>
                  <a:lnTo>
                    <a:pt x="5030674" y="902506"/>
                  </a:lnTo>
                  <a:lnTo>
                    <a:pt x="5037285" y="812405"/>
                  </a:lnTo>
                  <a:lnTo>
                    <a:pt x="5043895" y="795725"/>
                  </a:lnTo>
                  <a:lnTo>
                    <a:pt x="5050506" y="758819"/>
                  </a:lnTo>
                  <a:lnTo>
                    <a:pt x="5057117" y="756446"/>
                  </a:lnTo>
                  <a:lnTo>
                    <a:pt x="5063727" y="756740"/>
                  </a:lnTo>
                  <a:lnTo>
                    <a:pt x="5070338" y="778431"/>
                  </a:lnTo>
                  <a:lnTo>
                    <a:pt x="5076948" y="752348"/>
                  </a:lnTo>
                  <a:lnTo>
                    <a:pt x="5083559" y="719038"/>
                  </a:lnTo>
                  <a:lnTo>
                    <a:pt x="5090170" y="689791"/>
                  </a:lnTo>
                  <a:lnTo>
                    <a:pt x="5096780" y="674621"/>
                  </a:lnTo>
                  <a:lnTo>
                    <a:pt x="5103391" y="657405"/>
                  </a:lnTo>
                  <a:lnTo>
                    <a:pt x="5110002" y="657405"/>
                  </a:lnTo>
                  <a:lnTo>
                    <a:pt x="5116612" y="665250"/>
                  </a:lnTo>
                  <a:lnTo>
                    <a:pt x="5123223" y="665250"/>
                  </a:lnTo>
                  <a:lnTo>
                    <a:pt x="5129833" y="668688"/>
                  </a:lnTo>
                  <a:lnTo>
                    <a:pt x="5136444" y="698525"/>
                  </a:lnTo>
                  <a:lnTo>
                    <a:pt x="5143055" y="716008"/>
                  </a:lnTo>
                  <a:lnTo>
                    <a:pt x="5149665" y="746573"/>
                  </a:lnTo>
                  <a:lnTo>
                    <a:pt x="5156276" y="757334"/>
                  </a:lnTo>
                  <a:lnTo>
                    <a:pt x="5162886" y="802866"/>
                  </a:lnTo>
                  <a:lnTo>
                    <a:pt x="5169497" y="828243"/>
                  </a:lnTo>
                  <a:lnTo>
                    <a:pt x="5176108" y="836446"/>
                  </a:lnTo>
                  <a:lnTo>
                    <a:pt x="5182718" y="868757"/>
                  </a:lnTo>
                  <a:lnTo>
                    <a:pt x="5189329" y="910931"/>
                  </a:lnTo>
                  <a:lnTo>
                    <a:pt x="5195939" y="889648"/>
                  </a:lnTo>
                  <a:lnTo>
                    <a:pt x="5202550" y="852705"/>
                  </a:lnTo>
                  <a:lnTo>
                    <a:pt x="5209161" y="862600"/>
                  </a:lnTo>
                  <a:lnTo>
                    <a:pt x="5215771" y="905282"/>
                  </a:lnTo>
                  <a:lnTo>
                    <a:pt x="5222382" y="944098"/>
                  </a:lnTo>
                  <a:lnTo>
                    <a:pt x="5228992" y="927487"/>
                  </a:lnTo>
                  <a:lnTo>
                    <a:pt x="5235603" y="966080"/>
                  </a:lnTo>
                  <a:lnTo>
                    <a:pt x="5242214" y="955605"/>
                  </a:lnTo>
                  <a:lnTo>
                    <a:pt x="5248824" y="983929"/>
                  </a:lnTo>
                  <a:lnTo>
                    <a:pt x="5255435" y="1005352"/>
                  </a:lnTo>
                  <a:lnTo>
                    <a:pt x="5262046" y="981828"/>
                  </a:lnTo>
                  <a:lnTo>
                    <a:pt x="5268656" y="948943"/>
                  </a:lnTo>
                  <a:lnTo>
                    <a:pt x="5275267" y="1007369"/>
                  </a:lnTo>
                  <a:lnTo>
                    <a:pt x="5281877" y="1020330"/>
                  </a:lnTo>
                  <a:lnTo>
                    <a:pt x="5288488" y="1003727"/>
                  </a:lnTo>
                  <a:lnTo>
                    <a:pt x="5295099" y="1014922"/>
                  </a:lnTo>
                  <a:lnTo>
                    <a:pt x="5301709" y="1028726"/>
                  </a:lnTo>
                  <a:lnTo>
                    <a:pt x="5308320" y="987168"/>
                  </a:lnTo>
                  <a:lnTo>
                    <a:pt x="5314930" y="979821"/>
                  </a:lnTo>
                  <a:lnTo>
                    <a:pt x="5321541" y="979821"/>
                  </a:lnTo>
                  <a:lnTo>
                    <a:pt x="5328152" y="1032308"/>
                  </a:lnTo>
                  <a:lnTo>
                    <a:pt x="5334762" y="1134600"/>
                  </a:lnTo>
                  <a:lnTo>
                    <a:pt x="5341373" y="1149794"/>
                  </a:lnTo>
                  <a:lnTo>
                    <a:pt x="5347983" y="1104353"/>
                  </a:lnTo>
                  <a:lnTo>
                    <a:pt x="5354594" y="1104866"/>
                  </a:lnTo>
                  <a:lnTo>
                    <a:pt x="5361205" y="1083895"/>
                  </a:lnTo>
                  <a:lnTo>
                    <a:pt x="5367815" y="1091966"/>
                  </a:lnTo>
                  <a:lnTo>
                    <a:pt x="5374426" y="1112309"/>
                  </a:lnTo>
                  <a:lnTo>
                    <a:pt x="5381037" y="1140645"/>
                  </a:lnTo>
                  <a:lnTo>
                    <a:pt x="5387647" y="1147711"/>
                  </a:lnTo>
                  <a:lnTo>
                    <a:pt x="5394258" y="1101941"/>
                  </a:lnTo>
                  <a:lnTo>
                    <a:pt x="5400868" y="1087919"/>
                  </a:lnTo>
                  <a:lnTo>
                    <a:pt x="5407479" y="1101427"/>
                  </a:lnTo>
                  <a:lnTo>
                    <a:pt x="5414090" y="1171296"/>
                  </a:lnTo>
                  <a:lnTo>
                    <a:pt x="5420700" y="1156773"/>
                  </a:lnTo>
                  <a:lnTo>
                    <a:pt x="5427311" y="1180772"/>
                  </a:lnTo>
                  <a:lnTo>
                    <a:pt x="5433921" y="1180872"/>
                  </a:lnTo>
                  <a:lnTo>
                    <a:pt x="5440532" y="1197003"/>
                  </a:lnTo>
                  <a:lnTo>
                    <a:pt x="5447143" y="1171459"/>
                  </a:lnTo>
                  <a:lnTo>
                    <a:pt x="5453753" y="1171459"/>
                  </a:lnTo>
                  <a:lnTo>
                    <a:pt x="5460364" y="1197749"/>
                  </a:lnTo>
                  <a:lnTo>
                    <a:pt x="5466974" y="1170300"/>
                  </a:lnTo>
                  <a:lnTo>
                    <a:pt x="5473585" y="1103168"/>
                  </a:lnTo>
                  <a:lnTo>
                    <a:pt x="5480196" y="1119132"/>
                  </a:lnTo>
                  <a:lnTo>
                    <a:pt x="5486806" y="1170355"/>
                  </a:lnTo>
                  <a:lnTo>
                    <a:pt x="5493417" y="1154961"/>
                  </a:lnTo>
                  <a:lnTo>
                    <a:pt x="5500028" y="1177445"/>
                  </a:lnTo>
                  <a:lnTo>
                    <a:pt x="5506638" y="1181494"/>
                  </a:lnTo>
                  <a:lnTo>
                    <a:pt x="5513249" y="1164814"/>
                  </a:lnTo>
                  <a:lnTo>
                    <a:pt x="5519859" y="1147903"/>
                  </a:lnTo>
                  <a:lnTo>
                    <a:pt x="5526470" y="1165680"/>
                  </a:lnTo>
                  <a:lnTo>
                    <a:pt x="5533081" y="1187768"/>
                  </a:lnTo>
                  <a:lnTo>
                    <a:pt x="5539691" y="1165417"/>
                  </a:lnTo>
                  <a:lnTo>
                    <a:pt x="5546302" y="1163254"/>
                  </a:lnTo>
                  <a:lnTo>
                    <a:pt x="5552912" y="1145172"/>
                  </a:lnTo>
                  <a:lnTo>
                    <a:pt x="5559523" y="1183380"/>
                  </a:lnTo>
                  <a:lnTo>
                    <a:pt x="5566134" y="1191776"/>
                  </a:lnTo>
                  <a:lnTo>
                    <a:pt x="5572744" y="1166608"/>
                  </a:lnTo>
                  <a:lnTo>
                    <a:pt x="5579355" y="1153771"/>
                  </a:lnTo>
                  <a:lnTo>
                    <a:pt x="5585965" y="1144606"/>
                  </a:lnTo>
                  <a:lnTo>
                    <a:pt x="5592576" y="1164305"/>
                  </a:lnTo>
                  <a:lnTo>
                    <a:pt x="5599187" y="1165841"/>
                  </a:lnTo>
                  <a:lnTo>
                    <a:pt x="5605797" y="1185017"/>
                  </a:lnTo>
                  <a:lnTo>
                    <a:pt x="5612408" y="1211300"/>
                  </a:lnTo>
                  <a:lnTo>
                    <a:pt x="5619019" y="1195703"/>
                  </a:lnTo>
                  <a:lnTo>
                    <a:pt x="5625629" y="1178034"/>
                  </a:lnTo>
                  <a:lnTo>
                    <a:pt x="5632240" y="1183215"/>
                  </a:lnTo>
                  <a:lnTo>
                    <a:pt x="5638850" y="1209072"/>
                  </a:lnTo>
                  <a:lnTo>
                    <a:pt x="5645461" y="1217497"/>
                  </a:lnTo>
                  <a:lnTo>
                    <a:pt x="5652072" y="1224383"/>
                  </a:lnTo>
                  <a:lnTo>
                    <a:pt x="5658682" y="1235799"/>
                  </a:lnTo>
                  <a:lnTo>
                    <a:pt x="5665293" y="1224383"/>
                  </a:lnTo>
                  <a:lnTo>
                    <a:pt x="5671903" y="1224383"/>
                  </a:lnTo>
                  <a:lnTo>
                    <a:pt x="5678514" y="1181807"/>
                  </a:lnTo>
                  <a:lnTo>
                    <a:pt x="5685125" y="1181807"/>
                  </a:lnTo>
                  <a:lnTo>
                    <a:pt x="5691735" y="1215466"/>
                  </a:lnTo>
                  <a:lnTo>
                    <a:pt x="5698346" y="1236055"/>
                  </a:lnTo>
                  <a:lnTo>
                    <a:pt x="5704956" y="1255963"/>
                  </a:lnTo>
                  <a:lnTo>
                    <a:pt x="5711567" y="1264057"/>
                  </a:lnTo>
                  <a:lnTo>
                    <a:pt x="5718178" y="1242358"/>
                  </a:lnTo>
                  <a:lnTo>
                    <a:pt x="5724788" y="1230372"/>
                  </a:lnTo>
                  <a:lnTo>
                    <a:pt x="5731399" y="1262927"/>
                  </a:lnTo>
                  <a:lnTo>
                    <a:pt x="5738010" y="1243572"/>
                  </a:lnTo>
                  <a:lnTo>
                    <a:pt x="5744620" y="1235908"/>
                  </a:lnTo>
                  <a:lnTo>
                    <a:pt x="5751231" y="1207887"/>
                  </a:lnTo>
                  <a:lnTo>
                    <a:pt x="5757841" y="1217247"/>
                  </a:lnTo>
                  <a:lnTo>
                    <a:pt x="5764452" y="1214106"/>
                  </a:lnTo>
                  <a:lnTo>
                    <a:pt x="5771063" y="1235285"/>
                  </a:lnTo>
                  <a:lnTo>
                    <a:pt x="5777673" y="1236793"/>
                  </a:lnTo>
                  <a:lnTo>
                    <a:pt x="5784284" y="1213634"/>
                  </a:lnTo>
                  <a:lnTo>
                    <a:pt x="5790894" y="1219947"/>
                  </a:lnTo>
                  <a:lnTo>
                    <a:pt x="5797505" y="1235285"/>
                  </a:lnTo>
                  <a:lnTo>
                    <a:pt x="5804116" y="1227637"/>
                  </a:lnTo>
                  <a:lnTo>
                    <a:pt x="5810726" y="1219433"/>
                  </a:lnTo>
                  <a:lnTo>
                    <a:pt x="5817337" y="1234156"/>
                  </a:lnTo>
                  <a:lnTo>
                    <a:pt x="5823947" y="1223027"/>
                  </a:lnTo>
                  <a:lnTo>
                    <a:pt x="5830558" y="1227082"/>
                  </a:lnTo>
                  <a:lnTo>
                    <a:pt x="5837169" y="1235109"/>
                  </a:lnTo>
                  <a:lnTo>
                    <a:pt x="5843779" y="1245495"/>
                  </a:lnTo>
                  <a:lnTo>
                    <a:pt x="5850390" y="1229741"/>
                  </a:lnTo>
                  <a:lnTo>
                    <a:pt x="5857001" y="1227949"/>
                  </a:lnTo>
                  <a:lnTo>
                    <a:pt x="5863611" y="1250422"/>
                  </a:lnTo>
                  <a:lnTo>
                    <a:pt x="5870222" y="1232880"/>
                  </a:lnTo>
                  <a:lnTo>
                    <a:pt x="5876832" y="1258754"/>
                  </a:lnTo>
                  <a:lnTo>
                    <a:pt x="5883443" y="1265695"/>
                  </a:lnTo>
                  <a:lnTo>
                    <a:pt x="5890054" y="1265710"/>
                  </a:lnTo>
                  <a:lnTo>
                    <a:pt x="5896664" y="1237390"/>
                  </a:lnTo>
                  <a:lnTo>
                    <a:pt x="5903275" y="1254982"/>
                  </a:lnTo>
                  <a:lnTo>
                    <a:pt x="5909885" y="1237537"/>
                  </a:lnTo>
                  <a:lnTo>
                    <a:pt x="5916496" y="1211814"/>
                  </a:lnTo>
                  <a:lnTo>
                    <a:pt x="5923107" y="1220915"/>
                  </a:lnTo>
                  <a:lnTo>
                    <a:pt x="5929717" y="1233503"/>
                  </a:lnTo>
                  <a:lnTo>
                    <a:pt x="5936328" y="1229741"/>
                  </a:lnTo>
                  <a:lnTo>
                    <a:pt x="5942938" y="1237750"/>
                  </a:lnTo>
                  <a:lnTo>
                    <a:pt x="5949549" y="1230249"/>
                  </a:lnTo>
                  <a:lnTo>
                    <a:pt x="5956160" y="1206822"/>
                  </a:lnTo>
                  <a:lnTo>
                    <a:pt x="5962770" y="1201059"/>
                  </a:lnTo>
                  <a:lnTo>
                    <a:pt x="5969381" y="1206548"/>
                  </a:lnTo>
                  <a:lnTo>
                    <a:pt x="5975991" y="1235887"/>
                  </a:lnTo>
                  <a:lnTo>
                    <a:pt x="5982602" y="1219306"/>
                  </a:lnTo>
                  <a:lnTo>
                    <a:pt x="5989213" y="1204428"/>
                  </a:lnTo>
                  <a:lnTo>
                    <a:pt x="5995823" y="1199122"/>
                  </a:lnTo>
                  <a:lnTo>
                    <a:pt x="6002434" y="1217965"/>
                  </a:lnTo>
                  <a:lnTo>
                    <a:pt x="6009045" y="1229933"/>
                  </a:lnTo>
                  <a:lnTo>
                    <a:pt x="6015655" y="1254027"/>
                  </a:lnTo>
                  <a:lnTo>
                    <a:pt x="6022266" y="1226168"/>
                  </a:lnTo>
                  <a:lnTo>
                    <a:pt x="6028876" y="1230937"/>
                  </a:lnTo>
                  <a:lnTo>
                    <a:pt x="6035487" y="1236313"/>
                  </a:lnTo>
                  <a:lnTo>
                    <a:pt x="6042098" y="1241823"/>
                  </a:lnTo>
                  <a:lnTo>
                    <a:pt x="6048708" y="1262758"/>
                  </a:lnTo>
                  <a:lnTo>
                    <a:pt x="6055319" y="1237772"/>
                  </a:lnTo>
                  <a:lnTo>
                    <a:pt x="6061929" y="1233816"/>
                  </a:lnTo>
                  <a:lnTo>
                    <a:pt x="6068540" y="1233816"/>
                  </a:lnTo>
                  <a:lnTo>
                    <a:pt x="6075151" y="1232687"/>
                  </a:lnTo>
                  <a:lnTo>
                    <a:pt x="6081761" y="1224484"/>
                  </a:lnTo>
                  <a:lnTo>
                    <a:pt x="6088372" y="1207267"/>
                  </a:lnTo>
                  <a:lnTo>
                    <a:pt x="6094982" y="1208863"/>
                  </a:lnTo>
                  <a:lnTo>
                    <a:pt x="6101593" y="1223611"/>
                  </a:lnTo>
                  <a:lnTo>
                    <a:pt x="6108204" y="1207267"/>
                  </a:lnTo>
                  <a:lnTo>
                    <a:pt x="6114814" y="1226609"/>
                  </a:lnTo>
                  <a:lnTo>
                    <a:pt x="6121425" y="1204428"/>
                  </a:lnTo>
                  <a:lnTo>
                    <a:pt x="6128036" y="1195861"/>
                  </a:lnTo>
                  <a:lnTo>
                    <a:pt x="6134646" y="1206015"/>
                  </a:lnTo>
                  <a:lnTo>
                    <a:pt x="6141257" y="1216085"/>
                  </a:lnTo>
                  <a:lnTo>
                    <a:pt x="6147867" y="1253905"/>
                  </a:lnTo>
                  <a:lnTo>
                    <a:pt x="6154478" y="1265975"/>
                  </a:lnTo>
                  <a:lnTo>
                    <a:pt x="6161089" y="1269597"/>
                  </a:lnTo>
                  <a:lnTo>
                    <a:pt x="6167699" y="1252910"/>
                  </a:lnTo>
                  <a:lnTo>
                    <a:pt x="6174310" y="1227652"/>
                  </a:lnTo>
                  <a:lnTo>
                    <a:pt x="6180920" y="1232004"/>
                  </a:lnTo>
                  <a:lnTo>
                    <a:pt x="6187531" y="1267995"/>
                  </a:lnTo>
                  <a:lnTo>
                    <a:pt x="6194142" y="1263921"/>
                  </a:lnTo>
                  <a:lnTo>
                    <a:pt x="6200752" y="1245132"/>
                  </a:lnTo>
                  <a:lnTo>
                    <a:pt x="6207363" y="1241506"/>
                  </a:lnTo>
                  <a:lnTo>
                    <a:pt x="6213973" y="1242635"/>
                  </a:lnTo>
                  <a:lnTo>
                    <a:pt x="6220584" y="1242478"/>
                  </a:lnTo>
                  <a:lnTo>
                    <a:pt x="6227195" y="1259950"/>
                  </a:lnTo>
                  <a:lnTo>
                    <a:pt x="6233805" y="1259086"/>
                  </a:lnTo>
                  <a:lnTo>
                    <a:pt x="6240416" y="1237854"/>
                  </a:lnTo>
                  <a:lnTo>
                    <a:pt x="6247027" y="1243582"/>
                  </a:lnTo>
                  <a:lnTo>
                    <a:pt x="6253637" y="1257083"/>
                  </a:lnTo>
                  <a:lnTo>
                    <a:pt x="6260248" y="1254228"/>
                  </a:lnTo>
                  <a:lnTo>
                    <a:pt x="6266858" y="1262760"/>
                  </a:lnTo>
                  <a:lnTo>
                    <a:pt x="6273469" y="1278787"/>
                  </a:lnTo>
                  <a:lnTo>
                    <a:pt x="6280080" y="1283078"/>
                  </a:lnTo>
                  <a:lnTo>
                    <a:pt x="6286690" y="1274958"/>
                  </a:lnTo>
                  <a:lnTo>
                    <a:pt x="6293301" y="1255581"/>
                  </a:lnTo>
                  <a:lnTo>
                    <a:pt x="6299911" y="1250059"/>
                  </a:lnTo>
                  <a:lnTo>
                    <a:pt x="6306522" y="1248499"/>
                  </a:lnTo>
                  <a:lnTo>
                    <a:pt x="6313133" y="1243602"/>
                  </a:lnTo>
                  <a:lnTo>
                    <a:pt x="6319743" y="1243602"/>
                  </a:lnTo>
                  <a:lnTo>
                    <a:pt x="6326354" y="1257989"/>
                  </a:lnTo>
                  <a:lnTo>
                    <a:pt x="6332964" y="1277442"/>
                  </a:lnTo>
                  <a:lnTo>
                    <a:pt x="6339575" y="1263646"/>
                  </a:lnTo>
                  <a:lnTo>
                    <a:pt x="6346186" y="1239774"/>
                  </a:lnTo>
                  <a:lnTo>
                    <a:pt x="6352796" y="1233922"/>
                  </a:lnTo>
                  <a:lnTo>
                    <a:pt x="6359407" y="1255581"/>
                  </a:lnTo>
                  <a:lnTo>
                    <a:pt x="6366018" y="1258802"/>
                  </a:lnTo>
                  <a:lnTo>
                    <a:pt x="6372628" y="1228410"/>
                  </a:lnTo>
                  <a:lnTo>
                    <a:pt x="6379239" y="1235070"/>
                  </a:lnTo>
                  <a:lnTo>
                    <a:pt x="6385849" y="1280299"/>
                  </a:lnTo>
                  <a:lnTo>
                    <a:pt x="6392460" y="1276923"/>
                  </a:lnTo>
                  <a:lnTo>
                    <a:pt x="6399071" y="1275285"/>
                  </a:lnTo>
                  <a:lnTo>
                    <a:pt x="6405681" y="1257404"/>
                  </a:lnTo>
                  <a:lnTo>
                    <a:pt x="6412292" y="1239774"/>
                  </a:lnTo>
                  <a:lnTo>
                    <a:pt x="6418902" y="1247210"/>
                  </a:lnTo>
                  <a:lnTo>
                    <a:pt x="6425513" y="1290940"/>
                  </a:lnTo>
                  <a:lnTo>
                    <a:pt x="6432124" y="1289175"/>
                  </a:lnTo>
                  <a:lnTo>
                    <a:pt x="6438734" y="1264790"/>
                  </a:lnTo>
                  <a:lnTo>
                    <a:pt x="6445345" y="1241658"/>
                  </a:lnTo>
                  <a:lnTo>
                    <a:pt x="6451955" y="1248940"/>
                  </a:lnTo>
                  <a:lnTo>
                    <a:pt x="6458566" y="1259342"/>
                  </a:lnTo>
                  <a:lnTo>
                    <a:pt x="6465177" y="1278231"/>
                  </a:lnTo>
                  <a:lnTo>
                    <a:pt x="6471787" y="1288730"/>
                  </a:lnTo>
                  <a:lnTo>
                    <a:pt x="6478398" y="1288483"/>
                  </a:lnTo>
                  <a:lnTo>
                    <a:pt x="6485009" y="1256010"/>
                  </a:lnTo>
                  <a:lnTo>
                    <a:pt x="6491619" y="1245358"/>
                  </a:lnTo>
                  <a:lnTo>
                    <a:pt x="6498230" y="1246404"/>
                  </a:lnTo>
                  <a:lnTo>
                    <a:pt x="6504840" y="1260791"/>
                  </a:lnTo>
                  <a:lnTo>
                    <a:pt x="6511451" y="1275403"/>
                  </a:lnTo>
                  <a:lnTo>
                    <a:pt x="6518062" y="1254250"/>
                  </a:lnTo>
                  <a:lnTo>
                    <a:pt x="6524672" y="1251742"/>
                  </a:lnTo>
                  <a:lnTo>
                    <a:pt x="6531283" y="1276674"/>
                  </a:lnTo>
                  <a:lnTo>
                    <a:pt x="6537893" y="1269323"/>
                  </a:lnTo>
                  <a:lnTo>
                    <a:pt x="6544504" y="1244881"/>
                  </a:lnTo>
                  <a:lnTo>
                    <a:pt x="6551115" y="1247352"/>
                  </a:lnTo>
                  <a:lnTo>
                    <a:pt x="6557725" y="1286630"/>
                  </a:lnTo>
                  <a:lnTo>
                    <a:pt x="6564336" y="1277319"/>
                  </a:lnTo>
                  <a:lnTo>
                    <a:pt x="6570946" y="1281599"/>
                  </a:lnTo>
                  <a:lnTo>
                    <a:pt x="6577557" y="1279211"/>
                  </a:lnTo>
                  <a:lnTo>
                    <a:pt x="6584168" y="1253252"/>
                  </a:lnTo>
                  <a:lnTo>
                    <a:pt x="6590778" y="1249491"/>
                  </a:lnTo>
                  <a:lnTo>
                    <a:pt x="6597389" y="1249491"/>
                  </a:lnTo>
                  <a:lnTo>
                    <a:pt x="6604000" y="1249491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288034" y="5211762"/>
              <a:ext cx="4957957" cy="0"/>
            </a:xfrm>
            <a:custGeom>
              <a:avLst/>
              <a:pathLst>
                <a:path w="4957957" h="0">
                  <a:moveTo>
                    <a:pt x="0" y="0"/>
                  </a:moveTo>
                  <a:lnTo>
                    <a:pt x="4957957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288034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940686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5593339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7245991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1851707" y="542567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115050000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504359" y="542567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115100000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5157012" y="542567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115150000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6809665" y="542567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115200000</a:t>
              </a:r>
            </a:p>
          </p:txBody>
        </p:sp>
        <p:sp>
          <p:nvSpPr>
            <p:cNvPr id="32" name="pl31"/>
            <p:cNvSpPr/>
            <p:nvPr/>
          </p:nvSpPr>
          <p:spPr>
            <a:xfrm>
              <a:off x="1005839" y="3824958"/>
              <a:ext cx="0" cy="1140508"/>
            </a:xfrm>
            <a:custGeom>
              <a:avLst/>
              <a:pathLst>
                <a:path w="0" h="1140508">
                  <a:moveTo>
                    <a:pt x="0" y="114050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914399" y="496546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914399" y="458529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914399" y="420512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14399" y="382495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 rot="-5400000">
              <a:off x="681348" y="4908911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38" name="tx37"/>
            <p:cNvSpPr/>
            <p:nvPr/>
          </p:nvSpPr>
          <p:spPr>
            <a:xfrm rot="-5400000">
              <a:off x="682353" y="4529746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39" name="tx38"/>
            <p:cNvSpPr/>
            <p:nvPr/>
          </p:nvSpPr>
          <p:spPr>
            <a:xfrm rot="-5400000">
              <a:off x="680269" y="4147493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0" name="tx39"/>
            <p:cNvSpPr/>
            <p:nvPr/>
          </p:nvSpPr>
          <p:spPr>
            <a:xfrm rot="-5400000">
              <a:off x="680269" y="3767324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1" name="pg40"/>
            <p:cNvSpPr/>
            <p:nvPr/>
          </p:nvSpPr>
          <p:spPr>
            <a:xfrm>
              <a:off x="1005839" y="3694042"/>
              <a:ext cx="7132319" cy="1517720"/>
            </a:xfrm>
            <a:custGeom>
              <a:avLst/>
              <a:pathLst>
                <a:path w="7132319" h="1517720">
                  <a:moveTo>
                    <a:pt x="0" y="1517720"/>
                  </a:moveTo>
                  <a:lnTo>
                    <a:pt x="7132319" y="1517720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4111228" y="3492275"/>
              <a:ext cx="921543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prediction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353520" y="5788760"/>
              <a:ext cx="436959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chr12</a:t>
              </a:r>
            </a:p>
          </p:txBody>
        </p:sp>
        <p:sp>
          <p:nvSpPr>
            <p:cNvPr id="44" name="tx43"/>
            <p:cNvSpPr/>
            <p:nvPr/>
          </p:nvSpPr>
          <p:spPr>
            <a:xfrm rot="-5400000">
              <a:off x="17783" y="4377037"/>
              <a:ext cx="653950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pred_sm</a:t>
              </a:r>
            </a:p>
          </p:txBody>
        </p:sp>
        <p:sp>
          <p:nvSpPr>
            <p:cNvPr id="45" name="pg44"/>
            <p:cNvSpPr/>
            <p:nvPr/>
          </p:nvSpPr>
          <p:spPr>
            <a:xfrm>
              <a:off x="1270000" y="3822063"/>
              <a:ext cx="6604000" cy="1333487"/>
            </a:xfrm>
            <a:custGeom>
              <a:avLst/>
              <a:pathLst>
                <a:path w="6604000" h="1333487">
                  <a:moveTo>
                    <a:pt x="0" y="1262522"/>
                  </a:moveTo>
                  <a:lnTo>
                    <a:pt x="6610" y="1276911"/>
                  </a:lnTo>
                  <a:lnTo>
                    <a:pt x="13221" y="1290873"/>
                  </a:lnTo>
                  <a:lnTo>
                    <a:pt x="19831" y="1290115"/>
                  </a:lnTo>
                  <a:lnTo>
                    <a:pt x="26442" y="1266039"/>
                  </a:lnTo>
                  <a:lnTo>
                    <a:pt x="33053" y="1256728"/>
                  </a:lnTo>
                  <a:lnTo>
                    <a:pt x="39663" y="1286151"/>
                  </a:lnTo>
                  <a:lnTo>
                    <a:pt x="46274" y="1292196"/>
                  </a:lnTo>
                  <a:lnTo>
                    <a:pt x="52884" y="1295372"/>
                  </a:lnTo>
                  <a:lnTo>
                    <a:pt x="59495" y="1286173"/>
                  </a:lnTo>
                  <a:lnTo>
                    <a:pt x="66106" y="1264021"/>
                  </a:lnTo>
                  <a:lnTo>
                    <a:pt x="72716" y="1285810"/>
                  </a:lnTo>
                  <a:lnTo>
                    <a:pt x="79327" y="1283627"/>
                  </a:lnTo>
                  <a:lnTo>
                    <a:pt x="85937" y="1281674"/>
                  </a:lnTo>
                  <a:lnTo>
                    <a:pt x="92548" y="1280100"/>
                  </a:lnTo>
                  <a:lnTo>
                    <a:pt x="99159" y="1276074"/>
                  </a:lnTo>
                  <a:lnTo>
                    <a:pt x="105769" y="1281674"/>
                  </a:lnTo>
                  <a:lnTo>
                    <a:pt x="112380" y="1283435"/>
                  </a:lnTo>
                  <a:lnTo>
                    <a:pt x="118990" y="1281065"/>
                  </a:lnTo>
                  <a:lnTo>
                    <a:pt x="125601" y="1277216"/>
                  </a:lnTo>
                  <a:lnTo>
                    <a:pt x="132212" y="1287161"/>
                  </a:lnTo>
                  <a:lnTo>
                    <a:pt x="138822" y="1285554"/>
                  </a:lnTo>
                  <a:lnTo>
                    <a:pt x="145433" y="1253435"/>
                  </a:lnTo>
                  <a:lnTo>
                    <a:pt x="152044" y="1231864"/>
                  </a:lnTo>
                  <a:lnTo>
                    <a:pt x="158654" y="1246915"/>
                  </a:lnTo>
                  <a:lnTo>
                    <a:pt x="165265" y="1285727"/>
                  </a:lnTo>
                  <a:lnTo>
                    <a:pt x="171875" y="1285965"/>
                  </a:lnTo>
                  <a:lnTo>
                    <a:pt x="178486" y="1263073"/>
                  </a:lnTo>
                  <a:lnTo>
                    <a:pt x="185097" y="1280100"/>
                  </a:lnTo>
                  <a:lnTo>
                    <a:pt x="191707" y="1282871"/>
                  </a:lnTo>
                  <a:lnTo>
                    <a:pt x="198318" y="1266658"/>
                  </a:lnTo>
                  <a:lnTo>
                    <a:pt x="204928" y="1257085"/>
                  </a:lnTo>
                  <a:lnTo>
                    <a:pt x="211539" y="1271203"/>
                  </a:lnTo>
                  <a:lnTo>
                    <a:pt x="218150" y="1253589"/>
                  </a:lnTo>
                  <a:lnTo>
                    <a:pt x="224760" y="1245582"/>
                  </a:lnTo>
                  <a:lnTo>
                    <a:pt x="231371" y="1245582"/>
                  </a:lnTo>
                  <a:lnTo>
                    <a:pt x="237981" y="1248079"/>
                  </a:lnTo>
                  <a:lnTo>
                    <a:pt x="244592" y="1262571"/>
                  </a:lnTo>
                  <a:lnTo>
                    <a:pt x="251203" y="1281065"/>
                  </a:lnTo>
                  <a:lnTo>
                    <a:pt x="257813" y="1281665"/>
                  </a:lnTo>
                  <a:lnTo>
                    <a:pt x="264424" y="1264021"/>
                  </a:lnTo>
                  <a:lnTo>
                    <a:pt x="271035" y="1274915"/>
                  </a:lnTo>
                  <a:lnTo>
                    <a:pt x="277645" y="1285014"/>
                  </a:lnTo>
                  <a:lnTo>
                    <a:pt x="284256" y="1249518"/>
                  </a:lnTo>
                  <a:lnTo>
                    <a:pt x="290866" y="1264076"/>
                  </a:lnTo>
                  <a:lnTo>
                    <a:pt x="297477" y="1261913"/>
                  </a:lnTo>
                  <a:lnTo>
                    <a:pt x="304088" y="1262862"/>
                  </a:lnTo>
                  <a:lnTo>
                    <a:pt x="310698" y="1283272"/>
                  </a:lnTo>
                  <a:lnTo>
                    <a:pt x="317309" y="1253405"/>
                  </a:lnTo>
                  <a:lnTo>
                    <a:pt x="323919" y="1285680"/>
                  </a:lnTo>
                  <a:lnTo>
                    <a:pt x="330530" y="1283228"/>
                  </a:lnTo>
                  <a:lnTo>
                    <a:pt x="337141" y="1279992"/>
                  </a:lnTo>
                  <a:lnTo>
                    <a:pt x="343751" y="1281069"/>
                  </a:lnTo>
                  <a:lnTo>
                    <a:pt x="350362" y="1242290"/>
                  </a:lnTo>
                  <a:lnTo>
                    <a:pt x="356972" y="1247936"/>
                  </a:lnTo>
                  <a:lnTo>
                    <a:pt x="363583" y="1251208"/>
                  </a:lnTo>
                  <a:lnTo>
                    <a:pt x="370194" y="1235505"/>
                  </a:lnTo>
                  <a:lnTo>
                    <a:pt x="376804" y="1266669"/>
                  </a:lnTo>
                  <a:lnTo>
                    <a:pt x="383415" y="1274099"/>
                  </a:lnTo>
                  <a:lnTo>
                    <a:pt x="390026" y="1265499"/>
                  </a:lnTo>
                  <a:lnTo>
                    <a:pt x="396636" y="1279156"/>
                  </a:lnTo>
                  <a:lnTo>
                    <a:pt x="403247" y="1271755"/>
                  </a:lnTo>
                  <a:lnTo>
                    <a:pt x="409857" y="1281288"/>
                  </a:lnTo>
                  <a:lnTo>
                    <a:pt x="416468" y="1283228"/>
                  </a:lnTo>
                  <a:lnTo>
                    <a:pt x="423079" y="1283228"/>
                  </a:lnTo>
                  <a:lnTo>
                    <a:pt x="429689" y="1284465"/>
                  </a:lnTo>
                  <a:lnTo>
                    <a:pt x="436300" y="1278392"/>
                  </a:lnTo>
                  <a:lnTo>
                    <a:pt x="442910" y="1265374"/>
                  </a:lnTo>
                  <a:lnTo>
                    <a:pt x="449521" y="1283873"/>
                  </a:lnTo>
                  <a:lnTo>
                    <a:pt x="456132" y="1281028"/>
                  </a:lnTo>
                  <a:lnTo>
                    <a:pt x="462742" y="1253405"/>
                  </a:lnTo>
                  <a:lnTo>
                    <a:pt x="469353" y="1264076"/>
                  </a:lnTo>
                  <a:lnTo>
                    <a:pt x="475963" y="1284395"/>
                  </a:lnTo>
                  <a:lnTo>
                    <a:pt x="482574" y="1253405"/>
                  </a:lnTo>
                  <a:lnTo>
                    <a:pt x="489185" y="1238762"/>
                  </a:lnTo>
                  <a:lnTo>
                    <a:pt x="495795" y="1245756"/>
                  </a:lnTo>
                  <a:lnTo>
                    <a:pt x="502406" y="1281712"/>
                  </a:lnTo>
                  <a:lnTo>
                    <a:pt x="509017" y="1280825"/>
                  </a:lnTo>
                  <a:lnTo>
                    <a:pt x="515627" y="1261913"/>
                  </a:lnTo>
                  <a:lnTo>
                    <a:pt x="522238" y="1253405"/>
                  </a:lnTo>
                  <a:lnTo>
                    <a:pt x="528848" y="1258088"/>
                  </a:lnTo>
                  <a:lnTo>
                    <a:pt x="535459" y="1253604"/>
                  </a:lnTo>
                  <a:lnTo>
                    <a:pt x="542070" y="1253604"/>
                  </a:lnTo>
                  <a:lnTo>
                    <a:pt x="548680" y="1273380"/>
                  </a:lnTo>
                  <a:lnTo>
                    <a:pt x="555291" y="1257058"/>
                  </a:lnTo>
                  <a:lnTo>
                    <a:pt x="561901" y="1242868"/>
                  </a:lnTo>
                  <a:lnTo>
                    <a:pt x="568512" y="1241331"/>
                  </a:lnTo>
                  <a:lnTo>
                    <a:pt x="575123" y="1236379"/>
                  </a:lnTo>
                  <a:lnTo>
                    <a:pt x="581733" y="1236379"/>
                  </a:lnTo>
                  <a:lnTo>
                    <a:pt x="588344" y="1247050"/>
                  </a:lnTo>
                  <a:lnTo>
                    <a:pt x="594954" y="1256025"/>
                  </a:lnTo>
                  <a:lnTo>
                    <a:pt x="601565" y="1258187"/>
                  </a:lnTo>
                  <a:lnTo>
                    <a:pt x="608176" y="1250516"/>
                  </a:lnTo>
                  <a:lnTo>
                    <a:pt x="614786" y="1239300"/>
                  </a:lnTo>
                  <a:lnTo>
                    <a:pt x="621397" y="1258222"/>
                  </a:lnTo>
                  <a:lnTo>
                    <a:pt x="628008" y="1271246"/>
                  </a:lnTo>
                  <a:lnTo>
                    <a:pt x="634618" y="1250516"/>
                  </a:lnTo>
                  <a:lnTo>
                    <a:pt x="641229" y="1207764"/>
                  </a:lnTo>
                  <a:lnTo>
                    <a:pt x="647839" y="1206863"/>
                  </a:lnTo>
                  <a:lnTo>
                    <a:pt x="654450" y="1234792"/>
                  </a:lnTo>
                  <a:lnTo>
                    <a:pt x="661061" y="1258187"/>
                  </a:lnTo>
                  <a:lnTo>
                    <a:pt x="667671" y="1250816"/>
                  </a:lnTo>
                  <a:lnTo>
                    <a:pt x="674282" y="1256326"/>
                  </a:lnTo>
                  <a:lnTo>
                    <a:pt x="680892" y="1240266"/>
                  </a:lnTo>
                  <a:lnTo>
                    <a:pt x="687503" y="1234980"/>
                  </a:lnTo>
                  <a:lnTo>
                    <a:pt x="694114" y="1256001"/>
                  </a:lnTo>
                  <a:lnTo>
                    <a:pt x="700724" y="1248514"/>
                  </a:lnTo>
                  <a:lnTo>
                    <a:pt x="707335" y="1249387"/>
                  </a:lnTo>
                  <a:lnTo>
                    <a:pt x="713945" y="1279294"/>
                  </a:lnTo>
                  <a:lnTo>
                    <a:pt x="720556" y="1277143"/>
                  </a:lnTo>
                  <a:lnTo>
                    <a:pt x="727167" y="1276014"/>
                  </a:lnTo>
                  <a:lnTo>
                    <a:pt x="733777" y="1266944"/>
                  </a:lnTo>
                  <a:lnTo>
                    <a:pt x="740388" y="1268068"/>
                  </a:lnTo>
                  <a:lnTo>
                    <a:pt x="746998" y="1278625"/>
                  </a:lnTo>
                  <a:lnTo>
                    <a:pt x="753609" y="1280203"/>
                  </a:lnTo>
                  <a:lnTo>
                    <a:pt x="760220" y="1255695"/>
                  </a:lnTo>
                  <a:lnTo>
                    <a:pt x="766830" y="1230371"/>
                  </a:lnTo>
                  <a:lnTo>
                    <a:pt x="773441" y="1240626"/>
                  </a:lnTo>
                  <a:lnTo>
                    <a:pt x="780052" y="1271084"/>
                  </a:lnTo>
                  <a:lnTo>
                    <a:pt x="786662" y="1279584"/>
                  </a:lnTo>
                  <a:lnTo>
                    <a:pt x="793273" y="1259236"/>
                  </a:lnTo>
                  <a:lnTo>
                    <a:pt x="799883" y="1266944"/>
                  </a:lnTo>
                  <a:lnTo>
                    <a:pt x="806494" y="1250516"/>
                  </a:lnTo>
                  <a:lnTo>
                    <a:pt x="813105" y="1260384"/>
                  </a:lnTo>
                  <a:lnTo>
                    <a:pt x="819715" y="1275325"/>
                  </a:lnTo>
                  <a:lnTo>
                    <a:pt x="826326" y="1260384"/>
                  </a:lnTo>
                  <a:lnTo>
                    <a:pt x="832936" y="1258222"/>
                  </a:lnTo>
                  <a:lnTo>
                    <a:pt x="839547" y="1270767"/>
                  </a:lnTo>
                  <a:lnTo>
                    <a:pt x="846158" y="1251139"/>
                  </a:lnTo>
                  <a:lnTo>
                    <a:pt x="852768" y="1251139"/>
                  </a:lnTo>
                  <a:lnTo>
                    <a:pt x="859379" y="1275181"/>
                  </a:lnTo>
                  <a:lnTo>
                    <a:pt x="865989" y="1279915"/>
                  </a:lnTo>
                  <a:lnTo>
                    <a:pt x="872600" y="1279584"/>
                  </a:lnTo>
                  <a:lnTo>
                    <a:pt x="879211" y="1268068"/>
                  </a:lnTo>
                  <a:lnTo>
                    <a:pt x="885821" y="1253013"/>
                  </a:lnTo>
                  <a:lnTo>
                    <a:pt x="892432" y="1277581"/>
                  </a:lnTo>
                  <a:lnTo>
                    <a:pt x="899043" y="1275695"/>
                  </a:lnTo>
                  <a:lnTo>
                    <a:pt x="905653" y="1274130"/>
                  </a:lnTo>
                  <a:lnTo>
                    <a:pt x="912264" y="1263017"/>
                  </a:lnTo>
                  <a:lnTo>
                    <a:pt x="918874" y="1242868"/>
                  </a:lnTo>
                  <a:lnTo>
                    <a:pt x="925485" y="1259236"/>
                  </a:lnTo>
                  <a:lnTo>
                    <a:pt x="932096" y="1250516"/>
                  </a:lnTo>
                  <a:lnTo>
                    <a:pt x="938706" y="1246629"/>
                  </a:lnTo>
                  <a:lnTo>
                    <a:pt x="945317" y="1262984"/>
                  </a:lnTo>
                  <a:lnTo>
                    <a:pt x="951927" y="1249387"/>
                  </a:lnTo>
                  <a:lnTo>
                    <a:pt x="958538" y="1260384"/>
                  </a:lnTo>
                  <a:lnTo>
                    <a:pt x="965149" y="1277427"/>
                  </a:lnTo>
                  <a:lnTo>
                    <a:pt x="971759" y="1260384"/>
                  </a:lnTo>
                  <a:lnTo>
                    <a:pt x="978370" y="1242868"/>
                  </a:lnTo>
                  <a:lnTo>
                    <a:pt x="984980" y="1245604"/>
                  </a:lnTo>
                  <a:lnTo>
                    <a:pt x="991591" y="1245604"/>
                  </a:lnTo>
                  <a:lnTo>
                    <a:pt x="998202" y="1257058"/>
                  </a:lnTo>
                  <a:lnTo>
                    <a:pt x="1004812" y="1262102"/>
                  </a:lnTo>
                  <a:lnTo>
                    <a:pt x="1011423" y="1234980"/>
                  </a:lnTo>
                  <a:lnTo>
                    <a:pt x="1018034" y="1216556"/>
                  </a:lnTo>
                  <a:lnTo>
                    <a:pt x="1024644" y="1252234"/>
                  </a:lnTo>
                  <a:lnTo>
                    <a:pt x="1031255" y="1281175"/>
                  </a:lnTo>
                  <a:lnTo>
                    <a:pt x="1037865" y="1281621"/>
                  </a:lnTo>
                  <a:lnTo>
                    <a:pt x="1044476" y="1278650"/>
                  </a:lnTo>
                  <a:lnTo>
                    <a:pt x="1051087" y="1273693"/>
                  </a:lnTo>
                  <a:lnTo>
                    <a:pt x="1057697" y="1253303"/>
                  </a:lnTo>
                  <a:lnTo>
                    <a:pt x="1064308" y="1259893"/>
                  </a:lnTo>
                  <a:lnTo>
                    <a:pt x="1070918" y="1267984"/>
                  </a:lnTo>
                  <a:lnTo>
                    <a:pt x="1077529" y="1272203"/>
                  </a:lnTo>
                  <a:lnTo>
                    <a:pt x="1084140" y="1272598"/>
                  </a:lnTo>
                  <a:lnTo>
                    <a:pt x="1090750" y="1260626"/>
                  </a:lnTo>
                  <a:lnTo>
                    <a:pt x="1097361" y="1256557"/>
                  </a:lnTo>
                  <a:lnTo>
                    <a:pt x="1103971" y="1221752"/>
                  </a:lnTo>
                  <a:lnTo>
                    <a:pt x="1110582" y="1197547"/>
                  </a:lnTo>
                  <a:lnTo>
                    <a:pt x="1117193" y="1217187"/>
                  </a:lnTo>
                  <a:lnTo>
                    <a:pt x="1123803" y="1214868"/>
                  </a:lnTo>
                  <a:lnTo>
                    <a:pt x="1130414" y="1212358"/>
                  </a:lnTo>
                  <a:lnTo>
                    <a:pt x="1137025" y="1257055"/>
                  </a:lnTo>
                  <a:lnTo>
                    <a:pt x="1143635" y="1246343"/>
                  </a:lnTo>
                  <a:lnTo>
                    <a:pt x="1150246" y="1206837"/>
                  </a:lnTo>
                  <a:lnTo>
                    <a:pt x="1156856" y="1217130"/>
                  </a:lnTo>
                  <a:lnTo>
                    <a:pt x="1163467" y="1239827"/>
                  </a:lnTo>
                  <a:lnTo>
                    <a:pt x="1170078" y="1239827"/>
                  </a:lnTo>
                  <a:lnTo>
                    <a:pt x="1176688" y="1200097"/>
                  </a:lnTo>
                  <a:lnTo>
                    <a:pt x="1183299" y="1222709"/>
                  </a:lnTo>
                  <a:lnTo>
                    <a:pt x="1189909" y="1233694"/>
                  </a:lnTo>
                  <a:lnTo>
                    <a:pt x="1196520" y="1194623"/>
                  </a:lnTo>
                  <a:lnTo>
                    <a:pt x="1203131" y="1234202"/>
                  </a:lnTo>
                  <a:lnTo>
                    <a:pt x="1209741" y="1243099"/>
                  </a:lnTo>
                  <a:lnTo>
                    <a:pt x="1216352" y="1249161"/>
                  </a:lnTo>
                  <a:lnTo>
                    <a:pt x="1222962" y="1248524"/>
                  </a:lnTo>
                  <a:lnTo>
                    <a:pt x="1229573" y="1232239"/>
                  </a:lnTo>
                  <a:lnTo>
                    <a:pt x="1236184" y="1217478"/>
                  </a:lnTo>
                  <a:lnTo>
                    <a:pt x="1242794" y="1233253"/>
                  </a:lnTo>
                  <a:lnTo>
                    <a:pt x="1249405" y="1231663"/>
                  </a:lnTo>
                  <a:lnTo>
                    <a:pt x="1256016" y="1218552"/>
                  </a:lnTo>
                  <a:lnTo>
                    <a:pt x="1262626" y="1236119"/>
                  </a:lnTo>
                  <a:lnTo>
                    <a:pt x="1269237" y="1252143"/>
                  </a:lnTo>
                  <a:lnTo>
                    <a:pt x="1275847" y="1234402"/>
                  </a:lnTo>
                  <a:lnTo>
                    <a:pt x="1282458" y="1211063"/>
                  </a:lnTo>
                  <a:lnTo>
                    <a:pt x="1289069" y="1233188"/>
                  </a:lnTo>
                  <a:lnTo>
                    <a:pt x="1295679" y="1227743"/>
                  </a:lnTo>
                  <a:lnTo>
                    <a:pt x="1302290" y="1207927"/>
                  </a:lnTo>
                  <a:lnTo>
                    <a:pt x="1308900" y="1207487"/>
                  </a:lnTo>
                  <a:lnTo>
                    <a:pt x="1315511" y="1217586"/>
                  </a:lnTo>
                  <a:lnTo>
                    <a:pt x="1322122" y="1208395"/>
                  </a:lnTo>
                  <a:lnTo>
                    <a:pt x="1328732" y="1198296"/>
                  </a:lnTo>
                  <a:lnTo>
                    <a:pt x="1335343" y="1226195"/>
                  </a:lnTo>
                  <a:lnTo>
                    <a:pt x="1341953" y="1231018"/>
                  </a:lnTo>
                  <a:lnTo>
                    <a:pt x="1348564" y="1224832"/>
                  </a:lnTo>
                  <a:lnTo>
                    <a:pt x="1355175" y="1241524"/>
                  </a:lnTo>
                  <a:lnTo>
                    <a:pt x="1361785" y="1246144"/>
                  </a:lnTo>
                  <a:lnTo>
                    <a:pt x="1368396" y="1244124"/>
                  </a:lnTo>
                  <a:lnTo>
                    <a:pt x="1375007" y="1231266"/>
                  </a:lnTo>
                  <a:lnTo>
                    <a:pt x="1381617" y="1197412"/>
                  </a:lnTo>
                  <a:lnTo>
                    <a:pt x="1388228" y="1236193"/>
                  </a:lnTo>
                  <a:lnTo>
                    <a:pt x="1394838" y="1224832"/>
                  </a:lnTo>
                  <a:lnTo>
                    <a:pt x="1401449" y="1223534"/>
                  </a:lnTo>
                  <a:lnTo>
                    <a:pt x="1408060" y="1231018"/>
                  </a:lnTo>
                  <a:lnTo>
                    <a:pt x="1414670" y="1189410"/>
                  </a:lnTo>
                  <a:lnTo>
                    <a:pt x="1421281" y="1217586"/>
                  </a:lnTo>
                  <a:lnTo>
                    <a:pt x="1427891" y="1204710"/>
                  </a:lnTo>
                  <a:lnTo>
                    <a:pt x="1434502" y="1205224"/>
                  </a:lnTo>
                  <a:lnTo>
                    <a:pt x="1441113" y="1208395"/>
                  </a:lnTo>
                  <a:lnTo>
                    <a:pt x="1447723" y="1208395"/>
                  </a:lnTo>
                  <a:lnTo>
                    <a:pt x="1454334" y="1222320"/>
                  </a:lnTo>
                  <a:lnTo>
                    <a:pt x="1460944" y="1240545"/>
                  </a:lnTo>
                  <a:lnTo>
                    <a:pt x="1467555" y="1217586"/>
                  </a:lnTo>
                  <a:lnTo>
                    <a:pt x="1474166" y="1248829"/>
                  </a:lnTo>
                  <a:lnTo>
                    <a:pt x="1480776" y="1246387"/>
                  </a:lnTo>
                  <a:lnTo>
                    <a:pt x="1487387" y="1246366"/>
                  </a:lnTo>
                  <a:lnTo>
                    <a:pt x="1493997" y="1237161"/>
                  </a:lnTo>
                  <a:lnTo>
                    <a:pt x="1500608" y="1247472"/>
                  </a:lnTo>
                  <a:lnTo>
                    <a:pt x="1507219" y="1246546"/>
                  </a:lnTo>
                  <a:lnTo>
                    <a:pt x="1513829" y="1247679"/>
                  </a:lnTo>
                  <a:lnTo>
                    <a:pt x="1520440" y="1249848"/>
                  </a:lnTo>
                  <a:lnTo>
                    <a:pt x="1527051" y="1250316"/>
                  </a:lnTo>
                  <a:lnTo>
                    <a:pt x="1533661" y="1247693"/>
                  </a:lnTo>
                  <a:lnTo>
                    <a:pt x="1540272" y="1247192"/>
                  </a:lnTo>
                  <a:lnTo>
                    <a:pt x="1546882" y="1219392"/>
                  </a:lnTo>
                  <a:lnTo>
                    <a:pt x="1553493" y="1206032"/>
                  </a:lnTo>
                  <a:lnTo>
                    <a:pt x="1560104" y="1221227"/>
                  </a:lnTo>
                  <a:lnTo>
                    <a:pt x="1566714" y="1221227"/>
                  </a:lnTo>
                  <a:lnTo>
                    <a:pt x="1573325" y="1225923"/>
                  </a:lnTo>
                  <a:lnTo>
                    <a:pt x="1579935" y="1224848"/>
                  </a:lnTo>
                  <a:lnTo>
                    <a:pt x="1586546" y="1223725"/>
                  </a:lnTo>
                  <a:lnTo>
                    <a:pt x="1593157" y="1190007"/>
                  </a:lnTo>
                  <a:lnTo>
                    <a:pt x="1599767" y="1199291"/>
                  </a:lnTo>
                  <a:lnTo>
                    <a:pt x="1606378" y="1188593"/>
                  </a:lnTo>
                  <a:lnTo>
                    <a:pt x="1612988" y="1209390"/>
                  </a:lnTo>
                  <a:lnTo>
                    <a:pt x="1619599" y="1199576"/>
                  </a:lnTo>
                  <a:lnTo>
                    <a:pt x="1626210" y="1192213"/>
                  </a:lnTo>
                  <a:lnTo>
                    <a:pt x="1632820" y="1212553"/>
                  </a:lnTo>
                  <a:lnTo>
                    <a:pt x="1639431" y="1215230"/>
                  </a:lnTo>
                  <a:lnTo>
                    <a:pt x="1646042" y="1199576"/>
                  </a:lnTo>
                  <a:lnTo>
                    <a:pt x="1652652" y="1195892"/>
                  </a:lnTo>
                  <a:lnTo>
                    <a:pt x="1659263" y="1227399"/>
                  </a:lnTo>
                  <a:lnTo>
                    <a:pt x="1665873" y="1199291"/>
                  </a:lnTo>
                  <a:lnTo>
                    <a:pt x="1672484" y="1177571"/>
                  </a:lnTo>
                  <a:lnTo>
                    <a:pt x="1679095" y="1215265"/>
                  </a:lnTo>
                  <a:lnTo>
                    <a:pt x="1685705" y="1216479"/>
                  </a:lnTo>
                  <a:lnTo>
                    <a:pt x="1692316" y="1184328"/>
                  </a:lnTo>
                  <a:lnTo>
                    <a:pt x="1698926" y="1203680"/>
                  </a:lnTo>
                  <a:lnTo>
                    <a:pt x="1705537" y="1190416"/>
                  </a:lnTo>
                  <a:lnTo>
                    <a:pt x="1712148" y="1185928"/>
                  </a:lnTo>
                  <a:lnTo>
                    <a:pt x="1718758" y="1194015"/>
                  </a:lnTo>
                  <a:lnTo>
                    <a:pt x="1725369" y="1198045"/>
                  </a:lnTo>
                  <a:lnTo>
                    <a:pt x="1731979" y="1203993"/>
                  </a:lnTo>
                  <a:lnTo>
                    <a:pt x="1738590" y="1205264"/>
                  </a:lnTo>
                  <a:lnTo>
                    <a:pt x="1745201" y="1211284"/>
                  </a:lnTo>
                  <a:lnTo>
                    <a:pt x="1751811" y="1153500"/>
                  </a:lnTo>
                  <a:lnTo>
                    <a:pt x="1758422" y="1171335"/>
                  </a:lnTo>
                  <a:lnTo>
                    <a:pt x="1765033" y="1196686"/>
                  </a:lnTo>
                  <a:lnTo>
                    <a:pt x="1771643" y="1230856"/>
                  </a:lnTo>
                  <a:lnTo>
                    <a:pt x="1778254" y="1231324"/>
                  </a:lnTo>
                  <a:lnTo>
                    <a:pt x="1784864" y="1231324"/>
                  </a:lnTo>
                  <a:lnTo>
                    <a:pt x="1791475" y="1228451"/>
                  </a:lnTo>
                  <a:lnTo>
                    <a:pt x="1798086" y="1201831"/>
                  </a:lnTo>
                  <a:lnTo>
                    <a:pt x="1804696" y="1180639"/>
                  </a:lnTo>
                  <a:lnTo>
                    <a:pt x="1811307" y="1187054"/>
                  </a:lnTo>
                  <a:lnTo>
                    <a:pt x="1817917" y="1196245"/>
                  </a:lnTo>
                  <a:lnTo>
                    <a:pt x="1824528" y="1181743"/>
                  </a:lnTo>
                  <a:lnTo>
                    <a:pt x="1831139" y="1140736"/>
                  </a:lnTo>
                  <a:lnTo>
                    <a:pt x="1837749" y="1138481"/>
                  </a:lnTo>
                  <a:lnTo>
                    <a:pt x="1844360" y="1150731"/>
                  </a:lnTo>
                  <a:lnTo>
                    <a:pt x="1850970" y="1151435"/>
                  </a:lnTo>
                  <a:lnTo>
                    <a:pt x="1857581" y="1143999"/>
                  </a:lnTo>
                  <a:lnTo>
                    <a:pt x="1864192" y="1191041"/>
                  </a:lnTo>
                  <a:lnTo>
                    <a:pt x="1870802" y="1152983"/>
                  </a:lnTo>
                  <a:lnTo>
                    <a:pt x="1877413" y="1210576"/>
                  </a:lnTo>
                  <a:lnTo>
                    <a:pt x="1884024" y="1217844"/>
                  </a:lnTo>
                  <a:lnTo>
                    <a:pt x="1890634" y="1190724"/>
                  </a:lnTo>
                  <a:lnTo>
                    <a:pt x="1897245" y="1208610"/>
                  </a:lnTo>
                  <a:lnTo>
                    <a:pt x="1903855" y="1207726"/>
                  </a:lnTo>
                  <a:lnTo>
                    <a:pt x="1910466" y="1208240"/>
                  </a:lnTo>
                  <a:lnTo>
                    <a:pt x="1917077" y="1220101"/>
                  </a:lnTo>
                  <a:lnTo>
                    <a:pt x="1923687" y="1205905"/>
                  </a:lnTo>
                  <a:lnTo>
                    <a:pt x="1930298" y="1200460"/>
                  </a:lnTo>
                  <a:lnTo>
                    <a:pt x="1936908" y="1216674"/>
                  </a:lnTo>
                  <a:lnTo>
                    <a:pt x="1943519" y="1223065"/>
                  </a:lnTo>
                  <a:lnTo>
                    <a:pt x="1950130" y="1219434"/>
                  </a:lnTo>
                  <a:lnTo>
                    <a:pt x="1956740" y="1199041"/>
                  </a:lnTo>
                  <a:lnTo>
                    <a:pt x="1963351" y="1147267"/>
                  </a:lnTo>
                  <a:lnTo>
                    <a:pt x="1969961" y="1180434"/>
                  </a:lnTo>
                  <a:lnTo>
                    <a:pt x="1976572" y="1197728"/>
                  </a:lnTo>
                  <a:lnTo>
                    <a:pt x="1983183" y="1197728"/>
                  </a:lnTo>
                  <a:lnTo>
                    <a:pt x="1989793" y="1191666"/>
                  </a:lnTo>
                  <a:lnTo>
                    <a:pt x="1996404" y="1191666"/>
                  </a:lnTo>
                  <a:lnTo>
                    <a:pt x="2003015" y="1186422"/>
                  </a:lnTo>
                  <a:lnTo>
                    <a:pt x="2009625" y="1193480"/>
                  </a:lnTo>
                  <a:lnTo>
                    <a:pt x="2016236" y="1204804"/>
                  </a:lnTo>
                  <a:lnTo>
                    <a:pt x="2022846" y="1159000"/>
                  </a:lnTo>
                  <a:lnTo>
                    <a:pt x="2029457" y="1133325"/>
                  </a:lnTo>
                  <a:lnTo>
                    <a:pt x="2036068" y="1141560"/>
                  </a:lnTo>
                  <a:lnTo>
                    <a:pt x="2042678" y="1198559"/>
                  </a:lnTo>
                  <a:lnTo>
                    <a:pt x="2049289" y="1183863"/>
                  </a:lnTo>
                  <a:lnTo>
                    <a:pt x="2055899" y="1112966"/>
                  </a:lnTo>
                  <a:lnTo>
                    <a:pt x="2062510" y="1111366"/>
                  </a:lnTo>
                  <a:lnTo>
                    <a:pt x="2069121" y="1113475"/>
                  </a:lnTo>
                  <a:lnTo>
                    <a:pt x="2075731" y="1155330"/>
                  </a:lnTo>
                  <a:lnTo>
                    <a:pt x="2082342" y="1165775"/>
                  </a:lnTo>
                  <a:lnTo>
                    <a:pt x="2088952" y="1166989"/>
                  </a:lnTo>
                  <a:lnTo>
                    <a:pt x="2095563" y="1177277"/>
                  </a:lnTo>
                  <a:lnTo>
                    <a:pt x="2102174" y="1141211"/>
                  </a:lnTo>
                  <a:lnTo>
                    <a:pt x="2108784" y="1115479"/>
                  </a:lnTo>
                  <a:lnTo>
                    <a:pt x="2115395" y="1131308"/>
                  </a:lnTo>
                  <a:lnTo>
                    <a:pt x="2122006" y="1131308"/>
                  </a:lnTo>
                  <a:lnTo>
                    <a:pt x="2128616" y="1167171"/>
                  </a:lnTo>
                  <a:lnTo>
                    <a:pt x="2135227" y="1110064"/>
                  </a:lnTo>
                  <a:lnTo>
                    <a:pt x="2141837" y="1121157"/>
                  </a:lnTo>
                  <a:lnTo>
                    <a:pt x="2148448" y="1161081"/>
                  </a:lnTo>
                  <a:lnTo>
                    <a:pt x="2155059" y="1147513"/>
                  </a:lnTo>
                  <a:lnTo>
                    <a:pt x="2161669" y="1127809"/>
                  </a:lnTo>
                  <a:lnTo>
                    <a:pt x="2168280" y="1123022"/>
                  </a:lnTo>
                  <a:lnTo>
                    <a:pt x="2174890" y="1124969"/>
                  </a:lnTo>
                  <a:lnTo>
                    <a:pt x="2181501" y="1145208"/>
                  </a:lnTo>
                  <a:lnTo>
                    <a:pt x="2188112" y="1174686"/>
                  </a:lnTo>
                  <a:lnTo>
                    <a:pt x="2194722" y="1187332"/>
                  </a:lnTo>
                  <a:lnTo>
                    <a:pt x="2201333" y="1187332"/>
                  </a:lnTo>
                  <a:lnTo>
                    <a:pt x="2207943" y="1164805"/>
                  </a:lnTo>
                  <a:lnTo>
                    <a:pt x="2214554" y="1152656"/>
                  </a:lnTo>
                  <a:lnTo>
                    <a:pt x="2221165" y="1136700"/>
                  </a:lnTo>
                  <a:lnTo>
                    <a:pt x="2227775" y="1144525"/>
                  </a:lnTo>
                  <a:lnTo>
                    <a:pt x="2234386" y="1146035"/>
                  </a:lnTo>
                  <a:lnTo>
                    <a:pt x="2240996" y="1113005"/>
                  </a:lnTo>
                  <a:lnTo>
                    <a:pt x="2247607" y="1124228"/>
                  </a:lnTo>
                  <a:lnTo>
                    <a:pt x="2254218" y="1069585"/>
                  </a:lnTo>
                  <a:lnTo>
                    <a:pt x="2260828" y="1066420"/>
                  </a:lnTo>
                  <a:lnTo>
                    <a:pt x="2267439" y="1068133"/>
                  </a:lnTo>
                  <a:lnTo>
                    <a:pt x="2274050" y="1111846"/>
                  </a:lnTo>
                  <a:lnTo>
                    <a:pt x="2280660" y="1112886"/>
                  </a:lnTo>
                  <a:lnTo>
                    <a:pt x="2287271" y="1099254"/>
                  </a:lnTo>
                  <a:lnTo>
                    <a:pt x="2293881" y="1136224"/>
                  </a:lnTo>
                  <a:lnTo>
                    <a:pt x="2300492" y="1145870"/>
                  </a:lnTo>
                  <a:lnTo>
                    <a:pt x="2307103" y="1127365"/>
                  </a:lnTo>
                  <a:lnTo>
                    <a:pt x="2313713" y="1127365"/>
                  </a:lnTo>
                  <a:lnTo>
                    <a:pt x="2320324" y="1117326"/>
                  </a:lnTo>
                  <a:lnTo>
                    <a:pt x="2326934" y="1083770"/>
                  </a:lnTo>
                  <a:lnTo>
                    <a:pt x="2333545" y="1083770"/>
                  </a:lnTo>
                  <a:lnTo>
                    <a:pt x="2340156" y="1126226"/>
                  </a:lnTo>
                  <a:lnTo>
                    <a:pt x="2346766" y="1126226"/>
                  </a:lnTo>
                  <a:lnTo>
                    <a:pt x="2353377" y="1099686"/>
                  </a:lnTo>
                  <a:lnTo>
                    <a:pt x="2359987" y="1084148"/>
                  </a:lnTo>
                  <a:lnTo>
                    <a:pt x="2366598" y="1066091"/>
                  </a:lnTo>
                  <a:lnTo>
                    <a:pt x="2373209" y="1035256"/>
                  </a:lnTo>
                  <a:lnTo>
                    <a:pt x="2379819" y="1077536"/>
                  </a:lnTo>
                  <a:lnTo>
                    <a:pt x="2386430" y="1090628"/>
                  </a:lnTo>
                  <a:lnTo>
                    <a:pt x="2393041" y="1095620"/>
                  </a:lnTo>
                  <a:lnTo>
                    <a:pt x="2399651" y="1090628"/>
                  </a:lnTo>
                  <a:lnTo>
                    <a:pt x="2406262" y="1091066"/>
                  </a:lnTo>
                  <a:lnTo>
                    <a:pt x="2412872" y="1051775"/>
                  </a:lnTo>
                  <a:lnTo>
                    <a:pt x="2419483" y="1062367"/>
                  </a:lnTo>
                  <a:lnTo>
                    <a:pt x="2426094" y="1079097"/>
                  </a:lnTo>
                  <a:lnTo>
                    <a:pt x="2432704" y="1080666"/>
                  </a:lnTo>
                  <a:lnTo>
                    <a:pt x="2439315" y="1049593"/>
                  </a:lnTo>
                  <a:lnTo>
                    <a:pt x="2445925" y="1064737"/>
                  </a:lnTo>
                  <a:lnTo>
                    <a:pt x="2452536" y="1061709"/>
                  </a:lnTo>
                  <a:lnTo>
                    <a:pt x="2459147" y="1065564"/>
                  </a:lnTo>
                  <a:lnTo>
                    <a:pt x="2465757" y="998130"/>
                  </a:lnTo>
                  <a:lnTo>
                    <a:pt x="2472368" y="989270"/>
                  </a:lnTo>
                  <a:lnTo>
                    <a:pt x="2478978" y="964659"/>
                  </a:lnTo>
                  <a:lnTo>
                    <a:pt x="2485589" y="939587"/>
                  </a:lnTo>
                  <a:lnTo>
                    <a:pt x="2492200" y="946690"/>
                  </a:lnTo>
                  <a:lnTo>
                    <a:pt x="2498810" y="921913"/>
                  </a:lnTo>
                  <a:lnTo>
                    <a:pt x="2505421" y="900579"/>
                  </a:lnTo>
                  <a:lnTo>
                    <a:pt x="2512032" y="861614"/>
                  </a:lnTo>
                  <a:lnTo>
                    <a:pt x="2518642" y="883426"/>
                  </a:lnTo>
                  <a:lnTo>
                    <a:pt x="2525253" y="963618"/>
                  </a:lnTo>
                  <a:lnTo>
                    <a:pt x="2531863" y="957578"/>
                  </a:lnTo>
                  <a:lnTo>
                    <a:pt x="2538474" y="906765"/>
                  </a:lnTo>
                  <a:lnTo>
                    <a:pt x="2545085" y="910192"/>
                  </a:lnTo>
                  <a:lnTo>
                    <a:pt x="2551695" y="881004"/>
                  </a:lnTo>
                  <a:lnTo>
                    <a:pt x="2558306" y="884614"/>
                  </a:lnTo>
                  <a:lnTo>
                    <a:pt x="2564916" y="865064"/>
                  </a:lnTo>
                  <a:lnTo>
                    <a:pt x="2571527" y="798435"/>
                  </a:lnTo>
                  <a:lnTo>
                    <a:pt x="2578138" y="686134"/>
                  </a:lnTo>
                  <a:lnTo>
                    <a:pt x="2584748" y="662317"/>
                  </a:lnTo>
                  <a:lnTo>
                    <a:pt x="2591359" y="665341"/>
                  </a:lnTo>
                  <a:lnTo>
                    <a:pt x="2597969" y="658972"/>
                  </a:lnTo>
                  <a:lnTo>
                    <a:pt x="2604580" y="646087"/>
                  </a:lnTo>
                  <a:lnTo>
                    <a:pt x="2611191" y="629325"/>
                  </a:lnTo>
                  <a:lnTo>
                    <a:pt x="2617801" y="630541"/>
                  </a:lnTo>
                  <a:lnTo>
                    <a:pt x="2624412" y="554727"/>
                  </a:lnTo>
                  <a:lnTo>
                    <a:pt x="2631023" y="552687"/>
                  </a:lnTo>
                  <a:lnTo>
                    <a:pt x="2637633" y="513790"/>
                  </a:lnTo>
                  <a:lnTo>
                    <a:pt x="2644244" y="530228"/>
                  </a:lnTo>
                  <a:lnTo>
                    <a:pt x="2650854" y="545651"/>
                  </a:lnTo>
                  <a:lnTo>
                    <a:pt x="2657465" y="557477"/>
                  </a:lnTo>
                  <a:lnTo>
                    <a:pt x="2664076" y="461752"/>
                  </a:lnTo>
                  <a:lnTo>
                    <a:pt x="2670686" y="517586"/>
                  </a:lnTo>
                  <a:lnTo>
                    <a:pt x="2677297" y="452703"/>
                  </a:lnTo>
                  <a:lnTo>
                    <a:pt x="2683907" y="341033"/>
                  </a:lnTo>
                  <a:lnTo>
                    <a:pt x="2690518" y="259750"/>
                  </a:lnTo>
                  <a:lnTo>
                    <a:pt x="2697129" y="241282"/>
                  </a:lnTo>
                  <a:lnTo>
                    <a:pt x="2703739" y="178310"/>
                  </a:lnTo>
                  <a:lnTo>
                    <a:pt x="2710350" y="181650"/>
                  </a:lnTo>
                  <a:lnTo>
                    <a:pt x="2716960" y="115609"/>
                  </a:lnTo>
                  <a:lnTo>
                    <a:pt x="2723571" y="102165"/>
                  </a:lnTo>
                  <a:lnTo>
                    <a:pt x="2730182" y="65693"/>
                  </a:lnTo>
                  <a:lnTo>
                    <a:pt x="2736792" y="150308"/>
                  </a:lnTo>
                  <a:lnTo>
                    <a:pt x="2743403" y="46097"/>
                  </a:lnTo>
                  <a:lnTo>
                    <a:pt x="2750014" y="35467"/>
                  </a:lnTo>
                  <a:lnTo>
                    <a:pt x="2756624" y="26014"/>
                  </a:lnTo>
                  <a:lnTo>
                    <a:pt x="2763235" y="22850"/>
                  </a:lnTo>
                  <a:lnTo>
                    <a:pt x="2769845" y="25457"/>
                  </a:lnTo>
                  <a:lnTo>
                    <a:pt x="2776456" y="43216"/>
                  </a:lnTo>
                  <a:lnTo>
                    <a:pt x="2783067" y="44586"/>
                  </a:lnTo>
                  <a:lnTo>
                    <a:pt x="2789677" y="49188"/>
                  </a:lnTo>
                  <a:lnTo>
                    <a:pt x="2796288" y="48249"/>
                  </a:lnTo>
                  <a:lnTo>
                    <a:pt x="2802898" y="62482"/>
                  </a:lnTo>
                  <a:lnTo>
                    <a:pt x="2809509" y="90757"/>
                  </a:lnTo>
                  <a:lnTo>
                    <a:pt x="2816120" y="93946"/>
                  </a:lnTo>
                  <a:lnTo>
                    <a:pt x="2822730" y="59409"/>
                  </a:lnTo>
                  <a:lnTo>
                    <a:pt x="2829341" y="52528"/>
                  </a:lnTo>
                  <a:lnTo>
                    <a:pt x="2835951" y="35864"/>
                  </a:lnTo>
                  <a:lnTo>
                    <a:pt x="2842562" y="23207"/>
                  </a:lnTo>
                  <a:lnTo>
                    <a:pt x="2849173" y="34030"/>
                  </a:lnTo>
                  <a:lnTo>
                    <a:pt x="2855783" y="24212"/>
                  </a:lnTo>
                  <a:lnTo>
                    <a:pt x="2862394" y="18159"/>
                  </a:lnTo>
                  <a:lnTo>
                    <a:pt x="2869005" y="18159"/>
                  </a:lnTo>
                  <a:lnTo>
                    <a:pt x="2875615" y="24126"/>
                  </a:lnTo>
                  <a:lnTo>
                    <a:pt x="2882226" y="18398"/>
                  </a:lnTo>
                  <a:lnTo>
                    <a:pt x="2888836" y="17028"/>
                  </a:lnTo>
                  <a:lnTo>
                    <a:pt x="2895447" y="17028"/>
                  </a:lnTo>
                  <a:lnTo>
                    <a:pt x="2902058" y="20690"/>
                  </a:lnTo>
                  <a:lnTo>
                    <a:pt x="2908668" y="20690"/>
                  </a:lnTo>
                  <a:lnTo>
                    <a:pt x="2915279" y="20690"/>
                  </a:lnTo>
                  <a:lnTo>
                    <a:pt x="2921889" y="31320"/>
                  </a:lnTo>
                  <a:lnTo>
                    <a:pt x="2928500" y="136616"/>
                  </a:lnTo>
                  <a:lnTo>
                    <a:pt x="2935111" y="193060"/>
                  </a:lnTo>
                  <a:lnTo>
                    <a:pt x="2941721" y="199807"/>
                  </a:lnTo>
                  <a:lnTo>
                    <a:pt x="2948332" y="192085"/>
                  </a:lnTo>
                  <a:lnTo>
                    <a:pt x="2954942" y="229643"/>
                  </a:lnTo>
                  <a:lnTo>
                    <a:pt x="2961553" y="188978"/>
                  </a:lnTo>
                  <a:lnTo>
                    <a:pt x="2968164" y="185814"/>
                  </a:lnTo>
                  <a:lnTo>
                    <a:pt x="2974774" y="72222"/>
                  </a:lnTo>
                  <a:lnTo>
                    <a:pt x="2981385" y="29310"/>
                  </a:lnTo>
                  <a:lnTo>
                    <a:pt x="2987995" y="36328"/>
                  </a:lnTo>
                  <a:lnTo>
                    <a:pt x="2994606" y="36652"/>
                  </a:lnTo>
                  <a:lnTo>
                    <a:pt x="3001217" y="47808"/>
                  </a:lnTo>
                  <a:lnTo>
                    <a:pt x="3007827" y="63920"/>
                  </a:lnTo>
                  <a:lnTo>
                    <a:pt x="3014438" y="124114"/>
                  </a:lnTo>
                  <a:lnTo>
                    <a:pt x="3021049" y="57353"/>
                  </a:lnTo>
                  <a:lnTo>
                    <a:pt x="3027659" y="59005"/>
                  </a:lnTo>
                  <a:lnTo>
                    <a:pt x="3034270" y="37207"/>
                  </a:lnTo>
                  <a:lnTo>
                    <a:pt x="3040880" y="44929"/>
                  </a:lnTo>
                  <a:lnTo>
                    <a:pt x="3047491" y="38610"/>
                  </a:lnTo>
                  <a:lnTo>
                    <a:pt x="3054102" y="56080"/>
                  </a:lnTo>
                  <a:lnTo>
                    <a:pt x="3060712" y="19710"/>
                  </a:lnTo>
                  <a:lnTo>
                    <a:pt x="3067323" y="1471"/>
                  </a:lnTo>
                  <a:lnTo>
                    <a:pt x="3073933" y="0"/>
                  </a:lnTo>
                  <a:lnTo>
                    <a:pt x="3080544" y="1471"/>
                  </a:lnTo>
                  <a:lnTo>
                    <a:pt x="3087155" y="32951"/>
                  </a:lnTo>
                  <a:lnTo>
                    <a:pt x="3093765" y="150943"/>
                  </a:lnTo>
                  <a:lnTo>
                    <a:pt x="3100376" y="142254"/>
                  </a:lnTo>
                  <a:lnTo>
                    <a:pt x="3106986" y="87579"/>
                  </a:lnTo>
                  <a:lnTo>
                    <a:pt x="3113597" y="68640"/>
                  </a:lnTo>
                  <a:lnTo>
                    <a:pt x="3120208" y="42975"/>
                  </a:lnTo>
                  <a:lnTo>
                    <a:pt x="3126818" y="82896"/>
                  </a:lnTo>
                  <a:lnTo>
                    <a:pt x="3133429" y="109536"/>
                  </a:lnTo>
                  <a:lnTo>
                    <a:pt x="3140040" y="140856"/>
                  </a:lnTo>
                  <a:lnTo>
                    <a:pt x="3146650" y="145178"/>
                  </a:lnTo>
                  <a:lnTo>
                    <a:pt x="3153261" y="261722"/>
                  </a:lnTo>
                  <a:lnTo>
                    <a:pt x="3159871" y="343101"/>
                  </a:lnTo>
                  <a:lnTo>
                    <a:pt x="3166482" y="347127"/>
                  </a:lnTo>
                  <a:lnTo>
                    <a:pt x="3173093" y="393141"/>
                  </a:lnTo>
                  <a:lnTo>
                    <a:pt x="3179703" y="444657"/>
                  </a:lnTo>
                  <a:lnTo>
                    <a:pt x="3186314" y="460717"/>
                  </a:lnTo>
                  <a:lnTo>
                    <a:pt x="3192924" y="496914"/>
                  </a:lnTo>
                  <a:lnTo>
                    <a:pt x="3199535" y="487683"/>
                  </a:lnTo>
                  <a:lnTo>
                    <a:pt x="3206146" y="457947"/>
                  </a:lnTo>
                  <a:lnTo>
                    <a:pt x="3212756" y="361604"/>
                  </a:lnTo>
                  <a:lnTo>
                    <a:pt x="3219367" y="384991"/>
                  </a:lnTo>
                  <a:lnTo>
                    <a:pt x="3225977" y="398765"/>
                  </a:lnTo>
                  <a:lnTo>
                    <a:pt x="3232588" y="392229"/>
                  </a:lnTo>
                  <a:lnTo>
                    <a:pt x="3239199" y="421718"/>
                  </a:lnTo>
                  <a:lnTo>
                    <a:pt x="3245809" y="349950"/>
                  </a:lnTo>
                  <a:lnTo>
                    <a:pt x="3252420" y="322206"/>
                  </a:lnTo>
                  <a:lnTo>
                    <a:pt x="3259031" y="387883"/>
                  </a:lnTo>
                  <a:lnTo>
                    <a:pt x="3265641" y="394849"/>
                  </a:lnTo>
                  <a:lnTo>
                    <a:pt x="3272252" y="420396"/>
                  </a:lnTo>
                  <a:lnTo>
                    <a:pt x="3278862" y="353729"/>
                  </a:lnTo>
                  <a:lnTo>
                    <a:pt x="3285473" y="224697"/>
                  </a:lnTo>
                  <a:lnTo>
                    <a:pt x="3292084" y="260568"/>
                  </a:lnTo>
                  <a:lnTo>
                    <a:pt x="3298694" y="270029"/>
                  </a:lnTo>
                  <a:lnTo>
                    <a:pt x="3305305" y="202817"/>
                  </a:lnTo>
                  <a:lnTo>
                    <a:pt x="3311915" y="67465"/>
                  </a:lnTo>
                  <a:lnTo>
                    <a:pt x="3318526" y="149519"/>
                  </a:lnTo>
                  <a:lnTo>
                    <a:pt x="3325137" y="192596"/>
                  </a:lnTo>
                  <a:lnTo>
                    <a:pt x="3331747" y="41046"/>
                  </a:lnTo>
                  <a:lnTo>
                    <a:pt x="3338358" y="25445"/>
                  </a:lnTo>
                  <a:lnTo>
                    <a:pt x="3344968" y="22830"/>
                  </a:lnTo>
                  <a:lnTo>
                    <a:pt x="3351579" y="18564"/>
                  </a:lnTo>
                  <a:lnTo>
                    <a:pt x="3358190" y="9047"/>
                  </a:lnTo>
                  <a:lnTo>
                    <a:pt x="3364800" y="43058"/>
                  </a:lnTo>
                  <a:lnTo>
                    <a:pt x="3371411" y="24136"/>
                  </a:lnTo>
                  <a:lnTo>
                    <a:pt x="3378022" y="27933"/>
                  </a:lnTo>
                  <a:lnTo>
                    <a:pt x="3384632" y="27933"/>
                  </a:lnTo>
                  <a:lnTo>
                    <a:pt x="3391243" y="36020"/>
                  </a:lnTo>
                  <a:lnTo>
                    <a:pt x="3397853" y="14214"/>
                  </a:lnTo>
                  <a:lnTo>
                    <a:pt x="3404464" y="9680"/>
                  </a:lnTo>
                  <a:lnTo>
                    <a:pt x="3411075" y="2125"/>
                  </a:lnTo>
                  <a:lnTo>
                    <a:pt x="3417685" y="2792"/>
                  </a:lnTo>
                  <a:lnTo>
                    <a:pt x="3424296" y="23667"/>
                  </a:lnTo>
                  <a:lnTo>
                    <a:pt x="3430906" y="23667"/>
                  </a:lnTo>
                  <a:lnTo>
                    <a:pt x="3437517" y="19871"/>
                  </a:lnTo>
                  <a:lnTo>
                    <a:pt x="3444128" y="19871"/>
                  </a:lnTo>
                  <a:lnTo>
                    <a:pt x="3450738" y="19871"/>
                  </a:lnTo>
                  <a:lnTo>
                    <a:pt x="3457349" y="17885"/>
                  </a:lnTo>
                  <a:lnTo>
                    <a:pt x="3463959" y="28047"/>
                  </a:lnTo>
                  <a:lnTo>
                    <a:pt x="3470570" y="29615"/>
                  </a:lnTo>
                  <a:lnTo>
                    <a:pt x="3477181" y="11095"/>
                  </a:lnTo>
                  <a:lnTo>
                    <a:pt x="3483791" y="11095"/>
                  </a:lnTo>
                  <a:lnTo>
                    <a:pt x="3490402" y="1642"/>
                  </a:lnTo>
                  <a:lnTo>
                    <a:pt x="3497013" y="7727"/>
                  </a:lnTo>
                  <a:lnTo>
                    <a:pt x="3503623" y="14608"/>
                  </a:lnTo>
                  <a:lnTo>
                    <a:pt x="3510234" y="11992"/>
                  </a:lnTo>
                  <a:lnTo>
                    <a:pt x="3516844" y="20097"/>
                  </a:lnTo>
                  <a:lnTo>
                    <a:pt x="3523455" y="28386"/>
                  </a:lnTo>
                  <a:lnTo>
                    <a:pt x="3530066" y="24475"/>
                  </a:lnTo>
                  <a:lnTo>
                    <a:pt x="3536676" y="35453"/>
                  </a:lnTo>
                  <a:lnTo>
                    <a:pt x="3543287" y="35453"/>
                  </a:lnTo>
                  <a:lnTo>
                    <a:pt x="3549897" y="150347"/>
                  </a:lnTo>
                  <a:lnTo>
                    <a:pt x="3556508" y="158683"/>
                  </a:lnTo>
                  <a:lnTo>
                    <a:pt x="3563119" y="158426"/>
                  </a:lnTo>
                  <a:lnTo>
                    <a:pt x="3569729" y="186290"/>
                  </a:lnTo>
                  <a:lnTo>
                    <a:pt x="3576340" y="345952"/>
                  </a:lnTo>
                  <a:lnTo>
                    <a:pt x="3582950" y="316717"/>
                  </a:lnTo>
                  <a:lnTo>
                    <a:pt x="3589561" y="275223"/>
                  </a:lnTo>
                  <a:lnTo>
                    <a:pt x="3596172" y="164313"/>
                  </a:lnTo>
                  <a:lnTo>
                    <a:pt x="3602782" y="89968"/>
                  </a:lnTo>
                  <a:lnTo>
                    <a:pt x="3609393" y="65064"/>
                  </a:lnTo>
                  <a:lnTo>
                    <a:pt x="3616004" y="61314"/>
                  </a:lnTo>
                  <a:lnTo>
                    <a:pt x="3622614" y="43456"/>
                  </a:lnTo>
                  <a:lnTo>
                    <a:pt x="3629225" y="43535"/>
                  </a:lnTo>
                  <a:lnTo>
                    <a:pt x="3635835" y="41693"/>
                  </a:lnTo>
                  <a:lnTo>
                    <a:pt x="3642446" y="52260"/>
                  </a:lnTo>
                  <a:lnTo>
                    <a:pt x="3649057" y="32455"/>
                  </a:lnTo>
                  <a:lnTo>
                    <a:pt x="3655667" y="10925"/>
                  </a:lnTo>
                  <a:lnTo>
                    <a:pt x="3662278" y="102"/>
                  </a:lnTo>
                  <a:lnTo>
                    <a:pt x="3668888" y="102"/>
                  </a:lnTo>
                  <a:lnTo>
                    <a:pt x="3675499" y="1472"/>
                  </a:lnTo>
                  <a:lnTo>
                    <a:pt x="3682110" y="10925"/>
                  </a:lnTo>
                  <a:lnTo>
                    <a:pt x="3688720" y="10925"/>
                  </a:lnTo>
                  <a:lnTo>
                    <a:pt x="3695331" y="10925"/>
                  </a:lnTo>
                  <a:lnTo>
                    <a:pt x="3701941" y="40718"/>
                  </a:lnTo>
                  <a:lnTo>
                    <a:pt x="3708552" y="111384"/>
                  </a:lnTo>
                  <a:lnTo>
                    <a:pt x="3715163" y="96620"/>
                  </a:lnTo>
                  <a:lnTo>
                    <a:pt x="3721773" y="201129"/>
                  </a:lnTo>
                  <a:lnTo>
                    <a:pt x="3728384" y="225401"/>
                  </a:lnTo>
                  <a:lnTo>
                    <a:pt x="3734994" y="120154"/>
                  </a:lnTo>
                  <a:lnTo>
                    <a:pt x="3741605" y="159017"/>
                  </a:lnTo>
                  <a:lnTo>
                    <a:pt x="3748216" y="204617"/>
                  </a:lnTo>
                  <a:lnTo>
                    <a:pt x="3754826" y="201165"/>
                  </a:lnTo>
                  <a:lnTo>
                    <a:pt x="3761437" y="167112"/>
                  </a:lnTo>
                  <a:lnTo>
                    <a:pt x="3768048" y="123699"/>
                  </a:lnTo>
                  <a:lnTo>
                    <a:pt x="3774658" y="214194"/>
                  </a:lnTo>
                  <a:lnTo>
                    <a:pt x="3781269" y="238200"/>
                  </a:lnTo>
                  <a:lnTo>
                    <a:pt x="3787879" y="206509"/>
                  </a:lnTo>
                  <a:lnTo>
                    <a:pt x="3794490" y="167508"/>
                  </a:lnTo>
                  <a:lnTo>
                    <a:pt x="3801101" y="51940"/>
                  </a:lnTo>
                  <a:lnTo>
                    <a:pt x="3807711" y="42792"/>
                  </a:lnTo>
                  <a:lnTo>
                    <a:pt x="3814322" y="49673"/>
                  </a:lnTo>
                  <a:lnTo>
                    <a:pt x="3820932" y="44835"/>
                  </a:lnTo>
                  <a:lnTo>
                    <a:pt x="3827543" y="66385"/>
                  </a:lnTo>
                  <a:lnTo>
                    <a:pt x="3834154" y="57448"/>
                  </a:lnTo>
                  <a:lnTo>
                    <a:pt x="3840764" y="64329"/>
                  </a:lnTo>
                  <a:lnTo>
                    <a:pt x="3847375" y="50807"/>
                  </a:lnTo>
                  <a:lnTo>
                    <a:pt x="3853985" y="61414"/>
                  </a:lnTo>
                  <a:lnTo>
                    <a:pt x="3860596" y="34473"/>
                  </a:lnTo>
                  <a:lnTo>
                    <a:pt x="3867207" y="50317"/>
                  </a:lnTo>
                  <a:lnTo>
                    <a:pt x="3873817" y="56634"/>
                  </a:lnTo>
                  <a:lnTo>
                    <a:pt x="3880428" y="51722"/>
                  </a:lnTo>
                  <a:lnTo>
                    <a:pt x="3887039" y="70859"/>
                  </a:lnTo>
                  <a:lnTo>
                    <a:pt x="3893649" y="80641"/>
                  </a:lnTo>
                  <a:lnTo>
                    <a:pt x="3900260" y="98785"/>
                  </a:lnTo>
                  <a:lnTo>
                    <a:pt x="3906870" y="94520"/>
                  </a:lnTo>
                  <a:lnTo>
                    <a:pt x="3913481" y="181770"/>
                  </a:lnTo>
                  <a:lnTo>
                    <a:pt x="3920092" y="181770"/>
                  </a:lnTo>
                  <a:lnTo>
                    <a:pt x="3926702" y="181770"/>
                  </a:lnTo>
                  <a:lnTo>
                    <a:pt x="3933313" y="175795"/>
                  </a:lnTo>
                  <a:lnTo>
                    <a:pt x="3939923" y="186894"/>
                  </a:lnTo>
                  <a:lnTo>
                    <a:pt x="3946534" y="184690"/>
                  </a:lnTo>
                  <a:lnTo>
                    <a:pt x="3953145" y="188955"/>
                  </a:lnTo>
                  <a:lnTo>
                    <a:pt x="3959755" y="281951"/>
                  </a:lnTo>
                  <a:lnTo>
                    <a:pt x="3966366" y="359008"/>
                  </a:lnTo>
                  <a:lnTo>
                    <a:pt x="3972976" y="250611"/>
                  </a:lnTo>
                  <a:lnTo>
                    <a:pt x="3979587" y="306063"/>
                  </a:lnTo>
                  <a:lnTo>
                    <a:pt x="3986198" y="336496"/>
                  </a:lnTo>
                  <a:lnTo>
                    <a:pt x="3992808" y="330089"/>
                  </a:lnTo>
                  <a:lnTo>
                    <a:pt x="3999419" y="331884"/>
                  </a:lnTo>
                  <a:lnTo>
                    <a:pt x="4006030" y="364884"/>
                  </a:lnTo>
                  <a:lnTo>
                    <a:pt x="4012640" y="455341"/>
                  </a:lnTo>
                  <a:lnTo>
                    <a:pt x="4019251" y="435613"/>
                  </a:lnTo>
                  <a:lnTo>
                    <a:pt x="4025861" y="453429"/>
                  </a:lnTo>
                  <a:lnTo>
                    <a:pt x="4032472" y="576615"/>
                  </a:lnTo>
                  <a:lnTo>
                    <a:pt x="4039083" y="655672"/>
                  </a:lnTo>
                  <a:lnTo>
                    <a:pt x="4045693" y="653887"/>
                  </a:lnTo>
                  <a:lnTo>
                    <a:pt x="4052304" y="660180"/>
                  </a:lnTo>
                  <a:lnTo>
                    <a:pt x="4058914" y="673492"/>
                  </a:lnTo>
                  <a:lnTo>
                    <a:pt x="4065525" y="700791"/>
                  </a:lnTo>
                  <a:lnTo>
                    <a:pt x="4072136" y="779361"/>
                  </a:lnTo>
                  <a:lnTo>
                    <a:pt x="4078746" y="781034"/>
                  </a:lnTo>
                  <a:lnTo>
                    <a:pt x="4085357" y="816899"/>
                  </a:lnTo>
                  <a:lnTo>
                    <a:pt x="4091967" y="824472"/>
                  </a:lnTo>
                  <a:lnTo>
                    <a:pt x="4098578" y="876626"/>
                  </a:lnTo>
                  <a:lnTo>
                    <a:pt x="4105189" y="871479"/>
                  </a:lnTo>
                  <a:lnTo>
                    <a:pt x="4111799" y="860192"/>
                  </a:lnTo>
                  <a:lnTo>
                    <a:pt x="4118410" y="856615"/>
                  </a:lnTo>
                  <a:lnTo>
                    <a:pt x="4125021" y="839956"/>
                  </a:lnTo>
                  <a:lnTo>
                    <a:pt x="4131631" y="858800"/>
                  </a:lnTo>
                  <a:lnTo>
                    <a:pt x="4138242" y="872119"/>
                  </a:lnTo>
                  <a:lnTo>
                    <a:pt x="4144852" y="886825"/>
                  </a:lnTo>
                  <a:lnTo>
                    <a:pt x="4151463" y="886643"/>
                  </a:lnTo>
                  <a:lnTo>
                    <a:pt x="4158074" y="937960"/>
                  </a:lnTo>
                  <a:lnTo>
                    <a:pt x="4164684" y="934347"/>
                  </a:lnTo>
                  <a:lnTo>
                    <a:pt x="4171295" y="925247"/>
                  </a:lnTo>
                  <a:lnTo>
                    <a:pt x="4177905" y="925247"/>
                  </a:lnTo>
                  <a:lnTo>
                    <a:pt x="4184516" y="958964"/>
                  </a:lnTo>
                  <a:lnTo>
                    <a:pt x="4191127" y="943197"/>
                  </a:lnTo>
                  <a:lnTo>
                    <a:pt x="4197737" y="937011"/>
                  </a:lnTo>
                  <a:lnTo>
                    <a:pt x="4204348" y="949421"/>
                  </a:lnTo>
                  <a:lnTo>
                    <a:pt x="4210958" y="957113"/>
                  </a:lnTo>
                  <a:lnTo>
                    <a:pt x="4217569" y="958226"/>
                  </a:lnTo>
                  <a:lnTo>
                    <a:pt x="4224180" y="956851"/>
                  </a:lnTo>
                  <a:lnTo>
                    <a:pt x="4230790" y="970428"/>
                  </a:lnTo>
                  <a:lnTo>
                    <a:pt x="4237401" y="1032086"/>
                  </a:lnTo>
                  <a:lnTo>
                    <a:pt x="4244012" y="1036051"/>
                  </a:lnTo>
                  <a:lnTo>
                    <a:pt x="4250622" y="997918"/>
                  </a:lnTo>
                  <a:lnTo>
                    <a:pt x="4257233" y="995313"/>
                  </a:lnTo>
                  <a:lnTo>
                    <a:pt x="4263843" y="1034925"/>
                  </a:lnTo>
                  <a:lnTo>
                    <a:pt x="4270454" y="1091287"/>
                  </a:lnTo>
                  <a:lnTo>
                    <a:pt x="4277065" y="1107954"/>
                  </a:lnTo>
                  <a:lnTo>
                    <a:pt x="4283675" y="1132217"/>
                  </a:lnTo>
                  <a:lnTo>
                    <a:pt x="4290286" y="1115810"/>
                  </a:lnTo>
                  <a:lnTo>
                    <a:pt x="4296896" y="1117392"/>
                  </a:lnTo>
                  <a:lnTo>
                    <a:pt x="4303507" y="1111936"/>
                  </a:lnTo>
                  <a:lnTo>
                    <a:pt x="4310118" y="1097931"/>
                  </a:lnTo>
                  <a:lnTo>
                    <a:pt x="4316728" y="1091638"/>
                  </a:lnTo>
                  <a:lnTo>
                    <a:pt x="4323339" y="1111832"/>
                  </a:lnTo>
                  <a:lnTo>
                    <a:pt x="4329949" y="1148889"/>
                  </a:lnTo>
                  <a:lnTo>
                    <a:pt x="4336560" y="1154441"/>
                  </a:lnTo>
                  <a:lnTo>
                    <a:pt x="4343171" y="1155765"/>
                  </a:lnTo>
                  <a:lnTo>
                    <a:pt x="4349781" y="1139678"/>
                  </a:lnTo>
                  <a:lnTo>
                    <a:pt x="4356392" y="1133122"/>
                  </a:lnTo>
                  <a:lnTo>
                    <a:pt x="4363003" y="1157759"/>
                  </a:lnTo>
                  <a:lnTo>
                    <a:pt x="4369613" y="1137645"/>
                  </a:lnTo>
                  <a:lnTo>
                    <a:pt x="4376224" y="1096978"/>
                  </a:lnTo>
                  <a:lnTo>
                    <a:pt x="4382834" y="1128701"/>
                  </a:lnTo>
                  <a:lnTo>
                    <a:pt x="4389445" y="1148593"/>
                  </a:lnTo>
                  <a:lnTo>
                    <a:pt x="4396056" y="1119882"/>
                  </a:lnTo>
                  <a:lnTo>
                    <a:pt x="4402666" y="1119882"/>
                  </a:lnTo>
                  <a:lnTo>
                    <a:pt x="4409277" y="1137131"/>
                  </a:lnTo>
                  <a:lnTo>
                    <a:pt x="4415887" y="1149621"/>
                  </a:lnTo>
                  <a:lnTo>
                    <a:pt x="4422498" y="1158127"/>
                  </a:lnTo>
                  <a:lnTo>
                    <a:pt x="4429109" y="1157354"/>
                  </a:lnTo>
                  <a:lnTo>
                    <a:pt x="4435719" y="1159154"/>
                  </a:lnTo>
                  <a:lnTo>
                    <a:pt x="4442330" y="1171524"/>
                  </a:lnTo>
                  <a:lnTo>
                    <a:pt x="4448940" y="1183069"/>
                  </a:lnTo>
                  <a:lnTo>
                    <a:pt x="4455551" y="1177399"/>
                  </a:lnTo>
                  <a:lnTo>
                    <a:pt x="4462162" y="1163307"/>
                  </a:lnTo>
                  <a:lnTo>
                    <a:pt x="4468772" y="1144823"/>
                  </a:lnTo>
                  <a:lnTo>
                    <a:pt x="4475383" y="1133696"/>
                  </a:lnTo>
                  <a:lnTo>
                    <a:pt x="4481993" y="1163048"/>
                  </a:lnTo>
                  <a:lnTo>
                    <a:pt x="4488604" y="1173959"/>
                  </a:lnTo>
                  <a:lnTo>
                    <a:pt x="4495215" y="1133255"/>
                  </a:lnTo>
                  <a:lnTo>
                    <a:pt x="4501825" y="1131994"/>
                  </a:lnTo>
                  <a:lnTo>
                    <a:pt x="4508436" y="1166705"/>
                  </a:lnTo>
                  <a:lnTo>
                    <a:pt x="4515047" y="1162727"/>
                  </a:lnTo>
                  <a:lnTo>
                    <a:pt x="4521657" y="1130900"/>
                  </a:lnTo>
                  <a:lnTo>
                    <a:pt x="4528268" y="1170942"/>
                  </a:lnTo>
                  <a:lnTo>
                    <a:pt x="4534878" y="1174199"/>
                  </a:lnTo>
                  <a:lnTo>
                    <a:pt x="4541489" y="1182653"/>
                  </a:lnTo>
                  <a:lnTo>
                    <a:pt x="4548100" y="1170942"/>
                  </a:lnTo>
                  <a:lnTo>
                    <a:pt x="4554710" y="1141218"/>
                  </a:lnTo>
                  <a:lnTo>
                    <a:pt x="4561321" y="1180448"/>
                  </a:lnTo>
                  <a:lnTo>
                    <a:pt x="4567931" y="1182653"/>
                  </a:lnTo>
                  <a:lnTo>
                    <a:pt x="4574542" y="1192556"/>
                  </a:lnTo>
                  <a:lnTo>
                    <a:pt x="4581153" y="1196393"/>
                  </a:lnTo>
                  <a:lnTo>
                    <a:pt x="4587763" y="1178398"/>
                  </a:lnTo>
                  <a:lnTo>
                    <a:pt x="4594374" y="1176143"/>
                  </a:lnTo>
                  <a:lnTo>
                    <a:pt x="4600984" y="1196291"/>
                  </a:lnTo>
                  <a:lnTo>
                    <a:pt x="4607595" y="1172347"/>
                  </a:lnTo>
                  <a:lnTo>
                    <a:pt x="4614206" y="1086617"/>
                  </a:lnTo>
                  <a:lnTo>
                    <a:pt x="4620816" y="1086091"/>
                  </a:lnTo>
                  <a:lnTo>
                    <a:pt x="4627427" y="1141713"/>
                  </a:lnTo>
                  <a:lnTo>
                    <a:pt x="4634038" y="1178565"/>
                  </a:lnTo>
                  <a:lnTo>
                    <a:pt x="4640648" y="1172440"/>
                  </a:lnTo>
                  <a:lnTo>
                    <a:pt x="4647259" y="1119989"/>
                  </a:lnTo>
                  <a:lnTo>
                    <a:pt x="4653869" y="1121537"/>
                  </a:lnTo>
                  <a:lnTo>
                    <a:pt x="4660480" y="1121097"/>
                  </a:lnTo>
                  <a:lnTo>
                    <a:pt x="4667091" y="1151220"/>
                  </a:lnTo>
                  <a:lnTo>
                    <a:pt x="4673701" y="1143736"/>
                  </a:lnTo>
                  <a:lnTo>
                    <a:pt x="4680312" y="1143736"/>
                  </a:lnTo>
                  <a:lnTo>
                    <a:pt x="4686922" y="1139730"/>
                  </a:lnTo>
                  <a:lnTo>
                    <a:pt x="4693533" y="1100414"/>
                  </a:lnTo>
                  <a:lnTo>
                    <a:pt x="4700144" y="1117075"/>
                  </a:lnTo>
                  <a:lnTo>
                    <a:pt x="4706754" y="1134924"/>
                  </a:lnTo>
                  <a:lnTo>
                    <a:pt x="4713365" y="1152065"/>
                  </a:lnTo>
                  <a:lnTo>
                    <a:pt x="4719975" y="1141121"/>
                  </a:lnTo>
                  <a:lnTo>
                    <a:pt x="4726586" y="1141121"/>
                  </a:lnTo>
                  <a:lnTo>
                    <a:pt x="4733197" y="1151813"/>
                  </a:lnTo>
                  <a:lnTo>
                    <a:pt x="4739807" y="1149255"/>
                  </a:lnTo>
                  <a:lnTo>
                    <a:pt x="4746418" y="1149320"/>
                  </a:lnTo>
                  <a:lnTo>
                    <a:pt x="4753029" y="1161300"/>
                  </a:lnTo>
                  <a:lnTo>
                    <a:pt x="4759639" y="1149320"/>
                  </a:lnTo>
                  <a:lnTo>
                    <a:pt x="4766250" y="1160176"/>
                  </a:lnTo>
                  <a:lnTo>
                    <a:pt x="4772860" y="1148306"/>
                  </a:lnTo>
                  <a:lnTo>
                    <a:pt x="4779471" y="1130405"/>
                  </a:lnTo>
                  <a:lnTo>
                    <a:pt x="4786082" y="1101000"/>
                  </a:lnTo>
                  <a:lnTo>
                    <a:pt x="4792692" y="1138603"/>
                  </a:lnTo>
                  <a:lnTo>
                    <a:pt x="4799303" y="1155231"/>
                  </a:lnTo>
                  <a:lnTo>
                    <a:pt x="4805913" y="1143200"/>
                  </a:lnTo>
                  <a:lnTo>
                    <a:pt x="4812524" y="1139794"/>
                  </a:lnTo>
                  <a:lnTo>
                    <a:pt x="4819135" y="1108113"/>
                  </a:lnTo>
                  <a:lnTo>
                    <a:pt x="4825745" y="1103357"/>
                  </a:lnTo>
                  <a:lnTo>
                    <a:pt x="4832356" y="1088518"/>
                  </a:lnTo>
                  <a:lnTo>
                    <a:pt x="4838966" y="1133232"/>
                  </a:lnTo>
                  <a:lnTo>
                    <a:pt x="4845577" y="1143623"/>
                  </a:lnTo>
                  <a:lnTo>
                    <a:pt x="4852188" y="1113052"/>
                  </a:lnTo>
                  <a:lnTo>
                    <a:pt x="4858798" y="1118881"/>
                  </a:lnTo>
                  <a:lnTo>
                    <a:pt x="4865409" y="1113052"/>
                  </a:lnTo>
                  <a:lnTo>
                    <a:pt x="4872020" y="1118881"/>
                  </a:lnTo>
                  <a:lnTo>
                    <a:pt x="4878630" y="1101752"/>
                  </a:lnTo>
                  <a:lnTo>
                    <a:pt x="4885241" y="1097347"/>
                  </a:lnTo>
                  <a:lnTo>
                    <a:pt x="4891851" y="1087763"/>
                  </a:lnTo>
                  <a:lnTo>
                    <a:pt x="4898462" y="1095238"/>
                  </a:lnTo>
                  <a:lnTo>
                    <a:pt x="4905073" y="1053159"/>
                  </a:lnTo>
                  <a:lnTo>
                    <a:pt x="4911683" y="1016454"/>
                  </a:lnTo>
                  <a:lnTo>
                    <a:pt x="4918294" y="1038694"/>
                  </a:lnTo>
                  <a:lnTo>
                    <a:pt x="4924904" y="1019375"/>
                  </a:lnTo>
                  <a:lnTo>
                    <a:pt x="4931515" y="971784"/>
                  </a:lnTo>
                  <a:lnTo>
                    <a:pt x="4938126" y="1006489"/>
                  </a:lnTo>
                  <a:lnTo>
                    <a:pt x="4944736" y="1003900"/>
                  </a:lnTo>
                  <a:lnTo>
                    <a:pt x="4951347" y="1002129"/>
                  </a:lnTo>
                  <a:lnTo>
                    <a:pt x="4957957" y="988065"/>
                  </a:lnTo>
                  <a:lnTo>
                    <a:pt x="4964568" y="976149"/>
                  </a:lnTo>
                  <a:lnTo>
                    <a:pt x="4971179" y="960068"/>
                  </a:lnTo>
                  <a:lnTo>
                    <a:pt x="4977789" y="980283"/>
                  </a:lnTo>
                  <a:lnTo>
                    <a:pt x="4984400" y="922074"/>
                  </a:lnTo>
                  <a:lnTo>
                    <a:pt x="4991011" y="888739"/>
                  </a:lnTo>
                  <a:lnTo>
                    <a:pt x="4997621" y="885042"/>
                  </a:lnTo>
                  <a:lnTo>
                    <a:pt x="5004232" y="890053"/>
                  </a:lnTo>
                  <a:lnTo>
                    <a:pt x="5010842" y="949124"/>
                  </a:lnTo>
                  <a:lnTo>
                    <a:pt x="5017453" y="931321"/>
                  </a:lnTo>
                  <a:lnTo>
                    <a:pt x="5024064" y="931321"/>
                  </a:lnTo>
                  <a:lnTo>
                    <a:pt x="5030674" y="902506"/>
                  </a:lnTo>
                  <a:lnTo>
                    <a:pt x="5037285" y="812405"/>
                  </a:lnTo>
                  <a:lnTo>
                    <a:pt x="5043895" y="795725"/>
                  </a:lnTo>
                  <a:lnTo>
                    <a:pt x="5050506" y="758819"/>
                  </a:lnTo>
                  <a:lnTo>
                    <a:pt x="5057117" y="756446"/>
                  </a:lnTo>
                  <a:lnTo>
                    <a:pt x="5063727" y="756740"/>
                  </a:lnTo>
                  <a:lnTo>
                    <a:pt x="5070338" y="778431"/>
                  </a:lnTo>
                  <a:lnTo>
                    <a:pt x="5076948" y="752348"/>
                  </a:lnTo>
                  <a:lnTo>
                    <a:pt x="5083559" y="719038"/>
                  </a:lnTo>
                  <a:lnTo>
                    <a:pt x="5090170" y="689791"/>
                  </a:lnTo>
                  <a:lnTo>
                    <a:pt x="5096780" y="674621"/>
                  </a:lnTo>
                  <a:lnTo>
                    <a:pt x="5103391" y="657405"/>
                  </a:lnTo>
                  <a:lnTo>
                    <a:pt x="5110002" y="657405"/>
                  </a:lnTo>
                  <a:lnTo>
                    <a:pt x="5116612" y="665250"/>
                  </a:lnTo>
                  <a:lnTo>
                    <a:pt x="5123223" y="665250"/>
                  </a:lnTo>
                  <a:lnTo>
                    <a:pt x="5129833" y="668688"/>
                  </a:lnTo>
                  <a:lnTo>
                    <a:pt x="5136444" y="698525"/>
                  </a:lnTo>
                  <a:lnTo>
                    <a:pt x="5143055" y="716008"/>
                  </a:lnTo>
                  <a:lnTo>
                    <a:pt x="5149665" y="746573"/>
                  </a:lnTo>
                  <a:lnTo>
                    <a:pt x="5156276" y="757334"/>
                  </a:lnTo>
                  <a:lnTo>
                    <a:pt x="5162886" y="802866"/>
                  </a:lnTo>
                  <a:lnTo>
                    <a:pt x="5169497" y="828243"/>
                  </a:lnTo>
                  <a:lnTo>
                    <a:pt x="5176108" y="836446"/>
                  </a:lnTo>
                  <a:lnTo>
                    <a:pt x="5182718" y="868757"/>
                  </a:lnTo>
                  <a:lnTo>
                    <a:pt x="5189329" y="910931"/>
                  </a:lnTo>
                  <a:lnTo>
                    <a:pt x="5195939" y="889648"/>
                  </a:lnTo>
                  <a:lnTo>
                    <a:pt x="5202550" y="852705"/>
                  </a:lnTo>
                  <a:lnTo>
                    <a:pt x="5209161" y="862600"/>
                  </a:lnTo>
                  <a:lnTo>
                    <a:pt x="5215771" y="905282"/>
                  </a:lnTo>
                  <a:lnTo>
                    <a:pt x="5222382" y="944098"/>
                  </a:lnTo>
                  <a:lnTo>
                    <a:pt x="5228992" y="927487"/>
                  </a:lnTo>
                  <a:lnTo>
                    <a:pt x="5235603" y="966080"/>
                  </a:lnTo>
                  <a:lnTo>
                    <a:pt x="5242214" y="955605"/>
                  </a:lnTo>
                  <a:lnTo>
                    <a:pt x="5248824" y="983929"/>
                  </a:lnTo>
                  <a:lnTo>
                    <a:pt x="5255435" y="1005352"/>
                  </a:lnTo>
                  <a:lnTo>
                    <a:pt x="5262046" y="981828"/>
                  </a:lnTo>
                  <a:lnTo>
                    <a:pt x="5268656" y="948943"/>
                  </a:lnTo>
                  <a:lnTo>
                    <a:pt x="5275267" y="1007369"/>
                  </a:lnTo>
                  <a:lnTo>
                    <a:pt x="5281877" y="1020330"/>
                  </a:lnTo>
                  <a:lnTo>
                    <a:pt x="5288488" y="1003727"/>
                  </a:lnTo>
                  <a:lnTo>
                    <a:pt x="5295099" y="1014922"/>
                  </a:lnTo>
                  <a:lnTo>
                    <a:pt x="5301709" y="1028726"/>
                  </a:lnTo>
                  <a:lnTo>
                    <a:pt x="5308320" y="987168"/>
                  </a:lnTo>
                  <a:lnTo>
                    <a:pt x="5314930" y="979821"/>
                  </a:lnTo>
                  <a:lnTo>
                    <a:pt x="5321541" y="979821"/>
                  </a:lnTo>
                  <a:lnTo>
                    <a:pt x="5328152" y="1032308"/>
                  </a:lnTo>
                  <a:lnTo>
                    <a:pt x="5334762" y="1134600"/>
                  </a:lnTo>
                  <a:lnTo>
                    <a:pt x="5341373" y="1149794"/>
                  </a:lnTo>
                  <a:lnTo>
                    <a:pt x="5347983" y="1104353"/>
                  </a:lnTo>
                  <a:lnTo>
                    <a:pt x="5354594" y="1104866"/>
                  </a:lnTo>
                  <a:lnTo>
                    <a:pt x="5361205" y="1083895"/>
                  </a:lnTo>
                  <a:lnTo>
                    <a:pt x="5367815" y="1091966"/>
                  </a:lnTo>
                  <a:lnTo>
                    <a:pt x="5374426" y="1112309"/>
                  </a:lnTo>
                  <a:lnTo>
                    <a:pt x="5381037" y="1140645"/>
                  </a:lnTo>
                  <a:lnTo>
                    <a:pt x="5387647" y="1147711"/>
                  </a:lnTo>
                  <a:lnTo>
                    <a:pt x="5394258" y="1101941"/>
                  </a:lnTo>
                  <a:lnTo>
                    <a:pt x="5400868" y="1087919"/>
                  </a:lnTo>
                  <a:lnTo>
                    <a:pt x="5407479" y="1101427"/>
                  </a:lnTo>
                  <a:lnTo>
                    <a:pt x="5414090" y="1171296"/>
                  </a:lnTo>
                  <a:lnTo>
                    <a:pt x="5420700" y="1156773"/>
                  </a:lnTo>
                  <a:lnTo>
                    <a:pt x="5427311" y="1180772"/>
                  </a:lnTo>
                  <a:lnTo>
                    <a:pt x="5433921" y="1180872"/>
                  </a:lnTo>
                  <a:lnTo>
                    <a:pt x="5440532" y="1197003"/>
                  </a:lnTo>
                  <a:lnTo>
                    <a:pt x="5447143" y="1171459"/>
                  </a:lnTo>
                  <a:lnTo>
                    <a:pt x="5453753" y="1171459"/>
                  </a:lnTo>
                  <a:lnTo>
                    <a:pt x="5460364" y="1197749"/>
                  </a:lnTo>
                  <a:lnTo>
                    <a:pt x="5466974" y="1170300"/>
                  </a:lnTo>
                  <a:lnTo>
                    <a:pt x="5473585" y="1103168"/>
                  </a:lnTo>
                  <a:lnTo>
                    <a:pt x="5480196" y="1119132"/>
                  </a:lnTo>
                  <a:lnTo>
                    <a:pt x="5486806" y="1170355"/>
                  </a:lnTo>
                  <a:lnTo>
                    <a:pt x="5493417" y="1154961"/>
                  </a:lnTo>
                  <a:lnTo>
                    <a:pt x="5500028" y="1177445"/>
                  </a:lnTo>
                  <a:lnTo>
                    <a:pt x="5506638" y="1181494"/>
                  </a:lnTo>
                  <a:lnTo>
                    <a:pt x="5513249" y="1164814"/>
                  </a:lnTo>
                  <a:lnTo>
                    <a:pt x="5519859" y="1147903"/>
                  </a:lnTo>
                  <a:lnTo>
                    <a:pt x="5526470" y="1165680"/>
                  </a:lnTo>
                  <a:lnTo>
                    <a:pt x="5533081" y="1187768"/>
                  </a:lnTo>
                  <a:lnTo>
                    <a:pt x="5539691" y="1165417"/>
                  </a:lnTo>
                  <a:lnTo>
                    <a:pt x="5546302" y="1163254"/>
                  </a:lnTo>
                  <a:lnTo>
                    <a:pt x="5552912" y="1145172"/>
                  </a:lnTo>
                  <a:lnTo>
                    <a:pt x="5559523" y="1183380"/>
                  </a:lnTo>
                  <a:lnTo>
                    <a:pt x="5566134" y="1191776"/>
                  </a:lnTo>
                  <a:lnTo>
                    <a:pt x="5572744" y="1166608"/>
                  </a:lnTo>
                  <a:lnTo>
                    <a:pt x="5579355" y="1153771"/>
                  </a:lnTo>
                  <a:lnTo>
                    <a:pt x="5585965" y="1144606"/>
                  </a:lnTo>
                  <a:lnTo>
                    <a:pt x="5592576" y="1164305"/>
                  </a:lnTo>
                  <a:lnTo>
                    <a:pt x="5599187" y="1165841"/>
                  </a:lnTo>
                  <a:lnTo>
                    <a:pt x="5605797" y="1185017"/>
                  </a:lnTo>
                  <a:lnTo>
                    <a:pt x="5612408" y="1211300"/>
                  </a:lnTo>
                  <a:lnTo>
                    <a:pt x="5619019" y="1195703"/>
                  </a:lnTo>
                  <a:lnTo>
                    <a:pt x="5625629" y="1178034"/>
                  </a:lnTo>
                  <a:lnTo>
                    <a:pt x="5632240" y="1183215"/>
                  </a:lnTo>
                  <a:lnTo>
                    <a:pt x="5638850" y="1209072"/>
                  </a:lnTo>
                  <a:lnTo>
                    <a:pt x="5645461" y="1217497"/>
                  </a:lnTo>
                  <a:lnTo>
                    <a:pt x="5652072" y="1224383"/>
                  </a:lnTo>
                  <a:lnTo>
                    <a:pt x="5658682" y="1235799"/>
                  </a:lnTo>
                  <a:lnTo>
                    <a:pt x="5665293" y="1224383"/>
                  </a:lnTo>
                  <a:lnTo>
                    <a:pt x="5671903" y="1224383"/>
                  </a:lnTo>
                  <a:lnTo>
                    <a:pt x="5678514" y="1181807"/>
                  </a:lnTo>
                  <a:lnTo>
                    <a:pt x="5685125" y="1181807"/>
                  </a:lnTo>
                  <a:lnTo>
                    <a:pt x="5691735" y="1215466"/>
                  </a:lnTo>
                  <a:lnTo>
                    <a:pt x="5698346" y="1236055"/>
                  </a:lnTo>
                  <a:lnTo>
                    <a:pt x="5704956" y="1255963"/>
                  </a:lnTo>
                  <a:lnTo>
                    <a:pt x="5711567" y="1264057"/>
                  </a:lnTo>
                  <a:lnTo>
                    <a:pt x="5718178" y="1242358"/>
                  </a:lnTo>
                  <a:lnTo>
                    <a:pt x="5724788" y="1230372"/>
                  </a:lnTo>
                  <a:lnTo>
                    <a:pt x="5731399" y="1262927"/>
                  </a:lnTo>
                  <a:lnTo>
                    <a:pt x="5738010" y="1243572"/>
                  </a:lnTo>
                  <a:lnTo>
                    <a:pt x="5744620" y="1235908"/>
                  </a:lnTo>
                  <a:lnTo>
                    <a:pt x="5751231" y="1207887"/>
                  </a:lnTo>
                  <a:lnTo>
                    <a:pt x="5757841" y="1217247"/>
                  </a:lnTo>
                  <a:lnTo>
                    <a:pt x="5764452" y="1214106"/>
                  </a:lnTo>
                  <a:lnTo>
                    <a:pt x="5771063" y="1235285"/>
                  </a:lnTo>
                  <a:lnTo>
                    <a:pt x="5777673" y="1236793"/>
                  </a:lnTo>
                  <a:lnTo>
                    <a:pt x="5784284" y="1213634"/>
                  </a:lnTo>
                  <a:lnTo>
                    <a:pt x="5790894" y="1219947"/>
                  </a:lnTo>
                  <a:lnTo>
                    <a:pt x="5797505" y="1235285"/>
                  </a:lnTo>
                  <a:lnTo>
                    <a:pt x="5804116" y="1227637"/>
                  </a:lnTo>
                  <a:lnTo>
                    <a:pt x="5810726" y="1219433"/>
                  </a:lnTo>
                  <a:lnTo>
                    <a:pt x="5817337" y="1234156"/>
                  </a:lnTo>
                  <a:lnTo>
                    <a:pt x="5823947" y="1223027"/>
                  </a:lnTo>
                  <a:lnTo>
                    <a:pt x="5830558" y="1227082"/>
                  </a:lnTo>
                  <a:lnTo>
                    <a:pt x="5837169" y="1235109"/>
                  </a:lnTo>
                  <a:lnTo>
                    <a:pt x="5843779" y="1245495"/>
                  </a:lnTo>
                  <a:lnTo>
                    <a:pt x="5850390" y="1229741"/>
                  </a:lnTo>
                  <a:lnTo>
                    <a:pt x="5857001" y="1227949"/>
                  </a:lnTo>
                  <a:lnTo>
                    <a:pt x="5863611" y="1250422"/>
                  </a:lnTo>
                  <a:lnTo>
                    <a:pt x="5870222" y="1232880"/>
                  </a:lnTo>
                  <a:lnTo>
                    <a:pt x="5876832" y="1258754"/>
                  </a:lnTo>
                  <a:lnTo>
                    <a:pt x="5883443" y="1265695"/>
                  </a:lnTo>
                  <a:lnTo>
                    <a:pt x="5890054" y="1265710"/>
                  </a:lnTo>
                  <a:lnTo>
                    <a:pt x="5896664" y="1237390"/>
                  </a:lnTo>
                  <a:lnTo>
                    <a:pt x="5903275" y="1254982"/>
                  </a:lnTo>
                  <a:lnTo>
                    <a:pt x="5909885" y="1237537"/>
                  </a:lnTo>
                  <a:lnTo>
                    <a:pt x="5916496" y="1211814"/>
                  </a:lnTo>
                  <a:lnTo>
                    <a:pt x="5923107" y="1220915"/>
                  </a:lnTo>
                  <a:lnTo>
                    <a:pt x="5929717" y="1233503"/>
                  </a:lnTo>
                  <a:lnTo>
                    <a:pt x="5936328" y="1229741"/>
                  </a:lnTo>
                  <a:lnTo>
                    <a:pt x="5942938" y="1237750"/>
                  </a:lnTo>
                  <a:lnTo>
                    <a:pt x="5949549" y="1230249"/>
                  </a:lnTo>
                  <a:lnTo>
                    <a:pt x="5956160" y="1206822"/>
                  </a:lnTo>
                  <a:lnTo>
                    <a:pt x="5962770" y="1201059"/>
                  </a:lnTo>
                  <a:lnTo>
                    <a:pt x="5969381" y="1206548"/>
                  </a:lnTo>
                  <a:lnTo>
                    <a:pt x="5975991" y="1235887"/>
                  </a:lnTo>
                  <a:lnTo>
                    <a:pt x="5982602" y="1219306"/>
                  </a:lnTo>
                  <a:lnTo>
                    <a:pt x="5989213" y="1204428"/>
                  </a:lnTo>
                  <a:lnTo>
                    <a:pt x="5995823" y="1199122"/>
                  </a:lnTo>
                  <a:lnTo>
                    <a:pt x="6002434" y="1217965"/>
                  </a:lnTo>
                  <a:lnTo>
                    <a:pt x="6009045" y="1229933"/>
                  </a:lnTo>
                  <a:lnTo>
                    <a:pt x="6015655" y="1254027"/>
                  </a:lnTo>
                  <a:lnTo>
                    <a:pt x="6022266" y="1226168"/>
                  </a:lnTo>
                  <a:lnTo>
                    <a:pt x="6028876" y="1230937"/>
                  </a:lnTo>
                  <a:lnTo>
                    <a:pt x="6035487" y="1236313"/>
                  </a:lnTo>
                  <a:lnTo>
                    <a:pt x="6042098" y="1241823"/>
                  </a:lnTo>
                  <a:lnTo>
                    <a:pt x="6048708" y="1262758"/>
                  </a:lnTo>
                  <a:lnTo>
                    <a:pt x="6055319" y="1237772"/>
                  </a:lnTo>
                  <a:lnTo>
                    <a:pt x="6061929" y="1233816"/>
                  </a:lnTo>
                  <a:lnTo>
                    <a:pt x="6068540" y="1233816"/>
                  </a:lnTo>
                  <a:lnTo>
                    <a:pt x="6075151" y="1232687"/>
                  </a:lnTo>
                  <a:lnTo>
                    <a:pt x="6081761" y="1224484"/>
                  </a:lnTo>
                  <a:lnTo>
                    <a:pt x="6088372" y="1207267"/>
                  </a:lnTo>
                  <a:lnTo>
                    <a:pt x="6094982" y="1208863"/>
                  </a:lnTo>
                  <a:lnTo>
                    <a:pt x="6101593" y="1223611"/>
                  </a:lnTo>
                  <a:lnTo>
                    <a:pt x="6108204" y="1207267"/>
                  </a:lnTo>
                  <a:lnTo>
                    <a:pt x="6114814" y="1226609"/>
                  </a:lnTo>
                  <a:lnTo>
                    <a:pt x="6121425" y="1204428"/>
                  </a:lnTo>
                  <a:lnTo>
                    <a:pt x="6128036" y="1195861"/>
                  </a:lnTo>
                  <a:lnTo>
                    <a:pt x="6134646" y="1206015"/>
                  </a:lnTo>
                  <a:lnTo>
                    <a:pt x="6141257" y="1216085"/>
                  </a:lnTo>
                  <a:lnTo>
                    <a:pt x="6147867" y="1253905"/>
                  </a:lnTo>
                  <a:lnTo>
                    <a:pt x="6154478" y="1265975"/>
                  </a:lnTo>
                  <a:lnTo>
                    <a:pt x="6161089" y="1269597"/>
                  </a:lnTo>
                  <a:lnTo>
                    <a:pt x="6167699" y="1252910"/>
                  </a:lnTo>
                  <a:lnTo>
                    <a:pt x="6174310" y="1227652"/>
                  </a:lnTo>
                  <a:lnTo>
                    <a:pt x="6180920" y="1232004"/>
                  </a:lnTo>
                  <a:lnTo>
                    <a:pt x="6187531" y="1267995"/>
                  </a:lnTo>
                  <a:lnTo>
                    <a:pt x="6194142" y="1263921"/>
                  </a:lnTo>
                  <a:lnTo>
                    <a:pt x="6200752" y="1245132"/>
                  </a:lnTo>
                  <a:lnTo>
                    <a:pt x="6207363" y="1241506"/>
                  </a:lnTo>
                  <a:lnTo>
                    <a:pt x="6213973" y="1242635"/>
                  </a:lnTo>
                  <a:lnTo>
                    <a:pt x="6220584" y="1242478"/>
                  </a:lnTo>
                  <a:lnTo>
                    <a:pt x="6227195" y="1259950"/>
                  </a:lnTo>
                  <a:lnTo>
                    <a:pt x="6233805" y="1259086"/>
                  </a:lnTo>
                  <a:lnTo>
                    <a:pt x="6240416" y="1237854"/>
                  </a:lnTo>
                  <a:lnTo>
                    <a:pt x="6247027" y="1243582"/>
                  </a:lnTo>
                  <a:lnTo>
                    <a:pt x="6253637" y="1257083"/>
                  </a:lnTo>
                  <a:lnTo>
                    <a:pt x="6260248" y="1254228"/>
                  </a:lnTo>
                  <a:lnTo>
                    <a:pt x="6266858" y="1262760"/>
                  </a:lnTo>
                  <a:lnTo>
                    <a:pt x="6273469" y="1278787"/>
                  </a:lnTo>
                  <a:lnTo>
                    <a:pt x="6280080" y="1283078"/>
                  </a:lnTo>
                  <a:lnTo>
                    <a:pt x="6286690" y="1274958"/>
                  </a:lnTo>
                  <a:lnTo>
                    <a:pt x="6293301" y="1255581"/>
                  </a:lnTo>
                  <a:lnTo>
                    <a:pt x="6299911" y="1250059"/>
                  </a:lnTo>
                  <a:lnTo>
                    <a:pt x="6306522" y="1248499"/>
                  </a:lnTo>
                  <a:lnTo>
                    <a:pt x="6313133" y="1243602"/>
                  </a:lnTo>
                  <a:lnTo>
                    <a:pt x="6319743" y="1243602"/>
                  </a:lnTo>
                  <a:lnTo>
                    <a:pt x="6326354" y="1257989"/>
                  </a:lnTo>
                  <a:lnTo>
                    <a:pt x="6332964" y="1277442"/>
                  </a:lnTo>
                  <a:lnTo>
                    <a:pt x="6339575" y="1263646"/>
                  </a:lnTo>
                  <a:lnTo>
                    <a:pt x="6346186" y="1239774"/>
                  </a:lnTo>
                  <a:lnTo>
                    <a:pt x="6352796" y="1233922"/>
                  </a:lnTo>
                  <a:lnTo>
                    <a:pt x="6359407" y="1255581"/>
                  </a:lnTo>
                  <a:lnTo>
                    <a:pt x="6366018" y="1258802"/>
                  </a:lnTo>
                  <a:lnTo>
                    <a:pt x="6372628" y="1228410"/>
                  </a:lnTo>
                  <a:lnTo>
                    <a:pt x="6379239" y="1235070"/>
                  </a:lnTo>
                  <a:lnTo>
                    <a:pt x="6385849" y="1280299"/>
                  </a:lnTo>
                  <a:lnTo>
                    <a:pt x="6392460" y="1276923"/>
                  </a:lnTo>
                  <a:lnTo>
                    <a:pt x="6399071" y="1275285"/>
                  </a:lnTo>
                  <a:lnTo>
                    <a:pt x="6405681" y="1257404"/>
                  </a:lnTo>
                  <a:lnTo>
                    <a:pt x="6412292" y="1239774"/>
                  </a:lnTo>
                  <a:lnTo>
                    <a:pt x="6418902" y="1247210"/>
                  </a:lnTo>
                  <a:lnTo>
                    <a:pt x="6425513" y="1290940"/>
                  </a:lnTo>
                  <a:lnTo>
                    <a:pt x="6432124" y="1289175"/>
                  </a:lnTo>
                  <a:lnTo>
                    <a:pt x="6438734" y="1264790"/>
                  </a:lnTo>
                  <a:lnTo>
                    <a:pt x="6445345" y="1241658"/>
                  </a:lnTo>
                  <a:lnTo>
                    <a:pt x="6451955" y="1248940"/>
                  </a:lnTo>
                  <a:lnTo>
                    <a:pt x="6458566" y="1259342"/>
                  </a:lnTo>
                  <a:lnTo>
                    <a:pt x="6465177" y="1278231"/>
                  </a:lnTo>
                  <a:lnTo>
                    <a:pt x="6471787" y="1288730"/>
                  </a:lnTo>
                  <a:lnTo>
                    <a:pt x="6478398" y="1288483"/>
                  </a:lnTo>
                  <a:lnTo>
                    <a:pt x="6485009" y="1256010"/>
                  </a:lnTo>
                  <a:lnTo>
                    <a:pt x="6491619" y="1245358"/>
                  </a:lnTo>
                  <a:lnTo>
                    <a:pt x="6498230" y="1246404"/>
                  </a:lnTo>
                  <a:lnTo>
                    <a:pt x="6504840" y="1260791"/>
                  </a:lnTo>
                  <a:lnTo>
                    <a:pt x="6511451" y="1275403"/>
                  </a:lnTo>
                  <a:lnTo>
                    <a:pt x="6518062" y="1254250"/>
                  </a:lnTo>
                  <a:lnTo>
                    <a:pt x="6524672" y="1251742"/>
                  </a:lnTo>
                  <a:lnTo>
                    <a:pt x="6531283" y="1276674"/>
                  </a:lnTo>
                  <a:lnTo>
                    <a:pt x="6537893" y="1269323"/>
                  </a:lnTo>
                  <a:lnTo>
                    <a:pt x="6544504" y="1244881"/>
                  </a:lnTo>
                  <a:lnTo>
                    <a:pt x="6551115" y="1247352"/>
                  </a:lnTo>
                  <a:lnTo>
                    <a:pt x="6557725" y="1286630"/>
                  </a:lnTo>
                  <a:lnTo>
                    <a:pt x="6564336" y="1277319"/>
                  </a:lnTo>
                  <a:lnTo>
                    <a:pt x="6570946" y="1281599"/>
                  </a:lnTo>
                  <a:lnTo>
                    <a:pt x="6577557" y="1279211"/>
                  </a:lnTo>
                  <a:lnTo>
                    <a:pt x="6584168" y="1253252"/>
                  </a:lnTo>
                  <a:lnTo>
                    <a:pt x="6590778" y="1249491"/>
                  </a:lnTo>
                  <a:lnTo>
                    <a:pt x="6597389" y="1249491"/>
                  </a:lnTo>
                  <a:lnTo>
                    <a:pt x="6604000" y="1249491"/>
                  </a:lnTo>
                  <a:lnTo>
                    <a:pt x="6604000" y="1333487"/>
                  </a:lnTo>
                  <a:lnTo>
                    <a:pt x="6597389" y="1333487"/>
                  </a:lnTo>
                  <a:lnTo>
                    <a:pt x="6590778" y="1333487"/>
                  </a:lnTo>
                  <a:lnTo>
                    <a:pt x="6584168" y="1333487"/>
                  </a:lnTo>
                  <a:lnTo>
                    <a:pt x="6577557" y="1333487"/>
                  </a:lnTo>
                  <a:lnTo>
                    <a:pt x="6570946" y="1333487"/>
                  </a:lnTo>
                  <a:lnTo>
                    <a:pt x="6564336" y="1333487"/>
                  </a:lnTo>
                  <a:lnTo>
                    <a:pt x="6557725" y="1333487"/>
                  </a:lnTo>
                  <a:lnTo>
                    <a:pt x="6551115" y="1333487"/>
                  </a:lnTo>
                  <a:lnTo>
                    <a:pt x="6544504" y="1333487"/>
                  </a:lnTo>
                  <a:lnTo>
                    <a:pt x="6537893" y="1333487"/>
                  </a:lnTo>
                  <a:lnTo>
                    <a:pt x="6531283" y="1333487"/>
                  </a:lnTo>
                  <a:lnTo>
                    <a:pt x="6524672" y="1333487"/>
                  </a:lnTo>
                  <a:lnTo>
                    <a:pt x="6518062" y="1333487"/>
                  </a:lnTo>
                  <a:lnTo>
                    <a:pt x="6511451" y="1333487"/>
                  </a:lnTo>
                  <a:lnTo>
                    <a:pt x="6504840" y="1333487"/>
                  </a:lnTo>
                  <a:lnTo>
                    <a:pt x="6498230" y="1333487"/>
                  </a:lnTo>
                  <a:lnTo>
                    <a:pt x="6491619" y="1333487"/>
                  </a:lnTo>
                  <a:lnTo>
                    <a:pt x="6485009" y="1333487"/>
                  </a:lnTo>
                  <a:lnTo>
                    <a:pt x="6478398" y="1333487"/>
                  </a:lnTo>
                  <a:lnTo>
                    <a:pt x="6471787" y="1333487"/>
                  </a:lnTo>
                  <a:lnTo>
                    <a:pt x="6465177" y="1333487"/>
                  </a:lnTo>
                  <a:lnTo>
                    <a:pt x="6458566" y="1333487"/>
                  </a:lnTo>
                  <a:lnTo>
                    <a:pt x="6451955" y="1333487"/>
                  </a:lnTo>
                  <a:lnTo>
                    <a:pt x="6445345" y="1333487"/>
                  </a:lnTo>
                  <a:lnTo>
                    <a:pt x="6438734" y="1333487"/>
                  </a:lnTo>
                  <a:lnTo>
                    <a:pt x="6432124" y="1333487"/>
                  </a:lnTo>
                  <a:lnTo>
                    <a:pt x="6425513" y="1333487"/>
                  </a:lnTo>
                  <a:lnTo>
                    <a:pt x="6418902" y="1333487"/>
                  </a:lnTo>
                  <a:lnTo>
                    <a:pt x="6412292" y="1333487"/>
                  </a:lnTo>
                  <a:lnTo>
                    <a:pt x="6405681" y="1333487"/>
                  </a:lnTo>
                  <a:lnTo>
                    <a:pt x="6399071" y="1333487"/>
                  </a:lnTo>
                  <a:lnTo>
                    <a:pt x="6392460" y="1333487"/>
                  </a:lnTo>
                  <a:lnTo>
                    <a:pt x="6385849" y="1333487"/>
                  </a:lnTo>
                  <a:lnTo>
                    <a:pt x="6379239" y="1333487"/>
                  </a:lnTo>
                  <a:lnTo>
                    <a:pt x="6372628" y="1333487"/>
                  </a:lnTo>
                  <a:lnTo>
                    <a:pt x="6366018" y="1333487"/>
                  </a:lnTo>
                  <a:lnTo>
                    <a:pt x="6359407" y="1333487"/>
                  </a:lnTo>
                  <a:lnTo>
                    <a:pt x="6352796" y="1333487"/>
                  </a:lnTo>
                  <a:lnTo>
                    <a:pt x="6346186" y="1333487"/>
                  </a:lnTo>
                  <a:lnTo>
                    <a:pt x="6339575" y="1333487"/>
                  </a:lnTo>
                  <a:lnTo>
                    <a:pt x="6332964" y="1333487"/>
                  </a:lnTo>
                  <a:lnTo>
                    <a:pt x="6326354" y="1333487"/>
                  </a:lnTo>
                  <a:lnTo>
                    <a:pt x="6319743" y="1333487"/>
                  </a:lnTo>
                  <a:lnTo>
                    <a:pt x="6313133" y="1333487"/>
                  </a:lnTo>
                  <a:lnTo>
                    <a:pt x="6306522" y="1333487"/>
                  </a:lnTo>
                  <a:lnTo>
                    <a:pt x="6299911" y="1333487"/>
                  </a:lnTo>
                  <a:lnTo>
                    <a:pt x="6293301" y="1333487"/>
                  </a:lnTo>
                  <a:lnTo>
                    <a:pt x="6286690" y="1333487"/>
                  </a:lnTo>
                  <a:lnTo>
                    <a:pt x="6280080" y="1333487"/>
                  </a:lnTo>
                  <a:lnTo>
                    <a:pt x="6273469" y="1333487"/>
                  </a:lnTo>
                  <a:lnTo>
                    <a:pt x="6266858" y="1333487"/>
                  </a:lnTo>
                  <a:lnTo>
                    <a:pt x="6260248" y="1333487"/>
                  </a:lnTo>
                  <a:lnTo>
                    <a:pt x="6253637" y="1333487"/>
                  </a:lnTo>
                  <a:lnTo>
                    <a:pt x="6247027" y="1333487"/>
                  </a:lnTo>
                  <a:lnTo>
                    <a:pt x="6240416" y="1333487"/>
                  </a:lnTo>
                  <a:lnTo>
                    <a:pt x="6233805" y="1333487"/>
                  </a:lnTo>
                  <a:lnTo>
                    <a:pt x="6227195" y="1333487"/>
                  </a:lnTo>
                  <a:lnTo>
                    <a:pt x="6220584" y="1333487"/>
                  </a:lnTo>
                  <a:lnTo>
                    <a:pt x="6213973" y="1333487"/>
                  </a:lnTo>
                  <a:lnTo>
                    <a:pt x="6207363" y="1333487"/>
                  </a:lnTo>
                  <a:lnTo>
                    <a:pt x="6200752" y="1333487"/>
                  </a:lnTo>
                  <a:lnTo>
                    <a:pt x="6194142" y="1333487"/>
                  </a:lnTo>
                  <a:lnTo>
                    <a:pt x="6187531" y="1333487"/>
                  </a:lnTo>
                  <a:lnTo>
                    <a:pt x="6180920" y="1333487"/>
                  </a:lnTo>
                  <a:lnTo>
                    <a:pt x="6174310" y="1333487"/>
                  </a:lnTo>
                  <a:lnTo>
                    <a:pt x="6167699" y="1333487"/>
                  </a:lnTo>
                  <a:lnTo>
                    <a:pt x="6161089" y="1333487"/>
                  </a:lnTo>
                  <a:lnTo>
                    <a:pt x="6154478" y="1333487"/>
                  </a:lnTo>
                  <a:lnTo>
                    <a:pt x="6147867" y="1333487"/>
                  </a:lnTo>
                  <a:lnTo>
                    <a:pt x="6141257" y="1333487"/>
                  </a:lnTo>
                  <a:lnTo>
                    <a:pt x="6134646" y="1333487"/>
                  </a:lnTo>
                  <a:lnTo>
                    <a:pt x="6128036" y="1333487"/>
                  </a:lnTo>
                  <a:lnTo>
                    <a:pt x="6121425" y="1333487"/>
                  </a:lnTo>
                  <a:lnTo>
                    <a:pt x="6114814" y="1333487"/>
                  </a:lnTo>
                  <a:lnTo>
                    <a:pt x="6108204" y="1333487"/>
                  </a:lnTo>
                  <a:lnTo>
                    <a:pt x="6101593" y="1333487"/>
                  </a:lnTo>
                  <a:lnTo>
                    <a:pt x="6094982" y="1333487"/>
                  </a:lnTo>
                  <a:lnTo>
                    <a:pt x="6088372" y="1333487"/>
                  </a:lnTo>
                  <a:lnTo>
                    <a:pt x="6081761" y="1333487"/>
                  </a:lnTo>
                  <a:lnTo>
                    <a:pt x="6075151" y="1333487"/>
                  </a:lnTo>
                  <a:lnTo>
                    <a:pt x="6068540" y="1333487"/>
                  </a:lnTo>
                  <a:lnTo>
                    <a:pt x="6061929" y="1333487"/>
                  </a:lnTo>
                  <a:lnTo>
                    <a:pt x="6055319" y="1333487"/>
                  </a:lnTo>
                  <a:lnTo>
                    <a:pt x="6048708" y="1333487"/>
                  </a:lnTo>
                  <a:lnTo>
                    <a:pt x="6042098" y="1333487"/>
                  </a:lnTo>
                  <a:lnTo>
                    <a:pt x="6035487" y="1333487"/>
                  </a:lnTo>
                  <a:lnTo>
                    <a:pt x="6028876" y="1333487"/>
                  </a:lnTo>
                  <a:lnTo>
                    <a:pt x="6022266" y="1333487"/>
                  </a:lnTo>
                  <a:lnTo>
                    <a:pt x="6015655" y="1333487"/>
                  </a:lnTo>
                  <a:lnTo>
                    <a:pt x="6009045" y="1333487"/>
                  </a:lnTo>
                  <a:lnTo>
                    <a:pt x="6002434" y="1333487"/>
                  </a:lnTo>
                  <a:lnTo>
                    <a:pt x="5995823" y="1333487"/>
                  </a:lnTo>
                  <a:lnTo>
                    <a:pt x="5989213" y="1333487"/>
                  </a:lnTo>
                  <a:lnTo>
                    <a:pt x="5982602" y="1333487"/>
                  </a:lnTo>
                  <a:lnTo>
                    <a:pt x="5975991" y="1333487"/>
                  </a:lnTo>
                  <a:lnTo>
                    <a:pt x="5969381" y="1333487"/>
                  </a:lnTo>
                  <a:lnTo>
                    <a:pt x="5962770" y="1333487"/>
                  </a:lnTo>
                  <a:lnTo>
                    <a:pt x="5956160" y="1333487"/>
                  </a:lnTo>
                  <a:lnTo>
                    <a:pt x="5949549" y="1333487"/>
                  </a:lnTo>
                  <a:lnTo>
                    <a:pt x="5942938" y="1333487"/>
                  </a:lnTo>
                  <a:lnTo>
                    <a:pt x="5936328" y="1333487"/>
                  </a:lnTo>
                  <a:lnTo>
                    <a:pt x="5929717" y="1333487"/>
                  </a:lnTo>
                  <a:lnTo>
                    <a:pt x="5923107" y="1333487"/>
                  </a:lnTo>
                  <a:lnTo>
                    <a:pt x="5916496" y="1333487"/>
                  </a:lnTo>
                  <a:lnTo>
                    <a:pt x="5909885" y="1333487"/>
                  </a:lnTo>
                  <a:lnTo>
                    <a:pt x="5903275" y="1333487"/>
                  </a:lnTo>
                  <a:lnTo>
                    <a:pt x="5896664" y="1333487"/>
                  </a:lnTo>
                  <a:lnTo>
                    <a:pt x="5890054" y="1333487"/>
                  </a:lnTo>
                  <a:lnTo>
                    <a:pt x="5883443" y="1333487"/>
                  </a:lnTo>
                  <a:lnTo>
                    <a:pt x="5876832" y="1333487"/>
                  </a:lnTo>
                  <a:lnTo>
                    <a:pt x="5870222" y="1333487"/>
                  </a:lnTo>
                  <a:lnTo>
                    <a:pt x="5863611" y="1333487"/>
                  </a:lnTo>
                  <a:lnTo>
                    <a:pt x="5857001" y="1333487"/>
                  </a:lnTo>
                  <a:lnTo>
                    <a:pt x="5850390" y="1333487"/>
                  </a:lnTo>
                  <a:lnTo>
                    <a:pt x="5843779" y="1333487"/>
                  </a:lnTo>
                  <a:lnTo>
                    <a:pt x="5837169" y="1333487"/>
                  </a:lnTo>
                  <a:lnTo>
                    <a:pt x="5830558" y="1333487"/>
                  </a:lnTo>
                  <a:lnTo>
                    <a:pt x="5823947" y="1333487"/>
                  </a:lnTo>
                  <a:lnTo>
                    <a:pt x="5817337" y="1333487"/>
                  </a:lnTo>
                  <a:lnTo>
                    <a:pt x="5810726" y="1333487"/>
                  </a:lnTo>
                  <a:lnTo>
                    <a:pt x="5804116" y="1333487"/>
                  </a:lnTo>
                  <a:lnTo>
                    <a:pt x="5797505" y="1333487"/>
                  </a:lnTo>
                  <a:lnTo>
                    <a:pt x="5790894" y="1333487"/>
                  </a:lnTo>
                  <a:lnTo>
                    <a:pt x="5784284" y="1333487"/>
                  </a:lnTo>
                  <a:lnTo>
                    <a:pt x="5777673" y="1333487"/>
                  </a:lnTo>
                  <a:lnTo>
                    <a:pt x="5771063" y="1333487"/>
                  </a:lnTo>
                  <a:lnTo>
                    <a:pt x="5764452" y="1333487"/>
                  </a:lnTo>
                  <a:lnTo>
                    <a:pt x="5757841" y="1333487"/>
                  </a:lnTo>
                  <a:lnTo>
                    <a:pt x="5751231" y="1333487"/>
                  </a:lnTo>
                  <a:lnTo>
                    <a:pt x="5744620" y="1333487"/>
                  </a:lnTo>
                  <a:lnTo>
                    <a:pt x="5738010" y="1333487"/>
                  </a:lnTo>
                  <a:lnTo>
                    <a:pt x="5731399" y="1333487"/>
                  </a:lnTo>
                  <a:lnTo>
                    <a:pt x="5724788" y="1333487"/>
                  </a:lnTo>
                  <a:lnTo>
                    <a:pt x="5718178" y="1333487"/>
                  </a:lnTo>
                  <a:lnTo>
                    <a:pt x="5711567" y="1333487"/>
                  </a:lnTo>
                  <a:lnTo>
                    <a:pt x="5704956" y="1333487"/>
                  </a:lnTo>
                  <a:lnTo>
                    <a:pt x="5698346" y="1333487"/>
                  </a:lnTo>
                  <a:lnTo>
                    <a:pt x="5691735" y="1333487"/>
                  </a:lnTo>
                  <a:lnTo>
                    <a:pt x="5685125" y="1333487"/>
                  </a:lnTo>
                  <a:lnTo>
                    <a:pt x="5678514" y="1333487"/>
                  </a:lnTo>
                  <a:lnTo>
                    <a:pt x="5671903" y="1333487"/>
                  </a:lnTo>
                  <a:lnTo>
                    <a:pt x="5665293" y="1333487"/>
                  </a:lnTo>
                  <a:lnTo>
                    <a:pt x="5658682" y="1333487"/>
                  </a:lnTo>
                  <a:lnTo>
                    <a:pt x="5652072" y="1333487"/>
                  </a:lnTo>
                  <a:lnTo>
                    <a:pt x="5645461" y="1333487"/>
                  </a:lnTo>
                  <a:lnTo>
                    <a:pt x="5638850" y="1333487"/>
                  </a:lnTo>
                  <a:lnTo>
                    <a:pt x="5632240" y="1333487"/>
                  </a:lnTo>
                  <a:lnTo>
                    <a:pt x="5625629" y="1333487"/>
                  </a:lnTo>
                  <a:lnTo>
                    <a:pt x="5619019" y="1333487"/>
                  </a:lnTo>
                  <a:lnTo>
                    <a:pt x="5612408" y="1333487"/>
                  </a:lnTo>
                  <a:lnTo>
                    <a:pt x="5605797" y="1333487"/>
                  </a:lnTo>
                  <a:lnTo>
                    <a:pt x="5599187" y="1333487"/>
                  </a:lnTo>
                  <a:lnTo>
                    <a:pt x="5592576" y="1333487"/>
                  </a:lnTo>
                  <a:lnTo>
                    <a:pt x="5585965" y="1333487"/>
                  </a:lnTo>
                  <a:lnTo>
                    <a:pt x="5579355" y="1333487"/>
                  </a:lnTo>
                  <a:lnTo>
                    <a:pt x="5572744" y="1333487"/>
                  </a:lnTo>
                  <a:lnTo>
                    <a:pt x="5566134" y="1333487"/>
                  </a:lnTo>
                  <a:lnTo>
                    <a:pt x="5559523" y="1333487"/>
                  </a:lnTo>
                  <a:lnTo>
                    <a:pt x="5552912" y="1333487"/>
                  </a:lnTo>
                  <a:lnTo>
                    <a:pt x="5546302" y="1333487"/>
                  </a:lnTo>
                  <a:lnTo>
                    <a:pt x="5539691" y="1333487"/>
                  </a:lnTo>
                  <a:lnTo>
                    <a:pt x="5533081" y="1333487"/>
                  </a:lnTo>
                  <a:lnTo>
                    <a:pt x="5526470" y="1333487"/>
                  </a:lnTo>
                  <a:lnTo>
                    <a:pt x="5519859" y="1333487"/>
                  </a:lnTo>
                  <a:lnTo>
                    <a:pt x="5513249" y="1333487"/>
                  </a:lnTo>
                  <a:lnTo>
                    <a:pt x="5506638" y="1333487"/>
                  </a:lnTo>
                  <a:lnTo>
                    <a:pt x="5500028" y="1333487"/>
                  </a:lnTo>
                  <a:lnTo>
                    <a:pt x="5493417" y="1333487"/>
                  </a:lnTo>
                  <a:lnTo>
                    <a:pt x="5486806" y="1333487"/>
                  </a:lnTo>
                  <a:lnTo>
                    <a:pt x="5480196" y="1333487"/>
                  </a:lnTo>
                  <a:lnTo>
                    <a:pt x="5473585" y="1333487"/>
                  </a:lnTo>
                  <a:lnTo>
                    <a:pt x="5466974" y="1333487"/>
                  </a:lnTo>
                  <a:lnTo>
                    <a:pt x="5460364" y="1333487"/>
                  </a:lnTo>
                  <a:lnTo>
                    <a:pt x="5453753" y="1333487"/>
                  </a:lnTo>
                  <a:lnTo>
                    <a:pt x="5447143" y="1333487"/>
                  </a:lnTo>
                  <a:lnTo>
                    <a:pt x="5440532" y="1333487"/>
                  </a:lnTo>
                  <a:lnTo>
                    <a:pt x="5433921" y="1333487"/>
                  </a:lnTo>
                  <a:lnTo>
                    <a:pt x="5427311" y="1333487"/>
                  </a:lnTo>
                  <a:lnTo>
                    <a:pt x="5420700" y="1333487"/>
                  </a:lnTo>
                  <a:lnTo>
                    <a:pt x="5414090" y="1333487"/>
                  </a:lnTo>
                  <a:lnTo>
                    <a:pt x="5407479" y="1333487"/>
                  </a:lnTo>
                  <a:lnTo>
                    <a:pt x="5400868" y="1333487"/>
                  </a:lnTo>
                  <a:lnTo>
                    <a:pt x="5394258" y="1333487"/>
                  </a:lnTo>
                  <a:lnTo>
                    <a:pt x="5387647" y="1333487"/>
                  </a:lnTo>
                  <a:lnTo>
                    <a:pt x="5381037" y="1333487"/>
                  </a:lnTo>
                  <a:lnTo>
                    <a:pt x="5374426" y="1333487"/>
                  </a:lnTo>
                  <a:lnTo>
                    <a:pt x="5367815" y="1333487"/>
                  </a:lnTo>
                  <a:lnTo>
                    <a:pt x="5361205" y="1333487"/>
                  </a:lnTo>
                  <a:lnTo>
                    <a:pt x="5354594" y="1333487"/>
                  </a:lnTo>
                  <a:lnTo>
                    <a:pt x="5347983" y="1333487"/>
                  </a:lnTo>
                  <a:lnTo>
                    <a:pt x="5341373" y="1333487"/>
                  </a:lnTo>
                  <a:lnTo>
                    <a:pt x="5334762" y="1333487"/>
                  </a:lnTo>
                  <a:lnTo>
                    <a:pt x="5328152" y="1333487"/>
                  </a:lnTo>
                  <a:lnTo>
                    <a:pt x="5321541" y="1333487"/>
                  </a:lnTo>
                  <a:lnTo>
                    <a:pt x="5314930" y="1333487"/>
                  </a:lnTo>
                  <a:lnTo>
                    <a:pt x="5308320" y="1333487"/>
                  </a:lnTo>
                  <a:lnTo>
                    <a:pt x="5301709" y="1333487"/>
                  </a:lnTo>
                  <a:lnTo>
                    <a:pt x="5295099" y="1333487"/>
                  </a:lnTo>
                  <a:lnTo>
                    <a:pt x="5288488" y="1333487"/>
                  </a:lnTo>
                  <a:lnTo>
                    <a:pt x="5281877" y="1333487"/>
                  </a:lnTo>
                  <a:lnTo>
                    <a:pt x="5275267" y="1333487"/>
                  </a:lnTo>
                  <a:lnTo>
                    <a:pt x="5268656" y="1333487"/>
                  </a:lnTo>
                  <a:lnTo>
                    <a:pt x="5262046" y="1333487"/>
                  </a:lnTo>
                  <a:lnTo>
                    <a:pt x="5255435" y="1333487"/>
                  </a:lnTo>
                  <a:lnTo>
                    <a:pt x="5248824" y="1333487"/>
                  </a:lnTo>
                  <a:lnTo>
                    <a:pt x="5242214" y="1333487"/>
                  </a:lnTo>
                  <a:lnTo>
                    <a:pt x="5235603" y="1333487"/>
                  </a:lnTo>
                  <a:lnTo>
                    <a:pt x="5228992" y="1333487"/>
                  </a:lnTo>
                  <a:lnTo>
                    <a:pt x="5222382" y="1333487"/>
                  </a:lnTo>
                  <a:lnTo>
                    <a:pt x="5215771" y="1333487"/>
                  </a:lnTo>
                  <a:lnTo>
                    <a:pt x="5209161" y="1333487"/>
                  </a:lnTo>
                  <a:lnTo>
                    <a:pt x="5202550" y="1333487"/>
                  </a:lnTo>
                  <a:lnTo>
                    <a:pt x="5195939" y="1333487"/>
                  </a:lnTo>
                  <a:lnTo>
                    <a:pt x="5189329" y="1333487"/>
                  </a:lnTo>
                  <a:lnTo>
                    <a:pt x="5182718" y="1333487"/>
                  </a:lnTo>
                  <a:lnTo>
                    <a:pt x="5176108" y="1333487"/>
                  </a:lnTo>
                  <a:lnTo>
                    <a:pt x="5169497" y="1333487"/>
                  </a:lnTo>
                  <a:lnTo>
                    <a:pt x="5162886" y="1333487"/>
                  </a:lnTo>
                  <a:lnTo>
                    <a:pt x="5156276" y="1333487"/>
                  </a:lnTo>
                  <a:lnTo>
                    <a:pt x="5149665" y="1333487"/>
                  </a:lnTo>
                  <a:lnTo>
                    <a:pt x="5143055" y="1333487"/>
                  </a:lnTo>
                  <a:lnTo>
                    <a:pt x="5136444" y="1333487"/>
                  </a:lnTo>
                  <a:lnTo>
                    <a:pt x="5129833" y="1333487"/>
                  </a:lnTo>
                  <a:lnTo>
                    <a:pt x="5123223" y="1333487"/>
                  </a:lnTo>
                  <a:lnTo>
                    <a:pt x="5116612" y="1333487"/>
                  </a:lnTo>
                  <a:lnTo>
                    <a:pt x="5110002" y="1333487"/>
                  </a:lnTo>
                  <a:lnTo>
                    <a:pt x="5103391" y="1333487"/>
                  </a:lnTo>
                  <a:lnTo>
                    <a:pt x="5096780" y="1333487"/>
                  </a:lnTo>
                  <a:lnTo>
                    <a:pt x="5090170" y="1333487"/>
                  </a:lnTo>
                  <a:lnTo>
                    <a:pt x="5083559" y="1333487"/>
                  </a:lnTo>
                  <a:lnTo>
                    <a:pt x="5076948" y="1333487"/>
                  </a:lnTo>
                  <a:lnTo>
                    <a:pt x="5070338" y="1333487"/>
                  </a:lnTo>
                  <a:lnTo>
                    <a:pt x="5063727" y="1333487"/>
                  </a:lnTo>
                  <a:lnTo>
                    <a:pt x="5057117" y="1333487"/>
                  </a:lnTo>
                  <a:lnTo>
                    <a:pt x="5050506" y="1333487"/>
                  </a:lnTo>
                  <a:lnTo>
                    <a:pt x="5043895" y="1333487"/>
                  </a:lnTo>
                  <a:lnTo>
                    <a:pt x="5037285" y="1333487"/>
                  </a:lnTo>
                  <a:lnTo>
                    <a:pt x="5030674" y="1333487"/>
                  </a:lnTo>
                  <a:lnTo>
                    <a:pt x="5024064" y="1333487"/>
                  </a:lnTo>
                  <a:lnTo>
                    <a:pt x="5017453" y="1333487"/>
                  </a:lnTo>
                  <a:lnTo>
                    <a:pt x="5010842" y="1333487"/>
                  </a:lnTo>
                  <a:lnTo>
                    <a:pt x="5004232" y="1333487"/>
                  </a:lnTo>
                  <a:lnTo>
                    <a:pt x="4997621" y="1333487"/>
                  </a:lnTo>
                  <a:lnTo>
                    <a:pt x="4991011" y="1333487"/>
                  </a:lnTo>
                  <a:lnTo>
                    <a:pt x="4984400" y="1333487"/>
                  </a:lnTo>
                  <a:lnTo>
                    <a:pt x="4977789" y="1333487"/>
                  </a:lnTo>
                  <a:lnTo>
                    <a:pt x="4971179" y="1333487"/>
                  </a:lnTo>
                  <a:lnTo>
                    <a:pt x="4964568" y="1333487"/>
                  </a:lnTo>
                  <a:lnTo>
                    <a:pt x="4957957" y="1333487"/>
                  </a:lnTo>
                  <a:lnTo>
                    <a:pt x="4951347" y="1333487"/>
                  </a:lnTo>
                  <a:lnTo>
                    <a:pt x="4944736" y="1333487"/>
                  </a:lnTo>
                  <a:lnTo>
                    <a:pt x="4938126" y="1333487"/>
                  </a:lnTo>
                  <a:lnTo>
                    <a:pt x="4931515" y="1333487"/>
                  </a:lnTo>
                  <a:lnTo>
                    <a:pt x="4924904" y="1333487"/>
                  </a:lnTo>
                  <a:lnTo>
                    <a:pt x="4918294" y="1333487"/>
                  </a:lnTo>
                  <a:lnTo>
                    <a:pt x="4911683" y="1333487"/>
                  </a:lnTo>
                  <a:lnTo>
                    <a:pt x="4905073" y="1333487"/>
                  </a:lnTo>
                  <a:lnTo>
                    <a:pt x="4898462" y="1333487"/>
                  </a:lnTo>
                  <a:lnTo>
                    <a:pt x="4891851" y="1333487"/>
                  </a:lnTo>
                  <a:lnTo>
                    <a:pt x="4885241" y="1333487"/>
                  </a:lnTo>
                  <a:lnTo>
                    <a:pt x="4878630" y="1333487"/>
                  </a:lnTo>
                  <a:lnTo>
                    <a:pt x="4872020" y="1333487"/>
                  </a:lnTo>
                  <a:lnTo>
                    <a:pt x="4865409" y="1333487"/>
                  </a:lnTo>
                  <a:lnTo>
                    <a:pt x="4858798" y="1333487"/>
                  </a:lnTo>
                  <a:lnTo>
                    <a:pt x="4852188" y="1333487"/>
                  </a:lnTo>
                  <a:lnTo>
                    <a:pt x="4845577" y="1333487"/>
                  </a:lnTo>
                  <a:lnTo>
                    <a:pt x="4838966" y="1333487"/>
                  </a:lnTo>
                  <a:lnTo>
                    <a:pt x="4832356" y="1333487"/>
                  </a:lnTo>
                  <a:lnTo>
                    <a:pt x="4825745" y="1333487"/>
                  </a:lnTo>
                  <a:lnTo>
                    <a:pt x="4819135" y="1333487"/>
                  </a:lnTo>
                  <a:lnTo>
                    <a:pt x="4812524" y="1333487"/>
                  </a:lnTo>
                  <a:lnTo>
                    <a:pt x="4805913" y="1333487"/>
                  </a:lnTo>
                  <a:lnTo>
                    <a:pt x="4799303" y="1333487"/>
                  </a:lnTo>
                  <a:lnTo>
                    <a:pt x="4792692" y="1333487"/>
                  </a:lnTo>
                  <a:lnTo>
                    <a:pt x="4786082" y="1333487"/>
                  </a:lnTo>
                  <a:lnTo>
                    <a:pt x="4779471" y="1333487"/>
                  </a:lnTo>
                  <a:lnTo>
                    <a:pt x="4772860" y="1333487"/>
                  </a:lnTo>
                  <a:lnTo>
                    <a:pt x="4766250" y="1333487"/>
                  </a:lnTo>
                  <a:lnTo>
                    <a:pt x="4759639" y="1333487"/>
                  </a:lnTo>
                  <a:lnTo>
                    <a:pt x="4753029" y="1333487"/>
                  </a:lnTo>
                  <a:lnTo>
                    <a:pt x="4746418" y="1333487"/>
                  </a:lnTo>
                  <a:lnTo>
                    <a:pt x="4739807" y="1333487"/>
                  </a:lnTo>
                  <a:lnTo>
                    <a:pt x="4733197" y="1333487"/>
                  </a:lnTo>
                  <a:lnTo>
                    <a:pt x="4726586" y="1333487"/>
                  </a:lnTo>
                  <a:lnTo>
                    <a:pt x="4719975" y="1333487"/>
                  </a:lnTo>
                  <a:lnTo>
                    <a:pt x="4713365" y="1333487"/>
                  </a:lnTo>
                  <a:lnTo>
                    <a:pt x="4706754" y="1333487"/>
                  </a:lnTo>
                  <a:lnTo>
                    <a:pt x="4700144" y="1333487"/>
                  </a:lnTo>
                  <a:lnTo>
                    <a:pt x="4693533" y="1333487"/>
                  </a:lnTo>
                  <a:lnTo>
                    <a:pt x="4686922" y="1333487"/>
                  </a:lnTo>
                  <a:lnTo>
                    <a:pt x="4680312" y="1333487"/>
                  </a:lnTo>
                  <a:lnTo>
                    <a:pt x="4673701" y="1333487"/>
                  </a:lnTo>
                  <a:lnTo>
                    <a:pt x="4667091" y="1333487"/>
                  </a:lnTo>
                  <a:lnTo>
                    <a:pt x="4660480" y="1333487"/>
                  </a:lnTo>
                  <a:lnTo>
                    <a:pt x="4653869" y="1333487"/>
                  </a:lnTo>
                  <a:lnTo>
                    <a:pt x="4647259" y="1333487"/>
                  </a:lnTo>
                  <a:lnTo>
                    <a:pt x="4640648" y="1333487"/>
                  </a:lnTo>
                  <a:lnTo>
                    <a:pt x="4634038" y="1333487"/>
                  </a:lnTo>
                  <a:lnTo>
                    <a:pt x="4627427" y="1333487"/>
                  </a:lnTo>
                  <a:lnTo>
                    <a:pt x="4620816" y="1333487"/>
                  </a:lnTo>
                  <a:lnTo>
                    <a:pt x="4614206" y="1333487"/>
                  </a:lnTo>
                  <a:lnTo>
                    <a:pt x="4607595" y="1333487"/>
                  </a:lnTo>
                  <a:lnTo>
                    <a:pt x="4600984" y="1333487"/>
                  </a:lnTo>
                  <a:lnTo>
                    <a:pt x="4594374" y="1333487"/>
                  </a:lnTo>
                  <a:lnTo>
                    <a:pt x="4587763" y="1333487"/>
                  </a:lnTo>
                  <a:lnTo>
                    <a:pt x="4581153" y="1333487"/>
                  </a:lnTo>
                  <a:lnTo>
                    <a:pt x="4574542" y="1333487"/>
                  </a:lnTo>
                  <a:lnTo>
                    <a:pt x="4567931" y="1333487"/>
                  </a:lnTo>
                  <a:lnTo>
                    <a:pt x="4561321" y="1333487"/>
                  </a:lnTo>
                  <a:lnTo>
                    <a:pt x="4554710" y="1333487"/>
                  </a:lnTo>
                  <a:lnTo>
                    <a:pt x="4548100" y="1333487"/>
                  </a:lnTo>
                  <a:lnTo>
                    <a:pt x="4541489" y="1333487"/>
                  </a:lnTo>
                  <a:lnTo>
                    <a:pt x="4534878" y="1333487"/>
                  </a:lnTo>
                  <a:lnTo>
                    <a:pt x="4528268" y="1333487"/>
                  </a:lnTo>
                  <a:lnTo>
                    <a:pt x="4521657" y="1333487"/>
                  </a:lnTo>
                  <a:lnTo>
                    <a:pt x="4515047" y="1333487"/>
                  </a:lnTo>
                  <a:lnTo>
                    <a:pt x="4508436" y="1333487"/>
                  </a:lnTo>
                  <a:lnTo>
                    <a:pt x="4501825" y="1333487"/>
                  </a:lnTo>
                  <a:lnTo>
                    <a:pt x="4495215" y="1333487"/>
                  </a:lnTo>
                  <a:lnTo>
                    <a:pt x="4488604" y="1333487"/>
                  </a:lnTo>
                  <a:lnTo>
                    <a:pt x="4481993" y="1333487"/>
                  </a:lnTo>
                  <a:lnTo>
                    <a:pt x="4475383" y="1333487"/>
                  </a:lnTo>
                  <a:lnTo>
                    <a:pt x="4468772" y="1333487"/>
                  </a:lnTo>
                  <a:lnTo>
                    <a:pt x="4462162" y="1333487"/>
                  </a:lnTo>
                  <a:lnTo>
                    <a:pt x="4455551" y="1333487"/>
                  </a:lnTo>
                  <a:lnTo>
                    <a:pt x="4448940" y="1333487"/>
                  </a:lnTo>
                  <a:lnTo>
                    <a:pt x="4442330" y="1333487"/>
                  </a:lnTo>
                  <a:lnTo>
                    <a:pt x="4435719" y="1333487"/>
                  </a:lnTo>
                  <a:lnTo>
                    <a:pt x="4429109" y="1333487"/>
                  </a:lnTo>
                  <a:lnTo>
                    <a:pt x="4422498" y="1333487"/>
                  </a:lnTo>
                  <a:lnTo>
                    <a:pt x="4415887" y="1333487"/>
                  </a:lnTo>
                  <a:lnTo>
                    <a:pt x="4409277" y="1333487"/>
                  </a:lnTo>
                  <a:lnTo>
                    <a:pt x="4402666" y="1333487"/>
                  </a:lnTo>
                  <a:lnTo>
                    <a:pt x="4396056" y="1333487"/>
                  </a:lnTo>
                  <a:lnTo>
                    <a:pt x="4389445" y="1333487"/>
                  </a:lnTo>
                  <a:lnTo>
                    <a:pt x="4382834" y="1333487"/>
                  </a:lnTo>
                  <a:lnTo>
                    <a:pt x="4376224" y="1333487"/>
                  </a:lnTo>
                  <a:lnTo>
                    <a:pt x="4369613" y="1333487"/>
                  </a:lnTo>
                  <a:lnTo>
                    <a:pt x="4363003" y="1333487"/>
                  </a:lnTo>
                  <a:lnTo>
                    <a:pt x="4356392" y="1333487"/>
                  </a:lnTo>
                  <a:lnTo>
                    <a:pt x="4349781" y="1333487"/>
                  </a:lnTo>
                  <a:lnTo>
                    <a:pt x="4343171" y="1333487"/>
                  </a:lnTo>
                  <a:lnTo>
                    <a:pt x="4336560" y="1333487"/>
                  </a:lnTo>
                  <a:lnTo>
                    <a:pt x="4329949" y="1333487"/>
                  </a:lnTo>
                  <a:lnTo>
                    <a:pt x="4323339" y="1333487"/>
                  </a:lnTo>
                  <a:lnTo>
                    <a:pt x="4316728" y="1333487"/>
                  </a:lnTo>
                  <a:lnTo>
                    <a:pt x="4310118" y="1333487"/>
                  </a:lnTo>
                  <a:lnTo>
                    <a:pt x="4303507" y="1333487"/>
                  </a:lnTo>
                  <a:lnTo>
                    <a:pt x="4296896" y="1333487"/>
                  </a:lnTo>
                  <a:lnTo>
                    <a:pt x="4290286" y="1333487"/>
                  </a:lnTo>
                  <a:lnTo>
                    <a:pt x="4283675" y="1333487"/>
                  </a:lnTo>
                  <a:lnTo>
                    <a:pt x="4277065" y="1333487"/>
                  </a:lnTo>
                  <a:lnTo>
                    <a:pt x="4270454" y="1333487"/>
                  </a:lnTo>
                  <a:lnTo>
                    <a:pt x="4263843" y="1333487"/>
                  </a:lnTo>
                  <a:lnTo>
                    <a:pt x="4257233" y="1333487"/>
                  </a:lnTo>
                  <a:lnTo>
                    <a:pt x="4250622" y="1333487"/>
                  </a:lnTo>
                  <a:lnTo>
                    <a:pt x="4244012" y="1333487"/>
                  </a:lnTo>
                  <a:lnTo>
                    <a:pt x="4237401" y="1333487"/>
                  </a:lnTo>
                  <a:lnTo>
                    <a:pt x="4230790" y="1333487"/>
                  </a:lnTo>
                  <a:lnTo>
                    <a:pt x="4224180" y="1333487"/>
                  </a:lnTo>
                  <a:lnTo>
                    <a:pt x="4217569" y="1333487"/>
                  </a:lnTo>
                  <a:lnTo>
                    <a:pt x="4210958" y="1333487"/>
                  </a:lnTo>
                  <a:lnTo>
                    <a:pt x="4204348" y="1333487"/>
                  </a:lnTo>
                  <a:lnTo>
                    <a:pt x="4197737" y="1333487"/>
                  </a:lnTo>
                  <a:lnTo>
                    <a:pt x="4191127" y="1333487"/>
                  </a:lnTo>
                  <a:lnTo>
                    <a:pt x="4184516" y="1333487"/>
                  </a:lnTo>
                  <a:lnTo>
                    <a:pt x="4177905" y="1333487"/>
                  </a:lnTo>
                  <a:lnTo>
                    <a:pt x="4171295" y="1333487"/>
                  </a:lnTo>
                  <a:lnTo>
                    <a:pt x="4164684" y="1333487"/>
                  </a:lnTo>
                  <a:lnTo>
                    <a:pt x="4158074" y="1333487"/>
                  </a:lnTo>
                  <a:lnTo>
                    <a:pt x="4151463" y="1333487"/>
                  </a:lnTo>
                  <a:lnTo>
                    <a:pt x="4144852" y="1333487"/>
                  </a:lnTo>
                  <a:lnTo>
                    <a:pt x="4138242" y="1333487"/>
                  </a:lnTo>
                  <a:lnTo>
                    <a:pt x="4131631" y="1333487"/>
                  </a:lnTo>
                  <a:lnTo>
                    <a:pt x="4125021" y="1333487"/>
                  </a:lnTo>
                  <a:lnTo>
                    <a:pt x="4118410" y="1333487"/>
                  </a:lnTo>
                  <a:lnTo>
                    <a:pt x="4111799" y="1333487"/>
                  </a:lnTo>
                  <a:lnTo>
                    <a:pt x="4105189" y="1333487"/>
                  </a:lnTo>
                  <a:lnTo>
                    <a:pt x="4098578" y="1333487"/>
                  </a:lnTo>
                  <a:lnTo>
                    <a:pt x="4091967" y="1333487"/>
                  </a:lnTo>
                  <a:lnTo>
                    <a:pt x="4085357" y="1333487"/>
                  </a:lnTo>
                  <a:lnTo>
                    <a:pt x="4078746" y="1333487"/>
                  </a:lnTo>
                  <a:lnTo>
                    <a:pt x="4072136" y="1333487"/>
                  </a:lnTo>
                  <a:lnTo>
                    <a:pt x="4065525" y="1333487"/>
                  </a:lnTo>
                  <a:lnTo>
                    <a:pt x="4058914" y="1333487"/>
                  </a:lnTo>
                  <a:lnTo>
                    <a:pt x="4052304" y="1333487"/>
                  </a:lnTo>
                  <a:lnTo>
                    <a:pt x="4045693" y="1333487"/>
                  </a:lnTo>
                  <a:lnTo>
                    <a:pt x="4039083" y="1333487"/>
                  </a:lnTo>
                  <a:lnTo>
                    <a:pt x="4032472" y="1333487"/>
                  </a:lnTo>
                  <a:lnTo>
                    <a:pt x="4025861" y="1333487"/>
                  </a:lnTo>
                  <a:lnTo>
                    <a:pt x="4019251" y="1333487"/>
                  </a:lnTo>
                  <a:lnTo>
                    <a:pt x="4012640" y="1333487"/>
                  </a:lnTo>
                  <a:lnTo>
                    <a:pt x="4006030" y="1333487"/>
                  </a:lnTo>
                  <a:lnTo>
                    <a:pt x="3999419" y="1333487"/>
                  </a:lnTo>
                  <a:lnTo>
                    <a:pt x="3992808" y="1333487"/>
                  </a:lnTo>
                  <a:lnTo>
                    <a:pt x="3986198" y="1333487"/>
                  </a:lnTo>
                  <a:lnTo>
                    <a:pt x="3979587" y="1333487"/>
                  </a:lnTo>
                  <a:lnTo>
                    <a:pt x="3972976" y="1333487"/>
                  </a:lnTo>
                  <a:lnTo>
                    <a:pt x="3966366" y="1333487"/>
                  </a:lnTo>
                  <a:lnTo>
                    <a:pt x="3959755" y="1333487"/>
                  </a:lnTo>
                  <a:lnTo>
                    <a:pt x="3953145" y="1333487"/>
                  </a:lnTo>
                  <a:lnTo>
                    <a:pt x="3946534" y="1333487"/>
                  </a:lnTo>
                  <a:lnTo>
                    <a:pt x="3939923" y="1333487"/>
                  </a:lnTo>
                  <a:lnTo>
                    <a:pt x="3933313" y="1333487"/>
                  </a:lnTo>
                  <a:lnTo>
                    <a:pt x="3926702" y="1333487"/>
                  </a:lnTo>
                  <a:lnTo>
                    <a:pt x="3920092" y="1333487"/>
                  </a:lnTo>
                  <a:lnTo>
                    <a:pt x="3913481" y="1333487"/>
                  </a:lnTo>
                  <a:lnTo>
                    <a:pt x="3906870" y="1333487"/>
                  </a:lnTo>
                  <a:lnTo>
                    <a:pt x="3900260" y="1333487"/>
                  </a:lnTo>
                  <a:lnTo>
                    <a:pt x="3893649" y="1333487"/>
                  </a:lnTo>
                  <a:lnTo>
                    <a:pt x="3887039" y="1333487"/>
                  </a:lnTo>
                  <a:lnTo>
                    <a:pt x="3880428" y="1333487"/>
                  </a:lnTo>
                  <a:lnTo>
                    <a:pt x="3873817" y="1333487"/>
                  </a:lnTo>
                  <a:lnTo>
                    <a:pt x="3867207" y="1333487"/>
                  </a:lnTo>
                  <a:lnTo>
                    <a:pt x="3860596" y="1333487"/>
                  </a:lnTo>
                  <a:lnTo>
                    <a:pt x="3853985" y="1333487"/>
                  </a:lnTo>
                  <a:lnTo>
                    <a:pt x="3847375" y="1333487"/>
                  </a:lnTo>
                  <a:lnTo>
                    <a:pt x="3840764" y="1333487"/>
                  </a:lnTo>
                  <a:lnTo>
                    <a:pt x="3834154" y="1333487"/>
                  </a:lnTo>
                  <a:lnTo>
                    <a:pt x="3827543" y="1333487"/>
                  </a:lnTo>
                  <a:lnTo>
                    <a:pt x="3820932" y="1333487"/>
                  </a:lnTo>
                  <a:lnTo>
                    <a:pt x="3814322" y="1333487"/>
                  </a:lnTo>
                  <a:lnTo>
                    <a:pt x="3807711" y="1333487"/>
                  </a:lnTo>
                  <a:lnTo>
                    <a:pt x="3801101" y="1333487"/>
                  </a:lnTo>
                  <a:lnTo>
                    <a:pt x="3794490" y="1333487"/>
                  </a:lnTo>
                  <a:lnTo>
                    <a:pt x="3787879" y="1333487"/>
                  </a:lnTo>
                  <a:lnTo>
                    <a:pt x="3781269" y="1333487"/>
                  </a:lnTo>
                  <a:lnTo>
                    <a:pt x="3774658" y="1333487"/>
                  </a:lnTo>
                  <a:lnTo>
                    <a:pt x="3768048" y="1333487"/>
                  </a:lnTo>
                  <a:lnTo>
                    <a:pt x="3761437" y="1333487"/>
                  </a:lnTo>
                  <a:lnTo>
                    <a:pt x="3754826" y="1333487"/>
                  </a:lnTo>
                  <a:lnTo>
                    <a:pt x="3748216" y="1333487"/>
                  </a:lnTo>
                  <a:lnTo>
                    <a:pt x="3741605" y="1333487"/>
                  </a:lnTo>
                  <a:lnTo>
                    <a:pt x="3734994" y="1333487"/>
                  </a:lnTo>
                  <a:lnTo>
                    <a:pt x="3728384" y="1333487"/>
                  </a:lnTo>
                  <a:lnTo>
                    <a:pt x="3721773" y="1333487"/>
                  </a:lnTo>
                  <a:lnTo>
                    <a:pt x="3715163" y="1333487"/>
                  </a:lnTo>
                  <a:lnTo>
                    <a:pt x="3708552" y="1333487"/>
                  </a:lnTo>
                  <a:lnTo>
                    <a:pt x="3701941" y="1333487"/>
                  </a:lnTo>
                  <a:lnTo>
                    <a:pt x="3695331" y="1333487"/>
                  </a:lnTo>
                  <a:lnTo>
                    <a:pt x="3688720" y="1333487"/>
                  </a:lnTo>
                  <a:lnTo>
                    <a:pt x="3682110" y="1333487"/>
                  </a:lnTo>
                  <a:lnTo>
                    <a:pt x="3675499" y="1333487"/>
                  </a:lnTo>
                  <a:lnTo>
                    <a:pt x="3668888" y="1333487"/>
                  </a:lnTo>
                  <a:lnTo>
                    <a:pt x="3662278" y="1333487"/>
                  </a:lnTo>
                  <a:lnTo>
                    <a:pt x="3655667" y="1333487"/>
                  </a:lnTo>
                  <a:lnTo>
                    <a:pt x="3649057" y="1333487"/>
                  </a:lnTo>
                  <a:lnTo>
                    <a:pt x="3642446" y="1333487"/>
                  </a:lnTo>
                  <a:lnTo>
                    <a:pt x="3635835" y="1333487"/>
                  </a:lnTo>
                  <a:lnTo>
                    <a:pt x="3629225" y="1333487"/>
                  </a:lnTo>
                  <a:lnTo>
                    <a:pt x="3622614" y="1333487"/>
                  </a:lnTo>
                  <a:lnTo>
                    <a:pt x="3616004" y="1333487"/>
                  </a:lnTo>
                  <a:lnTo>
                    <a:pt x="3609393" y="1333487"/>
                  </a:lnTo>
                  <a:lnTo>
                    <a:pt x="3602782" y="1333487"/>
                  </a:lnTo>
                  <a:lnTo>
                    <a:pt x="3596172" y="1333487"/>
                  </a:lnTo>
                  <a:lnTo>
                    <a:pt x="3589561" y="1333487"/>
                  </a:lnTo>
                  <a:lnTo>
                    <a:pt x="3582950" y="1333487"/>
                  </a:lnTo>
                  <a:lnTo>
                    <a:pt x="3576340" y="1333487"/>
                  </a:lnTo>
                  <a:lnTo>
                    <a:pt x="3569729" y="1333487"/>
                  </a:lnTo>
                  <a:lnTo>
                    <a:pt x="3563119" y="1333487"/>
                  </a:lnTo>
                  <a:lnTo>
                    <a:pt x="3556508" y="1333487"/>
                  </a:lnTo>
                  <a:lnTo>
                    <a:pt x="3549897" y="1333487"/>
                  </a:lnTo>
                  <a:lnTo>
                    <a:pt x="3543287" y="1333487"/>
                  </a:lnTo>
                  <a:lnTo>
                    <a:pt x="3536676" y="1333487"/>
                  </a:lnTo>
                  <a:lnTo>
                    <a:pt x="3530066" y="1333487"/>
                  </a:lnTo>
                  <a:lnTo>
                    <a:pt x="3523455" y="1333487"/>
                  </a:lnTo>
                  <a:lnTo>
                    <a:pt x="3516844" y="1333487"/>
                  </a:lnTo>
                  <a:lnTo>
                    <a:pt x="3510234" y="1333487"/>
                  </a:lnTo>
                  <a:lnTo>
                    <a:pt x="3503623" y="1333487"/>
                  </a:lnTo>
                  <a:lnTo>
                    <a:pt x="3497013" y="1333487"/>
                  </a:lnTo>
                  <a:lnTo>
                    <a:pt x="3490402" y="1333487"/>
                  </a:lnTo>
                  <a:lnTo>
                    <a:pt x="3483791" y="1333487"/>
                  </a:lnTo>
                  <a:lnTo>
                    <a:pt x="3477181" y="1333487"/>
                  </a:lnTo>
                  <a:lnTo>
                    <a:pt x="3470570" y="1333487"/>
                  </a:lnTo>
                  <a:lnTo>
                    <a:pt x="3463959" y="1333487"/>
                  </a:lnTo>
                  <a:lnTo>
                    <a:pt x="3457349" y="1333487"/>
                  </a:lnTo>
                  <a:lnTo>
                    <a:pt x="3450738" y="1333487"/>
                  </a:lnTo>
                  <a:lnTo>
                    <a:pt x="3444128" y="1333487"/>
                  </a:lnTo>
                  <a:lnTo>
                    <a:pt x="3437517" y="1333487"/>
                  </a:lnTo>
                  <a:lnTo>
                    <a:pt x="3430906" y="1333487"/>
                  </a:lnTo>
                  <a:lnTo>
                    <a:pt x="3424296" y="1333487"/>
                  </a:lnTo>
                  <a:lnTo>
                    <a:pt x="3417685" y="1333487"/>
                  </a:lnTo>
                  <a:lnTo>
                    <a:pt x="3411075" y="1333487"/>
                  </a:lnTo>
                  <a:lnTo>
                    <a:pt x="3404464" y="1333487"/>
                  </a:lnTo>
                  <a:lnTo>
                    <a:pt x="3397853" y="1333487"/>
                  </a:lnTo>
                  <a:lnTo>
                    <a:pt x="3391243" y="1333487"/>
                  </a:lnTo>
                  <a:lnTo>
                    <a:pt x="3384632" y="1333487"/>
                  </a:lnTo>
                  <a:lnTo>
                    <a:pt x="3378022" y="1333487"/>
                  </a:lnTo>
                  <a:lnTo>
                    <a:pt x="3371411" y="1333487"/>
                  </a:lnTo>
                  <a:lnTo>
                    <a:pt x="3364800" y="1333487"/>
                  </a:lnTo>
                  <a:lnTo>
                    <a:pt x="3358190" y="1333487"/>
                  </a:lnTo>
                  <a:lnTo>
                    <a:pt x="3351579" y="1333487"/>
                  </a:lnTo>
                  <a:lnTo>
                    <a:pt x="3344968" y="1333487"/>
                  </a:lnTo>
                  <a:lnTo>
                    <a:pt x="3338358" y="1333487"/>
                  </a:lnTo>
                  <a:lnTo>
                    <a:pt x="3331747" y="1333487"/>
                  </a:lnTo>
                  <a:lnTo>
                    <a:pt x="3325137" y="1333487"/>
                  </a:lnTo>
                  <a:lnTo>
                    <a:pt x="3318526" y="1333487"/>
                  </a:lnTo>
                  <a:lnTo>
                    <a:pt x="3311915" y="1333487"/>
                  </a:lnTo>
                  <a:lnTo>
                    <a:pt x="3305305" y="1333487"/>
                  </a:lnTo>
                  <a:lnTo>
                    <a:pt x="3298694" y="1333487"/>
                  </a:lnTo>
                  <a:lnTo>
                    <a:pt x="3292084" y="1333487"/>
                  </a:lnTo>
                  <a:lnTo>
                    <a:pt x="3285473" y="1333487"/>
                  </a:lnTo>
                  <a:lnTo>
                    <a:pt x="3278862" y="1333487"/>
                  </a:lnTo>
                  <a:lnTo>
                    <a:pt x="3272252" y="1333487"/>
                  </a:lnTo>
                  <a:lnTo>
                    <a:pt x="3265641" y="1333487"/>
                  </a:lnTo>
                  <a:lnTo>
                    <a:pt x="3259031" y="1333487"/>
                  </a:lnTo>
                  <a:lnTo>
                    <a:pt x="3252420" y="1333487"/>
                  </a:lnTo>
                  <a:lnTo>
                    <a:pt x="3245809" y="1333487"/>
                  </a:lnTo>
                  <a:lnTo>
                    <a:pt x="3239199" y="1333487"/>
                  </a:lnTo>
                  <a:lnTo>
                    <a:pt x="3232588" y="1333487"/>
                  </a:lnTo>
                  <a:lnTo>
                    <a:pt x="3225977" y="1333487"/>
                  </a:lnTo>
                  <a:lnTo>
                    <a:pt x="3219367" y="1333487"/>
                  </a:lnTo>
                  <a:lnTo>
                    <a:pt x="3212756" y="1333487"/>
                  </a:lnTo>
                  <a:lnTo>
                    <a:pt x="3206146" y="1333487"/>
                  </a:lnTo>
                  <a:lnTo>
                    <a:pt x="3199535" y="1333487"/>
                  </a:lnTo>
                  <a:lnTo>
                    <a:pt x="3192924" y="1333487"/>
                  </a:lnTo>
                  <a:lnTo>
                    <a:pt x="3186314" y="1333487"/>
                  </a:lnTo>
                  <a:lnTo>
                    <a:pt x="3179703" y="1333487"/>
                  </a:lnTo>
                  <a:lnTo>
                    <a:pt x="3173093" y="1333487"/>
                  </a:lnTo>
                  <a:lnTo>
                    <a:pt x="3166482" y="1333487"/>
                  </a:lnTo>
                  <a:lnTo>
                    <a:pt x="3159871" y="1333487"/>
                  </a:lnTo>
                  <a:lnTo>
                    <a:pt x="3153261" y="1333487"/>
                  </a:lnTo>
                  <a:lnTo>
                    <a:pt x="3146650" y="1333487"/>
                  </a:lnTo>
                  <a:lnTo>
                    <a:pt x="3140040" y="1333487"/>
                  </a:lnTo>
                  <a:lnTo>
                    <a:pt x="3133429" y="1333487"/>
                  </a:lnTo>
                  <a:lnTo>
                    <a:pt x="3126818" y="1333487"/>
                  </a:lnTo>
                  <a:lnTo>
                    <a:pt x="3120208" y="1333487"/>
                  </a:lnTo>
                  <a:lnTo>
                    <a:pt x="3113597" y="1333487"/>
                  </a:lnTo>
                  <a:lnTo>
                    <a:pt x="3106986" y="1333487"/>
                  </a:lnTo>
                  <a:lnTo>
                    <a:pt x="3100376" y="1333487"/>
                  </a:lnTo>
                  <a:lnTo>
                    <a:pt x="3093765" y="1333487"/>
                  </a:lnTo>
                  <a:lnTo>
                    <a:pt x="3087155" y="1333487"/>
                  </a:lnTo>
                  <a:lnTo>
                    <a:pt x="3080544" y="1333487"/>
                  </a:lnTo>
                  <a:lnTo>
                    <a:pt x="3073933" y="1333487"/>
                  </a:lnTo>
                  <a:lnTo>
                    <a:pt x="3067323" y="1333487"/>
                  </a:lnTo>
                  <a:lnTo>
                    <a:pt x="3060712" y="1333487"/>
                  </a:lnTo>
                  <a:lnTo>
                    <a:pt x="3054102" y="1333487"/>
                  </a:lnTo>
                  <a:lnTo>
                    <a:pt x="3047491" y="1333487"/>
                  </a:lnTo>
                  <a:lnTo>
                    <a:pt x="3040880" y="1333487"/>
                  </a:lnTo>
                  <a:lnTo>
                    <a:pt x="3034270" y="1333487"/>
                  </a:lnTo>
                  <a:lnTo>
                    <a:pt x="3027659" y="1333487"/>
                  </a:lnTo>
                  <a:lnTo>
                    <a:pt x="3021049" y="1333487"/>
                  </a:lnTo>
                  <a:lnTo>
                    <a:pt x="3014438" y="1333487"/>
                  </a:lnTo>
                  <a:lnTo>
                    <a:pt x="3007827" y="1333487"/>
                  </a:lnTo>
                  <a:lnTo>
                    <a:pt x="3001217" y="1333487"/>
                  </a:lnTo>
                  <a:lnTo>
                    <a:pt x="2994606" y="1333487"/>
                  </a:lnTo>
                  <a:lnTo>
                    <a:pt x="2987995" y="1333487"/>
                  </a:lnTo>
                  <a:lnTo>
                    <a:pt x="2981385" y="1333487"/>
                  </a:lnTo>
                  <a:lnTo>
                    <a:pt x="2974774" y="1333487"/>
                  </a:lnTo>
                  <a:lnTo>
                    <a:pt x="2968164" y="1333487"/>
                  </a:lnTo>
                  <a:lnTo>
                    <a:pt x="2961553" y="1333487"/>
                  </a:lnTo>
                  <a:lnTo>
                    <a:pt x="2954942" y="1333487"/>
                  </a:lnTo>
                  <a:lnTo>
                    <a:pt x="2948332" y="1333487"/>
                  </a:lnTo>
                  <a:lnTo>
                    <a:pt x="2941721" y="1333487"/>
                  </a:lnTo>
                  <a:lnTo>
                    <a:pt x="2935111" y="1333487"/>
                  </a:lnTo>
                  <a:lnTo>
                    <a:pt x="2928500" y="1333487"/>
                  </a:lnTo>
                  <a:lnTo>
                    <a:pt x="2921889" y="1333487"/>
                  </a:lnTo>
                  <a:lnTo>
                    <a:pt x="2915279" y="1333487"/>
                  </a:lnTo>
                  <a:lnTo>
                    <a:pt x="2908668" y="1333487"/>
                  </a:lnTo>
                  <a:lnTo>
                    <a:pt x="2902058" y="1333487"/>
                  </a:lnTo>
                  <a:lnTo>
                    <a:pt x="2895447" y="1333487"/>
                  </a:lnTo>
                  <a:lnTo>
                    <a:pt x="2888836" y="1333487"/>
                  </a:lnTo>
                  <a:lnTo>
                    <a:pt x="2882226" y="1333487"/>
                  </a:lnTo>
                  <a:lnTo>
                    <a:pt x="2875615" y="1333487"/>
                  </a:lnTo>
                  <a:lnTo>
                    <a:pt x="2869005" y="1333487"/>
                  </a:lnTo>
                  <a:lnTo>
                    <a:pt x="2862394" y="1333487"/>
                  </a:lnTo>
                  <a:lnTo>
                    <a:pt x="2855783" y="1333487"/>
                  </a:lnTo>
                  <a:lnTo>
                    <a:pt x="2849173" y="1333487"/>
                  </a:lnTo>
                  <a:lnTo>
                    <a:pt x="2842562" y="1333487"/>
                  </a:lnTo>
                  <a:lnTo>
                    <a:pt x="2835951" y="1333487"/>
                  </a:lnTo>
                  <a:lnTo>
                    <a:pt x="2829341" y="1333487"/>
                  </a:lnTo>
                  <a:lnTo>
                    <a:pt x="2822730" y="1333487"/>
                  </a:lnTo>
                  <a:lnTo>
                    <a:pt x="2816120" y="1333487"/>
                  </a:lnTo>
                  <a:lnTo>
                    <a:pt x="2809509" y="1333487"/>
                  </a:lnTo>
                  <a:lnTo>
                    <a:pt x="2802898" y="1333487"/>
                  </a:lnTo>
                  <a:lnTo>
                    <a:pt x="2796288" y="1333487"/>
                  </a:lnTo>
                  <a:lnTo>
                    <a:pt x="2789677" y="1333487"/>
                  </a:lnTo>
                  <a:lnTo>
                    <a:pt x="2783067" y="1333487"/>
                  </a:lnTo>
                  <a:lnTo>
                    <a:pt x="2776456" y="1333487"/>
                  </a:lnTo>
                  <a:lnTo>
                    <a:pt x="2769845" y="1333487"/>
                  </a:lnTo>
                  <a:lnTo>
                    <a:pt x="2763235" y="1333487"/>
                  </a:lnTo>
                  <a:lnTo>
                    <a:pt x="2756624" y="1333487"/>
                  </a:lnTo>
                  <a:lnTo>
                    <a:pt x="2750014" y="1333487"/>
                  </a:lnTo>
                  <a:lnTo>
                    <a:pt x="2743403" y="1333487"/>
                  </a:lnTo>
                  <a:lnTo>
                    <a:pt x="2736792" y="1333487"/>
                  </a:lnTo>
                  <a:lnTo>
                    <a:pt x="2730182" y="1333487"/>
                  </a:lnTo>
                  <a:lnTo>
                    <a:pt x="2723571" y="1333487"/>
                  </a:lnTo>
                  <a:lnTo>
                    <a:pt x="2716960" y="1333487"/>
                  </a:lnTo>
                  <a:lnTo>
                    <a:pt x="2710350" y="1333487"/>
                  </a:lnTo>
                  <a:lnTo>
                    <a:pt x="2703739" y="1333487"/>
                  </a:lnTo>
                  <a:lnTo>
                    <a:pt x="2697129" y="1333487"/>
                  </a:lnTo>
                  <a:lnTo>
                    <a:pt x="2690518" y="1333487"/>
                  </a:lnTo>
                  <a:lnTo>
                    <a:pt x="2683907" y="1333487"/>
                  </a:lnTo>
                  <a:lnTo>
                    <a:pt x="2677297" y="1333487"/>
                  </a:lnTo>
                  <a:lnTo>
                    <a:pt x="2670686" y="1333487"/>
                  </a:lnTo>
                  <a:lnTo>
                    <a:pt x="2664076" y="1333487"/>
                  </a:lnTo>
                  <a:lnTo>
                    <a:pt x="2657465" y="1333487"/>
                  </a:lnTo>
                  <a:lnTo>
                    <a:pt x="2650854" y="1333487"/>
                  </a:lnTo>
                  <a:lnTo>
                    <a:pt x="2644244" y="1333487"/>
                  </a:lnTo>
                  <a:lnTo>
                    <a:pt x="2637633" y="1333487"/>
                  </a:lnTo>
                  <a:lnTo>
                    <a:pt x="2631023" y="1333487"/>
                  </a:lnTo>
                  <a:lnTo>
                    <a:pt x="2624412" y="1333487"/>
                  </a:lnTo>
                  <a:lnTo>
                    <a:pt x="2617801" y="1333487"/>
                  </a:lnTo>
                  <a:lnTo>
                    <a:pt x="2611191" y="1333487"/>
                  </a:lnTo>
                  <a:lnTo>
                    <a:pt x="2604580" y="1333487"/>
                  </a:lnTo>
                  <a:lnTo>
                    <a:pt x="2597969" y="1333487"/>
                  </a:lnTo>
                  <a:lnTo>
                    <a:pt x="2591359" y="1333487"/>
                  </a:lnTo>
                  <a:lnTo>
                    <a:pt x="2584748" y="1333487"/>
                  </a:lnTo>
                  <a:lnTo>
                    <a:pt x="2578138" y="1333487"/>
                  </a:lnTo>
                  <a:lnTo>
                    <a:pt x="2571527" y="1333487"/>
                  </a:lnTo>
                  <a:lnTo>
                    <a:pt x="2564916" y="1333487"/>
                  </a:lnTo>
                  <a:lnTo>
                    <a:pt x="2558306" y="1333487"/>
                  </a:lnTo>
                  <a:lnTo>
                    <a:pt x="2551695" y="1333487"/>
                  </a:lnTo>
                  <a:lnTo>
                    <a:pt x="2545085" y="1333487"/>
                  </a:lnTo>
                  <a:lnTo>
                    <a:pt x="2538474" y="1333487"/>
                  </a:lnTo>
                  <a:lnTo>
                    <a:pt x="2531863" y="1333487"/>
                  </a:lnTo>
                  <a:lnTo>
                    <a:pt x="2525253" y="1333487"/>
                  </a:lnTo>
                  <a:lnTo>
                    <a:pt x="2518642" y="1333487"/>
                  </a:lnTo>
                  <a:lnTo>
                    <a:pt x="2512032" y="1333487"/>
                  </a:lnTo>
                  <a:lnTo>
                    <a:pt x="2505421" y="1333487"/>
                  </a:lnTo>
                  <a:lnTo>
                    <a:pt x="2498810" y="1333487"/>
                  </a:lnTo>
                  <a:lnTo>
                    <a:pt x="2492200" y="1333487"/>
                  </a:lnTo>
                  <a:lnTo>
                    <a:pt x="2485589" y="1333487"/>
                  </a:lnTo>
                  <a:lnTo>
                    <a:pt x="2478978" y="1333487"/>
                  </a:lnTo>
                  <a:lnTo>
                    <a:pt x="2472368" y="1333487"/>
                  </a:lnTo>
                  <a:lnTo>
                    <a:pt x="2465757" y="1333487"/>
                  </a:lnTo>
                  <a:lnTo>
                    <a:pt x="2459147" y="1333487"/>
                  </a:lnTo>
                  <a:lnTo>
                    <a:pt x="2452536" y="1333487"/>
                  </a:lnTo>
                  <a:lnTo>
                    <a:pt x="2445925" y="1333487"/>
                  </a:lnTo>
                  <a:lnTo>
                    <a:pt x="2439315" y="1333487"/>
                  </a:lnTo>
                  <a:lnTo>
                    <a:pt x="2432704" y="1333487"/>
                  </a:lnTo>
                  <a:lnTo>
                    <a:pt x="2426094" y="1333487"/>
                  </a:lnTo>
                  <a:lnTo>
                    <a:pt x="2419483" y="1333487"/>
                  </a:lnTo>
                  <a:lnTo>
                    <a:pt x="2412872" y="1333487"/>
                  </a:lnTo>
                  <a:lnTo>
                    <a:pt x="2406262" y="1333487"/>
                  </a:lnTo>
                  <a:lnTo>
                    <a:pt x="2399651" y="1333487"/>
                  </a:lnTo>
                  <a:lnTo>
                    <a:pt x="2393041" y="1333487"/>
                  </a:lnTo>
                  <a:lnTo>
                    <a:pt x="2386430" y="1333487"/>
                  </a:lnTo>
                  <a:lnTo>
                    <a:pt x="2379819" y="1333487"/>
                  </a:lnTo>
                  <a:lnTo>
                    <a:pt x="2373209" y="1333487"/>
                  </a:lnTo>
                  <a:lnTo>
                    <a:pt x="2366598" y="1333487"/>
                  </a:lnTo>
                  <a:lnTo>
                    <a:pt x="2359987" y="1333487"/>
                  </a:lnTo>
                  <a:lnTo>
                    <a:pt x="2353377" y="1333487"/>
                  </a:lnTo>
                  <a:lnTo>
                    <a:pt x="2346766" y="1333487"/>
                  </a:lnTo>
                  <a:lnTo>
                    <a:pt x="2340156" y="1333487"/>
                  </a:lnTo>
                  <a:lnTo>
                    <a:pt x="2333545" y="1333487"/>
                  </a:lnTo>
                  <a:lnTo>
                    <a:pt x="2326934" y="1333487"/>
                  </a:lnTo>
                  <a:lnTo>
                    <a:pt x="2320324" y="1333487"/>
                  </a:lnTo>
                  <a:lnTo>
                    <a:pt x="2313713" y="1333487"/>
                  </a:lnTo>
                  <a:lnTo>
                    <a:pt x="2307103" y="1333487"/>
                  </a:lnTo>
                  <a:lnTo>
                    <a:pt x="2300492" y="1333487"/>
                  </a:lnTo>
                  <a:lnTo>
                    <a:pt x="2293881" y="1333487"/>
                  </a:lnTo>
                  <a:lnTo>
                    <a:pt x="2287271" y="1333487"/>
                  </a:lnTo>
                  <a:lnTo>
                    <a:pt x="2280660" y="1333487"/>
                  </a:lnTo>
                  <a:lnTo>
                    <a:pt x="2274050" y="1333487"/>
                  </a:lnTo>
                  <a:lnTo>
                    <a:pt x="2267439" y="1333487"/>
                  </a:lnTo>
                  <a:lnTo>
                    <a:pt x="2260828" y="1333487"/>
                  </a:lnTo>
                  <a:lnTo>
                    <a:pt x="2254218" y="1333487"/>
                  </a:lnTo>
                  <a:lnTo>
                    <a:pt x="2247607" y="1333487"/>
                  </a:lnTo>
                  <a:lnTo>
                    <a:pt x="2240996" y="1333487"/>
                  </a:lnTo>
                  <a:lnTo>
                    <a:pt x="2234386" y="1333487"/>
                  </a:lnTo>
                  <a:lnTo>
                    <a:pt x="2227775" y="1333487"/>
                  </a:lnTo>
                  <a:lnTo>
                    <a:pt x="2221165" y="1333487"/>
                  </a:lnTo>
                  <a:lnTo>
                    <a:pt x="2214554" y="1333487"/>
                  </a:lnTo>
                  <a:lnTo>
                    <a:pt x="2207943" y="1333487"/>
                  </a:lnTo>
                  <a:lnTo>
                    <a:pt x="2201333" y="1333487"/>
                  </a:lnTo>
                  <a:lnTo>
                    <a:pt x="2194722" y="1333487"/>
                  </a:lnTo>
                  <a:lnTo>
                    <a:pt x="2188112" y="1333487"/>
                  </a:lnTo>
                  <a:lnTo>
                    <a:pt x="2181501" y="1333487"/>
                  </a:lnTo>
                  <a:lnTo>
                    <a:pt x="2174890" y="1333487"/>
                  </a:lnTo>
                  <a:lnTo>
                    <a:pt x="2168280" y="1333487"/>
                  </a:lnTo>
                  <a:lnTo>
                    <a:pt x="2161669" y="1333487"/>
                  </a:lnTo>
                  <a:lnTo>
                    <a:pt x="2155059" y="1333487"/>
                  </a:lnTo>
                  <a:lnTo>
                    <a:pt x="2148448" y="1333487"/>
                  </a:lnTo>
                  <a:lnTo>
                    <a:pt x="2141837" y="1333487"/>
                  </a:lnTo>
                  <a:lnTo>
                    <a:pt x="2135227" y="1333487"/>
                  </a:lnTo>
                  <a:lnTo>
                    <a:pt x="2128616" y="1333487"/>
                  </a:lnTo>
                  <a:lnTo>
                    <a:pt x="2122006" y="1333487"/>
                  </a:lnTo>
                  <a:lnTo>
                    <a:pt x="2115395" y="1333487"/>
                  </a:lnTo>
                  <a:lnTo>
                    <a:pt x="2108784" y="1333487"/>
                  </a:lnTo>
                  <a:lnTo>
                    <a:pt x="2102174" y="1333487"/>
                  </a:lnTo>
                  <a:lnTo>
                    <a:pt x="2095563" y="1333487"/>
                  </a:lnTo>
                  <a:lnTo>
                    <a:pt x="2088952" y="1333487"/>
                  </a:lnTo>
                  <a:lnTo>
                    <a:pt x="2082342" y="1333487"/>
                  </a:lnTo>
                  <a:lnTo>
                    <a:pt x="2075731" y="1333487"/>
                  </a:lnTo>
                  <a:lnTo>
                    <a:pt x="2069121" y="1333487"/>
                  </a:lnTo>
                  <a:lnTo>
                    <a:pt x="2062510" y="1333487"/>
                  </a:lnTo>
                  <a:lnTo>
                    <a:pt x="2055899" y="1333487"/>
                  </a:lnTo>
                  <a:lnTo>
                    <a:pt x="2049289" y="1333487"/>
                  </a:lnTo>
                  <a:lnTo>
                    <a:pt x="2042678" y="1333487"/>
                  </a:lnTo>
                  <a:lnTo>
                    <a:pt x="2036068" y="1333487"/>
                  </a:lnTo>
                  <a:lnTo>
                    <a:pt x="2029457" y="1333487"/>
                  </a:lnTo>
                  <a:lnTo>
                    <a:pt x="2022846" y="1333487"/>
                  </a:lnTo>
                  <a:lnTo>
                    <a:pt x="2016236" y="1333487"/>
                  </a:lnTo>
                  <a:lnTo>
                    <a:pt x="2009625" y="1333487"/>
                  </a:lnTo>
                  <a:lnTo>
                    <a:pt x="2003015" y="1333487"/>
                  </a:lnTo>
                  <a:lnTo>
                    <a:pt x="1996404" y="1333487"/>
                  </a:lnTo>
                  <a:lnTo>
                    <a:pt x="1989793" y="1333487"/>
                  </a:lnTo>
                  <a:lnTo>
                    <a:pt x="1983183" y="1333487"/>
                  </a:lnTo>
                  <a:lnTo>
                    <a:pt x="1976572" y="1333487"/>
                  </a:lnTo>
                  <a:lnTo>
                    <a:pt x="1969961" y="1333487"/>
                  </a:lnTo>
                  <a:lnTo>
                    <a:pt x="1963351" y="1333487"/>
                  </a:lnTo>
                  <a:lnTo>
                    <a:pt x="1956740" y="1333487"/>
                  </a:lnTo>
                  <a:lnTo>
                    <a:pt x="1950130" y="1333487"/>
                  </a:lnTo>
                  <a:lnTo>
                    <a:pt x="1943519" y="1333487"/>
                  </a:lnTo>
                  <a:lnTo>
                    <a:pt x="1936908" y="1333487"/>
                  </a:lnTo>
                  <a:lnTo>
                    <a:pt x="1930298" y="1333487"/>
                  </a:lnTo>
                  <a:lnTo>
                    <a:pt x="1923687" y="1333487"/>
                  </a:lnTo>
                  <a:lnTo>
                    <a:pt x="1917077" y="1333487"/>
                  </a:lnTo>
                  <a:lnTo>
                    <a:pt x="1910466" y="1333487"/>
                  </a:lnTo>
                  <a:lnTo>
                    <a:pt x="1903855" y="1333487"/>
                  </a:lnTo>
                  <a:lnTo>
                    <a:pt x="1897245" y="1333487"/>
                  </a:lnTo>
                  <a:lnTo>
                    <a:pt x="1890634" y="1333487"/>
                  </a:lnTo>
                  <a:lnTo>
                    <a:pt x="1884024" y="1333487"/>
                  </a:lnTo>
                  <a:lnTo>
                    <a:pt x="1877413" y="1333487"/>
                  </a:lnTo>
                  <a:lnTo>
                    <a:pt x="1870802" y="1333487"/>
                  </a:lnTo>
                  <a:lnTo>
                    <a:pt x="1864192" y="1333487"/>
                  </a:lnTo>
                  <a:lnTo>
                    <a:pt x="1857581" y="1333487"/>
                  </a:lnTo>
                  <a:lnTo>
                    <a:pt x="1850970" y="1333487"/>
                  </a:lnTo>
                  <a:lnTo>
                    <a:pt x="1844360" y="1333487"/>
                  </a:lnTo>
                  <a:lnTo>
                    <a:pt x="1837749" y="1333487"/>
                  </a:lnTo>
                  <a:lnTo>
                    <a:pt x="1831139" y="1333487"/>
                  </a:lnTo>
                  <a:lnTo>
                    <a:pt x="1824528" y="1333487"/>
                  </a:lnTo>
                  <a:lnTo>
                    <a:pt x="1817917" y="1333487"/>
                  </a:lnTo>
                  <a:lnTo>
                    <a:pt x="1811307" y="1333487"/>
                  </a:lnTo>
                  <a:lnTo>
                    <a:pt x="1804696" y="1333487"/>
                  </a:lnTo>
                  <a:lnTo>
                    <a:pt x="1798086" y="1333487"/>
                  </a:lnTo>
                  <a:lnTo>
                    <a:pt x="1791475" y="1333487"/>
                  </a:lnTo>
                  <a:lnTo>
                    <a:pt x="1784864" y="1333487"/>
                  </a:lnTo>
                  <a:lnTo>
                    <a:pt x="1778254" y="1333487"/>
                  </a:lnTo>
                  <a:lnTo>
                    <a:pt x="1771643" y="1333487"/>
                  </a:lnTo>
                  <a:lnTo>
                    <a:pt x="1765033" y="1333487"/>
                  </a:lnTo>
                  <a:lnTo>
                    <a:pt x="1758422" y="1333487"/>
                  </a:lnTo>
                  <a:lnTo>
                    <a:pt x="1751811" y="1333487"/>
                  </a:lnTo>
                  <a:lnTo>
                    <a:pt x="1745201" y="1333487"/>
                  </a:lnTo>
                  <a:lnTo>
                    <a:pt x="1738590" y="1333487"/>
                  </a:lnTo>
                  <a:lnTo>
                    <a:pt x="1731979" y="1333487"/>
                  </a:lnTo>
                  <a:lnTo>
                    <a:pt x="1725369" y="1333487"/>
                  </a:lnTo>
                  <a:lnTo>
                    <a:pt x="1718758" y="1333487"/>
                  </a:lnTo>
                  <a:lnTo>
                    <a:pt x="1712148" y="1333487"/>
                  </a:lnTo>
                  <a:lnTo>
                    <a:pt x="1705537" y="1333487"/>
                  </a:lnTo>
                  <a:lnTo>
                    <a:pt x="1698926" y="1333487"/>
                  </a:lnTo>
                  <a:lnTo>
                    <a:pt x="1692316" y="1333487"/>
                  </a:lnTo>
                  <a:lnTo>
                    <a:pt x="1685705" y="1333487"/>
                  </a:lnTo>
                  <a:lnTo>
                    <a:pt x="1679095" y="1333487"/>
                  </a:lnTo>
                  <a:lnTo>
                    <a:pt x="1672484" y="1333487"/>
                  </a:lnTo>
                  <a:lnTo>
                    <a:pt x="1665873" y="1333487"/>
                  </a:lnTo>
                  <a:lnTo>
                    <a:pt x="1659263" y="1333487"/>
                  </a:lnTo>
                  <a:lnTo>
                    <a:pt x="1652652" y="1333487"/>
                  </a:lnTo>
                  <a:lnTo>
                    <a:pt x="1646042" y="1333487"/>
                  </a:lnTo>
                  <a:lnTo>
                    <a:pt x="1639431" y="1333487"/>
                  </a:lnTo>
                  <a:lnTo>
                    <a:pt x="1632820" y="1333487"/>
                  </a:lnTo>
                  <a:lnTo>
                    <a:pt x="1626210" y="1333487"/>
                  </a:lnTo>
                  <a:lnTo>
                    <a:pt x="1619599" y="1333487"/>
                  </a:lnTo>
                  <a:lnTo>
                    <a:pt x="1612988" y="1333487"/>
                  </a:lnTo>
                  <a:lnTo>
                    <a:pt x="1606378" y="1333487"/>
                  </a:lnTo>
                  <a:lnTo>
                    <a:pt x="1599767" y="1333487"/>
                  </a:lnTo>
                  <a:lnTo>
                    <a:pt x="1593157" y="1333487"/>
                  </a:lnTo>
                  <a:lnTo>
                    <a:pt x="1586546" y="1333487"/>
                  </a:lnTo>
                  <a:lnTo>
                    <a:pt x="1579935" y="1333487"/>
                  </a:lnTo>
                  <a:lnTo>
                    <a:pt x="1573325" y="1333487"/>
                  </a:lnTo>
                  <a:lnTo>
                    <a:pt x="1566714" y="1333487"/>
                  </a:lnTo>
                  <a:lnTo>
                    <a:pt x="1560104" y="1333487"/>
                  </a:lnTo>
                  <a:lnTo>
                    <a:pt x="1553493" y="1333487"/>
                  </a:lnTo>
                  <a:lnTo>
                    <a:pt x="1546882" y="1333487"/>
                  </a:lnTo>
                  <a:lnTo>
                    <a:pt x="1540272" y="1333487"/>
                  </a:lnTo>
                  <a:lnTo>
                    <a:pt x="1533661" y="1333487"/>
                  </a:lnTo>
                  <a:lnTo>
                    <a:pt x="1527051" y="1333487"/>
                  </a:lnTo>
                  <a:lnTo>
                    <a:pt x="1520440" y="1333487"/>
                  </a:lnTo>
                  <a:lnTo>
                    <a:pt x="1513829" y="1333487"/>
                  </a:lnTo>
                  <a:lnTo>
                    <a:pt x="1507219" y="1333487"/>
                  </a:lnTo>
                  <a:lnTo>
                    <a:pt x="1500608" y="1333487"/>
                  </a:lnTo>
                  <a:lnTo>
                    <a:pt x="1493997" y="1333487"/>
                  </a:lnTo>
                  <a:lnTo>
                    <a:pt x="1487387" y="1333487"/>
                  </a:lnTo>
                  <a:lnTo>
                    <a:pt x="1480776" y="1333487"/>
                  </a:lnTo>
                  <a:lnTo>
                    <a:pt x="1474166" y="1333487"/>
                  </a:lnTo>
                  <a:lnTo>
                    <a:pt x="1467555" y="1333487"/>
                  </a:lnTo>
                  <a:lnTo>
                    <a:pt x="1460944" y="1333487"/>
                  </a:lnTo>
                  <a:lnTo>
                    <a:pt x="1454334" y="1333487"/>
                  </a:lnTo>
                  <a:lnTo>
                    <a:pt x="1447723" y="1333487"/>
                  </a:lnTo>
                  <a:lnTo>
                    <a:pt x="1441113" y="1333487"/>
                  </a:lnTo>
                  <a:lnTo>
                    <a:pt x="1434502" y="1333487"/>
                  </a:lnTo>
                  <a:lnTo>
                    <a:pt x="1427891" y="1333487"/>
                  </a:lnTo>
                  <a:lnTo>
                    <a:pt x="1421281" y="1333487"/>
                  </a:lnTo>
                  <a:lnTo>
                    <a:pt x="1414670" y="1333487"/>
                  </a:lnTo>
                  <a:lnTo>
                    <a:pt x="1408060" y="1333487"/>
                  </a:lnTo>
                  <a:lnTo>
                    <a:pt x="1401449" y="1333487"/>
                  </a:lnTo>
                  <a:lnTo>
                    <a:pt x="1394838" y="1333487"/>
                  </a:lnTo>
                  <a:lnTo>
                    <a:pt x="1388228" y="1333487"/>
                  </a:lnTo>
                  <a:lnTo>
                    <a:pt x="1381617" y="1333487"/>
                  </a:lnTo>
                  <a:lnTo>
                    <a:pt x="1375007" y="1333487"/>
                  </a:lnTo>
                  <a:lnTo>
                    <a:pt x="1368396" y="1333487"/>
                  </a:lnTo>
                  <a:lnTo>
                    <a:pt x="1361785" y="1333487"/>
                  </a:lnTo>
                  <a:lnTo>
                    <a:pt x="1355175" y="1333487"/>
                  </a:lnTo>
                  <a:lnTo>
                    <a:pt x="1348564" y="1333487"/>
                  </a:lnTo>
                  <a:lnTo>
                    <a:pt x="1341953" y="1333487"/>
                  </a:lnTo>
                  <a:lnTo>
                    <a:pt x="1335343" y="1333487"/>
                  </a:lnTo>
                  <a:lnTo>
                    <a:pt x="1328732" y="1333487"/>
                  </a:lnTo>
                  <a:lnTo>
                    <a:pt x="1322122" y="1333487"/>
                  </a:lnTo>
                  <a:lnTo>
                    <a:pt x="1315511" y="1333487"/>
                  </a:lnTo>
                  <a:lnTo>
                    <a:pt x="1308900" y="1333487"/>
                  </a:lnTo>
                  <a:lnTo>
                    <a:pt x="1302290" y="1333487"/>
                  </a:lnTo>
                  <a:lnTo>
                    <a:pt x="1295679" y="1333487"/>
                  </a:lnTo>
                  <a:lnTo>
                    <a:pt x="1289069" y="1333487"/>
                  </a:lnTo>
                  <a:lnTo>
                    <a:pt x="1282458" y="1333487"/>
                  </a:lnTo>
                  <a:lnTo>
                    <a:pt x="1275847" y="1333487"/>
                  </a:lnTo>
                  <a:lnTo>
                    <a:pt x="1269237" y="1333487"/>
                  </a:lnTo>
                  <a:lnTo>
                    <a:pt x="1262626" y="1333487"/>
                  </a:lnTo>
                  <a:lnTo>
                    <a:pt x="1256016" y="1333487"/>
                  </a:lnTo>
                  <a:lnTo>
                    <a:pt x="1249405" y="1333487"/>
                  </a:lnTo>
                  <a:lnTo>
                    <a:pt x="1242794" y="1333487"/>
                  </a:lnTo>
                  <a:lnTo>
                    <a:pt x="1236184" y="1333487"/>
                  </a:lnTo>
                  <a:lnTo>
                    <a:pt x="1229573" y="1333487"/>
                  </a:lnTo>
                  <a:lnTo>
                    <a:pt x="1222962" y="1333487"/>
                  </a:lnTo>
                  <a:lnTo>
                    <a:pt x="1216352" y="1333487"/>
                  </a:lnTo>
                  <a:lnTo>
                    <a:pt x="1209741" y="1333487"/>
                  </a:lnTo>
                  <a:lnTo>
                    <a:pt x="1203131" y="1333487"/>
                  </a:lnTo>
                  <a:lnTo>
                    <a:pt x="1196520" y="1333487"/>
                  </a:lnTo>
                  <a:lnTo>
                    <a:pt x="1189909" y="1333487"/>
                  </a:lnTo>
                  <a:lnTo>
                    <a:pt x="1183299" y="1333487"/>
                  </a:lnTo>
                  <a:lnTo>
                    <a:pt x="1176688" y="1333487"/>
                  </a:lnTo>
                  <a:lnTo>
                    <a:pt x="1170078" y="1333487"/>
                  </a:lnTo>
                  <a:lnTo>
                    <a:pt x="1163467" y="1333487"/>
                  </a:lnTo>
                  <a:lnTo>
                    <a:pt x="1156856" y="1333487"/>
                  </a:lnTo>
                  <a:lnTo>
                    <a:pt x="1150246" y="1333487"/>
                  </a:lnTo>
                  <a:lnTo>
                    <a:pt x="1143635" y="1333487"/>
                  </a:lnTo>
                  <a:lnTo>
                    <a:pt x="1137025" y="1333487"/>
                  </a:lnTo>
                  <a:lnTo>
                    <a:pt x="1130414" y="1333487"/>
                  </a:lnTo>
                  <a:lnTo>
                    <a:pt x="1123803" y="1333487"/>
                  </a:lnTo>
                  <a:lnTo>
                    <a:pt x="1117193" y="1333487"/>
                  </a:lnTo>
                  <a:lnTo>
                    <a:pt x="1110582" y="1333487"/>
                  </a:lnTo>
                  <a:lnTo>
                    <a:pt x="1103971" y="1333487"/>
                  </a:lnTo>
                  <a:lnTo>
                    <a:pt x="1097361" y="1333487"/>
                  </a:lnTo>
                  <a:lnTo>
                    <a:pt x="1090750" y="1333487"/>
                  </a:lnTo>
                  <a:lnTo>
                    <a:pt x="1084140" y="1333487"/>
                  </a:lnTo>
                  <a:lnTo>
                    <a:pt x="1077529" y="1333487"/>
                  </a:lnTo>
                  <a:lnTo>
                    <a:pt x="1070918" y="1333487"/>
                  </a:lnTo>
                  <a:lnTo>
                    <a:pt x="1064308" y="1333487"/>
                  </a:lnTo>
                  <a:lnTo>
                    <a:pt x="1057697" y="1333487"/>
                  </a:lnTo>
                  <a:lnTo>
                    <a:pt x="1051087" y="1333487"/>
                  </a:lnTo>
                  <a:lnTo>
                    <a:pt x="1044476" y="1333487"/>
                  </a:lnTo>
                  <a:lnTo>
                    <a:pt x="1037865" y="1333487"/>
                  </a:lnTo>
                  <a:lnTo>
                    <a:pt x="1031255" y="1333487"/>
                  </a:lnTo>
                  <a:lnTo>
                    <a:pt x="1024644" y="1333487"/>
                  </a:lnTo>
                  <a:lnTo>
                    <a:pt x="1018034" y="1333487"/>
                  </a:lnTo>
                  <a:lnTo>
                    <a:pt x="1011423" y="1333487"/>
                  </a:lnTo>
                  <a:lnTo>
                    <a:pt x="1004812" y="1333487"/>
                  </a:lnTo>
                  <a:lnTo>
                    <a:pt x="998202" y="1333487"/>
                  </a:lnTo>
                  <a:lnTo>
                    <a:pt x="991591" y="1333487"/>
                  </a:lnTo>
                  <a:lnTo>
                    <a:pt x="984980" y="1333487"/>
                  </a:lnTo>
                  <a:lnTo>
                    <a:pt x="978370" y="1333487"/>
                  </a:lnTo>
                  <a:lnTo>
                    <a:pt x="971759" y="1333487"/>
                  </a:lnTo>
                  <a:lnTo>
                    <a:pt x="965149" y="1333487"/>
                  </a:lnTo>
                  <a:lnTo>
                    <a:pt x="958538" y="1333487"/>
                  </a:lnTo>
                  <a:lnTo>
                    <a:pt x="951927" y="1333487"/>
                  </a:lnTo>
                  <a:lnTo>
                    <a:pt x="945317" y="1333487"/>
                  </a:lnTo>
                  <a:lnTo>
                    <a:pt x="938706" y="1333487"/>
                  </a:lnTo>
                  <a:lnTo>
                    <a:pt x="932096" y="1333487"/>
                  </a:lnTo>
                  <a:lnTo>
                    <a:pt x="925485" y="1333487"/>
                  </a:lnTo>
                  <a:lnTo>
                    <a:pt x="918874" y="1333487"/>
                  </a:lnTo>
                  <a:lnTo>
                    <a:pt x="912264" y="1333487"/>
                  </a:lnTo>
                  <a:lnTo>
                    <a:pt x="905653" y="1333487"/>
                  </a:lnTo>
                  <a:lnTo>
                    <a:pt x="899043" y="1333487"/>
                  </a:lnTo>
                  <a:lnTo>
                    <a:pt x="892432" y="1333487"/>
                  </a:lnTo>
                  <a:lnTo>
                    <a:pt x="885821" y="1333487"/>
                  </a:lnTo>
                  <a:lnTo>
                    <a:pt x="879211" y="1333487"/>
                  </a:lnTo>
                  <a:lnTo>
                    <a:pt x="872600" y="1333487"/>
                  </a:lnTo>
                  <a:lnTo>
                    <a:pt x="865989" y="1333487"/>
                  </a:lnTo>
                  <a:lnTo>
                    <a:pt x="859379" y="1333487"/>
                  </a:lnTo>
                  <a:lnTo>
                    <a:pt x="852768" y="1333487"/>
                  </a:lnTo>
                  <a:lnTo>
                    <a:pt x="846158" y="1333487"/>
                  </a:lnTo>
                  <a:lnTo>
                    <a:pt x="839547" y="1333487"/>
                  </a:lnTo>
                  <a:lnTo>
                    <a:pt x="832936" y="1333487"/>
                  </a:lnTo>
                  <a:lnTo>
                    <a:pt x="826326" y="1333487"/>
                  </a:lnTo>
                  <a:lnTo>
                    <a:pt x="819715" y="1333487"/>
                  </a:lnTo>
                  <a:lnTo>
                    <a:pt x="813105" y="1333487"/>
                  </a:lnTo>
                  <a:lnTo>
                    <a:pt x="806494" y="1333487"/>
                  </a:lnTo>
                  <a:lnTo>
                    <a:pt x="799883" y="1333487"/>
                  </a:lnTo>
                  <a:lnTo>
                    <a:pt x="793273" y="1333487"/>
                  </a:lnTo>
                  <a:lnTo>
                    <a:pt x="786662" y="1333487"/>
                  </a:lnTo>
                  <a:lnTo>
                    <a:pt x="780052" y="1333487"/>
                  </a:lnTo>
                  <a:lnTo>
                    <a:pt x="773441" y="1333487"/>
                  </a:lnTo>
                  <a:lnTo>
                    <a:pt x="766830" y="1333487"/>
                  </a:lnTo>
                  <a:lnTo>
                    <a:pt x="760220" y="1333487"/>
                  </a:lnTo>
                  <a:lnTo>
                    <a:pt x="753609" y="1333487"/>
                  </a:lnTo>
                  <a:lnTo>
                    <a:pt x="746998" y="1333487"/>
                  </a:lnTo>
                  <a:lnTo>
                    <a:pt x="740388" y="1333487"/>
                  </a:lnTo>
                  <a:lnTo>
                    <a:pt x="733777" y="1333487"/>
                  </a:lnTo>
                  <a:lnTo>
                    <a:pt x="727167" y="1333487"/>
                  </a:lnTo>
                  <a:lnTo>
                    <a:pt x="720556" y="1333487"/>
                  </a:lnTo>
                  <a:lnTo>
                    <a:pt x="713945" y="1333487"/>
                  </a:lnTo>
                  <a:lnTo>
                    <a:pt x="707335" y="1333487"/>
                  </a:lnTo>
                  <a:lnTo>
                    <a:pt x="700724" y="1333487"/>
                  </a:lnTo>
                  <a:lnTo>
                    <a:pt x="694114" y="1333487"/>
                  </a:lnTo>
                  <a:lnTo>
                    <a:pt x="687503" y="1333487"/>
                  </a:lnTo>
                  <a:lnTo>
                    <a:pt x="680892" y="1333487"/>
                  </a:lnTo>
                  <a:lnTo>
                    <a:pt x="674282" y="1333487"/>
                  </a:lnTo>
                  <a:lnTo>
                    <a:pt x="667671" y="1333487"/>
                  </a:lnTo>
                  <a:lnTo>
                    <a:pt x="661061" y="1333487"/>
                  </a:lnTo>
                  <a:lnTo>
                    <a:pt x="654450" y="1333487"/>
                  </a:lnTo>
                  <a:lnTo>
                    <a:pt x="647839" y="1333487"/>
                  </a:lnTo>
                  <a:lnTo>
                    <a:pt x="641229" y="1333487"/>
                  </a:lnTo>
                  <a:lnTo>
                    <a:pt x="634618" y="1333487"/>
                  </a:lnTo>
                  <a:lnTo>
                    <a:pt x="628008" y="1333487"/>
                  </a:lnTo>
                  <a:lnTo>
                    <a:pt x="621397" y="1333487"/>
                  </a:lnTo>
                  <a:lnTo>
                    <a:pt x="614786" y="1333487"/>
                  </a:lnTo>
                  <a:lnTo>
                    <a:pt x="608176" y="1333487"/>
                  </a:lnTo>
                  <a:lnTo>
                    <a:pt x="601565" y="1333487"/>
                  </a:lnTo>
                  <a:lnTo>
                    <a:pt x="594954" y="1333487"/>
                  </a:lnTo>
                  <a:lnTo>
                    <a:pt x="588344" y="1333487"/>
                  </a:lnTo>
                  <a:lnTo>
                    <a:pt x="581733" y="1333487"/>
                  </a:lnTo>
                  <a:lnTo>
                    <a:pt x="575123" y="1333487"/>
                  </a:lnTo>
                  <a:lnTo>
                    <a:pt x="568512" y="1333487"/>
                  </a:lnTo>
                  <a:lnTo>
                    <a:pt x="561901" y="1333487"/>
                  </a:lnTo>
                  <a:lnTo>
                    <a:pt x="555291" y="1333487"/>
                  </a:lnTo>
                  <a:lnTo>
                    <a:pt x="548680" y="1333487"/>
                  </a:lnTo>
                  <a:lnTo>
                    <a:pt x="542070" y="1333487"/>
                  </a:lnTo>
                  <a:lnTo>
                    <a:pt x="535459" y="1333487"/>
                  </a:lnTo>
                  <a:lnTo>
                    <a:pt x="528848" y="1333487"/>
                  </a:lnTo>
                  <a:lnTo>
                    <a:pt x="522238" y="1333487"/>
                  </a:lnTo>
                  <a:lnTo>
                    <a:pt x="515627" y="1333487"/>
                  </a:lnTo>
                  <a:lnTo>
                    <a:pt x="509017" y="1333487"/>
                  </a:lnTo>
                  <a:lnTo>
                    <a:pt x="502406" y="1333487"/>
                  </a:lnTo>
                  <a:lnTo>
                    <a:pt x="495795" y="1333487"/>
                  </a:lnTo>
                  <a:lnTo>
                    <a:pt x="489185" y="1333487"/>
                  </a:lnTo>
                  <a:lnTo>
                    <a:pt x="482574" y="1333487"/>
                  </a:lnTo>
                  <a:lnTo>
                    <a:pt x="475963" y="1333487"/>
                  </a:lnTo>
                  <a:lnTo>
                    <a:pt x="469353" y="1333487"/>
                  </a:lnTo>
                  <a:lnTo>
                    <a:pt x="462742" y="1333487"/>
                  </a:lnTo>
                  <a:lnTo>
                    <a:pt x="456132" y="1333487"/>
                  </a:lnTo>
                  <a:lnTo>
                    <a:pt x="449521" y="1333487"/>
                  </a:lnTo>
                  <a:lnTo>
                    <a:pt x="442910" y="1333487"/>
                  </a:lnTo>
                  <a:lnTo>
                    <a:pt x="436300" y="1333487"/>
                  </a:lnTo>
                  <a:lnTo>
                    <a:pt x="429689" y="1333487"/>
                  </a:lnTo>
                  <a:lnTo>
                    <a:pt x="423079" y="1333487"/>
                  </a:lnTo>
                  <a:lnTo>
                    <a:pt x="416468" y="1333487"/>
                  </a:lnTo>
                  <a:lnTo>
                    <a:pt x="409857" y="1333487"/>
                  </a:lnTo>
                  <a:lnTo>
                    <a:pt x="403247" y="1333487"/>
                  </a:lnTo>
                  <a:lnTo>
                    <a:pt x="396636" y="1333487"/>
                  </a:lnTo>
                  <a:lnTo>
                    <a:pt x="390026" y="1333487"/>
                  </a:lnTo>
                  <a:lnTo>
                    <a:pt x="383415" y="1333487"/>
                  </a:lnTo>
                  <a:lnTo>
                    <a:pt x="376804" y="1333487"/>
                  </a:lnTo>
                  <a:lnTo>
                    <a:pt x="370194" y="1333487"/>
                  </a:lnTo>
                  <a:lnTo>
                    <a:pt x="363583" y="1333487"/>
                  </a:lnTo>
                  <a:lnTo>
                    <a:pt x="356972" y="1333487"/>
                  </a:lnTo>
                  <a:lnTo>
                    <a:pt x="350362" y="1333487"/>
                  </a:lnTo>
                  <a:lnTo>
                    <a:pt x="343751" y="1333487"/>
                  </a:lnTo>
                  <a:lnTo>
                    <a:pt x="337141" y="1333487"/>
                  </a:lnTo>
                  <a:lnTo>
                    <a:pt x="330530" y="1333487"/>
                  </a:lnTo>
                  <a:lnTo>
                    <a:pt x="323919" y="1333487"/>
                  </a:lnTo>
                  <a:lnTo>
                    <a:pt x="317309" y="1333487"/>
                  </a:lnTo>
                  <a:lnTo>
                    <a:pt x="310698" y="1333487"/>
                  </a:lnTo>
                  <a:lnTo>
                    <a:pt x="304088" y="1333487"/>
                  </a:lnTo>
                  <a:lnTo>
                    <a:pt x="297477" y="1333487"/>
                  </a:lnTo>
                  <a:lnTo>
                    <a:pt x="290866" y="1333487"/>
                  </a:lnTo>
                  <a:lnTo>
                    <a:pt x="284256" y="1333487"/>
                  </a:lnTo>
                  <a:lnTo>
                    <a:pt x="277645" y="1333487"/>
                  </a:lnTo>
                  <a:lnTo>
                    <a:pt x="271035" y="1333487"/>
                  </a:lnTo>
                  <a:lnTo>
                    <a:pt x="264424" y="1333487"/>
                  </a:lnTo>
                  <a:lnTo>
                    <a:pt x="257813" y="1333487"/>
                  </a:lnTo>
                  <a:lnTo>
                    <a:pt x="251203" y="1333487"/>
                  </a:lnTo>
                  <a:lnTo>
                    <a:pt x="244592" y="1333487"/>
                  </a:lnTo>
                  <a:lnTo>
                    <a:pt x="237981" y="1333487"/>
                  </a:lnTo>
                  <a:lnTo>
                    <a:pt x="231371" y="1333487"/>
                  </a:lnTo>
                  <a:lnTo>
                    <a:pt x="224760" y="1333487"/>
                  </a:lnTo>
                  <a:lnTo>
                    <a:pt x="218150" y="1333487"/>
                  </a:lnTo>
                  <a:lnTo>
                    <a:pt x="211539" y="1333487"/>
                  </a:lnTo>
                  <a:lnTo>
                    <a:pt x="204928" y="1333487"/>
                  </a:lnTo>
                  <a:lnTo>
                    <a:pt x="198318" y="1333487"/>
                  </a:lnTo>
                  <a:lnTo>
                    <a:pt x="191707" y="1333487"/>
                  </a:lnTo>
                  <a:lnTo>
                    <a:pt x="185097" y="1333487"/>
                  </a:lnTo>
                  <a:lnTo>
                    <a:pt x="178486" y="1333487"/>
                  </a:lnTo>
                  <a:lnTo>
                    <a:pt x="171875" y="1333487"/>
                  </a:lnTo>
                  <a:lnTo>
                    <a:pt x="165265" y="1333487"/>
                  </a:lnTo>
                  <a:lnTo>
                    <a:pt x="158654" y="1333487"/>
                  </a:lnTo>
                  <a:lnTo>
                    <a:pt x="152044" y="1333487"/>
                  </a:lnTo>
                  <a:lnTo>
                    <a:pt x="145433" y="1333487"/>
                  </a:lnTo>
                  <a:lnTo>
                    <a:pt x="138822" y="1333487"/>
                  </a:lnTo>
                  <a:lnTo>
                    <a:pt x="132212" y="1333487"/>
                  </a:lnTo>
                  <a:lnTo>
                    <a:pt x="125601" y="1333487"/>
                  </a:lnTo>
                  <a:lnTo>
                    <a:pt x="118990" y="1333487"/>
                  </a:lnTo>
                  <a:lnTo>
                    <a:pt x="112380" y="1333487"/>
                  </a:lnTo>
                  <a:lnTo>
                    <a:pt x="105769" y="1333487"/>
                  </a:lnTo>
                  <a:lnTo>
                    <a:pt x="99159" y="1333487"/>
                  </a:lnTo>
                  <a:lnTo>
                    <a:pt x="92548" y="1333487"/>
                  </a:lnTo>
                  <a:lnTo>
                    <a:pt x="85937" y="1333487"/>
                  </a:lnTo>
                  <a:lnTo>
                    <a:pt x="79327" y="1333487"/>
                  </a:lnTo>
                  <a:lnTo>
                    <a:pt x="72716" y="1333487"/>
                  </a:lnTo>
                  <a:lnTo>
                    <a:pt x="66106" y="1333487"/>
                  </a:lnTo>
                  <a:lnTo>
                    <a:pt x="59495" y="1333487"/>
                  </a:lnTo>
                  <a:lnTo>
                    <a:pt x="52884" y="1333487"/>
                  </a:lnTo>
                  <a:lnTo>
                    <a:pt x="46274" y="1333487"/>
                  </a:lnTo>
                  <a:lnTo>
                    <a:pt x="39663" y="1333487"/>
                  </a:lnTo>
                  <a:lnTo>
                    <a:pt x="33053" y="1333487"/>
                  </a:lnTo>
                  <a:lnTo>
                    <a:pt x="26442" y="1333487"/>
                  </a:lnTo>
                  <a:lnTo>
                    <a:pt x="19831" y="1333487"/>
                  </a:lnTo>
                  <a:lnTo>
                    <a:pt x="13221" y="1333487"/>
                  </a:lnTo>
                  <a:lnTo>
                    <a:pt x="6610" y="1333487"/>
                  </a:lnTo>
                  <a:lnTo>
                    <a:pt x="0" y="1333487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1005839" y="4538169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4570677" y="3694042"/>
              <a:ext cx="0" cy="1517720"/>
            </a:xfrm>
            <a:custGeom>
              <a:avLst/>
              <a:pathLst>
                <a:path w="0" h="1517720">
                  <a:moveTo>
                    <a:pt x="0" y="15177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2026-03-09T10:16:57Z</dcterms:modified>
  <cp:category/>
</cp:coreProperties>
</file>